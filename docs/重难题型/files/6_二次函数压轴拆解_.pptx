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ink/ink8.xml" ContentType="application/inkml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2-02T07:27:57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7282 2996 136 0,'-9'-2'244'0,"3"-3"30"0,1 2 17 0,0-1 10 0,-3 1 5 0,7-2 9 0,-8 2 5 0,5 0 10 0,-2 2 7 0,1-2 5 0,1 0 8 0,3 1-46 0,-3 0-68 0,0 1-55 0,3 0-49 0,-3-1-22 16,4 2-8-16,-5-1-2 0,5 1 0 0,-4-2 2 0,4 2 2 0,-2 0 2 0,-1-1-1 0,-1-1-2 0,2 1-1 0,-2 1-1 0,4-2-1 0,-1 1 0 0,-3-1-3 0,4 0-2 15,-4 1-1-15,4 0-2 0,0-1-3 0,0 2-6 0,0 0-6 0,0 0-3 16,-1 0-5-16,1 0 0 0,0 0-6 0,0 0-4 0,0 0-3 16,0 0-7-16,0 0-6 0,0 0-5 0,0 0-7 0,0 0-5 0,0 0-5 15,0 0-5-15,0 0-4 0,0 0-5 0,0 0-2 0,0 0-4 0,0 0-4 16,0 0-1-16,0 0-1 0,0 0-1 0,0 0 0 0,0 0-1 0,0 0-2 16,0 0 2-16,0 0-1 0,0 0-1 0,0 0 2 0,0 0-1 0,1-1-1 15,-1 1 3-15,0 0 2 0,0 0 1 0,4 0 0 0,0 0 1 0,-3 0-1 16,-1 1 2-16,4-1 1 0,2 0 0 0,-3 2 1 0,-1-1-1 0,2-1 0 15,1 0 0-15,0 1 2 0,-1-1-2 0,0 2-2 0,-3 0 1 0,5-1-1 16,-3-1 4-16,3 2-1 0,-2-2-1 0,1 1-1 0,-1-1-1 16,-3 2 4-16,3-1-1 0,1-1 1 0,1 0 1 0,-3 0 0 0,3 0 1 15,-2 0 2-15,1 0 0 0,0 0 2 0,4-1-2 0,-3 1 0 16,3-2 1-16,-4 2 2 0,4-1 0 0,-3 1 0 0,3 0-2 0,0-2 1 16,0 1-1-16,-4 1 1 0,4-2-1 0,-3 0-1 0,3 1 0 0,-4 0 0 15,4 1-1-15,-3-2-1 0,1 1-1 0,-2 1 0 0,1-2 0 0,3 1 0 16,-4-1 0-16,1 2 0 0,-3-1-1 0,3 1-1 0,-3-2 1 0,3 2 2 15,-1-1 1-15,1 1 1 0,-3 0 1 0,3 0 2 0,1-2 2 0,-5 0-1 16,3 2 2-16,2-1 0 0,-5 1 0 0,4-1 1 0,-3-1 2 0,3 2-1 16,-1-3-1-16,-1 3 1 0,1-1-2 0,2 1-2 0,-5-2 1 0,4 2-1 15,-3-1-2-15,3 1 0 0,-1-2 0 0,-1 2-2 0,1-1 0 0,-1 1-2 16,1-2-1-16,1 2 2 0,-3-1-2 0,3 1 0 0,-1 0 0 16,2 0 0-16,-1 0-2 0,-1 0 2 0,1 0 2 0,-3 0 1 15,6 0 1-15,-3 0 1 0,-1 0-1 0,-1-2 2 0,5 2 0 0,-4 0-1 16,1 0-1-16,-1 0 1 0,2-2-1 0,-5 2 4 0,4 0-2 0,1-1-1 15,-2 1-2-15,1-1-1 0,-1 1-2 0,-1-2 0 0,1 2 0 0,1 0 0 16,-3-1 0-16,3 1 0 0,-3-2 1 0,3 2 1 0,-1 0 1 0,0 0 1 16,4 0 1-16,-5 0-1 0,2 0 1 0,3-1 2 0,-4 1-1 0,-1 0 0 15,1 0 0-15,4 0 0 0,-3 0-1 0,-1 0 1 0,-1 0-2 0,1 0-1 16,-1 0-1-16,1 0-1 0,0 1-1 0,-1-1 0 0,2 0 1 0,-3 0 1 16,3 0-1-16,-3 0-1 0,3 0 2 0,-1 0-1 0,0-1 2 0,-1 1 2 15,1-2 1-15,1 2-2 0,1 0 2 0,-1 0 2 0,-1-1-2 16,0 1 0-16,1 0-2 0,1 0-1 0,-1 0 0 0,-1 0 0 0,0 0 0 15,-1-2-1-15,1 2-1 0,1 0-1 0,-3 0-1 0,3-1-1 0,-1 1 1 16,3 0 1-16,-3 0 0 0,0 0 0 0,1 0-2 0,-3 0 2 16,6 0 1-16,-3 0-1 0,-1 0-1 0,-1 0-1 0,5 0 1 0,-4 0-1 15,1 0 1-15,-1 0-1 0,-1-2 1 0,1 2-4 0,1 0 1 0,1 0-1 16,-2 0 1-16,1 0-2 0,-3 0 1 0,3 0-1 0,-1 0 2 0,-1-2 1 16,-2 1 1-16,5 1 1 0,-5 0-4 0,1 0 1 0,3 0-2 0,-3 0 6 15,3-1-2-15,-3 1 2 0,-1-2 0 0,4 2-1 0,-3 0-1 0,3 0 1 16,-3-1 1-16,-1 1-2 0,2 0 1 0,1-2-2 0,-1 2 0 0,-2 0 1 15,1 0 1-15,1-1-4 0,-2 1 2 0,1 0 0 0,3 0 0 16,-3 0-1-16,-1 0-1 0,2-2 4 0,1 2-2 0,-1 0-2 0,1 0 1 16,1 0 2-16,-3 0-2 0,3 0-1 0,-1 0 1 0,2 0-1 0,-1 0-1 15,-1 0 0-15,1-1 0 0,-1 1 2 0,4 0-2 0,-2 0 0 16,1 0 0-16,-1 0 0 0,-2-2 0 0,4 2 0 0,-3 0 0 0,-1-1 2 0,4 1-2 16,-3-2 1-16,-1 2 1 0,4-2-1 0,-3 2 1 0,1 0-1 0,-2-1 4 15,1 1-1-15,-1 0-2 0,2 0-5 0,-1 0 1 0,-1 0 4 16,1 0 2-16,-3 0 1 0,3 0-1 0,-1 0 1 0,-1 0-1 0,1 0 1 15,0 0-1-15,-1 0 1 0,2 0-2 0,-3 0-2 0,3 0 5 0,-1 0 3 16,2 1 0-16,-1-1-3 0,-5 0-1 0,7 0-1 0,-3 0-1 0,1 0-1 16,-1 2 2-16,0-2 1 0,4 0-1 0,-5 2 1 0,2-2-1 0,-1 1 1 15,2-1-1-15,-1 2 3 0,-1-2-2 0,0 1 1 0,-1-1-2 0,1 2 1 16,-1-2-1-16,2 1-2 0,-1-1-1 0,-1 2 2 0,1-2 0 0,-1 1 0 16,-3-1 0-16,5 2 2 0,-3-2-1 0,3 1-2 0,-2-1 1 0,1 3 0 15,0-3 1-15,-1 2-1 0,1-1 2 0,-1 1 1 0,1-2 0 0,1 3-2 16,-1-2 1-16,3-1-1 0,-3 2 1 0,0-1-4 0,1 1 2 0,-3-1 2 15,6 0-2-15,-3 1 0 0,-1-2-2 0,3 2 2 0,-3-2 2 16,0 1-1-16,1 1 1 0,-1-2-1 0,3 1 1 0,-3 1-1 0,0-2 1 16,1 0-1-16,1 1 2 0,0-1 0 0,-3 2 0 0,1-2 0 0,4 1 0 15,-3-1 0-15,-3 2 0 0,6-1-1 0,-3-1-2 0,-1 2-2 16,1-2 2-16,3 1 2 0,-4-1-1 0,2 0 2 0,-1 1-1 0,3-1-2 16,-4 0 1-16,4 0 1 0,-3 0-1 0,3 0 2 0,-4 0 0 0,4 0 0 15,0 2 0-15,-3-2 2 0,3 0-1 0,-4 2 1 0,4-2-1 0,-3 0-2 16,-1 0-1-16,2 1 2 0,-1-1 0 0,-1 0 0 0,1 2-1 0,-1-2-4 15,2 1 1-15,-1-1-1 0,-1 2 4 0,1-1-2 0,-3 1 0 0,6-2-2 16,-3 1 2-16,-1-1 0 0,2 2 2 0,-1-1-1 0,-1-1-1 0,1 0-1 16,3 0-1-16,-4 0 4 0,4 1 1 0,-3-1 0 0,3 0-2 0,-4 0-1 15,4 0-1-15,-4 2 2 0,5-2 1 0,-5 0-1 0,4 0-1 16,-2 0-1-16,0 0 1 0,1 2 0 0,-3-2 0 0,6 0-2 16,-4 1 1-16,0-1-1 0,1 2 1 0,-3-2-1 0,4 1 2 0,-3 1-1 0,3-1-1 15,-4-1-1-15,4 2 2 0,-3-1-1 0,3 1 1 0,0-1-1 16,-4 0 1-16,4 1-1 0,-3-2 2 0,3 2-1 0,-4-2 2 0,4 1-1 15,-4 1 3-15,4-1 5 0,-3-1-1 0,3 2-2 0,0-2-2 0,0 1-2 16,-4-1 1-16,6 2-1 0,-3-1 1 0,-1 1-2 0,2-1 1 0,0-1 1 16,-4 0-2-16,4 1-2 0,0-1-1 0,-3 2-3 0,3-2 2 0,0 0 5 15,-4 2 1-15,4-2-1 0,0 0-1 0,-3 1 2 0,3 1-1 0,2-2 1 16,-4 0 1-16,0 0-2 0,2 0 2 0,0 0 0 0,0 0 0 0,0 0 0 16,0 0-3-16,-1 0-4 0,4 0 2 0,-6 0 4 0,3 0 1 0,2 0 0 15,-2 0 3-15,0-2 4 0,0 1 1 0,2-1-4 0,-2 2-3 16,0-2 1-16,0 2-2 0,2-1 0 0,-2 0 1 0,0 1 2 0,2-2 0 15,-2 1-1-15,0 1-2 0,0-2 0 0,0 2-3 0,0 0-6 16,-2-1 0-16,2 1 3 0,0-2 1 0,0 1 1 0,0 1 1 0,0-2 1 16,-3 2 1-16,5-1-1 0,-2-1 1 0,-4 2-2 0,4 0 0 0,0-2 0 15,-4 1 1-15,5 1 1 0,-5 0 1 0,4-1 0 0,-4 1 0 0,4 0 1 16,-3-2 1-16,3 2-1 0,-5 0 1 0,5 0-1 0,-4 0 2 0,0-1 0 16,1 1 0-16,3-2 2 0,-5 2-1 0,5 0 1 0,-4-1-2 0,0 1 0 15,1 0 0-15,3-2 0 0,-5 2-2 0,5-1 1 0,-4 1-2 0,0 0 0 16,1-2 0-16,3 2 0 0,-4 0-2 0,-1 0 1 0,5-1-1 0,-4 1 1 15,1 0 1-15,-3 0-2 0,3 0 1 0,3 0-2 0,-4-2 1 0,1 2 2 16,1-2-1-16,-2 2 0 0,1 0 1 0,3-1 0 0,-4 1 2 16,4 0-1-16,0-1 2 0,-3-1 0 0,3 1 2 0,2 1 2 0,-2-2-1 15,0 1 0-15,0-1 0 0,2 2 0 0,-2-1 2 0,0 1-2 16,0-2 0-16,2 2-2 0,-2-1-1 0,0 1 2 0,0 0-2 0,0 0-2 16,-4 0 1-16,6 0-4 0,-2 0 2 0,0 0 0 0,2 0 0 0,-2 0 0 15,0 0-1-15,0 0 1 0,2 0 0 0,-2 0 0 0,0 0-2 0,2 0 1 16,-2 1-1-16,4-1 2 0,-4 0 1 0,2 2 1 0,-2-2-2 0,2 0 0 15,-2 1-2-15,3 1 2 0,-1-2 0 0,-2 0-1 0,2 1-1 0,2-1 1 16,-4 2-1-16,2-2 2 0,1 1-1 0,-5-1-2 0,6 2 1 0,-2-2 1 16,-2 1-1-16,4 0 2 0,-3-1 0 0,0 2-1 0,0-2-1 0,-1 2 1 15,0-2 1-15,2 1 0 0,2-1 0 0,-4 2-2 0,2-2 1 0,-2 1-1 16,2 1 1-16,1-1-1 0,-1-1-1 0,-2 2 0 0,4-1 0 16,-2 1 0-16,-2-1-1 0,2 2-1 0,1-3 1 0,-1 2-1 0,2 1 2 15,-4-2 2-15,2 1-2 0,-2-1 0 0,2 1 1 0,1-1-1 16,-1 1-1-16,-2-1-1 0,0 0 1 0,0 1-1 0,2-2 2 0,-5 2 0 15,3-2 0-15,0 0-1 0,0 0-1 0,0 1 1 0,0 1-1 0,-4-2 1 16,4 0-1-16,0 0 1 0,-1 1 1 0,1-1 1 0,0 2 2 0,0-2 2 16,0 1-1-16,0 1 1 0,-2-1 1 0,2-1 6 0,0 2 1 0,0-1 2 15,0-1 2-15,-3 2 4 0,3-1 1 0,0-1 3 0,-4 1-1 0,4 1 0 16,-3-2-1-16,3 2-1 0,-4-2 1 0,4 1 1 0,-3-1-2 0,-1 2-2 16,4-2-3-16,-4 1-3 0,3 1-2 0,-1-2-2 0,-3 1 1 0,5 1-1 15,-4-1-1-15,4-1-1 0,-3 2-2 0,3-1 1 0,-4-1 1 0,4 1-1 16,0 1 1-16,-4-2-2 0,5 2 0 0,-5-2 1 0,4 1-1 15,-4 1 2-15,4-1-1 0,-3 1 1 0,3-2-1 0,0 1 4 0,-4 1-1 16,4-1 0-16,-3-1-1 0,3 2 2 0,0-1-1 0,-4-1 2 0,4 1 2 16,-3 1-1-16,3 0-1 0,0-2-1 0,-4 1-1 0,4 1 2 15,-3-1-1-15,-1 1-1 0,3-2 1 0,-3 1 1 0,0-1 0 0,1 0 0 16,-3 2 1-16,3-1 2 0,-1-1-2 0,-1 2 1 0,-1-2 1 0,-1 1 3 16,2-1-2-16,-2 0 1 0,1 0-1 0,3 0-1 0,-6 1 0 0,3-1 0 15,3 0 0-15,-6 0-3 0,5 2-1 0,-5-2-4 0,4 0 1 0,-1 2-2 16,-1-2 1-16,2 0-1 0,-2 0 0 0,1 0 0 0,1 1 1 0,-2-1 1 15,1 0 1-15,3 2-2 0,-1-2 2 0,-1 0 0 0,1 1 2 0,1-1 1 16,1 2 0-16,0-2-2 0,0 3-1 0,-1-3-1 0,3 1-2 0,-4-1 0 16,4 2 0-16,-3-1 0 0,3-1-2 0,0 2-2 0,-4-1-1 0,4-1 2 15,-3 2-1-15,3-2-2 0,-4 1 0 0,4-1 0 0,-3 2 1 16,-1-2 5-16,4 1 0 0,-3 1-1 0,1-2 1 0,-2 1-2 0,1-1 2 16,3 2 2-16,-4-2 2 0,1 0 2 0,3 1 3 0,-4-1-2 0,-1 0 2 15,5 2 0-15,-4-2 0 0,1 0-1 0,1 1-1 0,-2-1 1 16,1 2 1-16,-1-2 0 0,0 1 1 0,5-1-1 0,-7 0-1 0,3 1-2 15,-1 1 0-15,2-2 1 0,-1 0 1 0,-1 2-1 0,1-2-1 0,-3 1 0 16,-1-1-2-16,2 0-1 0,1 2 2 0,-1-2-2 0,-4 0 1 0,0 0 1 16,0 0-1-16,0 0-1 0,0 0 2 0,0 0 1 0,0 0 1 0,0 0 5 15,0 0 2-15,0 0 1 0,0 0 1 0,0 0 1 0,0 0 1 0,0 0-2 16,0 0 0-16,0 0-1 0,0 0-16 0,0 0-22 0,0 0-42 0,0 0-54 16,0 0-68-16,0 0-73 0,0 0-80 0,0 0-84 0,0 0-107 0,-6 0-121 15,-3 0-52-15,4-2-29 0,-4-1-9 0,-4 0-7 0,-1-1 14 16,-6-2 20-16,2-5 41 0,-6-1 48 0,-5-3 66 0,0-4 71 0,0-4 78 15,-3-1 82-15</inkml:trace>
  <inkml:trace contextRef="#ctx0" brushRef="#br0" timeOffset="987.27">8839 1664 145 0,'-5'-4'306'0,"5"1"54"0,-4-1 30 0,2-1 16 0,2 1 15 0,0-1 8 16,0 1 4-16,0 1 6 0,0-1 3 0,0 3 3 0,0-2 5 0,2 0-39 16,-2 0-64-16,4 2-81 0,1-5-92 0,-1 3-44 0,-2-3-25 0,7 1-11 0,-4 1-6 15,4-2-2-15,0 0 2 0,0 0 3 0,0 1 2 0,2-1 2 16,-2 2 2-16,0 1-2 0,2-2-1 0,2 2-4 0,-2-1-5 0,-2 1-3 0,0 0-4 15,2 0-4-15,-2 0-6 0,0 1-7 0,0-1-6 0,2 2-7 16,-2-2-6-16,0 1-4 0,-4 1-4 0,4-2-7 0,0 1-8 0,-3 0-4 16,3 1-3-16,-4 0-1 0,4-1-5 0,0 1 0 0,-3-1-2 0,3 1-5 0,0-1-8 15,-4 1-21-15,4-1-27 0,-3 1-34 0,3 1-35 0,1-2-34 16,-2 0-31-16,-1 1-35 0,2 1-36 0,0-3-41 0,0 3-48 0,2-1-74 0,-2-1-84 16,0 1-34-16,0-1-11 0,0 1 15 0,0-1 21 0,-2 1 31 0,2-3 33 15,-3 2 34-15,1-1 33 0,-2 0 37 0,1 0 31 0,-2 0 42 0,-3-2 49 16</inkml:trace>
  <inkml:trace contextRef="#ctx0" brushRef="#br0" timeOffset="1256.01">9735 1141 147 0,'3'-3'287'16,"-1"0"43"-16,2 2 19 0,-1-1 9 0,-1 1 7 0,2-1 2 0,-4 2 0 15,0 0 4-15,0 0 1 0,0 0 3 0,0 0 4 0,0 0-49 0,0 3-68 16,0-1-77-16,-4-1-82 0,4 2-37 0,0 0-16 0,-2 0-8 0,-1 2 0 0,-3-2 0 16,3 3-2-16,1 0-1 0,-5 0 1 0,1 1-4 0,1 1-3 0,-4 2-1 15,3-1-4-15,-3 1-4 0,0 0-5 0,0 0-7 0,-2 2-7 0,2-1-11 16,-2-1-11-16,-1 2-14 0,3-2-17 0,-2 1-15 0,-2-1-17 0,2 1-20 16,2 0-23-16,-5-1-20 0,5 1-23 0,0-2-25 0,-2 0-26 0,2-2-43 15,0 2-43-15,-2-3-32 0,5 2-23 0,-1-2-5 0,2-2 6 0,-1-1 12 16,3 0 15-16,3-3 19 0,0 0 23 0,0 0 20 0,0 0 23 0,0 0 25 15,0 0 26-15</inkml:trace>
  <inkml:trace contextRef="#ctx0" brushRef="#br0" timeOffset="1450.65">9510 1364 6 0,'0'-2'207'0,"4"-1"34"0,-4 0 17 0,2 3 8 0,-2 0 6 15,0-2 6-15,0 2 3 0,3-1 8 0,-3 1 7 0,0 0 7 16,2 1 4-16,2-1-15 0,-1 2-24 0,-1-1-55 0,-2 2-66 0,4-1-26 16,-1 2-9-16,-1 1-2 0,2-1 4 0,-2 4 1 0,-2-1 1 0,3 2-2 0,-3 2-4 15,0-1-1-15,0 2-3 0,0 0-13 0,0 2-15 0,0-1-11 16,0 2-6-16,0 0-10 0,0 0-3 0,-3 0-11 0,3 0-5 0,0 0-8 0,-2-1-5 15,2 0-7-15,-4 0-14 0,4 0-14 0,0-3-12 0,0 3-16 0,0-3-14 16,0 0-14-16,0-1-19 0,0-1-18 0,0-2-18 0,0 1-19 0,0-3-19 16,0 2-23-16,0-3-21 0,0-1-30 0,4 1-31 0,-4-4-34 15,0 0-36-15,0 0-13 0,0 0 4 0,0 0 10 0,5-4 15 0,-1 0 18 0,-2-2 17 16,1 1 20-16,3-2 18 0,-1-1 23 0,-1-1 21 0,1 2 35 0</inkml:trace>
  <inkml:trace contextRef="#ctx0" brushRef="#br0" timeOffset="1972.77">9662 1453 58 0,'2'-7'221'0,"2"-1"36"0,1 1 15 16,-5 1 12-16,4 1 8 0,1 2 4 0,-5-1 9 0,4 1 4 0,-2 0 8 16,-2-1 5-16,3 3 7 0,-3-2-33 0,4 2-51 0,-2-1-59 0,-2-1-65 15,3 2-28-15,-3 1-18 0,2-3-7 0,2 1-6 0,-4 0-6 0,3 2-5 16,-1-1-3-16,-2 0-6 0,4-1-5 0,-1 1-4 0,-1-1-6 0,2 2-5 16,-2-1-1-16,1-1-4 0,3 1-2 0,-3 1-2 0,-1 0-1 0,2-2-2 15,-1 1-2-15,-3 1-2 0,2 1 1 0,2 1 4 0,-3-2 4 0,3 1 7 16,0 1 2-16,-2 1 4 0,-2 0 4 0,3 1 5 0,-3 2 5 0,6 0 6 15,-6 2 3-15,3 1 7 0,-1 0 5 0,-2 3 4 0,0 0 3 0,4 3 5 16,-4-2-5-16,3 2-1 0,-3 2-3 0,2 1 1 0,-2-2-6 0,4 2-1 16,-4 0-5-16,0-1-3 0,1 1-4 0,3-2-6 0,-4 0-2 0,0 0-5 15,4-1-5-15,-2 0-8 0,-2 0-2 0,0-3-4 0,0 1-1 0,3-2-2 16,-3 1-2-16,0-2-2 0,0-1-2 0,0 0-1 0,0-1-1 0,0-1-1 16,0-1 1-16,0 0-2 0,0-2-3 0,0 1-3 0,-3 0-8 0,3-2-7 15,0 0-9-15,0-2-11 0,0-1-9 0,0 0-5 0,0 0-12 0,0 3-13 16,0-3-14-16,0 3-13 0,0-3-17 0,0 0-17 0,0 0-14 0,0 0-14 15,-6 0-10-15,6 0-5 0,-4-1-3 0,3 1 0 0,-5-3-5 0,3 0-4 16,-3 0-4-16,1-2 0 0,-2-1 1 0,1 2 3 0,1-2 4 0,-4-2 3 16,3-1 7-16,-3 2 10 0,0-1 11 0,0-1 15 0,4 0 22 0,-4 0 28 15,0 0 39-15,-2 2 42 0,2-3 26 0,0 3 16 0,-2 1 28 0,2-1 30 16,0 1 29-16,0 0 23 0,0 1 17 0,3-1 16 0,-3 3 6 0,2-1 6 16,0 1-7-16,1-1-12 0,-3 2-18 0,4 0-21 0,-1-1-3 0,3 2 6 15,-3-1-5-15,3 1-10 0,1 1-6 0,-2-2-4 0,4 1-4 0,0 1-2 16,0 0-2-16,-5-2-3 0,5 2-1 0,0 0-6 0,0 0-5 0,0 0-11 15,0 0-9-15,0 0-10 0,0 0-9 0,0 0-10 0,0 0-7 0,0 0-8 16,0 0-4-16,3-2-5 0,-3 2-3 0,2-1-3 0,-2 1 0 0,6 0-1 16,-6 0-2-16,3-1-2 0,1 1-2 0,1 0-10 0,-3-2-5 0,5 2-3 15,-1 0-10-15,-1 0-13 0,1 0-16 0,3-1-18 0,-4 1-21 0,4-2-21 16,0 2-27-16,0-1-33 0,2-1-55 0,-2 2-67 0,0-1-41 0,0-4-23 16,2 2-10-16,-2 0-2 0,6-3 7 0,-6 2 11 0,3-2 16 0,-1 0 16 15,0 0 23-15,2-2 20 0,-2 2 29 0,3 0 31 0</inkml:trace>
  <inkml:trace contextRef="#ctx0" brushRef="#br0" timeOffset="2700.32">9982 1435 222 0,'-1'0'300'0,"-3"-1"37"0,-1-1 26 0,5 1 15 0,-4-2 14 0,4 1 10 0,-2 1 10 0,2 1 8 0,-4-2 7 16,4 2 5-16,0 0 6 0,0 0-60 0,0 0-89 0,0 0-75 16,0 0-66-16,0 0-37 0,0 0-28 0,0 0-17 0,0 0-14 0,0 0-11 15,0 0-10-15,0 0-7 0,0 0-6 0,0 0-11 0,0 0-7 0,4 2-9 0,-2 1-10 16,-2-2-6-16,0 2-7 0,4-1-4 0,-4 1-1 0,0-1 0 16,1 0-4-16,3 1-4 0,-4-1-5 0,0 1-1 0,0-3-6 0,0 1 2 0,0-1 1 15,0 0 2-15,0 0 4 0,4 3 5 0,-4-3 4 0,0 0 1 16,0 0 2-16,0 0 4 0,0 0 2 0,0 0 4 0,0 0 4 0,0 0 2 15,0 0 3-15,0 0 3 0,0 0 4 0,0 0-1 0,0 0 2 0,0 0-1 0,0 0 1 16,0 0 1-16,0 0 1 0,0 0-1 0,0 0 2 0,0 0 0 16,0 0 0-16,0 0-1 0,0 0 1 0,0 0-1 0,0 0-2 0,0 0 1 0,0 0 2 15,0 0 2-15,0 0-1 0,0 0 2 0,0 0-1 0,0 0 1 0,0 0 0 16,0 0 4-16,0 0 4 0,0 0 5 0,0 0 5 0,0 3 6 0,-4-1 4 16,4 0 4-16,0 2 1 0,0-1 3 0,-4-2 4 0,4 4 3 0,-1-2 5 15,1-1 7-15,-4 2 7 0,4-1 5 0,0 1 0 0,-6-1 2 0,6 1-3 16,-3 1-1-16,1 0-2 0,-2-1 3 0,3 0-3 0,-3 3 2 0,0-3 0 15,3 2-4-15,-3-1-1 0,0-2-9 0,3 1-6 0,1 1-5 0,-4-1-9 16,4-3-2-16,0 3-4 0,-2-1-4 0,2-3-2 0,0 1-4 0,0-1-1 16,0 0-5-16,0 0-3 0,0 0-5 0,0 0-4 0,0 0-9 0,0 0-8 15,0 0-9-15,0 0-7 0,0 0-7 0,0 0-5 0,2-1-3 0,-2 1-2 16,4 0-1-16,-4-3-3 0,5 1-4 0,-1-1-2 0,-3 0-3 0,7 0 5 16,-3-1 3-16,0-2 7 0,1 1 8 0,-1-2 8 0,3 1 7 0,-3-2 2 15,4 1 1-15,-4-1 4 0,1 1 2 0,-1-3 1 0,4 3 4 0,-3 0 4 16,1-2 2-16,-2 0 4 0,6 0 1 0,-3 0 2 0,-1 0-1 0,0 0 1 15,-2 1 1-15,6-1 3 0,-3 1 1 0,-1 0 1 0,0 0 1 0,-2 2 1 16,6-1 2-16,-5 1 5 0,3-2 2 0,-6 2 2 0,6 0 1 0,-3 2 5 16,-1-1 3-16,-1 1 6 0,1 1 4 0,1-2 4 0,-3 2 4 0,1 0 5 15,-2 2 1-15,-2-1 2 0,3 1 2 0,-3 1 2 0,2 0 1 0,-2 0 2 16,0 0 1-16,0 0-3 0,0 0-2 0,0 0-3 0,0 0-3 0,0 0-7 16,0 0-3-16,0 0-5 0,0 0-4 0,0 0-1 0,-2 1 3 0,2 2 4 15,0 0 2-15,0 1 3 0,0 0-1 0,0 0-1 0,0 2-1 0,0 0-2 16,0 0 2-16,0 2 3 0,0 1-2 0,0-2 2 0,0 2 1 0,0 0-2 15,0 0-8-15,0 0-6 0,0 2-8 0,0-2-5 0,0 0-5 0,0 0-5 16,0 0-8-16,0 0-14 0,-3-1-18 0,3 0-18 0,0 1-24 0,0-1-22 16,0-2-16-16,0-1-16 0,0 2-16 0,0-1-19 0,0-1-23 0,0 2-24 15,0-3-23-15,0 1-25 0,0-1-22 0,0 1-23 0,0-5-37 0,0 6-44 16,0-6-8-16,0 4 8 0,0-4 11 0,-2 4 13 0,2-4 14 0,0 0 20 16,0 0 21-16,0 0 25 0,0 0 26 0,0 0 27 0,0 0 34 0</inkml:trace>
  <inkml:trace contextRef="#ctx0" brushRef="#br0" timeOffset="3154.2">10067 1488 99 0,'-3'0'230'0,"3"0"23"0,0 0 13 0,-2 1 6 0,2-1 7 0,0 0 5 15,0 0 9-15,0 0 4 0,0 0 11 0,0 0 7 0,0 0-4 0,0 2-10 16,0-2-62-16,-4 3-85 0,4-3-37 0,4 2-14 0,-4 2-9 0,0-1-2 16,0 0-3-16,0 0-1 0,0 1-2 0,0 1-2 0,0-1-2 0,0 1-4 15,0-1-2-15,0 1 0 0,-4 1-1 0,4 0 3 0,0-1-2 0,-1 2-3 16,-3-1 2-16,4 1 0 0,0 1 1 0,-4-2 1 0,4 1 0 0,-5 1-1 15,5-2-3-15,-6 1 0 0,6-1-5 0,-3 1-3 0,-3 0-6 0,3 0-6 16,1-3-5-16,-2 3-6 0,-1-1-3 0,1-1-6 0,-1 0-5 0,-1 0-5 16,1 1-7-16,-2-2-4 0,1 2-9 0,1-1-9 0,0-1-12 0,-1 0-12 15,2 1-13-15,-1-2-15 0,0 2-7 0,1-2-9 0,0-1-7 0,-1 2-7 0,1-3-3 16,3 2-2-16,-3-1-1 0,4-2 0 0,-5 1 3 0,5-1 7 16,0 0 6-16,0 0 12 0,0 0 11 0,0 0 12 0,-4 0 8 0,2 0 7 15,2 0 7-15,-4-1 8 0,4-2 4 0,0 3 3 0,0-3 1 0,0 1 1 16,0-1 2-16,0 0 2 0,0 2 2 0,0-2 1 0,0 0 1 0,4 1 1 15,-2 1-1-15,-2-3 2 0,4 2 2 0,-4 0-1 0,3-1 1 0,-1 0-1 16,-2 2 1-16,4-1 0 0,-3 1-2 0,3-2 0 0,0 3 5 0,-3-2 1 16,3 2 3-16,0 0 4 0,-3 0 2 0,5 0 3 0,-3 2 6 0,3-2 4 15,-2 3 5-15,-3 0 6 0,7 0 1 0,-3 1 2 0,-3-1 7 0,5 2 4 16,-5-2 5-16,5 1 0 0,-5 1 3 0,3-1-2 0,3 2-4 0,-3-1-3 16,-3-1-4-16,5 1-3 0,-5 1-6 0,5-2-5 0,-2 2-1 0,1-1-6 0,-2-1-5 15,1 1-10-15,0-1-16 0,1-1-23 0,-3 2-20 0,3-2-18 16,-1 1-24-16,-1 0-26 0,1 1-30 0,1 0-33 0,1-2-41 0,-2 1-47 0,1-1-61 15,-1 0-63-15,-1 0-35 0,1-1-21 0,1-1-1 0,1 1 12 16,0-2 13-16,2 0 15 0,0-2 22 0,0 1 29 0,0-1 28 0,2-1 30 0,2 0 43 16,-2 0 48-16</inkml:trace>
  <inkml:trace contextRef="#ctx0" brushRef="#br0" timeOffset="4977.68">10606 1474 120 0,'-1'-1'239'0,"-3"-1"30"0,-1 2 17 0,5-3 10 0,-4 3 10 0,4 0 6 0,-2 0 9 16,-2-1 8-16,4 1 7 0,0 0 9 0,0 0 6 0,0 0-39 0,-3-2-60 15,3 2-56-15,0 0-52 0,0 0-25 0,0 0-11 0,0 0-10 0,0 0-5 16,0 0-9-16,0 0-7 0,3-1-4 0,-3 1-8 0,0-2-6 0,0 2-8 16,0 0-4-16,0-2-7 0,0 2-4 0,6-1-5 0,-6 1 1 0,0-1 0 15,0 1 0-15,4 0-1 0,-4 0 2 0,0-2 4 0,0 2-1 0,0 0-3 16,3 0 0-16,-3 0 3 0,0 0-3 0,0 0-2 0,0 0-1 0,0 0-2 16,0 0-4-16,0 0-1 0,0 0-1 0,0 0 2 0,0 0 1 0,0 0-1 15,0 0 3-15,0 0 3 0,0 0 2 0,0 0 0 0,0 0 0 0,0 0-1 16,0 0 2-16,0 0 1 0,0 0-1 0,0 0 0 0,0 0-3 0,0 0-3 15,0 0-2-15,0 0-4 0,0 0-3 0,0 0-3 0,0 0-3 0,0 0-1 16,0 0-4-16,0 0-1 0,0 0-1 0,0 0-2 0,0 0-2 0,0 0 1 16,0 0-2-16,0 0 1 0,0 0-1 0,0 0-1 0,0 0 2 0,0 0 1 15,0 0-1-15,0 0 1 0,0 0-1 0,0 0 1 0,0 0-1 0,0 0-1 16,0 0 2-16,0 0-1 0,0 0 1 0,0 0-1 0,0 0 1 0,0 0-1 16,0 0 1-16,0 0-1 0,0 0 1 0,0 0-1 0,0 0 2 0,0 0-3 15,0 0 1-15,0 0 2 0,0 0 0 0,0 0 2 0,0 0-1 0,0 0 2 16,0 0 0-16,0 0 2 0,0 0-1 0,0 0 2 0,0 0-1 0,0 0 2 15,0 0-1-15,0 0 2 0,0 0-2 0,0 0 1 0,0 0-1 0,0 0 2 16,0 0-1-16,0 0 2 0,0 0 0 0,0 0 1 0,0 0 2 0,0 0 2 16,0 0 4-16,0 0 4 0,0 0 5 0,0 0 7 0,0 0 4 0,0 0 5 15,0 0 8-15,0 0 4 0,0 0 7 0,0 0 8 0,0 0 2 0,0 0 5 16,0 0 3-16,0 0 3 0,0 0 1 0,0 0-2 0,0 0 2 0,0 0-3 16,0 0 1-16,0 0-4 0,0 0-2 0,0 0-1 0,0 0-6 0,0 0-5 15,0 0-4-15,0 0-3 0,0 0-2 0,0 0-4 0,0 0-5 0,0 0-2 16,0 0-3-16,0 0-5 0,0 0-3 0,0 0-4 0,0 0-5 0,0 0-5 15,0 0-1-15,0 0-5 0,0 0-1 0,0 0-3 0,0 0-3 0,0 0-1 16,0 0-1-16,0 0-2 0,0 0-1 0,0 0-2 0,0 0-1 0,0 0-1 16,0 0 2-16,0 0-1 0,0 0 1 0,0 0 1 0,0 0-2 0,0 0-1 15,0 0-1-15,0 0-1 0,0 0-1 0,0 0-1 0,0 0-1 0,0 0 4 16,0 0-1-16,0 0 2 0,0 0-1 0,0 0 1 0,0 0-2 0,0 0 1 16,0 0-1-16,0 0 2 0,0 0 0 0,0 0 0 0,0 0 2 0,0 0 1 15,0 0 0-15,0 0-2 0,0 0 1 0,0 0-1 0,0 0-2 0,0 0-2 16,0 0 1-16,0 0 1 0,0 0-1 0,0 0 2 0,0 0 0 0,0 0 2 15,0 0-2-15,0 0 1 0,0 0-1 0,0 0 0 0,0 0-1 0,0 0-1 16,0 0 1-16,0 0 1 0,0 0 0 0,0 0 1 0,0 0-1 0,0 0 0 16,0 0-1-16,0 0 1 0,0 0-2 0,0 0 1 0,0 0-1 0,0 0 1 15,0 0-1-15,0 0 1 0,0 0-1 0,0 0 1 0,0 0-2 0,0 0 0 16,0 0 0-16,0 0-2 0,0 0 1 0,0 0-1 0,0 0-1 0,0 0 0 16,0 0 0-16,0 0-3 0,0 0 0 0,0 0-2 0,0 0 0 0,0 0 2 15,0 0 2-15,2 0-1 0,2-1 1 0,-3 1-2 0,3-2 3 0,1 1 1 16,1-1 4-16,3 1-1 0,-4 1 4 0,4-3 1 0,0 0 1 0,0 1 1 15,1-1-1-15,0 0 1 0,-1 2-2 0,0-2 0 0,2 0 0 0,2 0 0 16,-2-2-2-16,-2 2 1 0,4 0-4 0,-6 0 1 0,5 2-1 0,-3-2-1 16,1-1 2-16,-3 3 2 0,2-2-5 0,0 2-7 0,-4-1-31 0,4-1-42 0,-3 3-49 15,3-1-46-15,-4-1-44 0,-1 1-39 0,1-1-35 0,-1 2-35 16,1 0-38-16,-1 2-39 0,-4-1-61 0,0 2-66 0,0 0-42 0,-4 2-29 0,-1 1 16 16,-1 1 36-16,-1 0 43 0,-4 3 48 0,2-2 41 0,0 2 39 0,-2 0 36 15,-1-1 37-15,-3 1 36 0,4 1 40 0</inkml:trace>
  <inkml:trace contextRef="#ctx0" brushRef="#br0" timeOffset="5247.56">10491 1714 202 0,'1'0'269'0,"7"0"29"0,-3-1 17 0,1-1 14 0,3 1 8 0,1-1 10 0,3 1 7 0,-2-4 9 0,3 2 9 15,1-1 6-15,1-2 8 0,0 1-57 0,-1-1-84 0,3 0-54 16,-4-2-46-16,5 3-19 0,-5-1-13 0,0-2-2 0,1 2-4 0,-1 0-5 15,-3 0-2-15,2 0-6 0,1 2-4 0,-3-2-9 0,2 1-5 0,-2 1-6 0,1-2-4 16,-1 1-8-16,-2 1-7 0,2-1-9 0,-2 1-6 0,0-1-8 16,0 2-8-16,0-1-6 0,0 1-8 0,-3 0-15 0,3 0-16 0,-4-1-17 15,-3 3-16-15,2-2-20 0,1 3-17 0,-1-1-15 0,-4-1-17 0,0 2-19 16,0 0-15-16,0 0-23 0,0 0-25 0,0 0-24 0,0 0-27 0,0 0-26 0,-4-1-26 16,4 1-27-16,-5-2-27 0,-1 2-3 0,1-1 6 0,-4 1 12 0,3 0 14 15,-3 0 16-15,0 0 19 0,0-2 22 0,0 2 23 0,-2-1 27 0,-1 1 31 16,4-2 37-16</inkml:trace>
  <inkml:trace contextRef="#ctx0" brushRef="#br0" timeOffset="5441.37">10715 1460 112 0,'-4'-2'238'0,"4"0"30"0,0 2 11 0,0-3 10 0,0 0 4 15,0 3 10-15,0 0 10 0,0 0 12 0,-2 2 12 0,-1 1 10 0,3 0 7 16,0 3-35-16,-2 1-54 0,-2 0-53 0,4 4-52 0,-3 0-16 0,3 2 0 16,-6 2 7-16,3 0 9 0,1 3 1 0,-3 0-3 0,1 0-7 0,-1 2-9 15,-5-1-7-15,7 2-8 0,-3 0-11 0,1-1-14 0,-4-1-11 0,4-1-9 16,1 0-13-16,-2-1-11 0,6-1-17 0,-3-2-20 0,1-1-24 0,2-1-23 15,-4-1-17-15,4-2-18 0,4-2-16 0,-4 1-15 0,2-1-16 0,-2-3-13 16,0 3-15-16,3-3-12 0,-3 1-15 0,4-3-19 0,-2 2-21 0,2-3-21 16,-3-1-23-16,7 0-20 0,-3-1-45 0,0-4-53 0,1 1-13 0,3-2 0 15,0-2 9-15,0-1 11 0,0 0 11 0,2-3 13 0,-2 0 16 0,0-2 19 16,2 3 24-16,-2-4 25 0,4 1 35 0</inkml:trace>
  <inkml:trace contextRef="#ctx0" brushRef="#br0" timeOffset="5651.03">10916 1420 157 0,'-2'-3'252'0,"2"0"27"0,-4 0 19 16,4 3 12-16,-3 0 9 0,1 3 11 0,-2-1 9 0,4 1 10 0,-5-1 11 16,1 3 13-16,2 1 11 0,-1 1-43 0,-3 0-68 0,3 2-50 0,1-2-47 15,-2 2-20-15,-1 0-13 0,1 0-7 0,-1 2-5 0,1-2-4 0,2 1-4 16,-1-1-11-16,1 2-7 0,-2-2-11 0,1 1-11 0,3-1-14 0,0 2-9 16,-2-2-14-16,2 0-10 0,0 0-15 0,0 0-16 0,0 1-22 0,2-2-22 15,-2-1-22-15,0 0-23 0,3 0-23 0,1 0-23 0,-2-3-24 0,3 3-26 16,-1-3-36-16,1-1-38 0,-1 2-67 0,1-4-80 0,1 1-26 0,1-2-3 15,0-2 7-15,0-1 14 0,-1 0 15 0,-1-1 19 0,4-1 18 0,-3-1 22 16,-1 0 24-16,2-1 26 0,-1 1 34 0,-1-2 39 0</inkml:trace>
  <inkml:trace contextRef="#ctx0" brushRef="#br0" timeOffset="6205.33">11106 1356 33 0,'0'0'235'0,"-6"0"45"0,6 3 25 0,-3-2 19 0,3 2 16 15,-2 2 14-15,-2-2 12 0,1 1 14 0,3 1 12 0,-6-1 15 0,1 2 14 16,1 0-18-16,2 0-28 0,-3 0-58 0,1 2-75 0,1-3-33 0,-3 2-16 16,1-1-17-16,1-1-14 0,-1 2-13 0,1-3-11 0,2 2-14 0,-1 0-12 0,-3 0-15 15,3 0-15-15,1-2-19 0,-2 1-24 0,-1 1-30 0,5-1-32 16,-4-1-32-16,4 1-26 0,-2-1-20 0,2 1-19 0,0-3-14 0,2 2-13 0,-2-1-11 16,4 0-13-16,-2 0-11 0,1-2-8 0,3 1-8 0,1-1-3 0,0-1 3 15,0 0 11-15,-1 0 11 0,5-3 16 0,-2 2 15 0,0-4 12 16,2 1 13-16,1-1 11 0,-1-1 14 0,2 0 10 0,-2 0 13 0,-2 0 8 0,0-1 14 15,1 1 12-15,0 1 14 0,-1-1 13 0,0 1 13 0,-4 1 10 16,4 1 7-16,-3 0 5 0,-1 0 7 0,-1 0 7 0,-1 2 5 0,-1-1 11 0,2 2 7 16,-4 0 11-16,0 0 8 0,0 0 6 0,0 0 6 0,0 0 5 0,0 2 5 15,-4 2 2-15,4-1 5 0,-2 2 5 0,-1-2 4 0,-1 3 0 0,-1 0-3 16,-1 1-1-16,2 1-1 0,-1-1 1 0,0 1-2 0,-1-1-3 0,-1 2-5 0,0-1-3 16,-1 1-7-16,1-2-6 0,0 2-9 0,2-1-6 0,-1-2-8 15,1 1-7-15,1-1-10 0,-1-1-7 0,1 1-11 0,2-2-13 0,-1-1-14 16,3 0-14-16,0 0-8 0,0 0-9 0,0-1-8 0,3 1-9 0,-1-2-6 15,-2 1 0-15,6-2-4 0,-3 1-6 0,1 1 1 0,-2-1-1 0,3 1 2 16,2-2 1-16,-1 0 7 0,-1-2 6 0,0 1 4 0,5 1 3 0,-5-2 7 16,2 1 4-16,-1 1 5 0,-1-2 2 0,0 1 7 0,3 1 4 0,-6 0 3 15,3-2 0-15,-1 2 1 0,-1-1 1 0,-3 1 1 0,0 0-2 0,0 0 2 16,2 1 0-16,-2-1 2 0,0 2 1 0,0-2 1 0,4 1 2 0,-4 1 6 16,0-2 11-16,0 4 8 0,0 1 9 0,-4-1 5 0,4 0 6 0,0 3 9 15,-2 0 7-15,-1 1 14 0,-1-1 16 0,4 0 11 0,-5 3 11 0,5-1 5 16,-6 0 8-16,2-2-4 0,-1 2-4 0,0 0-4 0,1-1-6 0,-1-1-2 0,-1 2-5 15,1-1-5-15,-3-1-9 0,3 1-13 0,0-1-17 0,1 0-19 16,-1 0-23-16,-1-1-32 0,3-1-34 0,-3 3-37 0,3-2-38 0,1-2-37 0,-2 3-37 16,2-1-39-16,-1-2-44 0,3 2-66 0,0-1-76 0,0-5-51 0,0 0-40 15,0 4-7-15,0-4 4 0,0 0 20 0,3 3 25 0,-3-3 31 0,0 0 33 16,0 0 31-16,8-1 34 0,-5-1 38 0,-3 2 43 0,6 0 66 0</inkml:trace>
  <inkml:trace contextRef="#ctx0" brushRef="#br0" timeOffset="8011.58">19701 3034 3 0,'0'-2'298'0,"-2"0"76"0,-2 0 50 0,4-1 39 0,-3 2 36 0,3-2 31 0,0 1 30 15,-2 1 30-15,-2 1 30 0,4 0 29 0,0-2 26 0,0 2 2 0,-2-2-10 16,2 2-93-16,0 0-131 0,0 0-68 0,-3-1-40 0,3 1-34 0,0 0-29 16,0-1-29-16,0 1-29 0,0 0-27 0,0 0-31 0,0 0-29 0,0 0-26 15,0 0-23-15,0 0-19 0,0 0-14 0,0 0-9 0,0 0-9 0,0 0-10 16,0 0-4-16,0 0-2 0,0 0-4 0,0 0-1 0,0 0-3 0,0-2 0 15,0 2-1-15,0 0 1 0,0 0 0 0,0 0 0 0,3-1 0 0,-3 1-2 16,0 0 1-16,0 0-1 0,2-2 1 0,-2 2-1 0,0 0-1 16,4 0 0-16,-4 0 2 0,2 0 2 0,1 0 1 0,-3-1-1 15,6 1-1-15,-3 0 0 0,-1 0 0 0,2-2 0 0,1 1 0 0,-5 1 0 16,4 0 0-16,1-2-1 0,-1 2-1 0,-2 0 2 0,1 0 0 0,-3-1-3 16,6 1 0-16,-6 0 0 0,5 0-3 0,-1-2-6 0,-1 2-18 0,-1-2-21 15,2 2-40-15,1-1-51 0,1 0-64 0,-3 1-69 0,6-2-65 0,-3 1-61 16,-1-1-65-16,4 2-68 0,0-1-82 0,-3-2-94 0,3 0-38 0,-4 0-12 15,4 1 5-15,0-1 20 0,0-1 39 0,-3 1 49 0,3 0 65 0,-4 0 68 16,1-1 67-16,3 2 60 0,0 0 66 0,0 1 66 0</inkml:trace>
  <inkml:trace contextRef="#ctx0" brushRef="#br0" timeOffset="9122.34">20596 3052 210 0,'-2'-2'330'0,"-1"0"36"0,3 0 20 0,-4 1 11 0,4-1 11 0,0 1 4 0,0 1 9 0,0 0 9 0,-2-2 13 0,2 2 14 0,0 0 4 0,0 0 2 0,0 0-77 16,0 0-114-16,0 0-43 0,0 0-11 0,0 0-3 0,0 0 8 0,0 0 4 16,0 0 8-16,0 0 5 0,0 0 3 0,0 0-2 0,0 0-5 15,0 0-10-15,0 0-14 0,-3-1-14 0,3 1-17 0,0 0-18 0,0 0-18 16,0 0-7-16,0 0-8 0,0 0-12 0,0 0-14 0,0 0-12 0,0 0-9 15,0 0-11-15,0 0-11 0,0 0-6 0,0 0-8 0,0 0-7 0,0 0-7 16,0 0-4-16,0 0-7 0,0 0-8 0,0 0-10 0,0 0-1 0,0 0-1 16,0 0-4-16,0 0-1 0,0 0 0 0,5-2 2 0,-5 2 2 0,0 0 1 15,4 0-1-15,-1 0-1 0,-1 2 3 0,2-2 0 0,-1 0 2 0,-1 1-1 16,3-1 2-16,-1 2 2 0,2-2 2 0,-3 0 7 0,3 1 2 0,-1-1 2 16,-1 0 2-16,1 3-1 0,-1-3-1 0,1 0 1 0,1 2-1 0,-1-2 0 15,-1 1-1-15,1-1 1 0,4 0 0 0,-4 1-2 0,3 1-1 0,-3-2-1 16,1 2-1-16,3-2 1 0,0 1 2 0,-2-1 2 0,2 2 0 0,0-2 2 15,0 1-1-15,2 1 2 0,-2-2 0 0,0 3-1 0,4-3-1 16,-3 0 2-16,-1 1-3 0,2 1 0 0,-2-1-2 0,0-1-2 0,2 2-2 16,-2-1 0-16,4 1 0 0,-4-2 0 0,2 1 0 0,-2 1-2 15,2-1 1-15,-2 1 1 0,0-1 0 0,2 1 1 0,-2-2-1 0,0 1 0 16,0-1 0-16,2 2 0 0,-2-1-1 0,0-1-1 0,0 2-1 0,0-1-1 16,-4-1-1-16,4 0 1 0,-3 1-1 0,3 1 1 0,-4-2-2 0,4 0 0 15,-3 2 0-15,3-2-2 0,-4 1 1 0,4-1-1 0,-3 0 1 0,1 2-1 16,0-2 1-16,2 0 1 0,-3 1 0 0,3-1 1 0,0 2-1 0,-4-2 2 15,4 0-1-15,0 1 1 0,0-1-1 0,0 0 1 0,0 0-1 0,-3 2-1 16,-1-2 2-16,4 0-1 0,-3 0 1 0,-1 1-1 0,0-1 1 0,3 0-1 16,-3 0 1-16,-1 0-1 0,1 0 1 0,-3 0-4 0,5 0 4 15,-5 0 1-15,3 0 0 0,3 0-2 0,-6 0 1 0,3 0-4 0,-1 0 1 16,1 0 2-16,-1 0 1 0,-1 0 1 0,3 0 0 0,-5 0 0 0,7 0 0 16,-6 0 0-16,3 0 0 0,2 0-2 0,-1 0 1 0,-1 0 1 0,0 0 0 15,3-1 0-15,-3 1-2 0,1 0-1 0,-1 0-1 0,-1-2-1 0,1 2 1 16,0 0-4-16,-1 0 2 0,1 0 0 0,1-1 2 0,-2 1-1 15,1 0 1-15,-1 0-2 0,1 0-2 0,0 0-1 0,-1 0 0 0,1 0 2 16,-1 0-1-16,-2 0 1 0,1 0-1 0,3 0 1 0,-1 0-2 0,-1 0-2 16,0 0-1-16,-3 0-3 0,5 0 2 0,-3 0 1 0,1 0 1 0,-2 0 1 15,1 0-1-15,3 0-1 0,-1 0 0 0,3-2 0 0,-3 2 0 0,0 0 0 16,1 0 2-16,1 0 1 0,-5 0 0 0,3 0 1 0,3 0 1 0,-3 0-2 16,-3 0-5-16,5 0-4 0,-2 0 0 0,-3-1 3 0,2 1 3 0,1 0 2 15,3 0 1-15,-7 0-2 0,5 0 1 0,-3 0-1 0,1 0 1 0,-2-2 1 16,3 2 0-16,-1 0 1 0,-1 0 4 0,-1 0 5 0,2 0-1 0,-4 0-4 15,2 0-2-15,-2 0-2 0,0 0 1 0,3 0-1 0,-3 0 1 16,0 0-2-16,0 0 0 0,0 0-2 0,0 0-1 0,0-1 2 0,0 1-1 16,0 0 4-16,0 0-2 0,0 0 0 0,0 0-2 0,0 0 2 0,0 0-4 15,0 0-4-15,0 0-8 0,0 0-11 0,0 0-14 0,0 0-11 16,0 0-25-16,0 0-26 0,0 0-58 0,0 0-68 0,0 0-85 0,0 0-87 16,-3-2-74-16,-3 2-66 0,6 0-63 0,-2 0-62 0,2 0-64 0,-7-3-63 15,2 2-21-15,-4-2-2 0,3 1 14 0,1-1 25 0,-4 0 54 0,0 0 69 16,0 0 83-16,2-3 92 0,-6 2 72 0,7-1 66 0,-3-1 66 0,0-1 68 15</inkml:trace>
  <inkml:trace contextRef="#ctx0" brushRef="#br0" timeOffset="11517.29">21130 8922 201 0,'-2'-3'291'0,"-2"-2"37"0,4 2 21 0,-2 0 14 15,2 3 11-15,0-3 8 0,-3 2 12 0,3 1 10 0,0-2 14 0,0 2 11 0,0 0 17 0,0 0-45 0,0 0-70 16,0 0-62-16,0 0-55 0,0 0-26 0,0 0-8 0,0 0 2 0,-4-1 5 15,4 1 5-15,0 0 6 0,0-2 5 0,0 2 11 0,0 0 3 0,-2-1 7 16,2 1 2-16,0 0-3 0,0 0-2 0,0 0 0 0,-3 0-5 0,3 0-8 16,0 0-11-16,-2 0-12 0,2 1-10 0,0-1-9 0,-7 0-16 0,7 0-16 15,-2 3-17-15,-2-3-17 0,1 2-16 0,1-1-12 0,-2 1-7 16,-1 1-10-16,1 0-4 0,-1 1-2 0,3 1-2 0,-5-1-2 0,1 2-3 16,3 0-2-16,-3 0-1 0,1 1 0 0,-4 1 0 0,7 0 0 15,-5-1-1-15,1 1-1 0,1-1-1 0,1-1-2 0,-1 2 1 0,-1-1-1 16,3 2-1-16,-3-2 0 0,1 1-3 0,1 1 0 0,-1-1-1 0,1 1-4 15,-1 0-1-15,3 0-3 0,-5-2 0 0,7 2-1 0,-6-2-4 0,6 1-1 16,-3 0-3-16,1-1 0 0,-2 1-1 0,4-1-1 0,0 1-1 0,0-2 0 16,0 1-1-16,0 2-1 0,0-2 1 0,0 0 1 0,4 0-2 0,-2 1 1 15,1-1-2-15,1-1 0 0,-2 2 0 0,5-2-2 0,-5 0-1 0,3 1-1 16,-1-1-4-16,1 0-1 0,1-1-1 0,-3 1-4 0,3-2-5 0,-1 0-10 16,-1 1-10-16,1-2-12 0,-1 0-24 0,1 0-31 0,1-1-61 0,-3 1-74 15,3-2-68-15,-1 1-68 0,-1-1-63 0,1-1-59 0,1 0-69 0,-3 0-74 16,-3 0-63-16,9-1-61 0,-3-2-19 0,-3 0-3 0,3 1 20 0,-3-1 28 15,3 0 60-15,-1-1 71 0,-1 0 71 0,-2 0 70 0,5 1 63 16,-5 0 59-16,3 2 73 0</inkml:trace>
  <inkml:trace contextRef="#ctx0" brushRef="#br0" timeOffset="11906.37">21267 8920 13 0,'0'-3'252'0,"-2"0"74"0,2 3 40 0,0-1 26 0,0 1 18 0,0 0 18 0,0-3 23 0,0 3 24 0,0 0 34 15,0 0 35-15,0 0 34 0,0 0 34 0,0 1-38 0,-3 2-75 16,3 0-62-16,0 2-60 0,-4-1-25 0,4 2-14 0,-2 0-11 0,-1 3-9 16,3 0-16-16,-6 2-19 0,6-1-25 0,-3 1-29 0,3-1-30 0,-2 0-31 15,-2 3-29-15,0-3-27 0,4 1-17 0,0-1-11 0,-5 1-10 0,5-1-9 16,0-1-10-16,-2 0-7 0,2 0-7 0,-3 0-8 0,3 1-6 0,-4 0-6 16,4-1-5-16,-2 0-5 0,2 0-5 0,-3-2-6 0,3 2-14 0,-2 0-16 15,-2-1-27-15,4-1-33 0,0-1-54 0,-3 2-62 0,3-4-62 0,0 2-60 16,-2-1-54-16,-2-1-51 0,4 0-54 0,0 0-55 0,0-4-78 0,0 0-88 15,0 4-30-15,0-4-6 0,0 0 16 0,0 0 29 0,0 0 50 16,0 0 63-16,0 0 62 0,0 0 61 0,0 0 52 0,0 0 51 0,0 0 53 16,0 0 59-16</inkml:trace>
  <inkml:trace contextRef="#ctx0" brushRef="#br0" timeOffset="12175.26">21285 9194 10 0,'2'-1'251'0,"-2"1"79"16,0 0 42-16,0-1 26 0,0 1 20 0,4-2 18 0,-4 2 21 0,0 0 22 15,0 0 28-15,0 0 33 0,0 0 36 0,0 0 39 0,0 0-38 0,0 0-75 16,3 2-65-16,-3-2-59 0,2 1-31 0,-2 0-14 0,0-1-13 0,0 4-11 16,4-3-19-16,-4 2-21 0,0-1-26 0,3 1-34 0,-3 0-35 0,0 0-36 15,2 0-30-15,-2 0-25 0,0 0-20 0,0 0-16 0,4 0-16 16,-4 0-14-16,0-1-26 0,1 0-30 0,-1 1-45 0,0-3-55 15,0 3-55-15,0-3-59 0,0 3-50 0,0-3-45 0,0 2-45 0,0-2-45 16,0 0-48-16,0 0-53 0,0 0-66 0,0 0-77 0,0 0-17 0,0 0 7 16,0 0 35-16,0 0 48 0,0 0 55 0,0 0 58 0,0 0 48 0,0 0 44 15,4-5 44-15,0 1 45 0,-2-2 47 0,3 3 55 0</inkml:trace>
  <inkml:trace contextRef="#ctx0" brushRef="#br0" timeOffset="12535.53">21457 9121 30 0,'-4'2'296'0,"4"-1"69"15,-1 2 39-15,-3 0 32 0,4 0 24 0,0 2 24 0,0-3 25 0,-2 3 24 16,2-2 23-16,0 2 15 0,0-1 14 0,0 1-15 0,0-1-29 0,2 1-94 16,-2-1-126-16,0 1-62 0,4-2-37 0,-3 1-27 0,3-1-25 15,1 1-23-15,1 0-23 0,-3-1-21 0,3 0-22 0,-3-2-15 0,7 1-14 16,-5 1-7-16,0-3-9 0,1 1-4 0,1-1-4 0,-2 0-3 0,1-1 1 15,-1 1 1-15,-1-2 0 0,1 1 4 0,1-1 5 0,-3 2 9 0,1-1 7 16,-2-1 11-16,1 1 12 0,-3-1 7 0,0 2 10 0,2-1 2 0,-2 1-3 16,0 0-1-16,0-2 1 0,0 2-1 0,0-3-2 0,-2 0-2 0,-1 0-4 15,3 2-7-15,0-2-8 0,-2 0-11 0,-2-1-14 0,1 2-11 0,3-1-10 16,-2-2-9-16,-2 2-6 0,3-2-13 0,-3 3-20 0,0-1-26 0,3 0-29 16,-3-2-39-16,2 2-44 0,-2 0-46 0,1 0-45 0,1-1-37 15,-2 1-32-15,1-2-28 0,3 2-23 0,-2-1-22 0,-2 1-19 0,4-2-12 16,-1 2-10-16,-3-2-7 0,4 3-5 0,0-1-2 0,0-2-5 15,0-1-4-15,-4 2 1 0,4-1 17 0,0 5 21 0,0-6 24 0,0 0 23 16,4 0 24-16,-4 2 24 0,0-1 25 0,4 0 27 0,-3 1 31 0,3 0 29 16,-2-1 44-16</inkml:trace>
  <inkml:trace contextRef="#ctx0" brushRef="#br0" timeOffset="12795.75">21553 8944 43 0,'3'-4'215'15,"-1"2"36"-15,2-1 18 0,-4 1 13 0,3 1 11 0,-1 0 12 0,-2-1 8 16,4 1 10-16,0-1 15 0,-3 2 10 0,-1 0 10 0,4-1-22 0,-2 1-39 15,1 0-50-15,1 0-53 0,-2 0-18 0,1 1-2 0,-1 1 11 0,2-2 14 16,1 3 22-16,-1-2 24 0,-2 2 22 0,1-1 25 0,1 2 17 0,-2-1 19 16,1 2 12-16,3-1 9 0,-3 1 1 0,-1 1-3 0,2-1-8 0,1 2-8 15,-1-1-14-15,-2 0-17 0,1 1-23 0,1 1-27 0,-2-1-27 16,-2 2-28-16,7-2-25 0,-7 3-23 0,0-2-19 0,2 2-16 0,-2 0-12 16,0-1-8-16,0 1-8 0,0 0-3 0,0-2-6 0,0 3-8 15,0-2-4-15,-2 0-7 0,2 0-5 0,-4 0-5 0,1 0-5 0,-3 0-7 16,3 1-4-16,-3 0-3 0,1 0-6 0,-4-1-3 0,3 3-7 0,-3-1-11 15,0-1-17-15,0 2-16 0,-2-1-28 0,1-1-31 0,-3 1-74 0,2-1-94 16,-2 1-91-16,4-2-91 0,-5 1-89 0,5-2-91 0,-2-1-87 0,2-1-85 16,0-1-35-16,0-1-12 0,2-1 4 0,-1 0 12 0,3-1 22 0,5-2 30 15,-6 0 72-15,6 0 94 0,-3-3 92 0,3 3 89 0,0 0 89 0,0 0 92 16</inkml:trace>
  <inkml:trace contextRef="#ctx0" brushRef="#br0" timeOffset="12985.42">21538 9301 9 0,'0'3'358'15,"-5"0"86"-15,5 0 37 0,-4-1 15 0,3-1 1 0,-3 2-11 0,4-1-22 16,0-1-25-16,-2 1-28 0,-2-1-33 0,1 1-33 0,3-2-69 0,-2 1-80 16,2-1-211-16,0 0-272 0,0 0-122 0,-7 1-59 0,7-1-20 0,0 0-9 15,0 0 14-15,-2-1 19 0,2 1 26 0,-5-1 27 0,5 1 33 0,0 0 33 16,0 0 52-16,-4-5 55 0</inkml:trace>
  <inkml:trace contextRef="#ctx0" brushRef="#br0" timeOffset="17210.55">20538 11691 49 0,'-3'0'243'0,"3"0"40"0,0 0 20 0,-6 0 15 0,6 0 8 0,0 0 5 0,0 0 4 0,0 1 4 0,0-1 3 16,0 0 3-16,-2 0 2 0,2 0-32 0,0 0-48 0,0 0-68 0,0 0-81 16,0 0-37-16,0 0-17 0,-3 0-10 0,3 0-5 0,0 0-4 15,0 0 1-15,0 0-4 0,0 0 1 0,0 0 2 0,0 0 0 0,0 0 3 16,0 0 4-16,0 0 8 0,0 0 13 0,0 0 8 0,0 0 11 0,0 0 13 15,0 0 13-15,0 0 10 0,-4-1 11 0,4 1 14 0,0 0 11 0,0 0 11 16,0 0 13-16,-2 0 8 0,2 0 9 0,-3 1 3 0,3-1-2 16,0 0 1-16,-6 2 0 0,6-2-2 0,0 1-1 0,0-1-4 0,0 0-2 15,0 0-7-15,0 0-2 0,-3 2-10 0,3-2-10 0,0 0-13 0,0 0-11 16,0 0-11-16,0 0-13 0,0 0-13 0,0 0-14 0,0 0-9 0,0 0-11 16,0 0-8-16,0 0-9 0,0 0-9 0,0 0-8 0,0 0-1 0,-2 1-3 15,2-1-2-15,0 0-1 0,0 0 0 0,0 0 0 0,0 0 0 0,0 0 0 16,0 0 2-16,0 0-2 0,0 0 1 0,0 0-1 0,0 0 3 0,0 0 1 15,0 0-2-15,0 0 1 0,0 0-2 0,0 0 2 0,0 0-3 0,0 0-4 16,0 0-1-16,-4 0 2 0,4 0 2 0,0 0-1 0,0 0 1 0,0 0-1 16,0 0-2-16,-3 2-2 0,3-2-2 0,0 0-1 0,0 0 0 15,0 0-1-15,0 0 1 0,0 0 3 0,0 0-2 0,0 0-1 0,0 0-1 16,0 0-1-16,0 0 1 0,0 0-2 0,0 0 0 0,-2 1 0 0,2-1 1 16,0 0 2-16,0 0 0 0,0 0-1 0,0 0-1 0,0 0 1 15,0 0-2-15,0 0-5 0,0 0 1 0,0 0 1 0,0 0-2 0,0 0 1 16,0 0-2-16,0 0-2 0,0 0-1 0,0 0-1 0,0 0-2 0,0 0-2 15,0 0-1-15,0 0-1 0,0 0-5 0,0 0-3 0,0 0-11 0,0 0-13 16,0 0-10-16,0 0-13 0,0 0-20 0,0 0-25 0,0 0-50 0,0 0-62 16,0-4-77-16,2 1-81 0,-2 0-68 0,0-3-63 0,3 1-64 0,1-1-68 15,-2-1-74-15,-2-1-74 0,3-3-30 0,1 1-5 0,-2 1 11 0,1-1 19 16,-1 1 51-16,2-2 59 0,-1 2 78 0,-1 0 84 0,-2 1 67 0,0 1 62 16,6 1 72-16,-6 0 73 0</inkml:trace>
  <inkml:trace contextRef="#ctx0" brushRef="#br0" timeOffset="21450.18">14358 4831 190 0,'-6'-3'341'0,"3"2"31"0,-3-1 15 0,3-1 8 0,3 0 6 0,-6 2 3 0,6-1 6 0,0-1 9 0,0 3 14 0,-2-2 16 16,2 2 16-16,0 0 16 0,0 0-79 0,0 0-121 0,0 0-48 15,0 0-6-15,0 0 2 0,0 0 7 0,0 0 5 0,0 0 0 0,0 0-1 16,0 0-6-16,0 0-16 0,0 0-21 0,0 0-20 0,0-1-24 16,0 1-23-16,0 0-26 0,0 0-21 0,2-1-25 0,-2 1-13 0,0 0-15 15,0 0-8-15,0 0-4 0,0-2-1 0,0 2-2 0,4-1 4 0,-4 1 8 16,2-2-1-16,1 2-3 0,1-1-2 0,-2 1-1 0,1-2-1 0,3 1 2 15,-3 1 0-15,-1-2 0 0,2 1 0 0,1-1 2 0,1 2 1 0,-3-2 0 16,3 1 2-16,-1 1-2 0,2-1-1 0,-1 1-2 0,-1-2-2 0,4 1 2 16,-3 1 0-16,3 0 0 0,-4 0-1 0,4 0-4 0,0 0 2 0,0-2 1 15,2 2 1-15,-2 0 1 0,2-1 1 0,2 1 4 0,-3 0 5 0,5-2 10 16,1 2 4-16,1-1 3 0,-3 1 2 0,4-2 4 0,2 2 2 0,-2-1 1 16,2 1-2-16,0-2 2 0,3 2-6 0,-1-2-2 0,-2 1-2 15,3 1-5-15,-3 0-5 0,4-1-4 0,-1-1-3 0,-3 2-1 0,4 0-4 16,-1 0-4-16,1 0 1 0,-4 0 1 0,3 0-1 0,1 0 1 15,-1 2-1-15,1-1-1 0,-4-1 0 0,3 1 0 0,1-1 0 0,-4 2 0 16,-1-2 2-16,3 0-2 0,-2 0 1 0,-2 0 1 0,-2 0 1 0,3 0 0 16,0 0 0-16,-4 0 0 0,-1-2 7 0,3 2 6 0,-6-1-1 0,3 1-6 15,-1 0-3-15,-6-3-1 0,2 3-4 0,0 0 1 0,0-1-2 0,-4 1 1 16,1 0-1-16,-3-2 2 0,1 2-2 0,-2 0 0 0,-2 0-6 0,0 0-9 16,4 0 4-16,-4 0 7 0,0 0 2 0,0 0 1 0,0 0-1 0,0 0 2 15,0 0-3-15,0 0-3 0,0 0-1 0,0 0-2 0,0 0 0 0,0 0-2 16,0 0-1-16,0 0-1 0,0 0-2 0,0 0-3 0,0 0-6 0,0 0-6 15,0 0-9-15,0 0-9 0,0 0-15 0,0 0-15 0,0 0-29 16,0 0-32-16,-4 0-50 0,4 0-57 0,0 0-54 0,0 0-55 0,0 0-43 16,0 0-38-16,0 2-23 0,0-2-23 0,-6 1-15 0,6-1-16 0,0 2-17 15,0-1-15-15,-3 2-11 0,3-1-13 0,0-2-9 0,-6 4-4 0,3 1 25 16,1-2 43-16,-2 1 38 0,-1-1 35 0,0 2 27 0,-1-2 27 16,-1 1 26-16,1-1 24 0,1 0 31 0,0 0 29 0,-3-1 42 0</inkml:trace>
  <inkml:trace contextRef="#ctx0" brushRef="#br0" timeOffset="25176.16">6929 4866 64 0,'-3'1'286'0,"3"-1"63"0,0 0 33 15,-6 0 19-15,6 0 15 0,-3 1 11 0,1 1 13 0,2-2 15 0,0 0 20 0,0 0 25 0,0 0 31 0,0 0 31 0,0 0-50 0,0 0-89 16,0 0-54-16,0 2-40 0,0-2-16 0,0 0-8 0,0 0-5 15,0 0-4-15,0 0-10 0,0 0-9 0,0 0-20 0,0 0-19 0,0 0-28 16,0 0-31-16,0 0-30 0,0 0-31 0,0 0-24 0,0 0-20 0,0 0-16 16,0 0-9-16,0 0-7 0,0 0-4 0,0 0-7 0,0 0-2 15,2 0-2-15,1-2-5 0,-3 2-2 0,0-2-2 0,4 1-2 0,-2 1 1 16,1-1-2-16,1-1-2 0,-2 1-1 0,3-1-1 0,2-1-2 0,-1 2-1 16,-1-2 0-16,4-1-2 0,-3 2 0 0,3-1 0 0,0 0-2 0,2 0 1 15,-2 0-1-15,0 0-1 0,2 1-1 0,1-2-1 0,-1 2-1 0,2-1 2 16,-2 0-4-16,3 2 1 0,-1-1 2 0,-2-1 1 0,3 1 1 0,0 1 0 15,1-2 0-15,-1 3 0 0,-1-1 0 0,3-1 1 0,2 2 1 0,-3-1 1 16,3 1 0-16,0 0 0 0,-2 0 0 0,6 0 0 0,-6 0 0 16,2 0-2-16,2 0 1 0,0 0 1 0,-2 0-2 0,2-2-1 0,-2 2-1 15,2 0 1-15,-2 0 0 0,2 0 0 0,-2-1 0 0,2 1-2 0,2 0 1 16,-2 0-1-16,0 0 2 0,-2 0 0 0,5 0 0 0,-3 0-3 0,0 0 2 16,2 1 1-16,-2-1 0 0,0 0-2 0,-1 0 1 0,3 0-2 0,-2 0-2 15,-2 0 1-15,2 0 2 0,-2 0 2 0,2 2-1 0,-2-2-5 0,2 0 1 16,-2 0 4-16,2 0 1 0,0 0 0 0,-2 0 0 0,2 1-2 15,0-1 1-15,3 2-1 0,-5-2 4 0,6 1 2 0,-4-1-1 0,1 0-4 16,-1 0-1-16,4 2 4 0,-4-2-1 0,3 0-1 0,-3 1 0 0,4-1 0 16,-1 0-1-16,1 0-1 0,-1 1 1 0,1 1-1 0,-1-2-2 0,-1 2-2 15,1-2 1-15,5 1 4 0,-5-1-1 0,2 0 2 0,3 2 0 0,-5-1-1 16,2 1-1-16,-1-2 1 0,3 3 1 0,-2-2 3 0,-1 1 1 0,-1 1 1 16,3 0-1-16,-3 0 1 0,1 0-2 0,3 0 1 0,-4 1 1 0,3-1-1 15,-3 2 2-15,4-1-1 0,-1 1 1 0,-3-1-2 0,4 1 2 16,-1-2 0-16,1 3-1 0,-2-3-2 0,2 1 0 0,-1 1 3 0,3-1 0 15,-2 1 0-15,-2-1 0 0,4-1 1 0,2 2-1 0,-2-2 2 0,-4 1 0 16,7-1-2-16,-3 2 2 0,0-2-1 0,0 1 1 0,0-1-2 0,2 0 1 16,-2 2-1-16,0-2 0 0,0 0 0 0,0 0 0 0,0-2-1 15,0 2 2-15,0 0 2 0,3 0 0 0,-3-1 0 0,0 1-1 0,4-2-1 16,-5 1 1-16,1 1-2 0,4-2 1 0,-4 0 1 0,3 1-2 0,-3 1 0 16,0-1 0-16,0-1 0 0,4 1-3 0,-4-1-3 0,3 2 0 0,-3-1 3 15,4-1 0-15,-4 1-2 0,5-1 1 0,-1 0-1 0,-4 1 2 0,3 0 0 16,-3-1-1-16,4 1-1 0,-3 1 1 0,3-3 1 0,-4 3 0 0,4-3 1 15,-5 1 1-15,1 2-4 0,4-2 1 0,0 1 1 0,-1 0-2 0,-1-1-1 16,1 1 0-16,3-1-1 0,-5 1-1 0,1-1 1 0,2 1-1 0,1-1-1 16,-1 1-1-16,-1-1 1 0,3 0-2 0,-3 1 2 0,3 0-1 0,-3-1-1 15,2 1 1-15,-1-1-1 0,0 1 4 0,1-2-1 0,-1 1 1 0,-1 1-1 16,-1-1 2-16,1 1 0 0,1-2 0 0,1 1 0 0,-1 0 0 16,1 1 2-16,-1 0-1 0,-1-1-1 0,3-1 0 0,-3 2 2 0,1-1-2 15,1 1-2-15,-1 1 1 0,-3-2 1 0,3 1-2 0,0-2-2 0,1 1 2 16,-1 1 2-16,-5-1-1 0,5 0-5 0,0 1 0 0,-3-2 1 15,-3 2 2-15,2-1 0 0,0 1 2 0,0-2-2 0,0 0 0 0,4 1 0 16,-4-1-2-16,0 2 2 0,0-2-1 0,3 0-1 0,-3 0 4 0,4 0 2 16,-4 0-2-16,3 0-5 0,-3 0 0 0,0-2 3 0,4 2 1 0,-4-1 1 15,3-1-1-15,-3 1-2 0,4-1 2 0,-3 0 2 0,1 1 0 0,0-2-1 16,-2 2-5-16,0-2-8 0,1 1 5 0,-1-1 8 0,0 0 1 0,0 2-3 16,-2-4 0-16,-1 4 0 0,3-4 1 0,-2 2 1 0,-2 0-1 0,2 0-2 15,-1 0 2-15,-3-1 1 0,4 1 4 0,-3 0 7 0,1 0-1 0,-1-1-3 16,1 0-3-16,-2 3 0 0,1-2-1 0,-1-2-1 0,1 2 1 0,-1 1-1 15,-3-2 1-15,4 3-1 0,-1-4-2 0,1 4-2 0,-4-2 0 16,3-2 1-16,1 3 1 0,-4 0-1 0,3-1-1 0,1 1 2 0,-4-1-1 16,3 0 2-16,-1 2-1 0,-2-1-1 0,0 0 1 0,3 1-2 0,-3-2 1 15,-2 2 1-15,2-1-1 0,-2 1 1 0,2-2-2 0,-2 3 0 0,2-2 0 16,-2 1 0-16,2-1-2 0,-2 0 1 0,2 0 1 0,0 0 0 16,-2 1 0-16,2-1 1 0,2 1-1 0,-3-2 0 0,1 1 0 0,2-1 0 15,-2 1 0-15,0 1 2 0,3-2-1 0,-3 0 1 0,2 2 1 0,-2-1-2 16,0-1 1-16,-2 0-1 0,2 2 1 0,0-1-1 0,1 1 1 0,-1-2-1 15,0 1 2-15,-2 1 0 0,2-1 0 0,4 1-1 0,-6-2 1 0,2 1 1 16,0 1 1-16,-2-1-1 0,1 0 1 0,3 1-2 0,-2 0 1 0,0-1 1 16,2 1-1-16,-6 1-1 0,4-2 0 0,2 1 2 0,-3-2-2 0,0 3 0 15,0-2 0-15,1-1-2 0,-2 1 1 0,2 1-1 0,-2 0 1 0,1-1-1 16,-3 1 2-16,5-2-1 0,-4 3 1 0,1-3 1 0,2 1 2 16,-2 1 2-16,2-1-1 0,-2 2 1 0,2-2-2 0,0 1-2 0,-2 0 1 15,2-1-1-15,-2 1 2 0,2 1 2 0,-2-2-1 0,2 1-1 0,-2-1-1 16,2 1-2-16,-2-2 0 0,2 1 0 0,-2 1 0 0,2-1 0 15,-2 1 0-15,1-1 1 0,0-1 2 0,0 2 0 0,1-1 0 0,-2 1-3 16,2-2 2-16,2 1 2 0,-6 1-1 0,2-1-1 0,2-1-2 0,-2 3-2 16,2-3 1-16,-5 3-1 0,3-3-1 0,0 2 2 0,-2 1-2 0,2-2-2 15,-3 1 1-15,-1-1 1 0,4 2-2 0,-3-1-1 0,-1-1 2 0,1 2 2 16,-1 0 1-16,1-2-2 0,-3 2 0 0,-1-1 1 0,4 1-1 0,-3 0-1 16,-1-1 2-16,4 1 1 0,-3 0-1 0,-1-2 1 0,0 2-1 0,-2 0-2 15,4 0-1-15,-2 0 1 0,-2 0 1 0,1 0 0 0,0 0 0 0,2 0 0 16,-3 0-2-16,2 0-1 0,-2 0 0 0,2 0 2 0,-2 0-1 0,0 0 1 15,2 0 1-15,-2 0 0 0,0 0 0 0,0 0-2 0,0 0 1 0,0-1 1 16,-2 1 0-16,2 0-2 0,-1 0 2 0,-1 0 2 0,0 0-1 0,-1 0 1 16,-1 0-1-16,0 0 1 0,-1 0-1 0,1 0-1 0,1 0 2 15,-3 0 2-15,-3 0 2 0,0 0-1 0,6 0-2 0,-6 0 1 16,0 0 1-16,0 0 2 0,0 0 1 0,0 0-1 0,0 0 2 0,0 0 0 16,0 0 2-16,0 0 1 0,0 0 0 0,0 0-2 0,0 0-1 0,0 0 0 15,0 0 0-15,0 0 0 0,0 0-3 0,0 0-1 0,0 0-10 0,0 0-8 16,0 0-11-16,0 0-14 0,0 0-20 0,0 0-26 0,0-2-75 0,-6 1-101 15,6 1-99-15,-3-2-98 0,-3 1-108 0,1-1-115 0,-4 1-74 0,0-3-56 16,-6 0-22-16,1 1-3 0,-4-1 4 0,-4 1 9 0,-5-2 20 0,-2-1 23 16,-3 2 75-16,-1-4 101 0,-5 2 99 0,-5 0 101 0,-1 0 109 0</inkml:trace>
  <inkml:trace contextRef="#ctx0" brushRef="#br0" timeOffset="33135.33">15349 3372 91 0,'-2'-3'315'0,"2"0"72"0,0 3 33 0,-4-2 17 0,4 2 14 0,0 0 11 0,0 0 13 0,4-1 16 15,-2 1 19-15,2-2 21 0,1-1 18 0,0 2 16 0,4-2-75 0,-3 1-121 16,6-1-79-16,-1 0-61 0,-2-1-29 0,6 1-10 0,-1-2-11 0,1 2-7 16,-1-1-10-16,-1 1-16 0,1 0-14 0,1-2-18 0,-1 2-20 0,1 0-15 15,-1 2-14-15,1-2-16 0,-3 1-7 0,-1-1-11 0,2 2-5 0,-6-1-5 16,6 1-3-16,-2-1-5 0,-4 1-1 0,0-1-1 0,2 2-10 0,0-3-11 16,-3 3-16-16,3-1-14 0,-4-1-29 0,4 1-33 0,-3-1-37 0,-3 2-39 15,3-1-31-15,-3 1-32 0,3 0-30 0,-6-2-29 0,5 2-32 0,-5 0-39 16,0 0-40-16,0 0-45 0,0 0-44 0,0 0-49 0,0 0-3 15,0 0 18-15,-2-5 29 0,-1 1 36 0,1 1 33 0,-2-1 30 0,1 1 30 16,1-2 26-16,-2 1 36 0,-1-1 38 0,1 1 47 0</inkml:trace>
  <inkml:trace contextRef="#ctx0" brushRef="#br0" timeOffset="34029.83">15635 3084 55 0,'0'-2'241'0,"-6"2"39"0,6 0 24 16,0 0 12-16,0 0 8 0,0 0 7 0,0 0 8 0,-2 2 7 0,2-2 7 15,-3 1 8-15,3 2 8 0,-4-2-30 0,4 1-48 0,0 1-64 0,0-1-71 16,-2 1-29-16,2 1-12 0,0-1-3 0,-3 2 1 0,3 1 5 0,0-2 6 16,0 2 6-16,0 2 6 0,0-2 8 0,0 0 7 0,0 3 7 0,0-2 8 15,-4 1 7-15,4-1 2 0,0 1 5 0,0-1 2 0,0 0 9 0,-2 3 7 16,2-3 1-16,0 1-2 0,0 1-4 0,-3-2-3 0,3 2-8 16,0 0-7-16,-2 0-7 0,2 2-6 0,-4-1-8 0,4 1-8 0,-3-1-12 15,1 4-13-15,-2-4-13 0,2 2-13 0,-1 0-11 0,-1 0-9 0,4-1-6 16,-5-1-6-16,5 1-6 0,-6-2-5 0,6 0-4 0,-3 0-3 15,3-2-3-15,-2-1-5 0,2 2-1 0,-4-2 0 0,4 1 0 0,-3-2 0 16,3 1-3-16,0-2 0 0,-2 2-1 0,-2-1-2 0,4-1 0 0,0-1-1 16,0 0-2-16,0 0 0 0,0-3 0 0,0 2 0 0,0-2 2 0,0 0-2 15,0 3 1-15,0-3 1 0,0 0 1 0,0 0 0 0,0 0 0 0,0 0 1 16,0 0 1-16,0 0 1 0,0 0-2 0,0 0 2 0,0 0-2 0,0 0 2 16,0 0-1-16,0 0-1 0,0 0-1 0,0 0-1 0,0 0-1 0,0 0-1 15,0 0 0-15,0 0-3 0,0 0-1 0,0 0-1 0,0 0-1 0,0 0-1 16,0 0-4-16,0 0 1 0,0 0-2 0,0 0-2 0,0 0-1 0,0 0-1 15,0 0-1-15,0 0 2 0,0 0-1 0,0 0-1 0,0 0-2 16,0 0-2-16,0 0 1 0,0 0 1 0,0 0-2 0,0 0 0 0,0 0-2 16,0 0-1-16,0 0 2 0,0 0-1 0,0 0 1 0,0 0-2 0,0 0 0 15,0 0 0-15,0 0 0 0,0 0 0 0,0 0-2 0,0 0-1 16,0 0-1-16,0 0-1 0,0 0 2 0,0 0 0 0,0 0-1 0,0 0-4 16,0 0-1-16,0 0-1 0,0 0-5 0,0 0-3 0,0 0-2 0,0 0-1 15,0 0-1-15,0 0-2 0,0 0 0 0,0 0-2 0,0 0-1 0,0 0-1 16,0 0 1-16,0 0 0 0,0 0 3 0,0 0 1 0,0 0 4 0,0 0 1 15,0 0 1-15,0 0 5 0,0 0 2 0,0 0 1 0,0 0 0 0,0 0 3 16,0 0 0-16,0 0 1 0,0 0 2 0,0 0 0 0,0 0 0 0,0 0-1 16,0 0-1-16,0 0 4 0,0 0-4 0,0 0 1 0,0 0-1 0,0 0 1 15,0 0-1-15,0 0 1 0,0 0-1 0,0 0-1 0,0 0 0 16,0 0 0-16,0 0 0 0,0 0 0 0,0 0 0 0,0 0-1 0,0 0-1 16,0 0 1-16,0 0 1 0,0 0 0 0,0 3 0 0,0-3 1 0,0 0 1 15,-2 3-1-15,2-3 1 0,0 0 1 0,-3 1 0 0,3-1 0 0,0 3 1 16,0-3 2-16,0 1 2 0,0-1-1 0,0 0 1 0,0 2-1 0,0-2 2 15,0 3-1-15,0-1 1 0,-4 1 0 0,4 0 1 0,0-2 2 16,-2 2 2-16,2 1 1 0,-3 0 0 0,3 0 0 0,-2 1 0 0,-2 0 0 16,1 2-2-16,3 0 2 0,-2 1-1 0,-2-1 1 0,1 0-2 0,1 1 2 15,-2 0-3-15,-1-1-1 0,5 1-2 0,-4-1-2 0,-1 1 2 0,5-2-1 16,-6 1-1-16,6 1 1 0,-3-4-1 0,3 2-1 0,-2 0 0 0,-2 0 0 16,4-1 2-16,-1-1-2 0,-3 1 1 0,4-1 1 0,-4-1-1 0,4 0 1 15,0 0-1-15,0 0 2 0,-2-1 0 0,2-2 2 0,-3 3-1 0,3-3 2 16,0 0 0-16,0 3 2 0,0-3-1 0,0 0 1 0,0 0-1 0,0 1 2 15,0-1 0-15,0 0 0 0,0 0-1 0,0 0-5 0,0 0 0 0,0 0 1 16,0 0 2-16,0 0 3 0,0 0-1 0,0 0-1 0,0 0-2 16,0 0-1-16,0 0 1 0,0 0-2 0,0 0 0 0,0 0 1 0,0 0 4 15,0 0 1-15,0 0 0 0,0 0-3 0,0 0-2 0,0 0-1 16,0 0 2-16,0 0-2 0,0 0 0 0,0 0 0 0,0 0 0 0,0 0 1 16,0 0 1-16,0 0-2 0,0 0-3 0,0 0-5 0,0 0-4 0,0 0-6 15,0 0-9-15,0 0-12 0,0 0-15 0,0 0-16 0,0 0-29 0,0 0-33 16,0 0-65-16,0 0-78 0,0 0-72 0,0-1-68 0,0 1-50 0,0-3-40 15,-4 0-35-15,4 0-34 0,0 1-35 0,0-1-34 0,0 3-45 0,-2-6-51 16,-1 0-2-16,1 0 19 0,2 0 60 0,-4 0 75 0,4-2 68 0,-3 1 68 16,3-2 52-16,-2 2 43 0,2-2 41 0,0 0 40 0,0 0 43 0</inkml:trace>
  <inkml:trace contextRef="#ctx0" brushRef="#br0" timeOffset="34620.65">15305 3448 109 0,'-1'-1'301'0,"1"1"55"0,-4-2 29 0,4 2 20 0,0 0 13 0,0 0 10 0,0 0 11 15,0 0 10-15,0 0 11 0,0 0 11 0,0 0 8 0,0 0-32 0,0 0-51 16,0 0-79-16,5 0-93 0,-5 0-37 0,0 0-17 0,4 0-2 0,-2 0 4 15,2 2-2-15,-1-2-3 0,-1 1-7 0,3 1-9 0,-1-1-10 0,1 1-8 16,-1-2-7-16,1 3-10 0,1-2-12 0,-2 1-16 0,1-1-18 0,0 2-16 16,-1-2-30-16,0 3-40 0,-3-3-37 0,5 2-37 0,-3 0-31 15,1-1-25-15,-2 1-23 0,1 1-17 0,-3-1-14 0,0 2-17 0,0-1-6 16,0 0-10-16,0 0-3 0,0 2-3 0,-3-2 12 0,-3 2 20 0,3 0 27 16,-3-1 29-16,5-1 27 0,-7 2 22 0,3-1 23 0,0-1 18 15,-1 2 14-15,1-3 13 0,-3 2 9 0,7-2 8 0,-7 1 10 0,3-1 5 16,3-2 7-16,-1 3 5 0,-1-1 4 0,-2-2 3 0,6 1 3 0,-5 1 1 15,5-3 1-15,0 0 1 0,0 1-2 0,0-1 2 0,0 0-2 0,0 0 0 16,0 0-1-16,0 0-4 0,0 2-1 0,5-2-3 0,1 0-3 0,-2 0-3 16,5-2-2-16,0 2-1 0,0-1 0 0,2-2-1 0,3-2-1 0,0 2 1 15,1-3-1-15,3 2-2 0,-2-4-2 0,2 2 1 0,2-1 1 0,-2 0-1 16,0 0-1-16,-1 0 0 0,-1 0-1 0,0 0 1 0,-1 1 0 0,-1 0-1 16,-1 2 1-16,-2-1 0 0,-2 1 3 0,0 0 1 0,0 2 2 0,-4-1 4 15,1 1 5-15,-1-1 3 0,-1 2 6 0,1 1 8 0,-1-2 8 16,-4 2 11-16,0 0 9 0,0 0 11 0,0 0 12 0,0 0 8 0,0 0 10 15,0 0 11-15,3 2 10 0,-3-2 11 0,0 0 15 0,0 3 19 0,0-3 8 16,0 3 4-16,2-2 1 0,-2 3-4 0,0 0-3 0,0-1-4 16,0 1-6-16,4-1-4 0,-2 1-9 0,-2 0-10 0,3 2-10 0,1-3-12 15,-2 1-19-15,1-1-21 0,-1 2-12 0,2-2-14 0,-1 1-7 0,-1-1-6 16,4 0-6-16,-6 0-9 0,3-1-18 0,3 1-23 0,-6 0-35 0,3-2-38 16,1 1-44-16,-2-1-44 0,1 1-41 0,-1-1-35 0,-2 0-35 0,0-1-39 15,4 2-45-15,-4-2-51 0,0 0-72 0,0 0-77 0,0 0-23 0,0 0 3 16,0 0 24-16,0 0 34 0,-4-3 40 0,-1 2 42 0,-1-1 38 0,1-1 35 15,-2 2 35-15,1-1 39 0,1-1 46 0,-4 2 51 0</inkml:trace>
  <inkml:trace contextRef="#ctx0" brushRef="#br0" timeOffset="34982.43">14653 3162 58 0,'0'0'300'0,"0"0"56"0,0 0 25 0,0 0 12 0,0 0 7 0,0-2 5 0,5 2 7 0,-5-1 13 0,5 1 18 16,-1 0 21-16,0-2 23 0,1 2-1 0,0 0-13 0,1-1-69 0,1 1-98 15,0-2-35-15,2 1-8 0,0-1 0 0,0-1 3 0,1 0 3 0,0 2 2 16,-1-2-11-16,0 1-10 0,1-1-20 0,-1 2-17 0,-2-2-29 16,2 0-32-16,-4 1-27 0,4 0-27 0,-3 1-21 0,3-2-17 0,-2 2-9 15,-2-1-8-15,1 1-7 0,-1-1-6 0,1 1-14 0,1-1-16 16,-5 1-40-16,5-1-51 0,-5 0-61 0,3 2-63 0,-1-1-53 0,1 1-45 16,-5 0-40-16,6 1-37 0,-3 1-57 0,-3 0-65 0,0-2-68 0,0 0-71 15,4 4-25-15,-4-4-5 0,0 6 31 0,-4 0 43 0,1 0 58 0,1 0 61 16,-2-1 53-16,-1-1 43 0,1 1 40 0,-1 1 40 0,-1-2 52 0,1 1 63 15</inkml:trace>
  <inkml:trace contextRef="#ctx0" brushRef="#br0" timeOffset="35534.58">14757 3244 10 0,'0'5'236'0,"0"-1"57"0,0-1 30 0,-3 2 22 0,3-1 15 15,0 2 13-15,0 0 12 0,0 2 10 0,-2-1 9 0,-2 1 12 0,4-1 8 16,0 2 6-16,0 0-59 0,-1 0-93 0,1 2-63 0,-4-1-52 15,4-1-29-15,0 0-20 0,0 0-14 0,0 2-12 0,-4-2-12 0,4 0-9 16,0-2-10-16,0 2-8 0,0-1-10 0,0-1-6 0,0 1-9 0,0-2-7 16,0 0-5-16,0 0-5 0,0-2 0 0,0-1-2 0,0 0-1 0,0 0-1 15,0-3 0-15,0 0 0 0,0 0-1 0,0 3-4 0,0-3-1 0,0 0-4 16,0 0-4-16,0 0-5 0,4 2-3 0,-4-2-7 0,4 0-7 0,-3-2-7 16,3 2-12-16,-2-3-8 0,5 2-9 0,-5-2-7 0,3 0-6 0,4-2-3 15,-5-1 1-15,5 2-3 0,-4-2 2 0,4-2 4 0,-3-1 2 0,3 0 4 16,-4 0 7-16,4 0 9 0,-3-1 9 0,-1-1 9 0,4 1 8 0,-3-2 7 15,-3 0 8-15,3 1 6 0,1-1 7 0,-5 2 8 0,3-2 5 16,-1 1 7-16,1 2 5 0,-1-1 6 0,-2 1 4 0,1 3 4 0,1-2 6 16,-2 2 4-16,1 0 2 0,-3 3 3 0,0-1-1 0,2 1 0 0,-2 1 0 15,0 2-3-15,0 0-5 0,4-3-3 0,-4 3-5 0,0 0-4 16,0 0-1-16,0 0 1 0,0 0 4 0,0 0 5 0,3 2 10 0,-1-1 11 16,2 1 14-16,-4 1 16 0,5 1 16 0,-5-1 19 0,4 3 16 0,-2 0 16 15,1 0 16-15,1 0 14 0,-2 3 14 0,-2 0 7 0,3 0 8 0,-1 2 7 16,-2-1 1-16,4-1-4 0,-4 3-3 0,3-1-11 0,-1-2-10 0,-2 1-11 15,0 1-12-15,0-2-8 0,0 0-9 0,0 0-12 0,0-2-7 0,-2 2-11 16,2-1-10-16,-3-1-12 0,3 0-9 0,-4 0-5 0,4-1-7 0,-2-2-5 16,-1 2-2-16,1-1-1 0,-2-1-4 0,1 1-3 0,1-1-3 0,-2 1-3 15,-1-1-2-15,1-1-2 0,-1 1-5 0,-1 0-2 0,3 0-4 0,-3-1-3 16,3 0-3-16,-3 0-5 0,4-2-4 0,-1 1-4 0,-3 0-4 16,1-1-4-16,1 1-3 0,-1-2-3 0,1 1-4 0,-1-1-5 0,1 0-6 15,-1 0-5-15,1 0-16 0,-1 0-16 0,-1 0-40 0,3-1-47 0,1 1-78 16,-5 0-89-16,5-2-76 0,-2 1-70 0,-1 1-81 0,1 0-85 15,4 0-76-15,-5-2-73 0,-1 0-27 0,3 1-12 0,3 1 7 0,0 0 10 16,-6 0 39-16,6 0 47 0,-1-1 75 0,1 1 91 0,0 0 76 0,0 0 71 16,0 0 81-16,0 0 85 0</inkml:trace>
  <inkml:trace contextRef="#ctx0" brushRef="#br0" timeOffset="36586.04">14620 4345 34 0,'0'0'279'0,"0"0"86"0,0 0 52 0,0 0 34 0,-5 0 28 0,5 0 25 0,0 0 27 0,0 0 25 15,0 3 29-15,0-3 31 0,0 0 25 0,0 0 25 0,0 0-57 0,0 0-99 16,0 0-86-16,0 0-80 0,0 0-46 0,0 0-33 0,0 0-27 0,0 0-24 15,0 0-24-15,0 0-26 0,0 0-30 0,0 0-31 0,0 0-28 0,0 0-27 16,0 0-18-16,3 2-14 0,-1-2-4 0,2 0-5 0,-3 1-2 16,3 1-1-16,0-1-1 0,-3 1 0 0,5-1 0 0,3 1-1 0,-5-1 1 15,5 2 3-15,0 0 1 0,-4-1 5 0,6 1 2 0,-2-2 2 16,0 2 1-16,0-1-2 0,2-1 0 0,-2 2 4 0,4-2 10 0,-3 3 11 16,1-1 2-16,2-2-2 0,1 2-2 0,-3 0-1 0,2 0 2 0,1 0 0 15,1 2 0-15,-1-2-1 0,1 1 1 0,-1-1 1 0,1 2 0 0,3-2-2 16,-4 1-10-16,4-1-10 0,-1 1-1 0,1 0 4 0,-4 0 1 0,6-1 1 15,-2 2-1-15,2-1 1 0,-2 1-2 0,0-2 0 0,2 1-2 0,-2-1 1 16,2 1-1-16,-2 0-2 0,2 2-1 0,0-3 4 0,0 1-1 0,-2-1-1 16,2 2 0-16,-2-2 0 0,2 1 0 0,-2-1-2 0,0 2 1 0,-2-2 1 15,-1 0-2-15,3 0 1 0,-4-2-1 0,-1 2 2 0,-2-1-3 0,3 0-1 16,-5 0-1-16,0-2 2 0,0 2 0 0,-3-1 0 0,3-1 2 0,-4 2-1 16,1-2 2-16,-1 1 2 0,-1-1 1 0,1 2 0 0,-1-2 0 0,-2 0 0 15,1 1 3-15,3-1 0 0,-6 0 3 0,0 0-3 0,3 2 0 16,-3-2 0-16,0 0-2 0,0 0-1 0,0 0 0 0,0 0-1 0,0 0-4 15,0 0 1-15,4 0-2 0,-4 0-2 0,0 0-1 0,0 0 0 16,0 0-1-16,0 0-4 0,0 0-1 0,0 0 0 0,0 0-7 0,0 0-7 16,0 0-16-16,0 0-19 0,0 0-50 0,0 0-62 0,0 0-91 0,0 0-103 15,0 0-96-15,0 0-92 0,0 0-108 0,-4 1-108 0,4-1-53 0,-3 2-21 16,-3-1-7-16,3 2 2 0,1-1 14 0,-2 1 18 0,-1 0 46 0,5-3 62 16,-4 3 90-16,4-3 106 0,0 0 96 0,0 0 91 0</inkml:trace>
  <inkml:trace contextRef="#ctx0" brushRef="#br0" timeOffset="39229.66">22323 9168 6 0,'0'1'250'0,"0"-1"84"0,0 0 42 0,0 0 25 0,-3 3 17 16,6-1 16-16,-3-2 16 0,0 2 16 0,0-2 22 0,0 4 25 0,0-1 27 15,0 0 31-15,-3 0-36 0,3-2-66 0,0 2-66 0,0 0-60 16,0-3-29-16,0 2-13 0,0-2-15 0,0 0-8 0,0 3-16 0,0-3-16 16,0 0-20-16,0 0-19 0,0 0-25 0,0 0-29 0,0 0-27 0,0 0-32 15,0 0-17-15,0 0-15 0,0 0-8 0,0 0-6 0,0 0-1 0,0 0-1 16,0 0 4-16,0 0 6 0,0 0 1 0,0 0 2 0,0 0 1 0,0 0 0 15,0 0 3-15,0 0 4 0,0 0-1 0,0 0 1 0,0 0 1 0,0 0-1 16,0 0-2-16,0 0-7 0,0 0 2 0,0 0-3 0,0 0 0 0,0 0-3 16,0 0-3-16,0 0-3 0,-2 1 0 0,2-1-2 0,-4 0-4 0,4 0-6 15,0 0-4-15,0 0-5 0,-2 0-2 0,2 0-1 0,0 0-1 0,0 0-4 16,0 0-2-16,0 0-4 0,-3 0-1 0,3 0-4 0,0 0-2 0,0 0-3 16,0 0 1-16,0 0 1 0,0 0-1 0,0 0-1 0,0 0 0 0,0 0-1 15,0 0-1-15,0 0-1 0,0 0 0 0,0 0-1 0,0 0-1 0,0 0 2 16,0 0-1-16,0 0-2 0,0 0 0 0,0 0 0 0,0 0 1 0,0 0 1 15,0 0-1-15,0 0 1 0,0 0-1 0,0 0 1 0,0 0-2 16,0 0 0-16,0 0 0 0,0 0 1 0,0 0 1 0,0 0 1 0,0 0-2 16,0 0 1-16,0 0-1 0,0 0-1 0,0 0 0 0,0 0 2 0,0 0-1 15,3-1 1-15,-3 1-1 0,0 0 2 0,0 0 0 0,0 0 2 0,0 0-1 16,0 0 2-16,0 0-1 0,0 0-1 0,0 0 2 0,0 0 5 0,0 0-1 16,0-3-2-16,0 3-1 0,-3-2 1 0,-1 0-2 0,4 2 0 0,0-2 0 15,0 0 0-15,-2 1-2 0,2 1-1 0,-3-2 2 0,3-1-1 16,0 3-1-16,0-1-4 0,-4-1 1 0,4 2 0 0,0 0 1 0,0-1 4 15,0 1-2-15,0 0 1 0,0 0-2 0,0 0 1 0,0 0 1 0,0 0 1 16,0 0-1-16,0 0 1 0,0 0-1 0,0 0-1 0,0 0 2 0,0 0 1 16,0 0-2-16,0 0 1 0,0 0-1 0,0 0-1 0,0 0 0 0,0 0-1 15,0 0 1-15,0 0-2 0,0 0 1 0,0 0-1 0,0 0 1 0,0 0 1 16,0 0-2-16,0 0 1 0,0 0-1 0,0 0 1 0,0 0-1 0,0 0 2 16,0 0 0-16,0 0 0 0,0 0 0 0,0 0-1 0,0 0-1 0,0 0 1 15,0 0-1-15,0 0 4 0,0 0-4 0,0 0 1 0,0 0 1 0,0 0 0 16,0 0 0-16,0 0 0 0,0 0-2 0,0 0 2 0,0 0 2 0,0 0-2 15,0 0 1-15,0 0 1 0,0 0-1 0,0 0 1 0,0 0-1 0,0 0 1 16,0 0-1-16,0 0 1 0,0 0-1 0,0 0-1 0,0 0-6 0,0 0-6 16,0 0-10-16,0 0-11 0,0 0-26 0,0 0-32 0,-2-2-71 0,2 2-90 15,0 0-87-15,0 0-82 0,-3 0-89 0,3 0-94 0,0 0-87 16,-2-4-81-16,-2 1-35 0,4 3-12 0,-3-5 3 0,1 2 6 0,-2 2 23 16,3-3 33-16,-3 2 71 0,0 0 89 0,-1 1 87 0,5 1 84 0,0 0 90 15,-6 0 92-15</inkml:trace>
  <inkml:trace contextRef="#ctx0" brushRef="#br0" timeOffset="44945.21">21092 9889 356 0,'0'-3'476'0,"0"3"66"0,-2-3 42 0,-2 2 31 0,4 1 23 0,0 0 22 0,0 0 23 0,0-2 18 0,0 2 19 0,0 0 14 16,-2 0 1-16,2 0-9 0,0 0-132 0,0 0-192 0,0 0-102 0,0 0-64 15,0 0-38-15,0 0-30 0,0 0-23 0,0 0-21 0,0 0-19 0,0 0-18 16,0 0-15-16,0 0-15 0,0 0-9 0,2 2-8 0,-2 1-2 0,0-2-5 15,4 2 1-15,-2-1 2 0,1 1 1 0,1 0 1 0,-2-2-1 0,1 2 4 16,1 0-2-16,-4 0 0 0,2-1 0 0,1 1 0 0,-1 0-2 0,-2-2-1 16,0-1-3-16,4 3 0 0,-4-1-1 0,3-1-4 0,-1 1-1 0,-2-2 2 15,0 0-2-15,0 0 0 0,6 1 1 0,-6-1 1 0,0 0 1 16,0 0 1-16,0 0-1 0,0 0 0 0,3 0 0 0,-3 0 0 0,4 0 2 16,-2 0-1-16,-2 0 1 0,3-1-1 0,-1-1-2 0,2 1-2 15,-1-2-2-15,-1 0-1 0,2 0-4 0,1-2-8 0,-1-1-2 0,1 2 2 16,1-4-1-16,-1 1-4 0,2-1-1 0,-1 1-3 0,-1-2-4 0,1 1-8 15,1-1-11-15,-2 1-10 0,1 0-18 0,-1 0-18 0,0 1-36 0,3-1-45 16,-3 0-87-16,1 1-105 0,3 1-89 0,-4-1-79 0,4-1-93 0,0 2-96 16,-3-1-67-16,3-1-56 0,0 0-17 0,-4 3-1 0,4 0 9 0,-3 1 14 15,3 0 40-15,-4 2 46 0,0-1 87 0,3 1 103 0,-3 2 90 0,1 2 79 16,-1-2 92-16</inkml:trace>
  <inkml:trace contextRef="#ctx0" brushRef="#br0" timeOffset="46471.98">23457 9504 244 0,'0'-2'329'0,"-1"-1"46"0,-3 2 30 0,4 1 25 0,0 0 24 0,0 0 26 0,0 0 23 0,0 0 29 0,0 0 28 0,0 0 29 16,-4 0 35-16,4 0-38 0,0 0-73 0,-1 0-69 0,1 0-68 0,0 0-35 16,0 0-19-16,-4-2-20 0,4 2-16 0,0 0-21 0,0 0-23 0,0 0-22 15,0 0-21-15,0 0-29 0,0 0-30 0,0 0-23 0,0 0-20 16,0 0-14-16,0 0-14 0,0 0-8 0,0 0-5 0,0 0-4 0,0 0-4 15,0 0-2-15,0 0-1 0,0 0-3 0,0 0-3 0,0 0-3 0,0 0 2 16,0 0-2-16,0 0 0 0,0 0 0 0,0 0 2 0,0 3-2 0,4 0 0 16,-4-1-3-16,0-1 0 0,1 2 0 0,-1-1-1 0,0 1-1 0,0 0-1 15,0-2 0-15,4 2 2 0,-4 2-2 0,0-2-2 0,0 0-2 0,0-1-2 16,0 0 0-16,4 1 0 0,-4 0 0 0,0 0 0 0,0-3-2 0,1 2 1 16,-1-2-1-16,0 0 1 0,0 3-1 0,0-3-1 0,0 0-1 0,0 0-1 15,0 1 1-15,0-1-4 0,6 0 1 0,-3-1-1 0,-3 1-1 0,6-3 0 16,1 1-1-16,-5-1-2 0,7 0 0 0,-4-2-2 0,4 0-2 0,-3 0-1 15,3-2-2-15,4-1-1 0,-6 1-1 0,2-2-1 0,-4 1-2 0,4 0 0 16,0 0 1-16,0 0 1 0,0-1-1 0,-3 2 2 0,3-2-1 0,-4 1-4 16,4 0-4-16,-3 1-4 0,-1-2-7 0,2 3-5 0,-1-1-14 15,-4 0-15-15,1 2-38 0,3 0-47 0,-3 1-88 0,-3-1-105 0,2 2-97 16,-2 0-91-16,0 3-113 0,0 0-124 0,-5-1-52 0,5 1-23 0,-6 0-3 16,1 0 2-16,-4 3 10 0,0 0 15 0,-2 1 36 0,-2 1 46 0,-1-1 85 15,-1 3 108-15,-3 1 96 0,4 0 93 0</inkml:trace>
  <inkml:trace contextRef="#ctx0" brushRef="#br0" timeOffset="47325.58">19348 11030 13 0,'0'0'285'0,"0"0"120"0,0 0 70 0,0 0 45 0,0 0 34 0,0 0 30 0,0 0 27 0,0 0 28 0,0 0 20 0,0 0 23 16,0 0 17-16,0 0 15 0,0 0-57 0,0 0-92 0,0 0-106 0,0 0-113 15,0 0-66-15,0 0-39 0,0 0-32 0,0 0-29 0,0 0-24 0,0 0-27 16,0 0-20-16,0 0-21 0,0 0-19 0,0 0-15 0,0 0-13 0,0 0-9 16,0 0-9-16,0 0-7 0,0 0-2 0,0 0-4 0,0 0 1 0,0 0-1 15,0 0 4-15,4 0 1 0,-3 0 1 0,-1 2 1 0,4 1 1 0,0-1 3 16,-3-1 0-16,-1 2 0 0,4 0 0 0,-2-1 3 0,-2 0 0 0,4 2 0 16,-4-1 0-16,3 0 0 0,-1 0-2 0,2 0 1 0,-4 0-5 0,3-1-5 15,-3 2-1-15,2-3 1 0,-2 2 2 0,0 0 2 0,4 0-2 0,-4-3 0 16,0 2-2-16,1-1-1 0,-1 0-1 0,4 1-2 0,-4-2-3 0,0 2-3 15,0-1 1-15,0-1 4 0,4 2-7 0,-3-2-14 0,-1 0-22 16,4 0-25-16,-2 0-61 0,1-2-72 0,3 2-84 0,-2-3-87 0,-3 0-87 16,7 2-89-16,-7-4-92 0,3 1-95 0,1-3-44 0,1 2-18 0,-3 0-3 15,3-1 6-15,-1 0 16 0,3 2 24 0,-3-1 59 0,-3 1 74 0,5 0 83 16,-5 4 86-16,-2 0 90 0,7 0 87 0</inkml:trace>
  <inkml:trace contextRef="#ctx0" brushRef="#br0" timeOffset="51188.56">3039 7747 79 0,'0'0'427'0,"-4"0"100"0,2 2 49 16,-1-1 31-16,-1 1 18 0,2-1 27 0,-1 2 31 0,3 0 30 0,-4 0 25 16,2 2 19-16,2-1 19 0,-3-1-15 0,1 3-26 0,-2 0-151 0,0 0-201 15,3 2-97-15,-3-1-47 0,4 2-27 0,-2-1-18 0,-1-1-27 0,-1 1-29 16,2-1-26-16,2 1-24 0,0-1-19 0,-3 1-15 0,3-2-13 0,0 0-10 16,0 1-7-16,0-2-4 0,0 1-4 0,0 0-1 0,0 0-3 0,0 0 0 15,0-2-3-15,0 2-1 0,0-1-2 0,3-1-2 0,-3-1 1 0,0 2-2 16,0-2-3-16,0 0-3 0,0-3-3 0,0 1-6 0,0-1-11 0,0 3-13 15,0-3-27-15,0 0-28 0,0 0-64 0,0 0-74 0,0 0-69 0,0 3-69 16,0-3-60-16,0 0-50 0,0 0-56 0,0 0-58 0,0 0-73 0,0 0-81 16,0 0-32-16,0 0-3 0,0 0 18 0,0-4 27 0,-3-1 60 0,3-1 76 15,0 2 71-15,0-2 65 0,0 1 58 0,0-1 52 0,0-1 60 0,3 1 58 16</inkml:trace>
  <inkml:trace contextRef="#ctx0" brushRef="#br0" timeOffset="51448.9">3100 7606 196 0,'2'-3'320'0,"-2"0"48"0,0 0 25 16,0 3 18-16,0 0 14 0,0 0 19 0,0 0 22 0,4 2 34 0,-4-2 44 15,0 1 52-15,1 1 60 0,-1-1-18 0,4 2-49 0,-4 0-69 0,4 2-73 16,-3-1-34-16,3 0-17 0,0 4-10 0,-3-2-6 0,3 3-14 0,-2 0-18 16,2 2-30-16,1 1-42 0,-1 0-46 0,-3 1-54 0,3 0-37 0,0 0-30 15,-3 2-17-15,3 0-14 0,-4-1-11 0,4 2-5 0,-3-3-5 0,-1 2-3 16,0 0-5-16,0-1-2 0,0 1-4 0,-1-2-1 0,-3 2-4 15,0 0-7-15,-1 0-2 0,1-1-7 0,-1 1-1 0,0 0-3 0,-5 0-3 16,5-2-3-16,-4 1-7 0,4-1-11 0,-4 2-9 0,0-1-14 0,-1-2-13 16,3 0-18-16,-2 0-46 0,0-2-55 0,0 2-91 0,0-3-106 0,4 0-90 0,-4 0-81 15,3-1-99-15,1-2-103 0,-3 1-55 0,3-4-32 0,3 2-12 16,2-5 4-16,0 0 9 0,0 0 13 0,0 0 47 0,0 0 55 16,0 0 91-16,2-8 107 0,2 2 91 0,1-1 82 0,1-1 99 0</inkml:trace>
  <inkml:trace contextRef="#ctx0" brushRef="#br0" timeOffset="52947.43">3630 7626 201 0,'0'-2'333'0,"0"2"36"0,4-2 20 0,-4 2 13 0,0 0 13 0,2 0 11 0,-2 0 17 0,3 2 20 0,-3-2 27 0,0 0 31 0,0 0 16 0,0 2 10 0,0-2-81 16,0 0-127-16,0 0-58 0,0 0-28 0,0 3-14 0,0-2-13 0,-3 4-6 16,1-2-7-16,2-1-12 0,-4 3-13 0,-1 0-19 0,1 1-22 0,2 0-20 15,-1 1-15-15,-3 1-11 0,3-2-10 0,-3 1-6 0,1 0-1 0,1 1-2 16,-1-2-1-16,1 2 0 0,2-2-8 0,-1 0-5 0,-3 0-8 0,3 0-4 15,3-2-9-15,-6 1-10 0,6-1-7 0,-3 1-7 0,1-2-8 16,2 0-5-16,-4 1-4 0,4-3-4 0,0 3-5 0,0-4-8 0,-2 1-5 16,2-1-11-16,0 3-11 0,0-3-13 0,0 0-15 0,-3 3-11 0,3-3-9 15,0 0-6-15,0 0-6 0,0 0 1 0,3 2-2 0,-3-2 2 0,0 1 1 16,2 1 3-16,-2-2 5 0,4 1 10 0,-4 0 12 0,2 1 10 0,1-2 14 16,-3 0 12-16,0 2 10 0,0-2 7 0,6 0 4 0,-6 0 3 0,3 0 0 15,-3-2 1-15,6 2 2 0,-6-2 2 0,5 1 2 0,-5 1-1 0,0 0 0 16,4-1 2-16,-4 1-1 0,3 0 1 0,-3 0-4 0,0 0-1 0,0 0-5 15,0 0 0-15,2 0 5 0,-2 0 2 0,0 0 2 0,0 0 2 0,0 0 3 16,4 0 6-16,-4 0 1 0,0 0 4 0,0 0 4 0,0 1 3 0,0-1 4 16,0 0 7-16,0 0 8 0,0 0 2 0,0 0-5 0,0 1-1 0,0-1 0 15,0 0-2-15,0 0-2 0,0 0-5 0,0 0-3 0,0 0-3 0,0 0-2 16,0 0-2-16,0 0-7 0,0 0-2 0,0 0-5 0,0 0-5 0,0 0-8 16,0 0-13-16,0 0-11 0,0 0-19 0,0 0-19 0,0 0-20 0,0 0-21 15,0 0-23-15,0 0-22 0,0 0-20 0,0 0-17 0,0 0-16 0,0 0-14 16,0 0-6-16,0 0-6 0,0 0 0 0,0 0 3 0,0 0 9 0,2 2 9 15,-2-2 14-15,0 0 9 0,0 0 17 0,0 0 11 0,0 0 12 0,0 0 11 16,0 0 6-16,0 0 6 0,0 0 4 0,0 0 4 0,0 0-1 0,0 0-1 16,0 0-6-16,3-2-6 0,-3 2-7 0,0-1-11 0,0 1-10 0,0-1-8 15,0 1-18-15,0-5-19 0,0 5-28 0,0 0-34 0,0-3-10 16,0 3-1-16,0 0 7 0,0-4 11 0,0 4 11 0,0 0 16 0,-3-5 16 16,3 5 19-16,0 0 18 0,0 0 16 0,0 0 27 0</inkml:trace>
  <inkml:trace contextRef="#ctx0" brushRef="#br0" timeOffset="59214.69">3706 7639 42 0,'0'0'237'0,"0"-3"44"0,0 3 22 0,0 0 18 0,0 0 11 0,0 0 10 0,0 0 9 15,0 0 12-15,0 0 10 0,0 0 14 0,0 0 15 0,0 0-20 0,0 0-31 16,0 0-53-16,0 0-62 0,0 0-18 0,0 3 0 0,0-3 9 0,0 0 18 16,0 3 15-16,0 0 17 0,-4-1 11 0,4-1 10 0,-1 2 5 0,1-1 4 15,0 1-4-15,-4-1-3 0,4 2-12 0,-5 0-14 0,5-1-16 0,-6 2-16 16,6-1-23-16,-3 4-22 0,-3-2-23 0,3 3-26 0,-3 0-19 0,2 0-23 15,-1 0-17-15,0 3-17 0,-1-2-11 0,3 2-13 0,-3 0-9 0,1 2-9 16,-1-2-12-16,-1 0-14 0,2 0-14 0,-1 1-19 0,3-3-25 0,-3 3-30 16,1-1-40-16,1-2-44 0,-1 1-47 0,1-2-50 0,-1 1-41 0,1-2-42 15,2 1-30-15,-1-2-28 0,1 1-24 0,-2-2-23 0,4 0-18 0,-3-2-19 16,1 2-9-16,2-3-5 0,0-1-2 0,0-2-4 0,0 0 8 0,0 0 15 16,0 0 27-16,0 0 32 0,0 0 29 0,0-3 27 0,2-2 28 0,1 0 29 15,-3 1 31-15,6-2 30 0,-6 0 33 0,3 0 31 0</inkml:trace>
  <inkml:trace contextRef="#ctx0" brushRef="#br0" timeOffset="59413.39">3668 7794 135 0,'4'-4'251'15,"-2"3"27"-15,1 0 15 0,3-2 10 0,-3 3 10 0,-1-2 8 0,2 1 7 16,1 1 8-16,-5 0 6 0,4 0 6 0,-4 0-10 0,5 1-17 0,-1-1-71 16,-2 2-95-16,1-2-47 0,1 0-25 0,-2 0-14 0,1 0-12 0,-1 1-10 15,2 1-8-15,-4-2-12 0,3 0-10 0,-1 0-19 0,-2 0-20 16,4 0-26-16,-4 1-31 0,0-1-39 0,5 0-44 0,-5 0-63 0,0 0-74 0,0 0-34 15,0 0-14-15,0 0-9 0,0 0-1 0,0 0 1 0,0 0 5 16,0 0 11-16,0 0 15 0,0 0 21 0,-4 5 26 0,4-5 38 0,-1 6 42 16</inkml:trace>
  <inkml:trace contextRef="#ctx0" brushRef="#br0" timeOffset="59935.99">3701 7869 169 0,'0'1'253'16,"-4"1"28"-16,4-1 12 0,0-1 7 0,0 0 2 0,0 3 1 0,0-3-3 15,0 0 1-15,-2 2 3 0,2-2 0 0,0 3 2 0,0-1-57 0,0 0-80 16,0-2-72-16,0 3-66 0,0 0-35 0,0 0-21 0,0 0-17 0,2 0-17 16,-2 0-17-16,4 0-15 0,-4 2-12 0,0-2-12 0,1 1-9 0,3-1-9 15,-4 2-3-15,0-1-1 0,4-1 4 0,-4 2 8 0,0-1 15 0,2-1 15 16,-2 2 17-16,0-1 20 0,0 0 21 0,0 1 23 0,0 0 20 0,-2-2 20 16,2 1 17-16,0-1 15 0,0 0 12 0,0 0 12 0,0 0 4 0,0-3 6 15,-4 2-1-15,4 1-4 0,0-3-3 0,0 0-1 0,0 3-5 0,0-3-8 16,4 1-3-16,-4-1-5 0,0 0-3 0,0 3-2 0,0-3-2 0,2 2-1 15,-2-2-2-15,0 1-5 0,0-1 0 0,0 0 1 0,3 2 0 0,-3-2 1 16,0 0 1-16,4 0 5 0,-4 0-1 0,0 0-2 0,2 0 0 0,-2 0-1 16,0 0 3-16,3 0-3 0,-3 0 5 0,0 0 4 0,2 0 1 0,-2 0-2 15,0 0 0-15,0 0 0 0,0 1 0 0,0-1 0 0,0 0 0 0,0 0-2 16,0 0-2-16,0 0-4 0,0 3-3 0,0-1-2 0,0 1-5 0,-2-1-4 16,-1 2-4-16,3 0-5 0,-6-1-2 0,3 2-5 0,1-1-5 15,-2 1-4-15,-1-1-4 0,1 1-2 0,2-1-1 0,-5 1-2 0,5-1-3 0,-1-1-1 16,-3 0-2-16,6 0-1 0,-3 0 1 0,-3 0 0 0,6 0 0 0,-4-1 1 15,3-1 1-15,1 1-1 0,0-2 2 0,-4 1 0 0,4-1 2 16,0 0-2-16,0 0 1 0,0 0 1 0,0 0-1 0,0 0-2 16,0 0-1-16,0 0 1 0,0 0-1 0,0 0-1 0,0 0 0 0,0 0-1 0,0 0 1 15,0 0 0-15,0 0 0 0,0 0 0 0,0 0 0 0,0 0 0 0,4 0 3 16,-3-1 1-16,-1 1 4 0,4 0 2 0,2 0 7 0,-3 0 8 0,-3 0 3 16,6 0 7-16,-3 0 8 0,-1 1 9 0,2-1 10 0,1 2 12 15,-1-1 12-15,1 0 12 0,-1 1 8 0,1 0 9 0,1 1 1 0,-3-2 0 16,3 1-1-16,-1 1-4 0,-1 0-5 0,1-1-6 0,0 0-7 0,1 1-9 15,-2 0-10-15,1-1-11 0,-1 1-11 0,1 0-13 0,-1-3-16 0,1 1-20 16,-1 0-24-16,1 1-28 0,-3 0-28 0,2-1-27 0,1 2-26 0,-1 0-27 16,-3-1-30-16,3-1-33 0,0 2-38 0,-3 0-44 0,3 0-70 0,-4-3-82 15,0 0-29-15,5 0-5 0,1-2 10 0,1 1 19 0,-5 0 25 0,3-2 26 16,3-2 25-16,-7 1 26 0,3-1 29 0,1 1 30 0,1 1 40 0,1-2 45 16</inkml:trace>
  <inkml:trace contextRef="#ctx0" brushRef="#br0" timeOffset="60874.57">4135 7929 151 0,'-4'3'306'0,"4"0"45"0,0-3 22 0,0 1 11 0,0 2 6 0,4 0 10 0,-1-1 7 15,-3-1 6-15,2-1 7 0,-2 2 6 0,0-2 11 0,4 1-39 16,-1 1-62-16,-1-2-79 0,2 0-88 0,-2 0-38 0,1 0-13 16,3 0-7-16,-3 0-6 0,-1 0-5 0,5-2-6 0,-5 1-7 0,5-2-4 15,-1 1-8-15,-1-1-9 0,1 0-11 0,-3-1-7 0,3-1-12 0,-1 0-9 16,-1 3-8-16,1-4-5 0,1 1-4 0,-3-1-2 0,3 0-1 0,-3 0-3 16,3-2-1-16,-3 3-1 0,3-3-1 0,-4 1 1 0,1-1-2 0,3-1-2 15,-6 2 2-15,3-1-1 0,-1 1-1 0,2-1 1 0,-1 2-2 0,-3-1-3 16,2 1 0-16,-2-2 0 0,0 1 0 0,4 1 0 0,-4 1 0 0,0-1 0 15,0 2 0-15,0-1 2 0,3 1-2 0,-3 1-5 0,0-2 2 0,0 2 3 16,0 3 2-16,0-1 1 0,0 1 1 0,0 0 1 0,0-3-1 0,0 3 1 16,0 0-1-16,0 0-1 0,0 0 2 0,0 0-1 0,0 0 5 0,0 0 3 15,0 0-1-15,0 0-2 0,0 0-2 0,0 0-1 0,0 0 0 16,0 0 2-16,0 0-2 0,0 0 1 0,0 0 1 0,0 0-1 0,0 0 1 16,0 0-4-16,0 0-1 0,0 0 0 0,0 0 3 0,0 0 2 15,0 0 4-15,0 0 6 0,0 3 4 0,0-2 7 0,2 2 6 0,-2 0 7 16,0 0 3-16,0 0 3 0,4 2 6 0,-4-1 0 0,0 1 3 0,2-1 2 15,1 1 1-15,-3-1 2 0,4 2-1 0,-2 0-4 0,-2 0-5 0,3-1-4 16,-1 0-5-16,2 2-7 0,-1-1 0 0,-1 1 2 0,2-1 2 0,-4 0 3 16,5 0 2-16,-1 2 2 0,-4-1 3 0,5 1 3 0,-5 1-2 0,6-2 1 15,-6 4 3-15,3-2 2 0,3 0 3 0,-6 3 4 0,5-2-1 0,-5 1-1 16,4 0-1-16,-4 0-1 0,1 1-5 0,-1 0-1 0,4 0 0 0,-4 0-2 16,0 0 4-16,4 0 4 0,-4-2 8 0,0 1 6 0,-4-2 8 0,4 2 8 15,0-3-2-15,0 0-1 0,0 0 6 0,-4-2 13 0,3 0 12 16,1 0 7-16,0-2 5 0,-4 2 2 0,4-1-2 0,0-1-6 0,-2-1-4 15,-1 2-9-15,-1-2-9 0,2 0-8 0,-1 1-1 0,-3-1 1 0,3 0-10 16,1 0-13-16,-4 2-11 0,-1-2-11 0,2 0-4 0,-1 1-3 0,-3-1-3 16,4 0-5-16,-4 0-2 0,3 0-4 0,-3 1-2 0,0-2-2 15,-2 1-2-15,2 0 1 0,-3-1-4 0,3-1-2 0,-2 1-4 0,2-1-4 16,0 1-7-16,-2-2-8 0,2 0-11 0,0 0-10 0,0 0-15 0,1-2-18 16,1 1-26-16,-2-1-33 0,4-1-52 0,-4 0-61 0,3 0-63 0,1 0-61 15,-1-1-56-15,3-1-50 0,1-1-59 0,-2 0-59 0,4 0-63 0,-3-3-67 16,3 0-19-16,0 0 1 0,0 0 24 0,3 0 26 0,-3 0 51 0,6 0 61 15,-3-1 63-15,3 0 61 0,-3 2 58 0,3-2 53 0,-1 3 62 0,4 0 70 16</inkml:trace>
  <inkml:trace contextRef="#ctx0" brushRef="#br0" timeOffset="61191.63">4540 7852 102 0,'4'-1'257'0,"-3"-1"42"0,3 0 24 0,-4 2 19 0,5 0 12 0,-5 0 12 0,4 2 11 0,1-2 14 0,-1 0 9 16,1 2 14-16,1-1 10 0,-2-1-33 0,1 0-59 0,0 0-64 0,-1 0-70 15,1 0-35-15,1 0-16 0,-3 0-13 0,3 0-8 0,-3 0-13 0,3 0-8 16,-1 0-13-16,-1 0-12 0,1 0-10 0,-1-1-13 0,1-1-9 0,-1 2-10 15,-2 0-21-15,3 0-28 0,-1-2-27 0,0 2-28 0,-3 0-33 16,3-1-29-16,-4 1-35 0,5 0-32 0,-5 0-47 0,0 0-49 16,0 0-65-16,0 0-69 0,0 0-30 0,0 0-11 0,0 0 6 0,0 0 15 15,0 0 20-15,-3 0 23 0,1 1 25 0,-2 1 28 0,-1 1 29 0,1 0 35 16,4 2 45-16,-5-2 53 0</inkml:trace>
  <inkml:trace contextRef="#ctx0" brushRef="#br0" timeOffset="61387.54">4567 7945 28 0,'-4'5'279'0,"4"-2"57"0,-5 0 28 15,5-1 19-15,0 2 12 0,-4-1 11 0,4 0 12 0,0-2 14 0,0-1 17 16,0 5 25-16,0-4 28 0,0-1-2 0,0 3-13 0,4 0-67 0,-4 0-88 16,0-1-31-16,4-1-8 0,-3 2 1 0,3-1 4 0,-2 1 4 15,1-2 1-15,1 0-5 0,-2 3-11 0,3-3-20 0,-1 2-24 0,1-1-23 16,-1-1-25-16,1 1-26 0,1-1-30 0,-3 1-28 0,3-1-27 0,-3 0-36 16,3-1-43-16,-1 2-59 0,1-2-71 0,1 2-80 0,-2-2-85 15,1 1-92-15,-1-1-95 0,4 0-96 0,-5 0-97 0,1-1-46 0,1-1-18 16,-1 2-7-16,2-2 0 0,-1 1 16 0,-1 0 26 0,-1-1 47 0,1 1 56 15,1 1 71-15,-3 0 79 0,6 0 88 0,-7 1 93 0</inkml:trace>
  <inkml:trace contextRef="#ctx0" brushRef="#br0" timeOffset="61686.29">4824 7987 223 0,'2'-1'383'0,"-2"1"44"0,0-2 28 0,3 2 24 0,-1 0 33 0,2 0 36 15,1 0 36-15,-1 0 36 0,1 0 26 0,-1-1 23 0,5 1 11 16,-4-2 5-16,4 1-114 0,0-1-169 0,-1 1-74 0,1-1-37 16,0 1-23-16,0-1-12 0,0 1-25 0,0-2-31 0,-4 3-29 0,6-2-36 15,-2 2-26-15,0-1-22 0,0-1-15 0,0 2-10 0,2-1-8 0,-5-1-4 16,3 2-11-16,0 0-17 0,0 0-34 0,-4-2-45 0,1 2-61 0,-1 0-63 15,2 0-62-15,-5 0-56 0,2 0-50 0,-4 0-46 0,1 0-48 0,-1 0-50 16,0 0-49-16,0 0-47 0,0 0-49 0,0 0-51 0,0 0-1 0,0 0 22 16,-5 0 46-16,0 2 60 0,-1 1 53 0,3 0 55 0,-6 0 47 0,3 0 44 15,1 2 49-15,-1-1 51 0,-3-1 48 0</inkml:trace>
  <inkml:trace contextRef="#ctx0" brushRef="#br0" timeOffset="62041.47">4920 8077 150 0,'0'0'278'0,"0"3"32"0,2-1 18 0,1-1 14 15,-3 2 14-15,4-1 13 0,-2-2 15 0,1 1 16 0,-3 0 12 16,6-1 18-16,-3 2 8 0,-1 0 4 0,2-1-59 0,1 1-89 0,-1-1-42 16,1-1-18-16,-1 2-9 0,-2-1-1 0,1 1-4 0,3-1-2 15,-3 1-1-15,-1-1 0 0,2 0-5 0,-4 1-4 0,5 1-9 0,-5-1-9 16,4-1-14-16,-4 2-12 0,2-1-4 0,-2 1-3 0,0-1-3 0,0 3-6 16,0-2-7-16,-2 2-7 0,2-1-12 0,-4 0-15 0,4 3-14 0,-5-1-9 15,1-1-12-15,2 2-9 0,-3-1-11 0,1-1-9 0,-1 3-10 0,1-3-6 16,-1 0-6-16,-1 2-3 0,3-3-1 0,-3 2 1 0,3-3 3 0,-3 3 4 15,3-3 5-15,1 2 2 0,-2-2 1 0,1-1-1 0,1 0 0 0,2 0-1 16,0-1-2-16,0-1-2 0,0 0-5 0,0 0-1 0,0 0-4 0,0 0-4 16,0 0-2-16,0 0-5 0,0 3-3 0,0-3-2 0,2 0 2 15,1 2 0-15,1-2 0 0,-2 0 3 0,1 1 0 0,3-1 2 0,-3 2 2 16,3-2 2-16,-1 1 0 0,4-1 0 0,-3 2 2 0,-3-1-2 16,6-1 0-16,-3 1-2 0,-1-1 0 0,-1 2-2 0,1-2-2 0,1 0-2 15,-3 0 1-15,3 0-2 0,-3 0 0 0,-1 2 0 0,2-2-3 0,-1 0-2 16,-1 0-2-16,-2 0-7 0,4 0-10 0,-4 0-11 0,2 0-19 0,-2 0-27 15,0 0-41-15,0 0-45 0,0 0-58 0,0 0-61 0,0 0-54 0,0 0-52 16,0-2-58-16,0 2-60 0,0 0-82 0,0-6-87 0,-2 2-34 0,2-2-10 16,0 0 12-16,-4 0 23 0,4 0 39 0,-2 0 47 0,-1-2 55 0,-1 1 60 15,4 1 57-15,-5-2 50 0,5 2 62 0,-6 0 60 0</inkml:trace>
  <inkml:trace contextRef="#ctx0" brushRef="#br0" timeOffset="62308.33">4972 7647 36 0,'-3'-3'322'0,"3"-1"146"0,0 3 74 0,0 1 44 0,0 0 29 0,0 0 26 0,0 0 29 0,0 0 34 0,0 0 25 0,0 0 24 0,0 0 18 0,0 0 14 15,0 0-67-15,0 3-101 0,0-1-131 0,0 1-138 0,3 1-70 0,-3 1-38 16,0-1-29-16,4 2-25 0,-4 0-27 0,2 2-32 0,-2 1-27 0,0 1-25 15,0-1-18-15,0 2-12 0,0 1-12 0,0-2-10 0,0 2-16 0,0 0-14 16,0 0-26-16,3 1-30 0,-3 1-72 0,0-2-91 0,0 2-86 0,0-2-87 16,2 0-86-16,-2-2-84 0,0 1-93 0,0-1-92 0,0-2-40 15,0-1-19-15,0-1 0 0,4 0 7 0,-4 0 19 0,0-3 27 0,0-3 68 16,5 5 90-16,-5-5 86 0,4 3 87 0,1-2 85 0,-5-1 88 0</inkml:trace>
  <inkml:trace contextRef="#ctx0" brushRef="#br0" timeOffset="62644.42">5216 7869 174 0,'4'0'357'0,"0"1"60"0,-3-1 31 15,3 0 27-15,-2 2 27 0,1-1 45 0,3 1 52 0,-2 1 40 0,1 0 39 16,0-1 26-16,-1 3 22 0,1-2-38 0,4 2-61 0,-3-1-100 0,3 2-117 15,0 0-51-15,-4 0-20 0,4 0-22 0,0 0-24 0,2 3-41 0,-5-1-48 16,3 1-41-16,0 1-33 0,0-1-26 0,0 0-20 0,0 2-12 0,-4-1-8 16,4 0-10-16,-3 1-11 0,-1-2-7 0,-1 3-9 0,1-3-6 0,1 2-4 15,-3-2-2-15,-1 0-2 0,2 0-2 0,-4 0-4 0,5-2-1 0,-5 1-1 16,0-2-5-16,0 1-8 0,0-1-10 0,0 0-10 0,0-2-19 0,-2 1-20 16,-1 0-42-16,3-2-46 0,0 1-59 0,-4-1-68 0,4-1-55 15,-2-1-52-15,2 1-39 0,-3-1-43 0,3-1-34 0,0 0-31 0,-6 0-28 0,3-1-25 16,1-1-34-16,2-1-36 0,-4-1 3 0,2-2 19 0,-1 1 49 0,3-2 58 15,0-1 55-15,0 1 48 0,0-2 44 0,0 0 40 0,0 0 38 16,0-2 37-16,3 1 40 0,-3-1 36 0</inkml:trace>
  <inkml:trace contextRef="#ctx0" brushRef="#br0" timeOffset="62868.6">5433 7911 165 0,'0'-5'317'0,"2"1"55"0,-2-1 39 16,0 4 33-16,0 1 35 0,0 0 47 0,0 0 52 0,4 0 49 0,-4 0 54 15,0 0 35-15,0 0 27 0,-4 4-30 0,4-1-56 0,0 0-82 0,-2 2-91 16,-1-1-48-16,-1 2-29 0,-1 0-31 0,3 2-29 0,-5 1-40 0,1 0-45 15,1 1-49-15,-1 1-45 0,-3-1-35 0,4 2-23 0,-4 0-20 0,0 0-17 16,3 0-10-16,-3-1-6 0,0 2-7 0,0-2-8 0,4 2-5 0,-4-3-5 16,0 3-10-16,3-3-7 0,-3 1-7 0,4 1-10 0,-1-3-11 0,1 0-17 15,-2 0-20-15,1-2-22 0,5-1-40 0,-3 1-53 0,0-2-74 0,-1 0-83 16,1-1-66-16,3 0-61 0,1 1-62 0,0 0-62 0,0-5-87 0,-4 4-99 16,4-4-37-16,0 0-11 0,0 0 9 0,0 0 18 0,4 2 37 0,-4-2 50 15,0 0 73-15,5-2 82 0,0-1 70 0,-1 0 58 0,1-3 64 0,-1 3 69 16</inkml:trace>
  <inkml:trace contextRef="#ctx0" brushRef="#br0" timeOffset="63153.5">5526 8131 61 0,'3'0'310'16,"-3"0"66"-16,4 0 37 0,-2 0 34 0,3 0 37 0,-1 0 42 0,-1 0 46 15,-1 2 52-15,4-1 54 0,1-1 35 0,-5 2 22 0,3-1-16 0,2-1-36 16,-1 0-98-16,3 2-126 0,-4-2-61 0,4 0-34 0,-3 0-29 0,3 0-24 16,0 1-41-16,0-1-39 0,-2 2-49 0,2-2-53 0,0 0-34 0,0 0-26 15,0 1-14-15,0-1-7 0,-1 0-8 0,1 0-13 0,0 0-3 0,-4 0 5 16,4 0-5-16,-5 0-8 0,1 0-4 0,1 0-4 0,-3 0-5 16,3 0-2-16,-3-1-5 0,-3 1-4 0,2 0-16 0,-2 0-19 0,0 0-41 15,0 0-45-15,0 0-76 0,0 0-95 0,0 0-71 0,0 0-65 0,0-2-64 16,-2 1-67-16,2 1-80 0,-3-2-86 0,-3 1-38 0,3-2-11 15,1 1 5-15,2 2 14 0,-4-5 43 0,-1 3 51 0,5-3 76 0,-4 2 86 16,4 3 70-16,-2-6 64 0,-1 2 65 0,3 4 67 0</inkml:trace>
  <inkml:trace contextRef="#ctx0" brushRef="#br0" timeOffset="63511.5">5792 7995 6 0,'3'-2'247'0,"-3"2"78"0,2 0 44 0,2 0 27 0,-4 2 26 15,5-1 25-15,-1 2 31 0,-3 0 36 0,3 0 31 0,1 0 30 0,-1 0 23 16,2 1 26-16,-3-2-38 0,3 3-70 0,-5-2-60 0,7 0-54 16,-3 1-28-16,-3-1-18 0,1 2-17 0,3-2-16 0,-2 1-26 0,-1 0-31 15,3 1-28-15,-6 1-24 0,5-1-25 0,-5-1-27 0,5 2-26 0,-5 0-24 16,4 0-22-16,-4 0-21 0,0-1-10 0,0 1-10 0,-4 1-7 0,4-1-7 16,-1 1-7-16,-3 0-3 0,-1 0-4 0,1-1-4 0,2 2-1 0,-5-1 4 15,1-1-4-15,1 2-4 0,0-2-1 0,-4 1-2 0,3 1-2 0,-3-3-1 16,4 3-1-16,-4 0-2 0,0-4 1 0,3 2 1 0,-1-1 1 0,2-1-2 15,-1 0 1-15,6 0-2 0,-4-1 0 0,3 0 1 0,-3-2-1 0,4-1 0 16,4 2 0-16,-4-2 0 0,0 0 0 0,0 0 0 0,0 0-1 0,0 0-1 16,1 1-1-16,-1-1-1 0,0 0-1 0,4 0 2 0,-4 0 0 0,6 0 0 15,-6 0-1-15,3 0 1 0,3 0-2 0,-3-1 1 0,3 1-1 0,-5 0-1 16,7 0-1-16,-3-2-4 0,0 1-7 0,1 1-9 0,3-2-24 16,-5 1-28-16,1-1-66 0,0 1-77 0,1-1-78 0,1-1-73 0,-1 2-71 15,-1-2-68-15,-1 1-96 0,1 1-108 0,-1-2-50 0,-3 1-20 0,3-1-4 16,-2 0 5-16,-2 3 22 0,3-1 29 0,-3 1 62 0,6-3 81 15,-6 3 74-15,0 0 76 0,0 0 71 0,4 1 69 0</inkml:trace>
  <inkml:trace contextRef="#ctx0" brushRef="#br0" timeOffset="64447.89">6282 8106 234 0,'0'0'336'0,"0"1"47"0,0-1 22 0,0 3 17 0,0 0 14 0,0-1 18 0,0-2 18 0,3 1 24 0,-3-1 27 16,2 2 37-16,-2-1 38 0,0 1-29 0,4-2-58 0,-2 1-71 0,1-1-77 16,1 0-29-16,-2 0-10 0,1 0-4 0,3 0-4 0,-1 0-12 0,2 0-10 15,-5 0-18-15,7-1-23 0,-3 1-30 0,-1 0-36 0,2 0-31 0,-1-2-33 16,3 2-21-16,-4 0-13 0,4-1-15 0,-3 1-16 0,-1-2-10 0,0 2-10 15,3 0-7-15,-3-1-7 0,1 1-4 0,-1-2-10 0,-1 2-7 0,1-1-7 16,-1 1-16-16,-3-2-16 0,3 2-31 0,0-2-40 0,-4 2-51 0,2 0-58 16,-2 0-60-16,0 0-55 0,0 0-50 0,0 0-49 0,0 0-47 0,0 0-47 15,0 0-42-15,0 0-40 0,0 0-45 0,0 0-49 0,-6 2 2 0,1 0 25 16,-1-1 47-16,-1 2 55 0,2 0 58 0,-1 0 56 0,-3 1 50 0,4 1 49 16,-1 0 45-16,-1-1 49 0,2 2 45 0</inkml:trace>
  <inkml:trace contextRef="#ctx0" brushRef="#br0" timeOffset="64623.27">6278 8224 154 0,'-2'2'267'0,"2"-2"36"0,0 0 26 0,2 1 16 0,-2-1 13 16,0 0 16-16,0 3 11 0,4-1 20 0,1-2 16 0,-5 1 27 0,6 1 26 15,-3-1-22-15,3 1-45 0,3-2-49 0,-4 0-45 0,4 1-28 0,-3-1-14 16,3 0-14-16,0-1-14 0,0 1-12 0,-4-2-13 0,4 1-18 0,2 1-19 16,-2-3-36-16,0 1-45 0,-3-1-64 0,3 2-75 0,0-4-68 0,0 4-64 15,-4-2-57-15,4-2-55 0,0 2-64 0,-3 2-64 0,3-2-67 0,-4-1-71 16,0 0-30-16,-1 0-14 0,2 1 6 0,-3-2 16 0,3 2 30 0,-6-1 45 15,1-1 42-15,3 1 45 0,0-1 47 0,-3 1 49 0,3 1 60 0</inkml:trace>
  <inkml:trace contextRef="#ctx0" brushRef="#br0" timeOffset="65153.26">6792 7966 19 0,'0'0'263'0,"0"0"85"0,0 0 46 15,0 0 31-15,0 0 26 0,0 0 24 0,0 2 28 0,0-2 30 0,0 0 30 16,0 3 32-16,0-3 25 0,0 0 25 0,0 0-57 0,0 0-93 16,0 3-80-16,0-3-75 0,0 1-40 0,0 2-26 0,-2 0-17 0,2-1-14 15,0 1-26-15,-4 1-27 0,4-1-29 0,0 1-29 0,0 1-23 0,0 1-25 16,0 0-12-16,0 0-9 0,0 0-6 0,0 1-9 0,0 0-5 0,0-1-2 15,0-1-7-15,4 2-5 0,-4-1-1 0,2 0 5 0,-2-2-2 0,0 2 1 16,3-1-1-16,-1-1-1 0,-2-1 0 0,4 2-1 0,-1-2-1 0,-1 0 2 16,-2 0-1-16,4-1-1 0,-2 0-1 0,1 1-4 0,-3 0-3 0,4-1-3 15,-2-1-2-15,1 1 0 0,-1-1 0 0,2 1-2 0,-4-2 2 0,5 0-1 16,-5 1 1-16,0-1-2 0,4 0 2 0,1 0 0 0,-1 0 2 0,-2 0-1 16,1-1 4-16,1 1-1 0,1-2-1 0,-3 1 2 0,2 1-2 0,1-3 0 15,-1 0-2-15,1 1 1 0,1-1-1 0,-3-1 1 0,6-2 1 0,-3 3 1 16,-1-2-2-16,-1 1-4 0,1-2 2 0,1 1 0 0,1-1 1 0,-5 2 1 15,3-1 4-15,-1 1 1 0,1-1 2 0,-1 1 3 0,-2-1 0 0,1 2 0 16,-3-1 0-16,4 0-1 0,-2 0 2 0,-2 1 8 0,0 0-3 16,0-1-3-16,0 0 0 0,0 2 3 0,0-1 0 0,0 0 0 0,0-2 0 15,0 2 0-15,-2 0-1 0,-2 0-1 0,4 0-2 0,-3 0-1 0,1 0-2 16,-2-1-5-16,4 1 0 0,-5 0-2 0,1-2-2 0,2 2-5 0,-1 0-5 16,-3 0-4-16,3 1-7 0,-3 0-8 0,1-1-8 0,1 1-8 0,-1 1-11 15,-1-1-11-15,-3-1-14 0,6 3-17 0,-5-1-35 0,1-1-38 0,2 2-67 16,-4 0-74-16,3 0-61 0,1 0-59 0,-1 2-48 0,-1-1-41 15,2 1-41-15,-1 1-38 0,-3-2-50 0,4 2-53 0,-1 1-31 0,-1 0-26 16,2 0 17-16,-1-1 33 0,1 2 63 0,-2-1 70 0,5 1 65 0,-4-1 59 16,3 1 54-16,-3-2 46 0,3 1 47 0,3 1 48 0,-2-2 58 0</inkml:trace>
  <inkml:trace contextRef="#ctx0" brushRef="#br0" timeOffset="67120.82">6511 8220 24 0,'-5'4'266'0,"1"-1"81"0,3 2 46 0,-5-1 33 0,3 0 30 0,-3 1 28 15,2 1 31-15,4-1 27 0,-5-1 29 0,5 1 25 0,-4-2 25 0,3 0 25 16,1 0-54-16,-4-1-90 0,4 0-79 0,0 1-67 0,4 0-45 0,-3 0-25 16,-1 0-27-16,4 0-24 0,1 0-26 0,-1 2-23 0,2-1-26 0,-1-1-26 15,4 2-23-15,0-3-21 0,-4 0-17 0,5 1-16 0,0 0-12 0,-1-3-9 16,4 0-3-16,-2 0-1 0,2-1-2 0,-3-2-3 0,-1-1-4 0,6 2-3 15,-6-3-4-15,2-1 1 0,2 0-2 0,-4-1-2 0,1 1 1 0,-4-2-1 16,3 1 4-16,0-1-1 0,-4 1 2 0,1-1-3 0,-3 1 5 0,3 1 2 16,-3 0 7-16,-1 0 7 0,2 3 3 0,-4-2 7 0,0 1 2 0,0-1 3 15,0 3 1-15,0 0 2 0,-4 0 0 0,2 1 0 0,-1-2 0 0,-3-2-3 16,1 2-2-16,0-1-7 0,-3 1-4 0,-1 0-8 0,2 1-3 16,-2 1-5-16,0-1-5 0,-4 2-5 0,2 0-3 0,1 2-2 0,-3 1-1 15,4 0-3-15,-6 0-3 0,5-1 0 0,-3 2-1 0,2 0-1 0,2 1 1 16,-2-1 2-16,-2 2-2 0,3 0-1 0,1 0 1 0,-4 0-1 0,7 2 1 15,-3-1-2-15,2 1 0 0,0-1 0 0,-2 1 0 0,7-1-2 0,-1 0 1 16,-3 1 2-16,6 0-1 0,0-3-3 0,0 3-4 0,6-2-2 16,-3 0-3-16,-1 0-2 0,7 0 1 0,-2-2-4 0,0 1-1 0,2-2-1 15,4 2-2-15,-2-4-3 0,3 1-3 0,1-2 0 0,-1-2-1 0,1-2-1 16,3-1 1-16,2-2 1 0,-6-1 1 0,4-2 2 0,2-1 3 0,-5-2 2 16,3 0 1-16,-4-1 3 0,4 0 1 0,-3 1 2 0,-4 0 2 0,1 2 4 15,-1 0 3-15,-2 1 4 0,0 1 4 0,0 1 1 0,-3 0 6 0,-1 3 7 16,-1 0 8-16,-2 1 6 0,1-1 6 0,-3 2 6 0,0-1 6 0,0 2 3 15,0-1 3-15,-5 0 3 0,5 2 0 0,-4-1 1 0,-1 0 1 0,-1 0-1 16,1-1-4-16,-2 1-6 0,-2 1-4 0,1-1-5 0,-1 1-6 0,0-1-6 16,-3 2-5-16,1-1-2 0,2 1-4 0,-2 0-2 0,-2 0-4 0,-1 1-1 15,3 1-3-15,-2-1 0 0,-1 1-1 0,3 1-2 0,-2 0-5 0,-1 1-2 16,3-1-5-16,-3 3-3 0,4 0-8 0,-4 0-7 0,5 2-10 0,-5-1-13 16,4 1-29-16,1 1-35 0,-1-2-66 0,4 2-82 0,-1 0-78 0,1 0-75 15,1 0-70-15,5 0-69 0,0 0-91 0,0-1-95 0,0-1-41 0,0 1-14 16,5-2 3-16,-1 1 9 0,2-1 26 0,3 0 31 0,-4-1 70 15,4-1 81-15,-4-1 79 0,8 0 74 0,-2-1 73 0,2-1 74 0</inkml:trace>
  <inkml:trace contextRef="#ctx0" brushRef="#br0" timeOffset="68389.19">7177 7918 177 0,'0'0'320'0,"0"0"48"0,0-1 27 0,0 1 18 0,0 0 14 0,4 0 22 0,-3 1 26 0,-1 1 41 15,4-1 51-15,-4 0 47 0,0 3 50 0,2-3-20 0,2 2-52 0,-4 0-74 16,3 2-85-16,-1-3-39 0,2 3-18 0,-4 0-11 0,1 1-7 16,3 0-19-16,0 0-24 0,-3 0-40 0,3 1-47 0,0 1-48 0,-3-1-46 15,3 1-33-15,-4 1-28 0,5-2-17 0,-5 1-11 0,6-1-12 0,-6 1-6 16,4 0-8-16,-4-1-6 0,5 0-7 0,-5-1-6 0,0-1-10 0,4 1-12 15,-3-2-16-15,-1 0-20 0,0 1-25 0,4-2-26 0,-4-1-33 0,0-2-34 16,0 3-36-16,0-3-36 0,0 0-30 0,0 0-32 0,0 0-21 0,0 0-23 16,0 0-13-16,0 0-10 0,0 0 2 0,0 0 9 0,-4 0 19 0,4-2 24 15,-1-1 27-15,-3 2 33 0,4-2 36 0,-4-1 34 0,3 0 30 0,1 0 30 16,0 1 26-16,0-2 26 0,0-1 23 0,0 2 17 0,5-1 13 0,-5-1 12 16,5 0 5-16,-1 0 7 0,1 0 2 0,-1 2 5 0,1-2 3 0,1 1 6 15,3 0 6-15,-4 0 4 0,4 0 8 0,-3 1 6 0,3-1 6 0,0 1 6 16,0-1 9-16,-4 1 10 0,4-1 10 0,0 2 12 0,-3 0 11 15,3 0 13-15,-4 2 17 0,4-2 18 0,-3 1 21 0,-1 1 21 0,-1 1 19 0,1-2 24 16,1 2 17-16,-3 0 21 0,1 2 10 0,-2-2 9 0,-2 0 3 0,0 1 2 16,0-1-4-16,3 2-9 0,-3-2-13 0,0 3-19 0,-3 0-24 15,3 0-27-15,-2 0-24 0,-2 3-26 0,1-2-25 0,-3 4-28 16,1-1-20-16,1 1-16 0,-5 1-15 0,4 0-17 0,-4 1-11 0,3 1-11 16,-3-1-5-16,4-1-5 0,-4 2-7 0,3-2-2 0,-3 1-4 0,4-2-1 15,0 1-1-15,1-3-2 0,-2 1 2 0,3-1-2 0,-3-1 0 0,6-1 1 16,-3-1 1-16,1 2 1 0,2-2 0 0,0-3-2 0,0 3 5 0,2 0 2 15,-2-3 2-15,3 1 4 0,-3 1-1 0,6-2-1 0,-6 1 3 0,3 0 5 16,3 1 2-16,-2-2 4 0,1 0 2 0,0 0 4 0,-1 0 1 0,1 0 3 16,1 0 1-16,1 0 4 0,0 0-1 0,-3-2-4 0,1 2 2 0,1-1-1 15,1 0 1-15,-2 1-4 0,-3-3 1 0,5 3-4 0,-1-3-1 0,-2 3-1 16,-3-2-5-16,5 1-5 0,-3-1-11 0,1 2-17 0,-2-1-29 0,-2 1-34 16,3-2-48-16,-3 2-53 0,0-2-56 0,0 2-59 0,0 0-47 0,2-1-43 15,-2 1-46-15,0-1-42 0,-2-2-44 0,2 0-45 0,-3-2-50 0,3 2-49 16,-2-2-2-16,-2 0 20 0,1 0 41 0,1 1 50 0,-2-2 55 0,3 0 57 15,-3 1 47-15,0-1 44 0,4-1 44 0,-2 1 44 0,-1-2 48 0</inkml:trace>
  <inkml:trace contextRef="#ctx0" brushRef="#br0" timeOffset="68598.08">7369 7762 240 0,'-2'-4'315'0,"2"2"41"0,0 2 23 0,0 0 25 0,0 0 26 0,0 0 37 0,0 3 44 0,0 3 55 16,-4 0 62-16,4 3 47 0,0 1 39 0,0 3-37 0,0-1-72 15,0 1-66-15,-1 2-62 0,1 0-34 0,-4 2-18 0,4-1-20 0,0 2-20 16,-4-1-35-16,4 1-41 0,0 0-55 0,-2 1-62 0,-1-1-46 0,3 0-40 16,0 0-31-16,-2 0-27 0,-2 0-24 0,4-1-27 0,0-1-38 0,-3 1-43 15,3-2-80-15,0 0-97 0,0-2-87 0,3 1-79 0,-3-1-89 0,4-3-93 16,-2 1-79-16,-2-3-72 0,5-1-29 0,-5-1-15 0,4-1 4 0,1-1 12 16,-1-1 30-16,-4-3 37 0,5 0 74 0,1-3 94 0,-1 1 83 0,2 0 80 15,-1-1 88-15,-1-2 93 0</inkml:trace>
  <inkml:trace contextRef="#ctx0" brushRef="#br0" timeOffset="69339.22">7754 7992 240 0,'-5'1'342'0,"5"1"48"0,-6-2 27 0,6 0 13 0,0 0 17 0,0 0 10 0,0 0 12 0,0 0 9 0,0 0 12 0,0 0 15 0,0 0 14 15,0 0-49-15,6 0-77 0,-6-2-84 0,5 1-83 0,-1-1-44 0,-3-1-22 16,3 0-15-16,1 0-10 0,3-1-10 0,-3-1-10 0,1 1-13 0,-1-1-9 16,-1 2-14-16,1-1-13 0,0-1-15 0,-1 2-14 0,2 0-7 0,-3 2-5 15,-1-1-2-15,2 0 1 0,-1 1 10 0,-3 1 14 0,0 0 19 0,0 0 19 16,2 1 15-16,-2 1 15 0,4-2 6 0,-4 3 8 0,1 0 2 0,-1-1 1 15,0 1 0-15,4 1-2 0,-4-1-4 0,0 2-7 0,0-2-11 0,0 0-18 16,0 1-17-16,0-2-20 0,4 1-16 0,-4-2-15 0,1 2-11 16,-1-3-9-16,0 0-6 0,4 2-2 0,-4-2-2 0,6 0-2 0,-3-2-3 15,3 1-2-15,-3-1-3 0,3-2-4 0,-1 1-6 0,0-3-5 0,1 0-5 16,3-2-8-16,-2-1-3 0,0 2-2 0,1-4-5 0,-3 2-2 0,4-1-1 16,-3-1-5-16,-1 2-1 0,0-1 1 0,3 1 4 0,-7 0 1 0,5 1 7 15,-3 1 3-15,1-1 8 0,-2 1 7 0,2 1 3 0,-3 1 8 0,3-1 2 16,-4 1 7-16,0 3 4 0,4-1 3 0,-4 0 3 0,0 3 4 15,0 0 2-15,0 0 0 0,0 0 2 0,0 0 2 0,0 0 1 0,0 0-1 16,0 0 4-16,0 0 1 0,0 0 8 0,0 0 7 0,0 0 12 0,0 3 11 16,0 1 10-16,0 1 10 0,0 1 6 0,1 1 8 0,-1 4 6 0,0-1 3 15,0 1 7-15,0 4 6 0,0 0 5 0,0 0 6 0,4 3-3 0,-4-2-4 16,0 1-8-16,0 1-6 0,0 1-6 0,0 1-2 0,0-2-4 0,0 1-3 16,0-1-1-16,-4 0-1 0,4-1-2 0,-1 1-1 0,-3-2-1 0,0-1 1 15,3-1 2-15,-3 1 2 0,4-2 4 0,-6-3 6 0,3 1 3 0,3-3 4 16,-6 1 4-16,5-2 2 0,-3-1 4 0,0 0-1 0,-1-1 1 0,1 0-1 15,3-1-4-15,-3 0-3 0,-2 1-6 0,1-1-5 0,1 1-9 0,-1-2-10 16,-4 0-10-16,4 0-8 0,1 0-13 0,-5 0-11 0,3-2-15 16,1 2-20-16,1-3-20 0,-1 2-22 0,0-2-22 0,-1 0-21 0,-1-2-23 15,1 2-21-15,5-2-47 0,-7 1-56 0,7-2-83 0,-3-1-95 0,-1-1-77 0,5 1-64 16,0-2-59-16,0 0-54 0,0-2-69 0,0-1-72 0,3 0-23 16,-1-1-3-16,2-1 13 0,1 1 18 0,0-1 42 0,1 1 55 15,1-1 85-15,-1 2 96 0,4-1 78 0,-1 1 71 0,-3-2 67 0,7 4 67 16</inkml:trace>
  <inkml:trace contextRef="#ctx0" brushRef="#br0" timeOffset="69516.48">8183 7981 3 0,'9'-4'229'0,"0"-1"57"0,0 1 32 0,0 2 24 0,0-1 29 0,-2 2 28 16,0 1 35-16,-1 0 37 0,5 0 29 0,-6 0 33 0,2 0 26 0,-1-2 21 0,3 2-45 0,-4 0-80 16,1-2-56-16,-3 2-50 0,3 0-31 0,-1-1-22 0,-1 1-27 0,-2-1-29 15,1-1-44-15,3 2-51 0,-6-1-63 0,3 1-70 0,-3 0-70 0,4-2-71 16,-4 2-69-16,2-1-65 0,-2 1-69 0,0 0-67 0,0 0-78 0,0 0-83 15,0 0-42-15,-6 0-19 0,6 0-3 0,-5 0 13 0,-2 1 29 0,1 2 39 16,1 1 43-16,-4 0 48 0,3 0 48 0,1 2 50 0,-4 0 58 0,3 0 61 16</inkml:trace>
  <inkml:trace contextRef="#ctx0" brushRef="#br0" timeOffset="69690.21">8186 8067 45 0,'0'3'272'0,"0"-1"66"0,0-2 36 0,0 2 20 0,0-2 19 0,4 2 17 0,-2-1 19 15,3 1 23-15,-1-1 24 0,-1-1 30 0,3 2 24 0,-1-2 26 0,1 1-62 16,3-1-100-16,-4 0-73 0,4 0-61 0,-3 0-35 0,3 0-22 0,0 0-18 15,-4-1-15-15,4-1-30 0,0 2-35 0,0-3-55 0,-3 2-62 0,3-3-72 16,-4 3-75-16,4-2-71 0,-3 0-69 0,3 0-68 0,-4-1-70 16,1 1-69-16,1-2-73 0,-2 1-34 0,-1-1-12 0,-2 2 1 0,3-2 10 15,-1 0 26-15,1 2 36 0,-1-2 45 0,-2 0 51 0,5 1 54 0,-5 0 54 16,3-1 61-16,2 0 67 0</inkml:trace>
  <inkml:trace contextRef="#ctx0" brushRef="#br0" timeOffset="69945.13">8516 7951 79 0,'-2'7'276'0,"-2"0"51"0,0-1 26 16,4 1 14-16,0 1 11 0,-1-2 9 0,1 1 12 0,0 1 4 0,1-4 11 15,-1 2 10-15,0 0 11 0,4-3-32 0,0 2-43 0,-2-1-74 0,1-1-91 16,-1 0-38-16,2-1-13 0,1 1-4 0,0-3 2 0,-1 1 3 0,1-1 3 16,1 0 5-16,1 0 3 0,-1-1 4 0,-1-2 5 0,0 1 7 0,-1-1 9 15,1 0 7-15,-1-1 8 0,1-1 4 0,-1 2 1 0,-2-1-1 0,2 0-2 16,-4-1-4-16,3 2-5 0,-1-2-8 0,-2 2-12 15,0-1-13-15,-2 1-14 0,-1 0-22 0,3 0-23 0,0 0-33 0,-4-2-41 0,4 4-64 16,-6-2-71-16,3 0-76 0,1 0-77 0,-2 1-72 0,3-1-69 16,-7 2-75-16,7-1-80 0,-3-1-67 0,-1 0-61 0,-1 0-24 0,-1 2-9 15,5-2 13-15,-2 0 19 0,4 3 47 0,-5-4 56 0,5 2 65 0,0 2 68 16,0 0 64-16,0-5 64 0,4 1 73 0</inkml:trace>
  <inkml:trace contextRef="#ctx0" brushRef="#br0" timeOffset="70677.78">8801 7818 75 0,'-2'6'347'0,"2"0"142"0,-3 0 86 0,3 0 69 0,0 1 44 0,0-1 34 16,-4 2 22-16,4-1 12 0,-2 1 12 0,-1-1 4 0,3 1 4 0,-4 1 3 16,4-2-89-16,-2 1-126 0,2-1-134 0,0 1-137 0,-3-1-89 0,3 1-66 15,0-2-47-15,0-1-37 0,0 2-27 0,3-3-24 0,-3 1-22 0,0-2-22 16,0 1-23-16,2-1-29 0,2-1-24 0,-4-1-27 0,0 2-29 0,0-3-32 15,3 2-25-15,-3-2-24 0,2 0-17 0,2 0-16 0,-1-2-11 0,-1 1-6 16,2-1-1-16,-2-1 3 0,1-1 15 0,1-1 19 0,-2 1 23 0,1-1 24 16,3-1 30-16,-3 0 29 0,-1 2 28 0,2-2 22 0,1 0 21 15,1 1 20-15,-3-1 16 0,1 1 16 0,-2 1 15 0,3-2 11 16,2 2 10-16,-5-1 10 0,4-1 7 0,-3 2 2 0,3-1 4 0,-3 2 1 16,3-1 4-16,-1-1 0 0,-5 2 4 0,4-1 1 0,1 0 3 0,-5 2 2 15,4 0 1-15,-4-1 0 0,0 3-3 0,2-1-6 0,-2 1-5 0,0 0-5 16,0 0-11-16,0 0-12 0,0 0-20 0,0 0-23 0,0 0-24 0,0 0-29 15,-2-2-31-15,2 2-30 0,0 0-29 0,-4 0-27 0,-1 0-23 0,1 0-19 16,2 2-15-16,-1 1-10 0,-3 0 1 0,3-1 4 0,-3 2 12 0,3 0 15 16,1 1 27-16,-4-2 35 0,3 1 39 0,-3 2 43 0,3-1 47 0,-3-1 51 15,3-1 44-15,1 3 41 0,-2-1 33 0,-1-1 28 0,1 0 24 0,4 1 19 16,-5 1 18-16,5-1 16 0,-6 1 6 0,6 0 1 0,-3-2 1 0,3 2-1 16,0 0-4-16,-2-1-12 0,2 2-4 0,0-1-1 0,0 0-1 0,0 0 4 15,0 0 5-15,0 0 9 0,0 0 0 0,0 0 1 0,0-1-3 16,0 1-6-16,0 0-7 0,0-2-11 0,0 1-14 0,0-2-16 0,2 1-16 15,-2-1-20-15,0 0-19 0,0 0-21 0,3-1-30 0,-3 1-29 0,0-3-31 0,2 1-29 16,2 1-29-16,-1-1-24 0,-1-1-23 0,2 0-23 0,1-1-20 0,-1-1-17 16,-2-1-17-16,5 0-19 0,-5 0-13 0,3-1-12 0,2-2-4 15,-1 0 2-15,-1 1 9 0,1-2 13 0,-3-1 20 0,3 2 18 16,-1-1 19-16,2-1 21 0,-5 2 18 0,4-1 16 0,1 1 20 0,-2 0 15 16,1 0 17-16,-3 1 18 0,3-1 15 0,-3 0 17 0,-1 2 11 0,2-1 8 15,1 0 5-15,-5 1 6 0,6 1 6 0,-6 0 5 0,0 0 6 0,3 0 7 16,-3 0 5-16,0 3 4 0,2-1 6 0,-2 1 4 0,0 0 3 0,4 0 5 15,-4 0 8-15,0 0 10 0,0 0 18 0,3 1 17 0,-1 0 24 0,-2 3 28 16,4-1 33-16,-1 0 40 0,-1 1 28 0,2 2 27 0,-2-1 13 0,1 2 10 16,-3 1-1-16,6-1-1 0,-3 2-4 0,-1 0-7 0,2 1-12 0,1 1-15 15,-5 1-21-15,4 0-26 0,1-1-37 0,-1 1-40 0,-2 0-32 0,1-2-27 16,-3 1-17-16,4-1-10 0,-2 0-6 0,-2 0-4 0,0-2-8 0,0 0-7 16,0 0-6-16,0-3-8 0,0 3-5 0,-2-2-5 0,-2 0-4 0,4-1-2 15,-3 1-4-15,1-2-4 0,-2 1-3 0,-1-1-1 0,1 1-7 0,2 0-8 16,-5 0-10-16,2 1-14 0,-4-1-22 0,1 0-25 0,1 2-52 0,-4-1-65 15,2-1-73-15,-2 0-81 0,-1 1-71 0,-3 1-63 0,1 1-78 0,-1-2-80 16,1 0-69-16,-6 0-65 0,-2 0-22 0,2 0-4 0,-3 0 11 16,-6 2 24-16,0-3 47 0,0 3 64 0,-7 0 75 0,-2-1 80 0,-2 2 71 15,-2 0 64-15,-1 2 75 0,-6 1 80 0</inkml:trace>
  <inkml:trace contextRef="#ctx0" brushRef="#br0" timeOffset="71426.78">4954 9403 78 0,'-9'2'358'0,"4"-2"150"0,-1 1 97 0,3-1 71 0,-6 2 46 0,3-2 34 0,4 0 26 0,-5 0 22 0,5 1 13 0,-3 1 9 15,1-1 6-15,1 1 6 0,1-2-84 0,2 0-128 0,0 0-139 0,0 0-148 16,0 0-94-16,0 0-71 0,0 0-46 0,0 0-37 0,0 0-25 0,0 0-18 15,0 0-12-15,0 1-6 0,5-1-6 0,-1 0-3 0,-2 0-1 0,1 2-2 16,3-2 1-16,3 0 2 0,-4 0 6 0,4 1 3 0,0-1 6 16,-3 0 9-16,3 0 3 0,2 0 3 0,-2 0 2 0,3-1 1 0,-4 1 1 15,4 0 1-15,-1-2 1 0,-2 1 0 0,4-1 0 0,-2 2 0 16,-2-1-2-16,1-1-1 0,3-1-7 0,-4 3-5 0,2-1-1 0,-2-1-5 16,0 0-5-16,0 1-2 0,-3 0-5 0,3 1-3 0,-4-2-3 0,6 1-2 15,-7-1-1-15,5 1-3 0,-4 1-3 0,0-2-3 0,-1 2-7 0,1-1-7 16,1 1-14-16,-2-2-17 0,-1 2-17 0,-1-1-14 0,3 1-19 0,-5-2-15 15,0 2-29-15,4 0-37 0,-4 0-82 0,0 0-103 0,4-2-88 0,-4 2-77 16,0 0-79-16,0 0-82 0,0 0-75 0,0 0-70 0,0 0-24 0,0 0-2 16,0 0 9-16,-8 2 12 0,3 0 29 0,0 1 33 0,-5 0 82 0,5 1 104 15,-4 0 87-15,0 4 79 0,0 0 85 0,-2-1 90 0</inkml:trace>
  <inkml:trace contextRef="#ctx0" brushRef="#br0" timeOffset="71822.61">4990 9592 256 0,'2'3'356'0,"-2"0"58"0,4-1 42 16,-2-1 44-16,1 2 35 0,3 0 37 0,3 0 31 0,-4 0 32 0,2-1 31 15,1-1 25-15,1 1 20 0,0-1-53 0,0 1-84 0,1-2-91 0,0 1-94 16,-1 1-60-16,-4-2-39 0,4 0-40 0,-4 0-34 0,3 0-35 0,-3 1-28 16,1-1-32-16,-3 1-27 0,-1-1-22 0,2 0-18 0,-3 2-9 0,-1-2-3 15,0 2 2-15,4-1 1 0,-4-1 1 0,0 3-1 0,-4 0 0 0,4 0 0 16,-1 0-3-16,-3 2-2 0,2-1-1 0,-1 1-1 0,-3 0-4 0,3 3-2 15,-7-2-5-15,5 1-8 0,0 1-1 0,-1 0-3 0,-3-2-2 0,4 1 4 16,-3-2-1-16,3 1 2 0,0-2 3 0,-4 1 6 0,3-2 3 16,3-1 3-16,-3 2-4 0,3-3-8 0,-3 2 1 0,6-3 5 0,-2 2 2 15,2-2-1-15,-3 1-4 0,3-1-1 0,0 0-4 0,0 0-4 0,0 0-3 16,0 0-4-16,0 0-4 0,5 0-1 0,-1 2 3 0,1-2 8 0,1 1 1 16,-1-1-2-16,4 2-2 0,-4-1-4 0,8 1 1 0,-4-2-2 0,2 2 1 15,-2-2 4-15,6 2-1 0,-6-2 2 0,1 0-1 0,3 0-1 16,-4 0 1-16,0 0-1 0,-2 0-2 0,2 0-5 0,0 0 1 0,1 0 2 15,-5-2 2-15,0 2-1 0,3 0-2 0,-7 0-7 0,5-1 1 0,-3 0 4 16,3 1-2-16,-6 0-2 0,0 0-5 0,0 0-8 0,4 0-11 0,-4 0-14 16,0 0-45-16,0 0-56 0,0 0-83 0,-4-3-99 0,4 1-75 0,-2-1-63 15,-2 0-69-15,1 0-68 0,1-2-83 0,-3 0-86 0,1-1-38 0,-1-1-11 16,-1 0 5-16,-1 0 8 0,1-2 42 0,1 1 55 0,0-2 84 0,-3 1 99 16,3-2 77-16,0 1 70 0,-5-1 65 0,5-1 68 0</inkml:trace>
  <inkml:trace contextRef="#ctx0" brushRef="#br0" timeOffset="72057.07">5077 9003 70 0,'-4'-5'372'0,"4"2"181"0,0 0 96 0,-1 0 59 0,1 3 30 0,0 0 21 0,0 0 15 0,0 0 13 0,0 0 13 0,0 0 8 15,-4 3 10-15,4-1 9 0,0 1-81 0,0 0-120 0,-4 3-158 0,3 0-177 16,1 1-92-16,0 2-58 0,-4 3-30 0,4 2-18 0,0-1-13 0,-2 3-17 15,-1 0-14-15,3 2-13 0,-4-2-19 0,2 1-22 0,2-1-26 0,-3-1-28 16,3 0-59-16,0 0-74 0,0-3-84 0,0 2-91 0,0-2-77 0,3-2-71 16,-1 0-85-16,2 0-90 0,-1-1-63 0,3-3-47 0,-5 0-16 0,7 0 1 15,-3-2 15-15,1 1 20 0,-1-4 55 0,2 1 73 0,-1-1 83 0,3-2 88 16,-4 1 77-16,4-2 69 0,0 2 85 0</inkml:trace>
  <inkml:trace contextRef="#ctx0" brushRef="#br0" timeOffset="72355.25">5392 9211 55 0,'5'2'330'0,"-5"-1"132"16,4 1 89-16,-1-1 67 0,-1-1 50 0,2 3 41 0,1 0 29 0,-1 0 24 16,-2 0 20-16,1 1 19 0,3-2 9 0,-1 3 5 0,-1-1-77 0,1 1-113 15,4-1-122-15,-3 1-127 0,-1 1-84 0,4-1-67 0,-3 2-47 0,3-1-43 16,-2 3-30-16,-2-2-25 0,4 2-22 0,-3 0-17 0,3 0-10 0,-4 2-7 15,1-1-6-15,-1 1-6 0,4-1-6 0,-5 2-6 0,1 0-3 0,-1-2-1 16,-2 1-4-16,1 0-2 0,-1-2-8 0,2 1-9 0,-4-1-14 16,0 0-17-16,3 0-38 0,-1-3-47 0,-2 0-70 0,0 0-82 0,0-1-69 15,0-3-61-15,-2 2-63 0,2 0-61 0,-3-1-62 0,3-1-63 0,0-2-51 16,-6 3-45-16,1-2-10 0,1 1 7 0,4-2 34 0,0 0 43 16,0 0 69-16,-5-2 83 0,1-2 69 0,4-1 61 0,0 1 64 0,0-2 60 15,0-2 66-15</inkml:trace>
  <inkml:trace contextRef="#ctx0" brushRef="#br0" timeOffset="72512.25">5573 9264 151 0,'0'-5'392'0,"0"2"106"0,0 0 80 16,0 3 64-16,0 0 59 0,0 0 38 0,0 0 33 0,0 0 22 0,-4 5 17 15,4-2 14-15,-2 1 10 0,-1 0-31 0,1 4-51 0,-2-2-120 0,-1 3-147 16,1 0-97-16,-5 2-71 0,4-1-65 0,-1 2-55 0,-3 0-39 16,4-1-31-16,-4 2-25 0,3-1-19 0,-3 0-19 0,4 0-20 0,-4 0-24 15,3 0-27-15,-1-1-32 0,2-1-31 0,-1-1-67 0,3 2-85 16,1-2-100-16,-2 0-111 0,-1-2-111 0,5 2-113 0,-4-3-90 0,4 0-81 15,0-3-32-15,0-3-8 0,0 6 6 0,0-6 11 0,4 3 18 0,-4-3 23 16,0 0 57-16,5 0 77 0,-1 0 100 0,1-1 112 0,1-1 109 0,-1 1 115 16</inkml:trace>
  <inkml:trace contextRef="#ctx0" brushRef="#br0" timeOffset="72761.38">5701 9427 289 0,'0'0'561'0,"0"3"109"0,0-3 50 16,0 0 23-16,0 2 11 0,0-2 2 0,4 0 4 0,-4 0 4 0,0 0 6 15,2 1 1-15,-2-1 4 0,3 2-55 0,-3-2-78 0,2 0-184 0,2 0-236 16,1 0-106-16,-1 0-50 0,-1 0-22 0,3 0-10 0,-5 0-4 0,9 0-3 16,-7 0-4-16,3 0-7 0,3 0-8 0,-4-2-11 0,0 2-30 0,5-1-38 15,-7 1-65-15,6 0-80 0,-3-2-70 0,-5 2-67 0,7 0-62 0,-7 0-55 16,3-1-65-16,1 1-73 0,-5 0-64 0,0 0-62 15,0 0-23-15,4-5-5 0,-4 5 23 0,0-1 28 0,0 1 66 0,0 0 74 0,0 0 72 16,2-6 68-16,-2 6 59 0,0 0 58 0,0-3 65 0</inkml:trace>
  <inkml:trace contextRef="#ctx0" brushRef="#br0" timeOffset="73147.21">5953 9277 55 0,'5'2'312'0,"-1"-2"108"0,-3 1 76 0,5 1 60 0,-3-1 53 0,1 2 48 16,-2 2 39-16,1-2 30 0,-1 0 20 0,2 0 16 0,1 0 11 0,-1 1 14 16,-4-1-76-16,5 3-114 0,-1-3-108 0,1 2-105 0,-1-1-72 0,-2 1-61 15,1-1-51-15,-1 1-47 0,2 1-33 0,-1 0-27 0,-1 0-20 0,-2 1-13 16,0-1-12-16,0 3-12 0,0-1-7 0,0 1-7 0,0-2-1 0,0 2-3 16,-2 0-1-16,-1 0 2 0,-1 0-2 0,2 0-2 0,-1 0-3 0,1-1-2 15,-2 0 1-15,1 0-1 0,-3 0 2 0,1-1 2 0,1 1 1 0,-1-2 3 16,-1 1 3-16,3-1 3 0,-3-1 1 0,3-1 1 0,1-1 1 0,-3 2 3 15,1-2 1-15,0 0-1 0,4-1 0 0,-1 0 0 0,-3-2-3 0,4 0-6 16,0 3-1-16,0-3-1 0,0 0-4 0,0 0-4 0,0 0-4 16,0 0-1-16,0 0-3 0,0 0-1 0,0 0-4 0,0 0 1 0,0 0-2 15,4-1-2-15,-4 1 1 0,1-2 1 0,3 2 0 0,0-2-2 0,-3 2 1 16,5-1-1-16,-3 0-2 0,3 1-5 0,-3-3-8 0,3 1-5 0,-1 1-10 16,3-1-10-16,-3-1-10 0,0 0-13 0,1 0-22 0,-3 0-25 0,3 2-62 15,-1-2-79-15,1-2-76 0,1 2-80 0,-2-1-68 0,1-1-64 16,-3 1-72-16,3 1-75 0,-1-2-51 0,-1-1-32 0,-2 0-9 0,1 0 3 15,3 2 17-15,-3-2 23 0,1-2 62 0,-2 4 78 0,1-2 78 0,-1 0 82 16,2 0 72-16,-4 0 66 0,5 3 82 0</inkml:trace>
  <inkml:trace contextRef="#ctx0" brushRef="#br0" timeOffset="73339.99">6177 9346 177 0,'2'0'332'0,"-2"0"59"0,0 0 38 15,3 0 37-15,3 2 35 0,-6-1 38 0,3 1 39 0,1-1 37 0,-2-1 41 16,3 2 21-16,-1-1 16 0,1-1-44 0,-1 0-72 0,5 0-96 0,-4 0-105 16,1 0-59-16,3-3-36 0,-4 3-37 0,4-1-34 0,0-1-55 0,-3 1-63 15,3 1-83-15,-4-2-90 0,4-1-81 0,-3 2-76 0,3-1-66 0,-4 1-62 16,-1 1-69-16,1-2-69 0,-5 2-73 0,0 0-74 0,4-3-32 16,-4 3-16-16,0 0 11 0,0 0 23 0,0 0 39 0,0 0 54 15,0 0 57-15,0 0 59 0,-6 0 59 0,3 2 59 0,-3 1 66 0,3 0 69 16</inkml:trace>
  <inkml:trace contextRef="#ctx0" brushRef="#br0" timeOffset="73514.49">6220 9444 39 0,'0'1'295'0,"0"2"62"0,0 0 35 15,0-1 30-15,0 1 25 0,0-1 35 0,4 0 32 0,-2 1 39 0,1 0 41 16,-3 0 38-16,4-1 35 0,-2 1-5 0,1-2-27 0,-1 0-94 0,2-1-118 16,1 0-61-16,-1 0-31 0,1 0-30 0,1 0-25 0,-3 0-38 0,3-1-43 15,-1 0-74-15,-1 1-83 0,1-2-98 0,1 1-102 0,3-1-83 0,-6 1-68 16,6-2-60-16,0 0-52 0,-3-1-61 0,-1 2-64 0,1-3-61 0,-1 1-63 15,2-2-22-15,-1 1-2 0,3-1 26 0,-4 0 43 0,1 1 58 0,-1 0 67 16,2 0 60-16,-1-1 54 0,-1 2 49 0,4-1 48 0,0 1 60 0</inkml:trace>
  <inkml:trace contextRef="#ctx0" brushRef="#br0" timeOffset="73805.87">6497 9343 4 0,'-2'6'254'0,"2"2"87"0,-3-1 50 16,3-1 33-16,0 3 29 0,0 0 26 0,0 0 31 0,0 0 32 0,3 2 30 15,-1-4 30-15,-2 1 24 0,4 1 22 0,-3-2-50 0,7-1-85 0,-7 0-76 16,7-1-74-16,-3-1-40 0,1 1-19 0,3-3-19 0,-4 0-17 16,4 0-25-16,-4-2-26 0,4 0-24 0,1 0-25 0,-1-2-17 0,-2 0-19 15,2 1-11-15,-2-3-10 0,0 2-9 0,1-2-7 0,-3-1-8 0,0 1-6 0,1-1-4 16,-3 1-5-16,3-1 0 0,-2 1 1 0,-3-1-3 0,3 1-1 16,-4-1-3-16,0 2-3 0,0-1-3 0,0 1 0 0,0 0-3 0,-4-2-4 15,3 2-5-15,-3 0-3 0,0-1-6 0,2 1-6 0,-1 0-6 0,-3 0-12 16,3-1-9-16,-3 2-12 0,5-1-17 0,-7 0-14 0,3 1-31 0,-1-1-34 15,3 0-75-15,-6 2-91 0,3-1-86 0,1 1-77 0,0-1-77 0,1 1-74 16,-2-1-91-16,3 1-93 0,-3 1-37 0,1-2-13 0,5 2 3 0,-5-1 6 16,5 1 29-16,-8-2 30 0,8 2 74 0,0 0 93 0,0 0 81 0,0 0 80 15,0 0 76-15,0 0 77 0</inkml:trace>
  <inkml:trace contextRef="#ctx0" brushRef="#br0" timeOffset="74044.62">6763 9349 264 0,'3'-1'339'0,"3"1"38"0,-4 0 30 0,1 0 27 0,3 0 42 0,-3 0 53 0,3 1 47 15,-1-1 49-15,2 0 33 0,-1 0 22 0,-1 0-6 0,4 0-19 0,-3 0-91 16,3-1-122-16,0-1-57 0,-4 0-31 0,4 1-22 0,-3 0-22 16,3-1-41-16,0 1-46 0,-4-1-49 0,4 1-45 0,-3-1-33 0,3 1-23 15,-4-1-12-15,1-1-11 0,3 1-13 0,-4 0-16 0,-1-1-33 0,1 1-45 0,-1-1-62 16,1 2-69-16,-5-1-69 0,4-1-65 0,-4 3-66 0,2 0-66 15,-2 0-79-15,0 0-82 0,0 0-57 0,0 0-46 0,0 0-14 0,-6 0-1 16,1 0 22-16,1 3 37 0,-1 0 54 0,-1-1 69 0,1 1 60 0,-2 1 63 16,1-1 64-16,1 2 68 0,1 1 78 0</inkml:trace>
  <inkml:trace contextRef="#ctx0" brushRef="#br0" timeOffset="74230.64">6815 9462 126 0,'0'0'301'0,"0"3"53"0,0-3 28 16,4 3 25-16,-2 0 23 0,1-2 30 0,-1 1 28 0,2-1 34 0,1 0 36 15,2-1 35-15,-1 0 36 0,-1-1-18 0,4 0-44 0,-3-1-72 0,3 1-87 16,-4 1-43-16,4-2-20 0,-3-1-19 0,3 2-19 0,-4-1-26 16,1-1-29-16,3 1-34 0,-6 0-35 0,3 2-36 0,-1-2-34 0,2 1-27 15,-1-1-23-15,-4 1-21 0,5-1-20 0,-5 2-25 0,1-1-27 0,-1 1-42 16,-2 0-46-16,4-2-56 0,-4 2-58 0,0 0-54 0,0 0-53 0,0 0-58 16,0 0-56-16,0 0-68 0,0-1-66 0,0 1-56 0,-6-3-47 0,3 0-8 15,1 1 8-15,-2-1 34 0,-1 0 38 0,1 2 52 0,-1-2 58 16,1 0 54-16,-1-1 53 0,3 2 56 0,-2-1 61 0,1 0 65 0</inkml:trace>
  <inkml:trace contextRef="#ctx0" brushRef="#br0" timeOffset="74492.66">6935 9241 99 0,'0'0'293'16,"3"0"60"-16,-1 2 40 0,2-1 34 0,-4 1 39 0,3-1 42 0,-1 2 46 15,2-2 51-15,-4 1 54 0,2 1 35 0,1 0 30 0,1 0-25 0,-2-1-47 16,1 1-79-16,3-1-93 0,-3 3-54 0,-1-2-29 0,5 2-34 0,-5-1-30 15,4 1-37-15,1-1-38 0,-2 2-46 0,1 0-51 0,-3 0-34 0,3 0-26 16,-1 1-16-16,-1 0-9 0,1 0-10 0,-1 1-9 0,-2-2-7 0,1 0-7 16,-1 1-4-16,2-1-7 0,-4 2-5 0,0-1-6 0,0 1-8 0,-6-1-7 15,6 1-9-15,-3 0-7 0,-3 2-16 0,3-1-19 0,-5 1-37 0,1-1-47 16,2 3-79-16,-4-3-91 0,3 2-75 0,-3-2-74 0,0 1-76 16,4-1-82-16,-4 0-76 0,-2 0-78 0,2-1-28 0,0-1-11 0,0 1 3 15,3-2 16-15,-3-1 34 0,4 2 46 0,-1-3 76 0,1-1 92 0,1 0 76 16,4-3 72-16,0 0 79 0,0 0 82 0</inkml:trace>
  <inkml:trace contextRef="#ctx0" brushRef="#br0" timeOffset="75042.25">7372 9244 87 0,'4'-3'332'0,"-2"-1"105"0,-2 2 63 0,3-1 45 0,-1 2 45 0,2 1 48 0,1 0 33 0,-1 0 29 16,0 0 23-16,1-2 17 0,0 1 13 0,1-1 8 0,-1 1-80 0,4-1-125 15,0 1-104-15,0 1-97 0,0 0-56 0,2 0-42 0,-2 1-42 0,0 1-41 16,2 1-32-16,2 0-26 0,-4-1-22 0,2 3-13 0,-2 1-12 0,0 1-6 16,2 0-8-16,-2 0-7 0,0 2-6 0,0 0-4 0,-4 0-5 0,4 2-5 15,-3-1-1-15,-1 2-4 0,-1-1-4 0,1 1-2 0,-1 0-2 0,-2 0-2 16,1-2-5-16,-3 2-10 0,0-1-11 0,0-1-14 0,-3-1-24 0,3 2-32 15,-2-1-59-15,-2-1-75 0,1-1-73 0,-3 1-74 0,4-2-62 0,-1-1-58 16,-3 0-58-16,3 0-55 0,1-1-65 0,-2-2-71 0,1-2-31 0,3-1-14 16,0 0 10-16,-6-1 24 0,1-1 57 0,1-2 72 0,4-2 74 0,0 0 72 15,0-2 64-15,0 1 60 0,0-2 53 0,4-2 59 0</inkml:trace>
  <inkml:trace contextRef="#ctx0" brushRef="#br0" timeOffset="75242.67">7626 9253 295 0,'0'-4'384'16,"0"-1"50"-16,0 2 45 0,0 3 44 0,0-3 50 0,0 3 59 0,0 0 49 15,0 0 44-15,-6 2 26 0,3-1 22 0,1 2-5 0,-2-1-16 0,-1 2-102 16,-1-1-143-16,1 3-73 0,-2 0-45 0,-1 2-39 0,1-1-41 0,-4 2-51 16,2 2-59-16,0-1-46 0,0 1-47 0,-2-1-28 0,2 2-22 0,-2 0-20 15,2 0-21-15,0 0-24 0,0 0-29 0,0-2-56 0,4 1-70 0,-4-2-84 16,7 0-91-16,-5-1-79 0,5-1-71 0,-2 1-85 0,4-3-87 16,0-5-67-16,0 5-53 0,0-5-19 0,4 5-6 0,-4-5 12 0,5 0 20 15,1-2 49-15,-3-1 63 0,3 0 82 0,3-3 90 0,-4 0 77 0,4-1 73 16,-3-1 84-16</inkml:trace>
  <inkml:trace contextRef="#ctx0" brushRef="#br0" timeOffset="75433.58">7796 9256 172 0,'5'2'340'0,"-5"-2"41"16,5 1 31-16,-5-1 29 0,8 0 28 0,-6 2 28 0,3-1 39 0,-1-1 41 15,1 2 25-15,-1-1 18 0,1 1 0 0,0-1-4 0,1-1-102 0,3 1-145 16,-5-1-74-16,5 0-42 0,0 0-29 0,-4-1-27 0,4 1-32 0,-3-1-33 15,3 1-41-15,-4 0-51 0,4-2-49 0,-4 2-49 0,5-1-54 0,-5 1-54 16,0-2-42-16,-1 2-39 0,1 0-39 0,1 0-35 0,-3 0-42 16,-3 0-40-16,0 0-54 0,0 0-57 0,0 0-39 0,0 0-34 0,0 0 8 15,-3 3 26-15,1 0 39 0,-2 0 51 0,-1 0 42 0,0 0 34 0,1 2 39 16,-5-1 34-16,3 1 39 0,1-1 45 0,1 1 53 0</inkml:trace>
  <inkml:trace contextRef="#ctx0" brushRef="#br0" timeOffset="75592.25">7830 9396 129 0,'-5'3'286'15,"5"-1"44"-15,0 0 23 0,-4 1 14 0,4-3 14 0,4 3 16 0,-4 0 14 16,0-1 24-16,3 1 22 0,-1-2 25 0,-2 0 26 0,4 3-25 0,-3-3-49 16,3 1-69-16,1-1-75 0,-1 1-37 0,2-1-17 0,-1-1-14 0,4 2-12 15,-4-2-17-15,3 0-21 0,-3-2-41 0,0 2-50 0,5-1-68 0,-5-1-69 16,0-1-64-16,3 2-67 0,-3-1-73 0,0 0-81 0,1 0-86 0,-2-1-91 16,-3-2-40-16,3 2-18 0,1-2-6 0,-1 3-1 0,-4-3 20 0,5 2 27 15,-5-1 39-15,4-1 43 0,-2 1 47 0,1-1 44 0,1 1 62 0,2-1 68 16</inkml:trace>
  <inkml:trace contextRef="#ctx0" brushRef="#br0" timeOffset="75944.78">8197 9139 13 0,'0'1'261'0,"0"-1"90"0,0 4 51 15,-2-1 32-15,-1 0 32 0,3 3 31 0,-2 0 36 0,-2-2 39 16,1 2 39-16,1 0 38 0,-2 2 30 0,1-1 24 0,1-1-55 0,-4 2-90 15,3 1-85-15,-3-2-83 0,3 1-44 0,1 1-28 0,-2-2-27 0,1 1-28 16,1-1-32-16,-2 0-37 0,2 1-38 0,-1 0-35 0,3-1-25 0,-4-1-22 16,4-1-10-16,0 0-4 0,0 2-6 0,4-3-5 0,-4 1-1 0,0-1-1 15,5 1 1-15,-5-1 0 0,6 1 1 0,-3-1 4 0,3 1-1 0,3-1-3 16,-4 1 1-16,4-1 1 0,0 1-2 0,2-1-7 0,-2-1-1 0,0 2-2 16,4-3 0-16,-6 0-2 0,6 1-4 0,-2-3-4 0,-2 2-4 0,0-1-2 15,2-1-2-15,-2 0-2 0,0 0-4 0,-4 0-3 0,4 0-1 0,-3 0-2 16,1 0 0-16,-2-1-2 0,1 1-2 0,-3 0-2 0,-1-2-5 0,2 2-5 15,-2 0-8-15,-2 0-11 0,0 0-19 0,3-1-21 0,-3 1-61 0,0 0-77 16,0 0-82-16,0-4-86 0,0 3-65 0,-3-2-59 0,1-1-61 0,2 1-63 16,-4-2-71-16,2 2-75 0,-1-3-28 0,-1 0-7 0,-1 0 10 0,5 0 21 15,-6 0 58-15,3-2 77 0,-3 1 82 0,3 0 84 0,1-2 68 0,-2 1 58 16,2-1 62-16,-1 0 64 0</inkml:trace>
  <inkml:trace contextRef="#ctx0" brushRef="#br0" timeOffset="76124.44">8320 9172 46 0,'0'6'303'0,"-3"2"108"0,1-1 82 0,2 1 76 16,-4 2 66-16,2 2 64 0,-1 0 40 0,3 2 32 0,-6-1 18 0,6-1 12 16,-3 2 6-16,1-1 7 0,-2 2-78 0,1-1-115 0,1-2-109 0,-2 1-105 15,2 1-85-15,-1-2-76 0,-1 0-75 0,2 0-71 0,-1-2-60 0,3 2-52 16,0-1-70-16,-4-1-80 0,4 2-84 0,0-1-86 0,0-2-73 0,0 0-65 16,0 0-71-16,4-2-76 0,-4 1-69 0,0-4-69 0,0-4-27 0,0 5-4 15,0-5 12-15,3 4 18 0,-3-4 51 0,0 0 65 0,0 0 78 0,0 0 81 16,2-1 72-16,5-1 63 0,-5-1 71 0,4 2 76 0</inkml:trace>
  <inkml:trace contextRef="#ctx0" brushRef="#br0" timeOffset="76319.6">8440 9516 97 0,'0'1'419'0,"3"2"119"0,-3-1 82 0,0 1 54 0,0-3 37 16,6 1 22-16,-6 1 16 0,0-2 7 0,0 0 6 0,0 0 1 0,0 0-1 15,0 0-27-15,0 0-45 0,0 0-151 0,3 1-207 0,-3-1-146 0,2 2-117 16,-2-2-123-16,0 1-117 0,0-1-95 0,0 1-85 0,4 1-84 16,-4 0-84-16,0-2-87 0,0 0-85 0,0 0-41 0,0 0-20 0,0 0-1 15,0 0 0-15,0 0 29 0,0 0 37 0,0 0 67 0,0 0 79 0,0 0 76 16,3 4 71-16,-3-4 74 0,2 3 79 0</inkml:trace>
  <inkml:trace contextRef="#ctx0" brushRef="#br0" timeOffset="76903.24">9053 9097 36 0,'0'0'280'16,"0"0"92"-16,0 0 53 0,0 2 33 0,2-1 34 0,-2 2 33 0,3 0 37 0,-3-1 37 0,4 1 31 0,-4-3 31 0,0 0 17 0,0 0 12 16,0 0-69-16,0 0-108 0,0 1-95 0,0-1-89 0,0 0-52 0,0 0-33 15,0 0-43-15,0 0-49 0,2 2-80 0,-2-2-94 0,3 0-94 0,-3 1-92 16,0 1-76-16,0-2-63 0,4 2-64 0,-2 2-68 0,-2-4-73 0,0 0-84 15,-2 4-37-15,2-4-16 0,-4 5 2 0,4 1 11 0,-3 0 44 0,3 0 55 16,-6 0 62-16,6-2 65 0,-5 2 56 0,5 0 52 0,-4 0 58 16,-1 0 63-16</inkml:trace>
  <inkml:trace contextRef="#ctx0" brushRef="#br0" timeOffset="77067.95">8973 9294 216 0,'0'4'324'0,"-2"-1"44"0,-1 0 23 0,3 1 17 0,0 0 15 16,0 0 13-16,0 1 13 0,0-2 7 0,0-1 7 0,0 3 2 0,0-3-1 15,0 1-65-15,0 0-98 0,0-2-104 0,0-1-108 0,-4 3-65 0,4-3-46 0,0 0-45 16,0 0-41-16,4 3-43 0,-4-1-46 0,0-1-48 0,5-1-49 16,-5 0-55-16,0 0-64 0,4 0-22 0,1-1-4 0,1-1 9 0,1-1 18 15,-2 2 20-15,1-2 25 0,-1-2 23 0,4 2 30 0,0-2 30 0,-3 3 33 16,3-1 40-16</inkml:trace>
  <inkml:trace contextRef="#ctx0" brushRef="#br0" timeOffset="77158.38">9114 9307 145 0,'2'0'259'15,"2"1"33"-15,1-1 14 0,-5 2 11 0,5 0 2 0,-5 1 3 0,4-2 0 16,-4 2-5-16,4 0-10 0,-2 0-23 0,-2 0-27 0,3 2-108 0,-3-2-143 15,6 0-118-15,-6-3-112 0,0 4-52 0,5-1-24 0,-5-3-12 0,4 3-6 16,-1-1-2-16,-1-1-3 0,-2-1 7 0,5 0 9 0,4 0 23 0,-5-1 27 16,5-1 59-16</inkml:trace>
  <inkml:trace contextRef="#ctx0" brushRef="#br0" timeOffset="77472.64">9592 9024 73 0,'0'-3'375'0,"3"1"176"0,-3 2 87 0,0 0 39 16,0 0 27-16,0 0 19 0,0 0 18 0,0 0 18 0,2 2 15 0,-2 1 14 15,0-1 10-15,0 3 6 0,0 0-82 0,0 1-121 0,0 3-158 0,0 0-176 16,-2 3-80-16,-1 1-40 0,3 1-24 0,-2 1-19 0,-2 1-20 0,4 1-16 15,-3-1-16-15,1 2-14 0,-2-1-13 0,1 1-10 0,1-1-9 0,2 1-10 16,-4-1-10-16,2 0-8 0,2-2-16 0,-3-2-14 0,3 0-23 0,0 0-27 16,-4-1-48-16,4-3-54 0,0 0-58 0,0-2-60 0,0 0-51 0,4-2-44 15,-4 0-50-15,0-2-48 0,0-3-58 0,0 0-58 0,0 0-49 0,0 0-48 16,0 0 0-16,0-6 14 0,3-2 41 0,-1 1 53 0,-2-1 57 0,0-1 61 16,4 0 51-16,-4-1 48 0,5-1 54 0,-1 1 53 0,-2-1 64 0</inkml:trace>
  <inkml:trace contextRef="#ctx0" brushRef="#br0" timeOffset="77685.5">9680 8995 16 0,'-3'3'285'15,"3"2"116"-15,0-1 80 0,-4 1 64 0,4 2 61 0,0 0 53 0,4 4 42 16,-4 0 29-16,0-1 19 0,0 1 16 0,3 1 13 0,-3 1 13 0,2-1-64 16,2 3-97-16,-2-1-111 0,1 1-113 0,-3-2-78 0,6 2-67 0,-3 0-56 15,-1-1-57-15,2-1-37 0,1 2-29 0,-1-1-20 0,-1-1-16 16,-1-1-19-16,2-1-22 0,-2-1-20 0,1 1-21 0,-3-1-23 0,6-2-27 15,-6-1-36-15,0 1-43 0,0-4-53 0,0 1-57 0,0-1-49 0,0-1-46 16,-2-1-39-16,-2 1-29 0,4-2-27 0,-3 1-20 0,1-2-16 0,-2 1-12 16,-1-1-4-16,1 0-4 0,-1-1 5 0,1 1 8 0,-1-3 8 0,-1 1 7 15,1 1 27-15,-4-2 34 0,3 0 32 0,-3 0 32 0,6-1 28 0,-8 2 28 16,5-3 29-16,-1 1 28 0,2-1 26 0,-1 1 26 0,3-1 33 0</inkml:trace>
  <inkml:trace contextRef="#ctx0" brushRef="#br0" timeOffset="77807.24">9606 9298 123 0,'-2'-4'271'0,"-1"-2"50"0,3 3 30 15,0-2 17-15,-4 1 8 0,4 1 11 0,0-1 9 0,0 3 12 0,0 1 17 16,4-1 14-16,-4-2 17 0,3 1-30 0,-1 1-50 0,-2-1-75 0,4-1-88 15,1 0-44-15,-1 1-25 0,-2 0-14 0,5-1-12 0,-2 0-20 16,-3-2-26-16,7 2-38 0,-5-1-46 0,1 1-49 0,4-2-49 0,-3 2-58 16,-1-1-59-16,4-2-67 0,-3 1-72 0,1 1-53 0,-2-3-44 0,1 2-18 15,-1-1-9-15,2 1 9 0,1-1 15 0,-5 0 24 0,3 2 31 0,3-2 31 16,-4 1 36-16,4 1 43 0,0-1 46 0,2 1 61 0</inkml:trace>
  <inkml:trace contextRef="#ctx0" brushRef="#br0" timeOffset="78011.12">9921 9028 174 0,'-6'3'291'0,"6"0"43"0,-5 0 27 16,1 3 23-16,4 0 24 0,-1 3 36 0,-3 0 38 0,-1 2 57 0,1-1 63 15,-1 1 50-15,-1 1 45 0,2 0-26 0,3 0-59 0,-3 1-65 0,0 1-69 16,3-2-38-16,-3 1-24 0,2 1-23 0,-1-1-20 0,3 1-35 0,0-1-41 16,3 1-59-16,-1-1-69 0,-2-1-58 0,5 0-59 0,-1 0-74 0,1 0-87 15,1-2-94-15,3 0-96 0,-4-2-90 0,4 0-83 0,4 0-104 0,-2-2-112 16,-2-2-49-16,0-1-24 0,5-1-7 0,1-2-2 0,-4 0 10 0,7 0 10 15,-4-3 48-15,1-2 64 0,-1 2 80 0,4-1 87 0,0-1 86 0,-1-1 82 16</inkml:trace>
  <inkml:trace contextRef="#ctx0" brushRef="#br0" timeOffset="79253.44">10335 8980 94 0,'0'-1'282'0,"0"-2"51"0,0 1 33 0,4 1 24 0,-4-1 22 0,0 2 23 0,0 0 28 16,0 0 37-16,0 0 37 0,5 0 42 0,-5 0 46 0,0 0 1 0,0 0-21 15,0 0-62-15,0 0-80 0,0 0-37 0,0 0-20 0,0 0-18 0,0 0-16 16,0 0-19-16,0 0-22 0,-2 2-29 0,2 1-34 0,0-2-40 0,-3 2-40 16,3 0-35-16,0 2-33 0,0-1-22 0,-4-1-18 0,4 3-11 0,0 0-6 15,-2 0-6-15,2 0-4 0,-3 1-8 0,1 1-12 0,-2-2-2 0,4 2 4 16,-3-2-2-16,3 1 0 0,-6-1-5 0,6 0-4 0,-3-1 0 15,1 0-1-15,-2 2-1 0,4-1-1 0,-5-3-1 0,5 1-4 16,-4 1 5-16,2-1 6 0,-1 1-3 0,1-1-4 0,-2-1-5 0,1 2-3 16,3-2-2-16,-2 1-2 0,-2 0-1 0,4 0-1 0,-5-1-1 0,5 0-2 15,0 0 0-15,-4 0 0 0,4-2-2 0,0 0-2 0,0-1-2 0,-2 4 0 16,2-4 0-16,0 0 1 0,0 0 1 0,0 0 1 0,0 0 0 0,0 0-2 16,2 1 1-16,-2-1-1 0,0 0 1 0,0 2-1 0,0-1 1 0,0-1 2 15,4 2 1-15,-4-1-1 0,5 1-1 0,-5-2 0 0,4 1-1 0,-2 1-1 16,-2-2 1-16,0 0-4 0,3 2 4 0,1-2 4 0,-2 2 1 0,-2 0 2 15,3-1 2-15,-3-1 2 0,2 0 1 0,-2 0-1 0,0 2 1 0,0-2-1 16,4 1 1-16,-4-1 1 0,0 0 3 0,0 2 4 0,0-2-2 0,0 0-4 16,0 0 1-16,0 0-1 0,0 0 1 0,0 0-1 0,0 0 4 0,0 0 2 15,0 0 4-15,0 0 2 0,0 0 4 0,0 0 2 0,0 0 5 16,0 0 3-16,0 0 3 0,0 0 6 0,0 0 2 0,0 0 1 0,0 0 1 16,0 0 1-16,0 0-2 0,0 0-2 0,0 0-2 0,0 0 0 0,0 0-5 15,0 1-3-15,0-1-3 0,0 0-3 0,0 0-3 0,0 0-2 16,0 0-4-16,0 0-6 0,0 0-6 0,0 0-3 0,0 0-4 0,0 0 1 15,0 0-1-15,0 0-4 0,0 0-2 0,0 0-2 0,0 0-2 0,0 0 1 16,0 0-3-16,0 0-3 0,0 2 1 0,0-2 4 0,3 3 1 0,-1-2-1 16,-2 0 2-16,4-1-1 0,1 2 2 0,-1 0 2 0,-2 1 5 0,7-2 7 15,-4 1 3-15,2-1-2 0,1 1 3 0,1 1 0 0,3-2 4 0,-3 1 1 16,2-2 3-16,-2 1 3 0,2 1 3 0,4-2 0 0,-6 0 1 0,5 0-1 16,-5 0-2-16,6-2-4 0,-6 2 0 0,1-1 1 0,3-1-1 0,-2 1 2 15,-2-1-2-15,0 1-3 0,0-1-2 0,2-1-3 0,-2 2 0 0,0-1 1 16,-4 1 1-16,4-1 0 0,-3 0 0 0,3 0 0 0,-4 0 0 0,-1 1 1 15,1-1-1-15,1 2-2 0,-3-1 0 0,1-1 2 0,-2 1-1 16,2-1-1-16,-4 2-1 0,0-1-1 0,0 1-1 0,0 0-1 0,0 0-1 16,0 0-3-16,0 0-2 0,0 0 0 0,0 0-3 0,0 0 0 0,0 0-12 15,0 0-13-15,0 0-18 0,0 0-20 0,0 0-22 0,0 0-24 0,0 0-19 16,0 0-18-16,0 0-24 0,0 0-25 0,0 0-55 0,-4-2-71 16,4 2-85-16,-6-2-89 0,6 2-63 0,-3-2-46 0,-3 2-45 0,1-2-40 15,1 1-47-15,3-1-57 0,-5-1-26 0,-1 0-13 0,5-2 8 0,-2 3 19 16,-1-1 54-16,1-2 67 0,-1 1 86 0,1-1 92 0,4-1 71 0,-5 0 60 15,5-2 61-15,-2 1 61 0</inkml:trace>
  <inkml:trace contextRef="#ctx0" brushRef="#br0" timeOffset="79522.22">10577 8858 82 0,'0'0'312'0,"0"0"88"0,0 0 72 0,0 0 62 0,0 0 68 0,4 4 71 0,-4 0 49 0,0 1 36 0,0 0 31 16,0 3 24-16,0 0 17 0,-4 2 10 0,4 1-72 0,0 1-116 0,0 1-86 15,0 2-79-15,-1 1-54 0,1 0-48 0,-4 2-51 0,4 0-52 16,-4 1-36-16,4 1-25 0,-1-2-16 0,-3 3-9 0,2-3-7 0,-1 3-6 16,-1-3-4-16,2 0-11 0,-1 1-10 0,-1-2-12 0,2 1-13 0,-2-2-19 15,3-1-13-15,-3 0-18 0,0-1-17 0,3-1-12 0,1 1-14 0,-4-3-13 16,4 2-14-16,-2-1-11 0,-1-2-17 0,3 1-20 0,-4-2-24 0,4 0-30 16,0 0-30-16,0-2-30 0,-2-1-25 0,2 1-25 0,-3-2-37 0,3 0-45 15,0-2-89-15,0 1-105 0,0-1-85 0,0-3-75 0,0 2-76 0,0-2-76 16,0 0-57-16,0 0-43 0,0 0-6 0,0 0 19 0,0 0 16 0,0 0 22 15,3-3 36-15,-1-2 45 0,2 1 87 0,-4-1 108 0,5 0 88 0,-1 1 80 16,1 0 89-16,0-2 94 0</inkml:trace>
  <inkml:trace contextRef="#ctx0" brushRef="#br0" timeOffset="79760.05">10724 9352 183 0,'0'3'351'16,"0"-1"69"-16,-4 1 46 0,4 0 42 0,0 0 45 0,0 1 49 0,0-1 53 15,0 2 40-15,0-2 33 0,0-1 25 0,0 2 16 0,0-1-42 0,0 0-66 16,0 0-100-16,0 0-112 0,0-1-67 0,0 0-43 0,0 1-44 0,0 2-43 16,0-2-48-16,0 0-53 0,0-1-43 0,0 2-42 0,-1-1-33 0,1 0-35 15,0-2-45-15,0 2-52 0,0-3-78 0,0 3-90 0,0-3-73 0,0 2-64 16,1 1-66-16,-1-3-66 0,0 0-89 0,0 0-99 0,0 0-40 0,0 0-16 15,4 0 3-15,1-3 12 0,1 1 33 0,-3-2 45 0,3 1 70 0,-3-2 83 16,-1 0 71-16,6 0 64 0,-3-1 67 0,0-1 64 0</inkml:trace>
  <inkml:trace contextRef="#ctx0" brushRef="#br0" timeOffset="80061.06">10916 9279 159 0,'0'6'396'0,"-2"1"103"0,-2 1 75 0,1 0 53 0,1 0 44 0,2 2 32 16,0 0 31-16,0-2 19 0,-4 3 15 0,4-3 11 0,0 1 10 16,0 0-40-16,0-2-56 0,0-1-129 0,4 0-155 0,-4 0-99 0,2-1-72 0,1-1-49 15,1 0-39-15,1 0-32 0,-3-3-25 0,5 2-18 0,-1-1-14 0,-1-1-10 16,1-1-6-16,1 0-6 0,-2 0-3 0,4-1-3 0,-3-2 0 16,5 0 2-16,-4-1 1 0,-2 0-2 0,1 1-1 0,3-3-1 0,-4 3-4 15,1-1 2-15,-3-1 2 0,3 1 5 0,-3-1 4 0,-1 1 1 0,2 1 3 16,-4 0-2-16,0 0-2 0,0 0-2 0,0 0-3 0,0 1-3 0,-4-1-2 15,4 0-1-15,-2 2-1 0,-3-2-13 0,1 0-11 0,1 0-19 0,-3-1-19 16,1 0-21-16,-1 1-24 0,-1-1-48 0,2 1-58 0,-1-2-88 0,-3 1-100 16,4-1-85-16,1 1-77 0,-5-1-85 0,7 1-88 0,-3-1-61 0,-2-1-48 15,5 0-17-15,-2 0 2 0,-1 0 14 0,1 0 15 0,-1 0 46 0,1 0 59 16,2 1 87-16,-1-2 101 0,1 1 83 0,-2 1 76 0,4 0 88 0</inkml:trace>
  <inkml:trace contextRef="#ctx0" brushRef="#br0" timeOffset="80310.72">11248 9008 241 0,'10'-1'402'0,"0"0"62"0,-1 1 69 0,0 0 69 0,1 0 62 0,-1 1 55 0,-4 0 34 16,6 1 22-16,-2 3 16 0,0-1 11 0,0 1 1 0,-4-1-3 0,4 2-113 16,0 0-160-16,1 2-88 0,-5 1-54 0,4-1-62 0,-4 2-62 0,1 0-54 15,-1 2-51-15,3 0-30 0,-7 2-18 0,3-1-14 0,1 2-7 16,-5 0-6-16,0 2-7 0,0-1-7 0,0 2-5 0,-3-2-8 0,1 2-9 15,-3 2-9-15,-3 0-6 0,1-3-12 0,0 1-12 0,-4 2-15 0,2-3-17 16,0 1-16-16,-2 0-18 0,-2-2-25 0,3 1-32 0,-3-2-74 0,2 0-92 16,-3-1-92-16,-1 2-94 0,2-3-94 0,-1 2-92 0,-2-2-82 0,-2 0-76 15,-1 0-27-15,3-1-2 0,-2 0 3 0,-2 0 12 0,2-1 22 0,-2-1 29 16,-1 0 72-16,1 0 93 0,-4-2 93 0,4 3 93 0,-3-2 95 0,-1 0 96 16</inkml:trace>
  <inkml:trace contextRef="#ctx0" brushRef="#br0" timeOffset="81586.85">3744 10132 51 0,'0'-4'332'0,"0"-1"148"0,0 2 88 15,-4 0 58-15,4 3 43 0,0 0 36 0,0 0 22 0,0 0 19 0,0 0 14 0,0 0 13 0,0 0 7 0,0 0 11 0,0 0-76 0,0 0-115 16,0 0-130-16,0 0-134 0,0 0-81 0,0 3-52 0,4 0-38 0,-4 0-30 16,0 0-18-16,4 2-17 0,-3 1-11 0,3 0-11 0,-4 1-8 0,6 2-7 15,-6 0-3-15,5 0-3 0,-1 3-6 0,-4 0-7 0,5 0-7 0,-5 2-4 16,4 0-4-16,-4 0-7 0,0 1-2 0,1 0-1 0,-1 0-4 0,0 0-1 15,0 0-4-15,0 0-4 0,0-3-4 0,0 2-5 0,-1-2-8 0,1 0-8 16,0-2-10-16,-4-1-13 0,4 2-15 0,-2-2-16 0,-1-2-35 0,3 2-42 16,-4-1-62-16,4-2-74 0,0 0-60 0,-5 0-60 0,5-2-45 0,0 0-44 15,-4 1-44-15,4 0-40 0,-2-4-68 0,2-1-78 0,0 0-30 0,0 0-12 16,0 0 22-16,0-3 34 0,0-1 62 0,-4-2 71 0,4 0 63 0,4-4 60 16,-4 3 50-16,0-4 48 0,2 3 49 0,2-3 50 0</inkml:trace>
  <inkml:trace contextRef="#ctx0" brushRef="#br0" timeOffset="81886.71">3849 10155 115 0,'5'-8'265'0,"-1"-1"40"0,1 3 24 16,-1-1 16-16,5 1 17 0,-3 1 15 0,-1 1 15 0,0-1 17 0,-1 1 15 15,1 1 21-15,1-2 21 0,1 1-25 0,-1 1-47 0,-1 0-54 16,0 0-56-16,-1-1-23 0,1 3-8 0,1-2-2 0,1 2 0 0,-5-1 0 16,3 1 2-16,3-1 2 0,-3 2 1 0,-3-1-3 0,5 1-5 0,-2 0-6 15,-3 1-7-15,5-1-9 0,-1 2-9 0,-1 1-7 0,-1 0-7 16,1-1-9-16,1 3-12 0,-3 1-10 0,3 0-10 0,-1 2-15 0,1-1-12 15,1 2-17-15,-5 2-16 0,5 1-10 0,-2-1-10 0,-3 2-13 0,2 0-15 16,1 1-8-16,-1 1-4 0,-2 0-6 0,1 1-6 0,1-1-6 0,-2 0-6 16,1-1-4-16,-3 1-4 0,6 0-2 0,-6-2-2 0,3-1-5 0,-1 0-7 15,2-3-4-15,-4 0-4 0,3 0-4 0,-1-3-6 0,-2 2-7 0,0-4-8 16,0 1-12-16,4-2-14 0,-4 1-28 0,0-2-37 0,0-2-54 0,0 3-62 16,0-3-57-16,0 0-56 0,0 0-51 0,0 0-54 0,0 0-61 15,0 0-67-15,0 0-65 0,0 0-68 0,0 0-21 0,-4 0-2 0,4 0 20 16,-9-2 35-16,4 1 54 0,3-1 61 0,-5-1 61 0,5 2 60 0,-5-1 58 15,5 1 57-15,-2-1 64 0,-1-1 69 0</inkml:trace>
  <inkml:trace contextRef="#ctx0" brushRef="#br0" timeOffset="82110.85">3997 10305 117 0,'0'-2'301'0,"0"0"54"0,-2 1 29 0,2 1 18 0,0 0 18 15,0 0 18-15,0 0 23 0,0 0 29 0,0 0 31 0,0 0 33 0,0 0 34 16,0 0-13-16,0 0-36 0,0 0-71 0,0 0-87 0,0 0-41 0,0 0-22 15,0 0-13-15,0 0-11 0,0 0-16 0,0 0-21 0,2 1-25 0,-2 1-31 16,0-2-31-16,0 3-32 0,4 0-27 0,-4 0-30 0,0 2-23 0,0-3-16 16,4 3-20-16,-4-2-19 0,1 2-36 0,-1-1-46 0,0 1-45 0,4-1-48 15,-4-1-45-15,0 2-44 0,2-3-35 0,1 2-33 0,-3-3-30 16,6 2-33-16,-6 0-37 0,3-3-44 0,3 2-59 0,-1-2-67 0,-1-2-15 16,1-1 4-16,-1 0 31 0,1 0 37 0,1-3 40 0,-1 0 40 0,4-2 35 15,-3 3 31-15,3-4 30 0,-2 0 32 0,-2 1 38 0,4-1 46 16</inkml:trace>
  <inkml:trace contextRef="#ctx0" brushRef="#br0" timeOffset="82992.89">4310 10114 66 0,'6'-2'266'16,"-3"1"51"-16,-1 0 29 0,2-1 18 0,1 2 18 0,-1 0 11 0,1 0 11 15,1 0 8-15,-3-1 7 0,-1 1 3 0,5 0 6 0,-5-2-35 0,2 1-49 16,1-1-83-16,1 2-96 0,-3-1-50 0,1-1-29 0,1 1-20 15,-3 1-14-15,5-4-16 0,-5 4-19 0,2-1-20 0,1 0-23 0,-1 1-23 16,-3-2-20-16,3 2-23 0,0 0-23 0,-4 0-23 0,0 0-22 0,2 0-23 16,-2 2-22-16,0-2-27 0,3 2-23 0,-6 2-23 0,3-3-24 15,0 2-19-15,-6 0-19 0,6 0-7 0,-4 1 5 0,-1 1 11 0,0 0 18 16,1-1 19-16,2 1 22 0,-5-1 23 0,5 2 24 0,-1 0 33 0,-3-2 38 16,3 3 94-16,-3-1 117 0,1-1 85 0,1 0 68 0,2 1 46 0,-5 0 35 15,5 0 20-15,-1-1 18 0,-3 1 10 0,1-3 12 0,1 1 9 0,4 1 9 16,-5-2-2-16,5 0-3 0,-4-2-62 0,4 1-81 0,0-2-46 0,0 0-27 15,0 0-17-15,0 0-8 0,0 0-5 0,0 0-1 0,0 2 1 0,0-2 3 16,4 2 4-16,-1 0 2 0,-1-2 9 0,-2 1 11 0,4 1 17 0,-2-1 24 16,1 1 25-16,1-1 24 0,-2 1 22 0,1-1 16 0,-3 2 9 0,2-2 5 15,2 3-2-15,-1-1 0 0,-1 0-2 0,-2 0-6 0,0 1-9 16,4 1-11-16,-4 1-21 0,0 0-29 0,0 1-27 0,0 1-28 0,0-1-24 16,0 2-25-16,0 1-16 0,0 1-16 0,-4 0-10 0,2-1-8 0,-1 1-8 15,-1-1-10-15,2 1-5 0,-1-2-8 0,3 0-3 0,-6 0-5 16,6-2-1-16,0-1-3 0,-3 0-3 0,1-1-4 0,2-2-4 0,0 0-1 15,0-2-4-15,0-1-4 0,0 0-4 0,0 0-3 0,0 2-1 0,0-2-5 16,2 0-3-16,1 0-5 0,3-2-2 0,-3 1-7 0,-1-2-7 0,5-2-7 16,-1 1-17-16,-1-2-21 0,4 0-9 0,-3-3-7 0,3 0-6 0,-4 0-8 15,0 0-6-15,4-2-7 0,-1 1-4 0,-1-1-5 0,-3 0 0 0,1 3 0 16,0-2 8-16,3 3 9 0,-7 0 17 0,3-1 21 0,2 2 14 0,-1 2 6 16,-5-1 10-16,4 1 10 0,-1 1 10 0,-1 0 8 0,-2 1 10 15,0-1 10-15,0 3 6 0,0 0 2 0,4-1 2 0,-4 1 2 0,0 0 3 16,0 0 1-16,0 0 2 0,0 0 0 0,0 0 2 0,0 0-1 15,0 0 2-15,0 0 0 0,0 0 0 0,0 0 0 0,0 0-1 0,0 0-2 16,0 0-2-16,0 0 2 0,0 0-6 0,0 0-7 0,0 0-25 0,0 0-29 16,0 0-41-16,0 0-37 0,1-2-39 0,-1 2-34 0,4-2-29 0,-4 1-28 15,4 0-20-15,-3-2-21 0,3 1-17 0,-4-1-15 0,2 0-14 0,2-2-13 16,-1 1 7-16,-1 0 17 0,2-2 25 0,-1 0 29 0,-1 1 27 0,3-2 25 16,-5-1 25-16,4 2 29 0,0-1 22 0,-3-2 24 0,3 1 23 0,-4 1 18 15,5-1 24-15,-5 0 29 0,6 1 21 0,-6-2 24 0,4 2 21 0,-3 1 18 16,3-2 19-16,0 1 17 0,-3-1 13 0,-1 1 10 0,0-1 8 0,4 2 5 15,-4 0 4-15,4 0 0 0,-4 0 0 0,1 2 0 0,-1-1 0 16,0 2 1-16,0 0 1 0,0 2 1 0,0 1 0 0,0 0 3 0,0 0 1 16,0 0 4-16,0 0 10 0,0 0 12 0,0 0 26 0,0 0 30 0,0 0 32 15,0 0 30-15,0 1 25 0,0 4 28 0,4-2 17 0,-4 3 11 16,0 1 6-16,0 1 4 0,2 2-1 0,-2 0-3 0,3 3-10 0,-3-1-15 16,0 1-26-16,4 2-29 0,-2 2-35 0,-2-1-33 0,4 1-30 0,-4 1-29 15,1 0-21-15,3 1-20 0,0 1-16 0,-3-1-16 0,3 1-8 0,-2-1-10 16,1 1-7-16,1-1-7 0,-2 1-7 0,1-2-7 0,1 1-3 0,-2 1-4 15,1-2-7-15,-3-2-5 0,6 2-7 0,-6-3-1 0,4 2-4 0,-3-4-4 16,-1-1-4-16,4 0-4 0,-4-3-7 0,0 0-5 0,0-1-5 0,0-2-3 16,0-2-8-16,0 1-8 0,0-2-11 0,0-3-14 0,0 3-31 0,0-3-40 15,0 0-60-15,0 0-61 0,0 0-56 0,0 0-53 0,0-2-39 0,0-1-30 16,-4 0-36-16,4 0-35 0,-1-1-40 0,1-2-38 0,-4 0-55 0,0-2-63 16,2-1 1-16,2-1 26 0,-3-1 54 0,3 1 64 0,-6-3 58 0,6 0 52 15,-3 1 46-15,1 0 38 0,-2 0 40 0,4-1 39 0,-3-1 43 16,1 4 52-16</inkml:trace>
  <inkml:trace contextRef="#ctx0" brushRef="#br0" timeOffset="83457.42">4563 10294 148 0,'0'-3'286'0,"0"0"43"0,0 3 16 0,0-3 14 0,4 2 7 0,-4 1 11 0,0 0 10 0,2-3 14 0,1 3 12 16,-3-3 17-16,4 1 13 0,-2-1-37 0,2 2-62 0,1-2-68 0,0 0-79 16,-1-1-32-16,1 2-14 0,1-3-8 0,3 2-6 0,-6-1-8 0,7 0-8 15,-5 0-9-15,4 1-10 0,-4-1-9 0,1 1-10 0,3-1-8 0,-4 0-9 16,4 1-9-16,-3 0-8 0,3 2-7 0,-4-2-2 0,3 0-4 0,-3 3-3 15,0-2-3-15,1 1-3 0,-3 1-5 0,-1-2-4 0,-2 2-4 0,0 0-5 16,4 0-5-16,-4 0 0 0,0 2-2 0,0-2-2 0,3 1 1 16,-3-1 1-16,0 5-2 0,-3-2 0 0,3 1 1 0,0-1 1 0,0 1-1 15,-6 3 1-15,6-1-1 0,-3-1-1 0,3 2-1 0,-6-1-1 16,6 1 1-16,-5 1-1 0,5-1 1 0,-4 1-2 0,3-1 0 0,-3 0 0 16,0 1 0-16,2 0-3 0,-1-1 0 0,-1 1 2 0,2-1 1 0,-1-1 0 15,3 2 1-15,-2-2 1 0,2 0-1 0,-4-2 2 0,4 1-1 0,0-1-1 16,0 1-1-16,0-2 2 0,0 0-1 0,0 0 4 0,0-3-1 0,0 1-2 15,0-1-1-15,0 3 2 0,0-3 0 0,0 0 2 0,0 0-1 0,0 0 1 16,0 0 1-16,0 0 3 0,0 0 1 0,4 2 1 0,-4-2 2 0,0 0 2 16,0 0 0-16,0 0 3 0,0 0 3 0,2 0 1 0,-2 0 5 0,0 0 6 15,0 0 7-15,0 0 7 0,0 0 5 0,3 0 8 0,-3 0 9 16,0 0 6-16,0 0 5 0,0 0 6 0,0 0 3 0,0 0 1 0,0 0 1 16,0 0 1-16,0 0-4 0,0 0-4 0,0 1-7 0,0-1-8 0,0 0-7 15,0 0-8-15,0 0-7 0,0 2-6 0,0-2-10 0,0 0-5 16,0 0-7-16,2 1-2 0,-2-1-7 0,0 0-5 0,0 0-13 0,0 0-16 15,0 0-19-15,0 0-25 0,0 0-27 0,0 0-29 0,0 0-29 0,0 0-34 16,0 0-24-16,0 0-22 0,0 0-23 0,0 0-20 0,0 0-17 0,-2 3-18 16,2-3-9-16,0 0-9 0,0 0-9 0,0 0-7 0,0 2-10 0,-3-1-14 15,3-1-20-15,0 0-25 0,0 0 1 0,-6-1 15 0,6 1 15 0,-5 0 20 16,1-2 18-16,4 2 18 0,-5-3 23 0,1 2 23 0,4 1 26 0,-5-2 32 16,5 2 36-16</inkml:trace>
  <inkml:trace contextRef="#ctx0" brushRef="#br0" timeOffset="84102.5">4491 10281 33 0,'-5'1'286'0,"1"1"67"0,-1-1 41 0,1 2 37 0,-1-1 33 0,1-1 36 0,4 2 34 15,-5-3 38-15,5 2 37 0,0-2 32 0,0 0 28 0,0 0-10 0,0 0-29 16,0 0-89-16,0 0-116 0,0 0-61 0,0 0-36 0,0 0-27 0,0-2-30 16,5 1-29-16,-1-2-29 0,1 0-34 0,-1 0-33 0,5 0-30 0,-2-2-27 15,2-1-20-15,0 0-10 0,0-1-8 0,2 1-4 0,2-1-5 0,-3 0-5 16,-1 0-7-16,0 1-6 0,1-2-6 0,0 4-6 0,-4-2-4 15,3 0-4-15,-2 1 1 0,-2 1-2 0,1 0 1 0,-1 0-1 0,-1 1 0 16,1-1 0-16,-1 2-1 0,-2 1-1 0,1-3-1 0,1 3 2 16,-2 0-1-16,-2 1 1 0,0 0-7 0,0 0-5 0,0 0-17 0,0 0-21 15,0 0-30-15,0 0-35 0,0 0-42 0,0 0-44 0,0 0-40 0,0 0-40 16,0 0-30-16,0 0-27 0,-6 1-19 0,6 0-14 0,-3 3-7 0,1-3-1 16,-2 2 8-16,1 2 16 0,1-1 28 0,-2 1 32 0,-1 1 40 0,-1 0 45 15,3 1 40-15,-3-1 39 0,3 2 36 0,-3 1 29 0,1-2 25 0,0 2 23 16,-4-1 16-16,5 2 15 0,-2-1 12 0,1 0 9 0,0 2 11 0,1-2 10 15,0 0 10-15,-1 0 7 0,1-2 9 0,3 0 10 0,-3 1 6 16,4 0 8-16,-2-2 5 0,2 0 6 0,-4 0 5 0,4-2 7 0,0 1 6 16,0-1 3-16,0 1 3 0,4-2 0 0,-4-2 1 0,2 4 1 15,-2-4 2-15,0 2 4 0,4-1 2 0,-4 1 4 0,0-2 4 0,1 1 3 16,3 0 1-16,-4 2 1 0,4-3-2 0,-3 2-3 0,-1 0 5 0,0 0 4 16,4-1 1-16,-4 0 2 0,4 2-7 0,-4-1-5 0,1 0-7 0,-1 0-9 15,4 0-8-15,-4 0-12 0,0 1-7 0,2-1-11 0,-2 3-7 0,3-3-9 16,-3 1-8-16,0 1-11 0,0 0-13 0,0-2-8 0,0 1-8 0,0-1-3 15,0 0-8-15,0 0-8 0,0 0-5 0,0-3-5 0,0 2-2 0,0-2-7 16,0 0-2-16,0 0-5 0,0 0-8 0,0 3-11 0,0-3-14 0,0 0-15 16,4 0-30-16,-4 0-38 0,2 1-50 0,-2-1-53 0,4 0-56 0,-4-1-58 15,5 1-48-15,-1-2-47 0,-3 1-52 0,3-1-57 0,1-1-73 0,-1-1-81 16,-2-1-29-16,1-1-4 0,3 0 22 0,-3 0 33 0,3 0 49 16,-2-1 54-16,-3-1 55 0,3 1 57 0,1-1 48 0,1 2 50 0,1-1 54 15,0 0 57-15</inkml:trace>
  <inkml:trace contextRef="#ctx0" brushRef="#br0" timeOffset="84268.01">4849 10293 37 0,'4'-2'252'0,"-2"1"47"0,-2 1 30 0,3-2 14 0,-3 2 13 0,4 2 14 0,-2-2 8 0,-2 0 9 0,3 1 9 0,-3-1 3 0,0 0 2 0,0 0-29 0,0 3-47 16,0-3-82-16,0 2-98 0,0-2-55 0,0 3-39 0,0-1-34 0,0 0-34 15,2 0-37-15,2-1-40 0,-4 2-50 0,3-1-53 0,-3-2-70 0,0 0-73 16,0 0-36-16,0 0-14 0,0 0-4 0,0 0-5 0,0 0 11 0,0 0 11 15,0 6 17-15,0-6 18 0,-3 2 27 0,3-2 31 0,0 7 43 16,0-3 45-16</inkml:trace>
  <inkml:trace contextRef="#ctx0" brushRef="#br0" timeOffset="84432.72">4831 10394 88 0,'0'4'264'0,"0"-3"42"0,0-1 23 0,0 3 15 0,0 2 7 15,4-2 6-15,-4-1 6 0,0 2 0 0,0-3 2 0,0 2 0 0,3 0-1 16,-3 0-41-16,0 0-56 0,2 0-80 0,-2 2-88 0,0-2-51 0,4 1-28 15,-4 1-27-15,3-3-21 0,-1 3-20 0,-2-2-21 0,4 2-21 0,-2-2-20 16,1-1-29-16,-3 2-31 0,4-3-38 0,-2 2-40 0,-2-3-40 0,0 0-41 16,0 0-13-16,0 0 0 0,0 0 9 0,0 0 11 0,0 0 15 0,0 0 13 15,0 0 22-15,0 0 20 0,0 0 27 0,0 0 29 0,0 0 40 0</inkml:trace>
  <inkml:trace contextRef="#ctx0" brushRef="#br0" timeOffset="84560.9">4862 10492 33 0,'0'3'243'0,"0"-3"50"0,0 3 25 0,0 0 14 16,-4-1 11-16,4-2 10 0,0 2 7 0,0-2 9 0,0 4 5 0,0-3 4 15,0 2 5-15,0-3-29 0,-3 3-44 0,3 0-77 0,0-1-91 16,0 1-49-16,0-1-29 0,0 2-22 0,0-3-16 0,3 2-19 0,-3 0-23 16,0 0-29-16,4 0-37 0,-2 0-51 0,-2 0-59 0,0-3-68 0,0 0-70 15,0 0-31-15,3 3-16 0,-3-3-3 0,0 0 0 0,2 3 5 0,-2-3 8 16,0 0 8-16,7 0 13 0,-1-1 23 0,-1 1 30 0,4 0 49 0</inkml:trace>
  <inkml:trace contextRef="#ctx0" brushRef="#br0" timeOffset="85285.82">5121 10446 130 0,'0'0'416'0,"0"0"169"0,0 0 79 0,0 0 35 0,0 0 20 0,0 0 10 15,0 0 7-15,0 0 2 0,0 0 6 0,0 0 1 0,0 0 2 0,3-2 4 16,-1 1-103-16,2-1-145 0,-1-1-163 0,-1 0-168 0,2-2-73 0,1 1-39 16,0 0-18-16,1-2-11 0,1 0-4 0,-1 0-6 0,3 0-3 0,-4-2-3 15,0 2-3-15,-1 0-3 0,1 0-3 0,1 0-1 0,1 2-2 0,-5 1-2 16,3-2 1-16,-5 2 1 0,4 2 0 0,-4-1 1 0,0 2 2 0,0 0 2 16,0 0 5-16,0 0 2 0,0 0 3 0,0 0 1 0,0 0 2 0,0 0 2 15,0 0 1-15,0 0 1 0,0 3-1 0,0-1 0 0,-4-1-1 16,4-1-1-16,0 3-2 0,0-1-4 0,0-2-1 0,0 4-3 0,0-1-4 15,0 2-2-15,0-2-5 0,4 1-4 0,-4-1-7 0,4 0-7 0,-3-1-7 16,-1 1-6-16,4 0-7 0,-4-3-10 0,2 1-7 0,1 0-9 0,-3 1-10 16,4 0-8-16,-4-2-10 0,2 0-13 0,2-2-15 0,1 0-16 0,0 0-9 15,-1-1-1-15,0 0 1 0,1-2 5 0,0 0 6 0,1 0 7 16,-1 0 8-16,4-2 0 0,-1-1-1 0,-1 2-5 0,2-2-6 0,-4 0-9 16,3 0 0-16,-3 1 4 0,0-1 4 0,1-1 2 0,-3 2-3 0,3 1-2 15,-3-2-2-15,-1 1-2 0,2 0 4 0,0 0 5 0,-3 1 11 0,-1 0 12 16,0 0 19-16,4 0 21 0,-4 0 18 0,0 0 16 0,0 2 11 0,0-1 12 15,0 1 12-15,0 1 13 0,0-2 21 0,0 2 19 0,0 0 24 0,0 3 22 16,-4-1 27-16,4 1 25 0,0 0 25 0,0 0 26 0,0-2 18 0,0 2 18 16,0 0 11-16,0 0 7 0,0 0 1 0,0 0-4 0,-1 2-10 15,1-2-13-15,0 1-16 0,-4 4-18 0,4-2-19 0,0 3-20 0,0-2-22 16,0 4-21-16,0 0-15 0,-4 2-14 0,4 0-8 0,0 1-8 0,0 2-3 16,0 1-1-16,0-1 0 0,0 2-4 0,0 0-2 0,0 2-4 15,0-1-2-15,0 0-2 0,4 2 0 0,-4 0 0 0,0 0-3 0,0 1-3 16,4 0-2-16,-4-1-2 0,0 0-4 0,1 0-1 0,-1-1-1 0,0 1-2 15,0 0-2-15,0-2-1 0,0 1 0 0,0-1 2 0,-1-1 1 0,1 0 1 16,-4-1 4-16,4-1 4 0,-4-1 4 0,2 0 5 0,2-1 3 0,-3-1 3 16,3-1-1-16,-6 0-1 0,6-1 2 0,-3-1-1 0,-3-1-1 0,3 2-3 15,1-4-4-15,-3 2-5 0,1 0-5 0,-2 0-8 0,1 0-5 0,-2-2-5 16,1 1-5-16,1 1-5 0,-4-1-5 0,0 1-5 0,3-2-8 0,-3 1-8 16,-1 1-11-16,1-4-12 0,-4 3-11 0,2 0-8 0,2-1-13 0,-6 0-7 15,6 1-14-15,-1-2-10 0,-3 0-18 0,2 0-19 0,-3-1-55 16,5-2-67-16,0 1-79 0,-1-1-89 0,0-1-67 0,4 1-60 0,-3-2-72 15,6 1-74-15,-3-1-59 0,2-4-50 0,3 1-16 0,-3 1-3 16,4-3 11-16,4 0 18 0,-3-1 56 0,3-1 68 0,2 0 89 0,-1 0 93 16,2-2 78-16,0 2 71 0,2 0 82 0</inkml:trace>
  <inkml:trace contextRef="#ctx0" brushRef="#br0" timeOffset="85584.55">5616 10476 279 0,'0'0'433'0,"4"3"71"0,-4-3 38 0,0 1 18 0,0 2 11 0,0 0 23 0,2-2 24 15,-2-1 31-15,3 0 34 0,-3 0 26 0,0 2 24 0,0-2-51 16,6 0-78-16,-3 0-122 0,1 0-137 0,-2 0-63 0,3 0-31 0,2 0-14 16,-1 0-10-16,-1 0-16 0,4 0-22 0,0 0-27 0,2 0-35 15,-2 0-23-15,2-2-20 0,2 2-14 0,-3-1-12 0,3 0-10 0,-2-2-9 16,3 1-6-16,-4 1-6 0,4-1-3 0,-5-1-3 0,5 2-3 0,-4-3-3 15,-1 3-3-15,1 0-4 0,-1-2-1 0,1 1-1 0,-5 2-4 0,4-1-5 16,-4-1-11-16,-1 1-13 0,1-1-31 0,-5 2-41 0,0 0-73 0,6 0-89 16,-6 0-79-16,0 0-75 0,0 0-78 0,0 0-78 0,0 0-86 0,-6 3-91 15,1-1-37-15,1-1-16 0,-1 2 3 0,0-1 9 0,-1 2 28 0,-1-1 41 16,-4 2 73-16,6-2 87 0,-4 1 80 0,3-1 74 0,-3 2 78 0,4-1 80 16</inkml:trace>
  <inkml:trace contextRef="#ctx0" brushRef="#br0" timeOffset="85748.6">5719 10619 261 0,'0'5'453'0,"-3"0"95"16,3-2 58-16,0 0 44 0,3 1 37 0,-3-1 33 0,0 0 27 15,0-3 22-15,0 0 16 0,0 0 12 0,2 3 4 0,-2-3-56 0,0 0-86 16,0 0-140-16,0 0-164 0,0 0-93 0,4 2-55 0,-4-1-47 0,5-1-40 16,-5 0-36-16,4 2-42 0,1-2-51 0,1 0-57 0,-3 0-82 0,3 1-91 15,-3-1-77-15,3 0-67 0,-3 0-69 0,3 0-72 0,-1 0-94 0,-5 0-106 16,6-1-47-16,-1 1-21 0,-1-2 0 0,1 1 6 0,-5 1 28 0,5 0 37 15,-5 0 73-15,0 0 86 0,8 0 74 0,-3 1 68 0,-1 1 66 0,-3 2 69 16</inkml:trace>
  <inkml:trace contextRef="#ctx0" brushRef="#br0" timeOffset="86796.26">6186 10648 229 0,'-4'2'350'0,"1"-1"57"0,1 1 33 0,2-1 25 0,-4 2 22 0,4-3 16 0,0 2 17 16,0-2 19-16,0 0 24 0,0 0 41 0,4 1 46 0,-4 2-21 0,2-3-55 15,1 0-72-15,3 0-86 0,-3 0-43 0,6 0-25 0,-3 0-17 0,3-1-17 16,2-1-7-16,-2 1-11 0,0 1-16 0,2-4-20 0,1 3-36 0,-1 0-41 16,2-1-36-16,-2-1-35 0,1 0-19 0,-1 0-13 0,2 2-8 0,-2-1-5 15,-2-1 1-15,2 2-1 0,1 1-2 0,-3-2-7 0,2 1-2 0,-2 1-5 16,2-2-3-16,-4 2-3 0,0 0-3 0,3-1-3 0,-1 1-3 0,0-2-5 16,-4 2-4-16,4-1-4 0,-4-1-8 0,5 2-12 0,-5-1-9 15,4-1-8-15,-4 0-8 0,3 1-14 0,-3 0-18 0,1 1-23 0,-1-2-61 16,-1 1-81-16,1-1-85 0,-1 2-92 0,-3-1-70 0,3 1-65 0,0 0-65 15,-3 1-67-15,-1-1-67 0,0 0-69 0,0 0-24 0,0 0-7 16,-1 2 13-16,-3 1 19 0,0 1 59 0,3-1 80 0,-3 2 87 0,-1-2 90 16,-1 1 70-16,3 2 65 0,-3 0 67 0,1-1 73 0</inkml:trace>
  <inkml:trace contextRef="#ctx0" brushRef="#br0" timeOffset="87230.54">6325 10825 12 0,'-2'3'335'0,"-1"0"88"0,-1 0 48 15,2 0 31-15,2-1 19 0,0-2 20 0,0 0 17 0,0 0 32 16,0 3 38-16,2-2 35 0,-2 0 34 0,4-1 4 0,-1 0-9 0,-1 2-113 16,4-2-155-16,1 2-78 0,-2-1-44 0,4-1-23 0,-3 2-19 0,3-1-17 15,0-1-19-15,-2 2-29 0,2-1-38 0,0 1-33 0,0-1-34 16,0 1-22-16,-3-2-19 0,3 1-7 0,-4 0-4 0,1-1-7 0,-1 2-7 16,2 0-1-16,-5-2-1 0,2 1 1 0,-1 1 2 0,-1-1 0 0,-2-1 5 15,0 0 0-15,4 3 2 0,-4 0-2 0,-4-1 0 0,4 2-3 0,-2-1-5 16,-1 2-1-16,3-1-1 0,-6 1-2 0,3-1-2 0,-3 2-1 0,-3 0-1 15,4 0-4-15,-1 0-4 0,-1 2 0 0,2-2 5 0,-4 1-4 0,3-1-2 16,-3 0-4-16,4 0 1 0,-4 0-1 0,3 0 1 0,1-1-1 0,-3-1-1 16,7 1 0-16,-5-3-1 0,3 2-1 0,-1-3 2 0,2 2-4 0,2-1-8 15,-3-1 1-15,3-1 5 0,0 0 0 0,0 0 0 0,0 0 0 0,0 0 2 16,0 0 1-16,3 0-2 0,3 0 2 0,-3 2 2 0,-1-2 1 0,3 0 3 16,3 0 0-16,-3 0 1 0,1 0 2 0,3-2 2 0,0 2-1 0,-4 0 4 15,4-1-1-15,0-1-1 0,-3-1 2 0,3 3 1 0,-4-1 0 16,1-1 0-16,3 0-2 0,-4 2-1 0,-1-2 0 0,1 2-1 15,0-2-1-15,-1 2 2 0,1-1 0 0,-1-1 2 0,2 2-4 0,-3 0 1 16,-1-1-2-16,2 1-2 0,-4 0-1 0,1-2 0 0,-1 2-1 0,4 0-4 16,-4 0-4-16,0 0-7 0,0 0-8 0,0 0-9 0,0 0-18 0,0 0-24 15,0 0-44-15,0 0-52 0,0 0-67 0,0 0-73 0,0-3-56 0,-4 0-51 16,3 0-48-16,1 0-44 0,0 0-42 0,-4-1-40 0,2 1-62 0,-1-2-71 16,-1 1-23-16,2-1-2 0,-2-1 34 0,3 1 51 0,-3 1 66 0,0-2 72 15,-1 2 58-15,0-2 51 0,1 0 47 0,2 0 46 0,-1-2 48 0,-1 2 45 16</inkml:trace>
  <inkml:trace contextRef="#ctx0" brushRef="#br0" timeOffset="87545.58">6428 10246 123 0,'-3'-2'375'0,"3"2"86"0,0 0 48 0,0 0 42 0,0 0 35 0,0 0 38 0,-4 2 42 0,4 0 33 0,-2 2 29 15,2-1 24-15,-3 3 20 0,3 0-23 0,0 0-46 0,0 2-116 0,0 1-150 16,-4 1-79-16,4-1-45 0,0 1-35 0,0 3-31 0,0-3-38 0,-2 1-40 16,2 1-31-16,0-1-30 0,0 0-24 0,0 1-23 0,0 0-13 0,-3 0-9 15,3 0-10-15,0-1-11 0,0 1-15 0,0-1-17 0,0 0-25 0,0 0-27 16,0-1-61-16,0-1-76 0,-2 2-83 0,2-2-85 0,0-2-83 0,0 0-79 15,0 3-103-15,0-3-111 0,-4-1-47 0,4 2-19 0,0-4-1 0,0 2 7 16,4-3 18-16,-4-3 24 0,0 6 57 0,0-6 75 0,2 5 85 0,-2-1 85 16,3-1 83-16,-3 0 82 0</inkml:trace>
  <inkml:trace contextRef="#ctx0" brushRef="#br0" timeOffset="90361.67">6681 10624 144 0,'0'3'290'0,"-3"-1"49"0,3 1 27 0,0-3 26 0,0 3 23 0,0-3 29 0,0 1 25 15,0-1 37-15,0 3 41 0,0-3 47 0,0 0 49 0,0 3-10 0,0-3-36 16,0 2-62-16,0-2-73 0,0 3-35 0,0-3-18 0,0 3-22 0,0-3-22 16,0 3-19-16,0-1-18 0,0 2-36 0,0-4-45 0,0 1-40 0,0 2-35 15,0-3-34-15,0 3-30 0,0-3-17 0,0 2-9 0,0-2-8 0,0 0-8 16,0 0 0-16,3 1 1 0,-3-1-4 0,0 0-6 0,0 0 2 0,0 0 5 16,0 0-5-16,0 0-11 0,0 0-6 0,0 0-2 0,0 0-1 15,0 0-3-15,0 0-4 0,0 0-2 0,0 0-2 0,0 0 1 0,0 0-4 16,0 0-2-16,0 0-2 0,0 0-2 0,0 0 1 0,0 0-1 15,0 0-2-15,0 0-1 0,0 0-1 0,0 0-3 0,0 0-1 0,0 0-2 16,0 0-2-16,0 0-2 0,0 0-7 0,0 0-4 0,0 0-9 0,0 0-9 16,0 0-13-16,0 0-17 0,0 0-23 0,0 0-23 0,0 0-52 0,0-1-59 15,0 1-74-15,0 0-79 0,0 0-62 0,0 0-52 0,0 0-52 0,0 0-49 16,0-2-73-16,2 1-88 0,-2 1-39 0,4-3-21 0,-1 0 5 0,-1 1 21 16,2-1 45-16,0 0 60 0,-3 2 73 0,-1 1 78 0,4-3 63 0,-2 0 54 15,-2 3 56-15,7-2 53 0,-7 2 85 0</inkml:trace>
  <inkml:trace contextRef="#ctx0" brushRef="#br0" timeOffset="90928.24">6929 10543 129 0,'0'-1'293'0,"0"1"52"0,0-3 29 0,0 3 19 0,0 0 19 0,0 0 23 0,0 0 25 15,-3 3 28-15,3-3 36 0,0 0 38 0,-2 1 43 0,-2 0-9 0,4 1-34 16,-3 0-61-16,1 1-81 0,2-2-33 0,-4 2-16 0,4 0-13 0,-5 0-11 15,5 2-17-15,0-1-18 0,-4 1-28 0,2-1-29 0,2 2-37 0,-3 0-37 16,3-1-34-16,0 2-31 0,-2-1-21 0,-2 2-15 0,4 1-13 0,0-2-10 16,-3 2-6-16,3 0-4 0,0 0-7 0,-2 2-2 0,-2-1-6 0,4 1-2 15,0 1-3-15,0 0-1 0,-2-2-4 0,2 2-5 0,-3 0-4 16,3 0-1-16,0-1-1 0,0 1-4 0,0-2-1 0,0 0-1 0,3 1-2 16,-3 0-2-16,2-1-2 0,-2-1-1 0,0 0-4 0,4-2-7 0,-2 1-7 15,1 0-2-15,-3-1-11 0,6 1-14 0,-6-2-20 0,3 0-23 0,-1-2-40 16,2 1-49-16,-1-1-54 0,-1 1-59 0,2-4-47 0,-2 2-42 0,1-1-37 15,1-1-29-15,-2-1-39 0,1 0-38 0,-3-1-45 0,6-1-44 16,-6-1-36-16,5 0-26 0,-5-1 16 0,4-1 36 0,-1-1 53 0,-1 2 56 16,-2-1 46-16,4-1 44 0,-4 0 40 0,2 3 35 0,-2-1 44 0,3-1 46 15,-3 5 52-15</inkml:trace>
  <inkml:trace contextRef="#ctx0" brushRef="#br0" timeOffset="97295.58">7038 10644 162 0,'0'-3'366'0,"0"3"86"0,-4-2 59 0,4 2 50 0,0 0 47 0,0 0 43 0,0 0 41 0,0 0 29 16,0 0 26-16,0 0 17 0,0 0 16 0,0 0-38 0,0 0-61 15,0 0-108-15,0 0-132 0,0 0-79 0,0 0-58 0,0 0-47 0,0 3-43 16,0-3-40-16,0 0-38 0,0 3-28 0,0 0-24 0,0 0-18 0,0 1-14 16,0 0-8-16,0-3-7 0,0 4-5 0,0-2-8 0,0 0-2 0,0 0-1 15,0 0-1-15,4 0-5 0,-4-2-3 0,2 1-2 0,-2-2-7 0,0 1-10 16,3 1 1-16,-3-1 7 0,2 1 2 0,2-2 2 0,-1 1-1 0,-1-1 2 15,2 2 0-15,-4-2-1 0,5 0-1 0,-1 0 1 0,-2 0 1 0,1 0 1 16,1 0 8-16,-2 0 11 0,1 0-2 0,-3-2-8 0,0 2-2 0,6 0-1 16,-6-1 1-16,0 1-2 0,3 0 3 0,-3 0 1 0,0 0 4 0,0 0 4 15,0 0 4-15,0 0 2 0,0 0 5 0,0 0 4 0,0 0 7 16,0 0 10-16,0 0 7 0,0 0 4 0,0 0 7 0,0 0 7 16,0 0 6-16,0 0 4 0,0 0-1 0,0 0-1 0,0 0-6 0,0 0-4 0,0 0-5 15,0 0-8-15,0 0-11 0,0 0-15 0,0 0-21 0,-3 0-26 16,3 0-28-16,0-2-27 0,-4 1-26 0,2-1-25 0,2 2-31 0,0-1-38 15,0 1-65-15,-3-2-82 0,3 2-77 0,0 0-75 0,0 0-57 0,0 0-49 16,0 0-39-16,0-1-33 0,3-2-45 0,-3 0-51 0,0 3-29 0,2-5-20 16,2 2 10-16,-1-1 26 0,-1 1 64 0,2-3 80 0,1 3 76 0,-5 0 76 15,6-2 60-15,-6 4 56 0,3-3 51 0,-3 4 54 0,6-2 63 0</inkml:trace>
  <inkml:trace contextRef="#ctx0" brushRef="#br0" timeOffset="97772.23">7197 10459 105 0,'0'0'296'0,"0"-3"57"0,0 3 31 0,0-3 22 0,4 1 23 0,-4 1 25 0,0 1 31 0,0 0 37 0,0 0 42 16,0 0 44-16,0 0 47 0,0 0-8 0,0 0-27 0,0 0-73 0,0 0-89 16,0 0-47-16,0 0-27 0,0 0-17 0,0 0-18 0,0 0-23 0,0 0-28 15,5 0-36-15,-5 0-41 0,0 0-41 0,0 0-42 0,0 0-32 0,4 0-22 16,-3 1-12-16,3-1-12 0,0 2-1 0,-3 0 0 0,5-1-2 0,-3 1 0 16,3 1 2-16,3-2 2 0,-4 2 4 0,-1 1 1 0,1 1 1 15,4 0 1-15,-3-1-2 0,-2 2-3 0,5 0 0 0,-4 0-2 0,0 0 2 16,1 2 2-16,-3-2 1 0,3 3 3 0,-2-2 4 0,-3-1 4 0,3 2 5 15,0-1 8-15,-3 1 9 0,3 1 8 0,-4-2 2 0,0 2 3 16,2-1 0-16,-2 2 2 0,0-1-2 0,-2 2-1 0,2-1-3 0,0 2-4 16,-4 0-5-16,3-1-4 0,-3 2-8 0,0-2-10 0,3 1-11 0,-5 0-9 15,2 0-8-15,-1 1-4 0,1-1-8 0,-1 0-5 0,0 2-6 0,-4-2-7 16,5 0-2-16,-5 0-5 0,3 0-12 0,1-1-17 0,-4 2-23 0,4-3-27 16,-5 1-29-16,1-1-31 0,4-1-28 0,0 0-24 0,-4 0-49 0,5-1-56 15,-5-1-102-15,3-2-121 0,5 1-107 0,-7 0-98 0,3-2-97 0,3-1-98 16,-1 0-29-16,3-3 1 0,0 0 22 0,0 0 21 0,0 0 25 0,0 0 25 15,0-6 46-15,0 0 58 0,3 0 100 0,-1 0 124 0,3-1 106 16,3-1 101-16</inkml:trace>
  <inkml:trace contextRef="#ctx0" brushRef="#br0" timeOffset="98236.96">7568 10878 31 0,'-4'-2'364'0,"2"2"216"0,-1-1 104 0,-3-1 50 0,6 1 23 0,0 1 11 0,0 0 7 0,0 0 5 0,-3-2 7 0,3 2 7 16,0 0 9-16,0 0 8 0,0 0-70 0,0 0-105 0,0 0-176 0,0 0-213 16,0 0-99-16,0 0-46 0,0 0-21 0,0 0-9 0,0 0-4 0,3 0-1 15,1-1-2-15,-2 1-7 0,1 0-2 0,3 0-7 0,-1 0-2 0,-1-2-5 16,1 2 1-16,4 0 2 0,-3 0-1 0,3 0-2 0,-4-1 0 15,4 1-2-15,0 0-1 0,-3 0-6 0,3-2-3 0,-4 2-1 0,4-2-4 16,-3 2-5-16,3 0-4 0,-4 0-1 0,-1 0-3 0,1 0-1 0,-1 0-4 16,-2 0 1-16,1 0-4 0,3-1-2 0,-3 1-10 0,-3 0-14 0,0 0-16 15,0 0-16-15,2-1-21 0,-2 1-24 0,0 0-55 0,4 0-71 0,-4 0-83 16,0 0-90-16,3 0-71 0,-3 0-66 0,0 0-71 0,2-2-75 0,-2 2-61 16,0 0-58-16,4-3-17 0,-4-1-1 0,0 4 16 0,0-7 21 15,3 3 56-15,-3-2 70 0,2 0 81 0,-2 0 90 0,0 2 72 0,0-1 65 16,4 1 70-16,-2-2 78 0</inkml:trace>
  <inkml:trace contextRef="#ctx0" brushRef="#br0" timeOffset="98589.15">7806 10662 204 0,'0'-2'332'0,"4"1"58"0,0 1 39 0,-2 0 43 0,3 0 44 16,-1 1 53-16,1 1 56 0,-1-1 48 0,1 2 44 0,0-1 26 0,-1 1 25 15,2 0-43-15,-1 1-70 0,2-1-85 0,-1 2-91 0,-1-2-53 0,0 1-30 16,-1 1-40-16,1-1-38 0,1 1-49 0,-2 0-54 0,1 0-42 0,-1 1-39 15,-3 1-28-15,3 0-19 0,1 0-15 0,-5-1-13 0,4 2-5 16,-2-1-5-16,1 2-4 0,-3-1-4 0,0 1-4 0,0-2-2 0,-3 2-4 16,3 0-4-16,-2 0-1 0,-2 0-2 0,4-1-2 0,-5 1-1 15,1 0 0-15,-1-2-1 0,3 2-1 0,-1-1 1 0,-3 1-1 0,-1-2 2 16,1 1 2-16,5-2 1 0,-7 1 4 0,3-1 8 0,0 2 5 0,1-2 2 16,-1-2 5-16,-1 2 3 0,2-2 5 0,-1 0 5 0,0 0 4 0,1-1 2 15,4-1 0-15,-5 1 0 0,5-3-2 0,0 1-1 0,0-1-5 0,0 0-4 16,0 0-9-16,0 0-7 0,0 0-8 0,0 0-2 0,0 0-8 0,0 0-8 15,0 0-4-15,0 0-4 0,0 0-4 0,0 0-4 0,0 0-1 0,5 0-1 16,-1 0-1-16,1 0-1 0,0-1-1 0,-1 1 2 0,2 0 2 0,3-2 2 16,-4 1-1-16,4-1-1 0,0 2-8 0,0-1-12 0,-3-1-17 0,4 1-20 15,-2-2-19-15,-3 1-21 0,4 0-37 0,-3 0-47 0,3-1-92 0,0 1-113 16,-2-2-104-16,0 1-98 0,-1-1-118 0,3 0-128 0,-2-2-52 0,2 2-14 16,-2-2 4-16,-2-2 13 0,5 2 18 0,-5-1 18 0,0 1 37 15,1 0 48-15,-3-2 92 0,3 2 117 0,-1 2 101 0,3-1 100 0</inkml:trace>
  <inkml:trace contextRef="#ctx0" brushRef="#br0" timeOffset="98854.12">8230 10720 169 0,'0'0'436'0,"0"0"87"0,0 0 38 0,5 0 31 0,-1 0 24 0,-1-1 33 0,-1-1 38 0,2 2 28 0,1-1 21 0,1-1 9 0,-1 0 6 16,4 1-36-16,-2-2-53 0,1 0-141 0,1 2-184 0,0-4-80 0,0 4-34 16,2-4-25-16,-2 2-23 0,0 0-31 0,0 0-35 0,2 0-28 0,-2 2-19 15,0-4-11-15,2 2-5 0,-2 0-8 0,0 2-13 0,0-2-22 0,1 0-25 16,-2 0-59-16,-3 1-75 0,4 0-81 0,-3 0-77 0,-1 0-67 0,0 1-60 16,-1 1-61-16,-4-2-65 0,0 2-77 0,0 0-84 0,0 0-36 0,0 0-15 15,0 0 8-15,-4 3 19 0,4 0 56 0,-5 0 68 0,0 0 76 0,1 2 77 16,-1-2 64-16,-1 1 57 0,1 1 62 0,-3 1 64 0</inkml:trace>
  <inkml:trace contextRef="#ctx0" brushRef="#br0" timeOffset="99045.07">8311 10819 70 0,'-2'3'303'0,"-1"2"75"0,3-1 45 0,0-1 31 0,0-3 33 16,0 2 36-16,0-2 44 0,0 3 49 0,3-2 39 0,-1 1 34 16,-2-2 25-16,4 1 17 0,-2 0-76 0,1-1-115 0,3 2-90 0,-3 0-74 15,1-2-40-15,1 0-29 0,-3 0-35 0,5 1-42 0,-1-1-67 0,-1 0-79 16,4 0-104-16,-3-1-113 0,-1-1-99 0,2 0-89 0,-1 2-87 0,3-1-90 15,-4 0-92-15,4-1-92 0,-3-1-43 0,-1 2-20 0,0-1-8 0,3 2 1 16,-3 0 23-16,1 0 29 0,-1 0 66 0,2 2 79 0,-1-1 74 0,-1 2 71 16,1 1 78-16,3 1 81 0</inkml:trace>
  <inkml:trace contextRef="#ctx0" brushRef="#br0" timeOffset="101495.95">8883 10855 277 0,'-6'0'478'0,"1"2"101"0,1-2 69 0,-1 1 43 0,1-1 31 0,2 0 22 0,2 2 13 0,-3-1 16 0,3-1 10 0,0 0 8 0,0 0 7 15,0 0-53-15,0 0-82 0,0 0-145 0,0 0-172 0,0 0-96 0,0 0-62 16,0 0-36-16,3 0-27 0,-1 0-16 0,5-1-7 0,-1 1-9 0,-1-2-7 15,1 2-2-15,3-1-2 0,0-2 1 0,0 1-1 0,2 1 2 0,-2-1-1 16,3-1-2-16,-1 0-3 0,0 2-2 0,2-2-2 0,-2 0-4 16,1 1-2-16,-1-1-4 0,-2 0-2 0,0 2-5 0,0-2-9 0,2 1-4 15,-5 1-7-15,3-1-5 0,0 2-5 0,-4-1-5 0,4-1-4 0,-5 1-10 16,1 1-13-16,1-2-19 0,-1 1-25 0,-1 1-20 0,1-2-22 0,-5 2-21 16,4-1-23-16,-4 1-51 0,3 0-63 0,-3 0-84 0,0 0-93 0,0 0-78 15,0 0-66-15,0 0-59 0,0 0-58 0,0 0-60 0,0 0-62 16,-3-6-20-16,3 1 1 0,-4 2 15 0,4 0 20 0,-2-2 49 0,-1 3 60 15,3-3 85-15,-6 1 93 0,6-1 77 0,-3 1 69 0,3 4 65 0,0-5 67 16</inkml:trace>
  <inkml:trace contextRef="#ctx0" brushRef="#br0" timeOffset="101958.02">9215 10585 177 0,'6'-1'315'16,"-2"-1"59"-16,1 2 40 0,4-2 39 0,-4 4 42 0,4 0 40 0,1-2 42 15,-5 1 42-15,4 2 46 0,0 0 34 0,0-1 26 0,0 1-34 0,-2 0-65 16,2-1-80-16,-3 3-87 0,3-2-49 0,0 0-30 0,-4 2-34 0,4-3-33 16,-3 3-39-16,1 0-37 0,-2-1-40 0,1 2-42 0,-1-1-31 0,3 1-25 15,-7-1-17-15,5 2-11 0,-3 0-8 0,1-1-8 0,-2 2-7 0,-2-1-9 16,0 1-6-16,0 1-3 0,0-2-1 0,0 2 1 0,-2 0-5 16,-2 0-4-16,1-1-1 0,-3 2-4 0,5-1-1 0,-7 0-3 0,3 0 0 15,-1 0-1-15,1 0-1 0,-2 0 1 0,1-1-1 0,-3 1 1 0,4 0-1 16,-4-2-1-16,3 1 2 0,-3-1 1 0,4 1 3 0,-4-1 4 0,3-1 2 0,3 0 3 15,-3 0 3-15,1-1 2 0,1-2 2 0,-1 1 4 0,1-1 1 16,3 0 1-16,1-1 2 0,-4-1 0 0,4-1 2 0,0 2-2 0,0-2-3 16,0 0-6-16,0 0-2 0,0 0-2 0,0 0-2 0,0 0-2 15,0 0-2-15,0 0-4 0,0 0-1 0,4-2-4 0,-4 2-4 0,5-1 1 16,-1 1-2-16,1-2 0 0,-3 1 1 0,7-1 4 0,-6 2-1 0,7-3 1 16,-1 2-1-16,-4-1-1 0,4-1 2 0,-4 2-1 0,6-2 1 0,-3 0-1 15,-1 1 1-15,0-1-1 0,-2 0 1 0,6 2-2 0,-7-1 1 0,5 0-1 16,-4 0 0-16,1 0-1 0,-3 2-2 0,3-3 0 0,-1 3 0 0,1-3 0 15,-3 3 0-15,3-1 1 0,-3-1-4 0,-3 2-9 0,6-1-13 0,-6 1-13 16,0 0-14-16,3-2-14 0,-3 2-17 0,0 0-20 0,2-2-38 0,-2 2-47 16,0 0-92-16,0-2-113 0,0 2-93 0,0 0-85 0,0-2-96 0,0 2-98 15,0 0-53-15,-2-4-29 0,-1 1-6 0,3 3 4 0,-2-5 13 0,2 5 16 16,-4-3 39-16,4 3 49 0,-3-3 90 0,3 3 112 0,-2-3 93 0,2 3 86 16,0 0 101-16</inkml:trace>
  <inkml:trace contextRef="#ctx0" brushRef="#br0" timeOffset="102090.36">9554 10837 79 0,'0'0'276'0,"0"0"33"0,0 0 2 16,0 0-23-16,0 0-34 0,0 0-62 0,0 0-71 0,0 0-50 0,0 0-39 16,0 0-17-16,0 0-9 0,0 0-39 0,0 0-58 0,0 0-86 0,-6 0-100 15,6 0-33-15,-3 2-1 0,-3-1 24 0,1 1 33 0,1 0 64 0</inkml:trace>
  <inkml:trace contextRef="#ctx0" brushRef="#br0" timeOffset="102675">11021 10407 42 0,'0'0'347'0,"0"3"182"0,3-1 85 0,-3 2 42 0,0-3 25 0,4 1 15 0,-2-1 14 0,-2 1 10 15,0-2 7-15,3 1 7 0,-3-1 3 0,2 2 2 0,-2-1-78 0,4 1-113 16,-1-1-160-16,-1 0-177 0,2-1-90 0,-4 2-49 0,5-2-54 0,-5 2-57 15,6-2-84-15,-3 0-93 0,-3 1-87 0,6-1-78 0,-3 2-88 0,-1-1-95 16,-2-1-67-16,0 0-60 0,0 0-28 0,0 0-10 0,0 0-3 0,-2 6 6 16,-1 0 28-16,1 0 41 0,-2 2 72 0,-1-3 83 0,-2 5 77 15,1-2 73-15,1 2 87 0</inkml:trace>
  <inkml:trace contextRef="#ctx0" brushRef="#br0" timeOffset="102840.06">10921 10749 79 0,'-2'7'306'0,"-1"1"76"0,3-3 43 0,-6 2 29 0,6-3 18 0,-3 1 15 0,1-1 4 16,2 1 2-16,0-1-5 0,-4 1-10 0,4-3-25 0,0 2-26 16,-2-3-120-16,2-1-159 0,0 3-129 0,0-3-111 0,0 0-89 0,0 0-76 15,0 0-85-15,0 0-86 0,0 0-38 0,6-1-16 0,-1-2 1 0,1-1 6 16,-1 2 21-16,4-3 27 0,-2 2 32 0,1-3 31 0,1 2 35 0,0-2 41 16,0 0 44-16,2 1 50 0</inkml:trace>
  <inkml:trace contextRef="#ctx0" brushRef="#br0" timeOffset="102959.26">11102 10730 39 0,'9'0'269'0,"-5"2"65"0,-1 0 38 0,-1-2 22 15,4 4 17-15,-3-1 16 0,-3 3 20 0,4-1 19 0,-2-1 19 0,-2 1 17 16,0-2 9-16,0 1 5 0,3 1-74 0,-3-2-113 0,0 0-90 0,0 0-82 16,0 0-66-16,2-2-60 0,-2 2-62 0,4-1-65 0,-4-1-94 0,3 2-106 15,-3-3-85-15,0 0-73 0,6 0-36 0,-6 0-16 0,5 0-8 0,0 0-4 16,-1-1 10-16,2-1 16 0,-1 1 29 0,2-1 36 0,-1 0 48 16,-5 1 48-16,8 0 77 0</inkml:trace>
  <inkml:trace contextRef="#ctx0" brushRef="#br0" timeOffset="103387.28">11748 10384 213 0,'0'-3'384'0,"-4"0"57"16,-1 1 47-16,1 2 46 0,-1 0 53 0,3 2 59 0,-5 0 43 0,1 1 37 15,1 0 25-15,-1 1 21 0,-1 2 14 0,2 0 5 0,-4 3-103 0,3 0-157 16,-3 1-79-16,0 1-46 0,2 1-44 0,0 0-38 0,-1 0-51 0,1 2-53 16,0-1-40-16,0 1-30 0,1-1-23 0,1 0-19 0,1 1-16 0,2-2-16 15,-1 2-13-15,3-2-13 0,0 1-7 0,0-3-5 0,0 3-5 0,5-3-3 16,-5-1-5-16,4 0-2 0,1 0-7 0,1-1-2 0,1-1-5 0,0-1-3 16,0 0-3-16,1 0 0 0,-1-1-6 0,0-2-5 0,2-1-13 15,0 2-16-15,0-3-19 0,0-1-20 0,-3 0-49 0,3 0-61 0,0 0-94 16,-4-1-112-16,6-3-111 0,-2 2-108 0,-3-1-97 0,3-3-96 0,-6 1-38 15,6-1-13-15,-3 0 3 0,3 2 8 0,-4-2 13 0,1 1 22 16,-1 1 47-16,-1-1 60 0,1 2 97 0,2 1 112 0,-1 0 110 0,-1 2 109 16</inkml:trace>
  <inkml:trace contextRef="#ctx0" brushRef="#br0" timeOffset="103763.08">12176 10273 111 0,'4'0'328'0,"-4"3"80"0,2-1 58 0,-2 1 48 0,0 1 47 0,0 2 37 0,0-1 35 0,0 0 18 16,0 3 18-16,0-2 7 0,-2 2 4 0,2 1-39 0,-4-4-55 16,4 5-104-16,-3-3-126 0,3 2-84 0,-2-1-64 0,2-1-73 0,-4 1-81 15,4-1-83-15,0-1-82 0,-3 2-70 0,1-3-60 0,2 0-53 0,0 1-47 16,0 0-45-16,0-1-49 0,-4-2-51 0,4 0-52 0,0-3-48 0,0 0-44 15,0 0 1-15,0 4 22 0,0-4 41 0,0 0 49 0,0 0 47 0,0 0 44 16,0 0 44-16,0 0 43 0,0 0 44 0,0 0 47 0,0 0 49 0</inkml:trace>
  <inkml:trace contextRef="#ctx0" brushRef="#br0" timeOffset="103886.26">12167 10435 40 0,'0'0'204'0,"4"0"19"0,-2 2 7 0,-2-2 3 0,3 0-6 0,1 1-10 15,-4-1-21-15,0 0-31 0,0 0-52 0,0 0-61 0,0 0-37 0,0 0-21 16,0 0-69-16,0 0-88 0,0 0-41 0,0 0-19 0,0 0-7 0,0 0-3 15,0 0 6-15,0 0 10 0,-4 3 22 0</inkml:trace>
  <inkml:trace contextRef="#ctx0" brushRef="#br0" timeOffset="104260.68">12109 10551 181 0,'-3'4'304'0,"3"1"46"0,-2-1 26 0,-2 1 33 16,4 1 28-16,0-1 35 0,0 0 35 0,0 1 30 0,0-1 32 15,0 0 19-15,0 0 19 0,0-2-47 0,0 0-73 0,0-3-81 0,0 3-85 16,0-3-43-16,4 3-24 0,-4-3-29 0,2 1-28 0,-2-1-31 0,0 0-31 16,5 0-32-16,-1 0-30 0,-1 0-19 0,3-1-16 0,-4 0-10 0,5-2-9 15,-2 1-2-15,1-2-1 0,3-1 1 0,-4 1-2 0,4-2-3 0,-3 0-5 16,1 1-1-16,-2 1-3 0,1-1 0 0,-1 1-1 0,1 1-1 0,-3-1 1 16,1 3-5-16,-2 0-3 0,-2 1 6 0,3 0 10 0,-3 0 13 0,0 0 14 15,0 0 18-15,0 0 16 0,0 0 13 0,0 0 16 0,0 0 8 0,0 0 11 16,0 0 6-16,0 2 8 0,-3 2 8 0,3-1 10 0,-2 0-3 15,2 1-3-15,-4-1-11 0,4 2-13 0,-3-1-15 0,3 1-14 0,-2-2-14 16,2 1-12-16,-4 1-11 0,4-2-7 0,0 0-8 0,-2 0-4 0,2 0-3 16,0-1-3-16,0 2-6 0,2-3-3 0,-2 2-1 0,0 0-4 0,0-1-1 15,4 1-1-15,-2-2-1 0,-2 2 1 0,3-1-2 0,-3-1 0 0,4-1-5 16,-2 2-4-16,1-1-7 0,-3-1-11 0,6 2-21 0,-6-2-27 16,0 0-45-16,5 0-58 0,-5 0-67 0,0 0-71 0,0 0-61 0,4 0-59 15,-4 0-59-15,0 0-65 0,0 0-88 0,0 0-94 0,0 0-41 0,0 0-11 16,0 0 7-16,0 0 21 0,0-5 44 0,0 5 57 0,3-3 66 0,-3 3 72 15,2-4 61-15,-2-1 55 0,4 1 64 0,-4 4 66 0</inkml:trace>
  <inkml:trace contextRef="#ctx0" brushRef="#br0" timeOffset="104454.67">12433 10464 102 0,'0'0'344'0,"0"0"125"0,0 0 71 15,0 0 48-15,2 0 28 0,2 0 15 0,-4 0 6 0,0 0 2 0,0 0 0 16,0-2 5-16,0 2-1 0,0 0 1 0,0 0-111 0,3 0-159 0,-3 0-169 16,2 0-174-16,-2 0-122 0,4 0-98 0,-3 0-84 0,3 2-79 15,-4-2-98-15,0 0-107 0,0 0-49 0,0 0-23 0,0 0-9 0,0 0-3 16,0 0 17-16,0 1 28 0,0-1 45 0,0 0 52 0,4 4 48 0,-4-4 52 16,-4 8 58-16,4-2 64 0</inkml:trace>
  <inkml:trace contextRef="#ctx0" brushRef="#br0" timeOffset="104619.72">12401 10608 219 0,'0'3'338'0,"0"0"38"16,0 0 31-16,0-1 24 0,0 2 29 0,3-3 29 0,-1 2 33 0,2-1 34 15,-1 1 33-15,-1-2 34 0,2 1 7 0,-2-1-2 0,1 2-96 0,-3-1-133 16,4-2-67-16,-2 1-37 0,1 1-45 0,-1-2-46 0,2 1-76 0,-4-1-88 16,3 0-89-16,-1 0-95 0,2 0-94 0,1 2-98 0,-5-2-114 0,0 0-120 15,0 0-56-15,4 0-26 0,-4 0-11 0,0 0-5 0,5 0 12 0,-5 0 22 16,0 0 45-16,6 0 59 0,-6 0 59 0,5 0 59 0,-5 0 62 15,7 1 66-15</inkml:trace>
  <inkml:trace contextRef="#ctx0" brushRef="#br0" timeOffset="105965.37">13054 10126 111 0,'0'0'313'0,"0"0"63"0,-2-1 41 0,2 1 39 0,0 0 38 0,-4 1 44 0,1 1 46 0,3-1 46 16,-6 1 50-16,6 1 35 0,-2-2 30 0,-1 4-19 0,-1-1-40 0,-1 1-86 15,3 1-102-15,-2 1-56 0,1 0-32 0,-3 3-30 0,3 0-31 0,1 2-32 16,-2 0-33-16,-1 1-36 0,1 3-38 0,-1 0-24 0,-1 2-16 0,3-1-8 16,-3 2-8-16,4 1 1 0,-5 1-2 0,2 0 3 0,1 1 1 15,2-1 1-15,-3 2 1 0,1-1-7 0,1 1-5 0,-3-1-8 0,6 1-10 16,-2-1-12-16,-1-1-13 0,3 0-11 0,0 0-10 0,0-1-12 0,0 0-14 15,0-1-19-15,3-1-23 0,-1-2-23 0,2-1-26 0,-2 0-31 0,1-1-33 16,3-2-27-16,-3-2-27 0,3-1-28 0,-1 0-31 0,2-3-64 0,1 0-84 16,1 0-92-16,0-3-97 0,0 0-71 0,2-3-63 0,1 0-68 0,-1-3-71 15,4 0-36-15,-3-3-20 0,-1 0 3 0,4-3 15 0,-1 0 22 0,-1 0 28 16,-2-1 63-16,1-2 82 0,-1 1 92 0,2 1 99 0,-2-2 82 16,-2 3 74-16,1 0 83 0</inkml:trace>
  <inkml:trace contextRef="#ctx0" brushRef="#br0" timeOffset="106338.9">13282 10402 63 0,'-4'3'323'0,"4"0"120"0,-6 1 90 0,6 1 79 0,0 0 56 0,-1 1 50 16,-3 0 31-16,4 1 23 0,0 1 16 0,-4 1 10 0,4 0 9 0,0 1 4 15,0-1-80-15,0 0-119 0,0 1-115 0,0 0-116 0,4-3-88 0,-4 2-77 16,5-3-53-16,-5 1-47 0,6 0-29 0,-2-1-23 0,-1-2-13 0,3 1-9 16,-1-1-7-16,-1-1-7 0,1 0-1 0,0-1 0 0,1-2-4 15,-3 1-5-15,3-1 1 0,-1 0 2 0,3-1 2 0,-3-1 1 0,0-1 1 16,-1 0 2-16,1 0 2 0,-1-2 2 0,2 3 5 0,-1-3 5 16,-1 1 4-16,-3-3 4 0,3 3 8 0,-2 0 9 0,1-1 6 0,-3 0 2 15,0 1 2-15,0 1 4 0,0-3 4 0,0 3 4 0,0-2 1 0,-3 3-2 16,1-3-3-16,-2 1-3 0,4 1-7 0,-5-2-9 0,1 2-5 0,-1 0-6 15,3 0-8-15,-5 0-8 0,1 0-14 0,1 0-12 0,0 0-23 0,-3 2-23 16,3-1-31-16,-4-1-28 0,3 0-26 0,1 2-26 0,-4 1-52 0,4-2-69 16,-1 0-86-16,-1 1-98 0,1 1-75 0,1 0-67 0,0 1-67 0,1 1-67 15,-1 0-64-15,-1-1-59 0,3 1-14 0,3-2 10 0,-4 3 16 0,4-3 22 16,-2 4 51-16,2-4 65 0,0 4 90 0,2 0 97 0,2 0 77 0,1-1 67 16,-1 2 74-16,1-3 73 0</inkml:trace>
  <inkml:trace contextRef="#ctx0" brushRef="#br0" timeOffset="106542.85">13558 10555 216 0,'0'2'311'16,"0"1"42"-16,0-1 29 0,4 3 20 0,-4 0 20 0,0 1 28 0,0-2 31 15,0 1 36-15,0-1 41 0,0 1 37 0,0 0 34 0,-4 0-40 0,4-2-68 16,-2 2-74-16,2-1-74 0,-3 1-41 0,3-1-26 0,0-1-29 0,-4 2-36 15,4-3-57-15,0 2-71 0,0-1-84 0,0 0-97 0,-2 0-86 0,2-3-83 16,0 1-84-16,0-1-85 0,0 0-97 0,0 0-101 0,0 0-46 0,0 0-21 16,0 0 0-16,0 0 8 0,0 0 33 0,0 0 35 0,6-1 50 15,-3-1 55-15,3-2 50 0,-4 1 48 0,5-1 63 0,-2 0 66 0</inkml:trace>
  <inkml:trace contextRef="#ctx0" brushRef="#br0" timeOffset="106921.06">13745 10474 51 0,'0'0'374'0,"0"0"206"0,0 0 104 0,0 0 54 0,0 0 31 0,3-1 21 16,1 1 16-16,-4 0 15 0,0 0 13 0,0 0 14 0,2 0 10 15,1 0 13-15,3 0-72 0,-6 0-108 0,5 0-171 0,-1-2-198 0,1 2-92 16,1-2-49-16,-3 1-25 0,6 0-15 0,-3-1-15 0,-1 1-13 0,4-2-13 16,0 1-11-16,0-1-14 0,-3 2-13 0,3-3-10 0,-4 2-7 15,4-1-7-15,0 1-8 0,-3-1-8 0,-1 2-7 0,4-1-12 0,-4-1-15 16,-1 2-18-16,5-1-19 0,-3 0-20 0,-3 1-21 0,-1 0-32 0,3-1-39 15,-1 2-80-15,0-1-103 0,-3-1-83 0,-1 2-84 0,0 0-83 0,0 0-85 16,0 0-82-16,0 0-81 0,0 0-25 0,0 0-2 0,0 0 11 0,-5-3 16 16,5 3 29-16,-4-1 38 0,-1-1 82 0,0 1 100 0,1-1 88 0,4 2 81 15,-2-2 84-15,2 2 89 0</inkml:trace>
  <inkml:trace contextRef="#ctx0" brushRef="#br0" timeOffset="107356.25">13991 10270 46 0,'5'0'294'0,"0"-1"96"15,-1 1 63-15,0 0 43 0,1 1 46 0,-3 1 46 0,5 1 52 0,-1 0 51 16,-1 0 31-16,0 0 20 0,3 1 12 0,-3 1 11 0,0-1-73 0,4 0-107 16,-3 3-94-16,-1-3-89 0,4 1-53 0,-3 1-37 0,1-2-43 0,-2 1-43 15,1 0-50-15,-1 0-52 0,-1 1-29 0,-2 0-18 0,1 0-12 0,3 0-7 16,-6-1-5-16,0 0-7 0,0 2-5 0,0-1-7 0,0 1-5 0,-6-1-5 15,3 2-3-15,1-1 0 0,-2 2 1 0,-1-1-1 0,-4 1 0 0,3-1-1 16,-3 0-4-16,4 0-1 0,-4 1-1 0,3-2-2 0,-3 2-2 0,0-1-1 16,4-1-1-16,-4-1-1 0,4-1 1 0,-5-1-1 0,5 2 1 0,0 0-1 15,-3-3 4-15,7 2-2 0,-3-1 1 0,-1-1 1 0,5 0 1 0,-4 0-2 16,4 0 1-16,0 0-1 0,0-3 2 0,0 0 3 0,0 0 2 0,0 1 1 16,4 1 3-16,-4-2 1 0,5 0 4 0,-5 2 1 0,5-2 3 0,3 0 1 15,-3 0 2-15,0 0 0 0,1-2 0 0,3 2 3 0,-4-2-1 16,4 0-4-16,0 0-1 0,-3-1-1 0,3 0-5 0,-4 2-3 0,4-2-3 0,-3-1-3 15,3 3-3-15,-4-2-3 0,3 2-2 0,-3-1-1 0,0 1-3 0,1-1-1 16,1-1-7-16,-2 2-7 0,1-1-10 0,-1 0-13 0,-1 0-11 16,1 0-11-16,-1 1-18 0,-2-1-18 0,1 1-44 0,-3-2-55 0,2 1-81 15,2 1-97-15,-4-2-75 0,3-1-69 0,-3 3-70 0,0-2-71 16,0 3-69-16,0 0-67 0,0-6-25 0,-3 2-3 0,3 4 10 0,0-6 15 0,0 1 42 16,-4 1 56-16,4 4 82 0,0-7 95 0,-2 2 78 0,2 5 72 15,2-6 74-15,-2-1 79 0</inkml:trace>
  <inkml:trace contextRef="#ctx0" brushRef="#br0" timeOffset="107670.12">14387 10126 27 0,'5'0'287'0,"-1"0"110"0,1 0 72 0,-1 0 57 0,1 0 68 0,1 2 74 0,3-1 50 0,-4 1 44 0,2 1 24 0,-1-2 19 0,3 4 13 0,-4-2 10 0,4 0-62 0,0 1-96 16,-1 1-95-16,1-1-90 0,0 2-56 0,0 2-41 0,-4-2-52 0,4 2-57 16,0 0-32-16,-3 3-22 0,3-1-9 0,0 0-4 0,-4 3-2 15,4 0 1-15,-3 1 0 0,-1-1-2 0,4 2-6 0,-4 2-13 0,-1-1-11 16,1-1-12-16,1 2-17 0,-2 0-15 0,-4 0-18 0,3 0-15 16,-3 1-14-16,-3 0-16 0,3-2-13 0,-4 2-9 0,-2-3-9 0,1 2-9 15,1-1-8-15,-5 0-7 0,4 0-2 0,-4-1-2 0,2 0-2 0,-2 0-2 16,0-2-6-16,0 1-6 0,-2-1-12 0,-2-1-18 0,4 0-25 0,-2 0-28 15,-1-1-39-15,1-1-40 0,-4 0-37 0,3-2-33 0,-3 1-52 0,4-1-63 16,-3-1-109-16,-1-1-128 0,1 0-118 0,-1 0-111 0,-3-1-89 0,7-3-75 16,-3 2-18-16,-2-3 9 0,5 1 30 0,-4-1 35 0,1-1 35 0,1-1 32 15,2-1 52-15,-3-1 62 0,5 0 110 0,-2-1 130 0,-2 1 123 0,4-2 115 16</inkml:trace>
  <inkml:trace contextRef="#ctx0" brushRef="#br0" timeOffset="111372.71">3292 11148 93 0,'4'-5'387'0,"-4"2"171"0,0 0 78 0,0 3 42 0,0 0 26 0,1 0 17 0,-1 0 22 15,0 0 14-15,0 0 17 0,0 0 17 0,0 0 7 0,0-1 7 16,0 1-87-16,0 0-131 0,0 0-154 0,0 0-167 0,0 0-78 0,4 1-37 0,0-1-21 16,-3 0-16-16,-1 2-15 0,4-1-15 0,-2 1-12 0,1-1-13 0,1 0-8 15,-2 3-3-15,1-3-2 0,-1 2 2 0,2 0 2 0,1 0 4 0,-5 0 3 16,4 2 1-16,-2-1 5 0,1 1 3 0,1 0 0 0,-2 2-1 15,1 0-1-15,-3 1-1 0,0-1-4 0,0 3-2 0,0 1-6 0,0-2-5 16,0 2-7-16,0 1-4 0,-3-1-7 0,3 2-7 0,-6-1-10 0,6 1-16 16,-5-1-11-16,1 0-11 0,4-1-12 0,-5-1-11 0,-1 1-7 0,6-1-7 15,-3-2-10-15,-3 1-8 0,6-2-10 0,-5-1-8 0,5-1-11 0,0-1-9 16,-4 1-5-16,4-3-2 0,0-2-1 0,0 0 1 0,0 0 1 0,0 0 4 16,0 0 3-16,0 0 5 0,0 0 4 0,0 0 8 0,0 0 8 0,0 0 10 15,0 0 11-15,0 0 10 0,0 0 13 0,0 0 12 0,0 0 18 0,0 0 19 16,4-1 17-16,-4 0 16 0,2-1 14 0,1 1 8 0,1-2 9 0,-2 0 6 15,1 1 7-15,3-1 8 0,-1-1 3 0,-1 1 6 0,1-2 0 0,1 2-2 16,1-2-4-16,-2 3-6 0,4-3-8 0,-3 1-4 0,3-1-4 0,-4 1-7 16,4-1-2-16,-3 1-5 0,3-1-3 0,-4 0-6 0,4 1-3 0,-3-2-3 15,3 3-5-15,-4-2-1 0,1 1-4 0,1 0-4 0,-2-1-4 0,1 0-4 16,-3 3-2-16,3-1-2 0,-6 1-2 0,5-1-2 0,-5 2-5 0,4-2-7 16,-2 3-12-16,-2 0-16 0,0 0-35 0,0 0-42 0,0 0-93 0,0 0-113 15,0 0-98-15,-6-2-91 0,6 2-94 0,0 0-102 0,0 0-64 0,-5 2-49 16,-1-1-18-16,3 2-5 0,-3 0 6 0,1 2 14 0,-2-1 31 0,1 1 44 15,-3 1 93-15,4-1 114 0,-4 0 98 0,0 3 91 0,1-1 97 0</inkml:trace>
  <inkml:trace contextRef="#ctx0" brushRef="#br0" timeOffset="111764.11">3225 11334 292 0,'0'0'381'0,"0"0"42"0,0 0 42 0,0 0 40 0,0 0 47 0,0 0 50 0,4 1 49 0,-4 2 45 0,1 0 28 0,-1 2 21 0,4-3-3 0,-4 3-17 0,2 0-108 0,1-1-147 0,-3 2-73 0,4-1-41 0,-2-1-42 16,-2 2-38-16,3 0-46 0,-3 0-51 0,0 0-46 0,2 0-48 0,2 2-28 15,-4-2-19-15,0 1-13 0,0 1-8 0,0-1-5 0,0 1-3 0,0 1-3 16,0-2-2-16,0 2-1 0,-4-1 0 0,2-1 2 0,2 2-1 0,0-1 1 16,-3-1-1-16,1 1 1 0,-2-2-2 0,4 0 3 0,-3 0 4 0,1-2 4 15,2 1 2-15,-4-2 7 0,4 1 7 0,0-1 3 0,-1-1 7 0,1-2 0 16,-4 1 5-16,4-1 0 0,0 3 2 0,0-3 1 0,0 0 0 15,0 0-2-15,0 0-4 0,0 0-4 0,0 0-5 0,0 0-5 0,0 0-4 0,0 0-1 16,4 0-1-16,-3-1-1 0,5-1-3 0,1 2 0 0,-2-1 0 16,1-2-1-16,3-1-1 0,0 0 1 0,0 0 2 0,2-1 1 0,-2 0-1 15,0 0 1-15,2-1-2 0,-2 0-5 0,2 0-2 0,-2-2-5 0,3 2-5 16,-3-1-7-16,-1 1-9 0,1-2-16 0,0-1-17 0,0 1-36 0,0 1-42 16,0 0-68-16,-4-2-82 0,4 1-70 0,-3 0-61 0,3 1-51 0,-4 0-44 15,1-1-38-15,-1 1-39 0,-1 0-34 0,1 2-27 0,-1-3-30 0,-2 3-26 16,1-2-8-16,-3 1 6 0,4 2 50 0,-2-2 76 0,-2 0 64 0,0 0 63 15,3 0 49-15,-3 0 44 0,4 0 41 0,-2 0 42 0,1-2 39 0,-1 2 35 16,5-1 44-16</inkml:trace>
  <inkml:trace contextRef="#ctx0" brushRef="#br0" timeOffset="112181.98">3540 11245 28 0,'3'-6'243'0,"-1"0"53"0,5 0 28 0,-5 2 19 0,2-1 15 15,1 2 16-15,1 0 15 0,-6 0 15 0,3 2 17 0,-3-1 22 0,0 2 26 16,6 0 5-16,-6 0-6 0,0 0-32 0,0 0-46 0,0 2-9 0,0-2 8 16,3 1 8-16,-1 2 5 0,-2-1 1 0,0 1-2 0,0-1-5 0,0 2-10 15,0 0-13-15,0 1-20 0,0 0-29 0,0 3-34 0,0 0-41 0,0-1-47 16,0 2-36-16,-2 0-32 0,2 0-25 0,-3 2-19 0,3-1-13 0,-4-1-11 15,4 2-8-15,-2-1-8 0,2-1-8 0,0 0-5 0,-3 0-2 0,3-1-2 16,3 1-3-16,-3-4-3 0,0 3-3 0,2-2-2 0,2 0-1 0,-4 0 0 16,5 0-1-16,-1-2 1 0,-1 3 1 0,3-3 5 0,-1 1 0 0,-1-1 0 15,1 1-3-15,1-1-1 0,-1-1-2 0,2 2 1 0,-1-3-1 0,-1 2 0 16,4-3 0-16,-3 2 0 0,-1-1-3 0,4-1-3 0,0-1-3 0,-3 0-4 16,-1 0-2-16,4 0-2 0,-5-1 2 0,1-1 2 0,1 1-2 0,1-1-2 15,-2 1-2-15,-3-1-4 0,2-1-1 0,-1 0-3 0,-1 2-4 16,2-2-2-16,-4 0-3 0,1 1-6 0,-1-1-8 0,4 0-5 0,-4 2-8 0,0-2-8 15,0 0-8-15,0 0-11 0,0-2-12 0,-4 2-12 0,4-1-23 16,-1-1-26-16,1 1-44 0,0-1-51 0,-4 1-48 0,4-1-46 0,0-1-34 16,-2 1-32-16,-1 1-21 0,3 0-14 0,0-1-4 0,-4-1 4 0,4 0 6 15,-2 2 10-15,-1-2 23 0,3 0 27 0,0 0 46 0,-2 1 52 16,2-1 55-16,-4 2 54 0,4-1 47 0,0 1 45 0,0-1 37 0,0 1 34 0,0 1 37 16,0 1 39-16,0 2 43 0,0-3 52 0,0 3 53 0,0 0 56 0,0 0 41 15,-3-1 35-15,3 1 21 0,0 0 14 0,0 0 4 0,0 0-2 0,-2 0-10 16,-2 0-10-16,0 1-22 0,3 1-26 0,-3-1-40 0,-1 2-46 15,-1 2-53-15,3-3-61 0,-3 3-55 0,3 1-58 0,-3 0-88 0,-3 0-102 16,4 2-94-16,-1-1-88 0,3 2-95 0,-6-1-92 0,3 1-93 0,-3 0-86 16,4-2-42-16,-1 2-20 0,1-1-6 0,1 1 0 0,-1 0 14 0,1-3 21 15,-1 0 68-15,5 0 88 0,-4-2 85 0,4-4 85 0,4 6 89 0,-1-3 92 16</inkml:trace>
  <inkml:trace contextRef="#ctx0" brushRef="#br0" timeOffset="112488.88">3820 11308 39 0,'0'0'367'0,"0"-3"216"0,0 3 101 0,0-3 49 0,0 3 29 0,0 0 17 0,0 0 16 0,0 0 12 0,0 0 12 0,0 0 11 16,0 5 6-16,0-2 6 0,0 1-74 0,0 2-109 0,0 0-181 0,0 2-210 15,-4 1-100-15,4 0-50 0,0 1-26 0,0 2-19 0,0 0-16 0,-1 2-12 16,1-2-15-16,0 1-13 0,0-1-16 0,0 0-13 0,0 0-16 0,0 0-17 16,1-1-29-16,-1-2-31 0,0 1-55 0,0-2-65 0,0-1-63 0,0-1-59 15,4 0-44-15,-4-1-41 0,0-1-27 0,0 1-24 0,0-4-19 0,4 2-18 16,-4-3-14-16,0 0-14 0,0 0-2 0,0 0 6 0,0 0 21 0,0 0 30 16,0 0 15-16,0-6 13 0,0 1 25 0,0 0 29 0,0-3 25 0,0 4 25 15,0-2 26-15,0-2 23 0,1 0 27 0,-1 1 28 0,0-2 30 0,4 2 28 16,-4-2 34-16</inkml:trace>
  <inkml:trace contextRef="#ctx0" brushRef="#br0" timeOffset="112765.27">3840 11404 213 0,'4'-9'279'0,"-3"1"29"0,3 1 18 0,0 0 16 16,-3-1 12-16,3 1 12 0,0-1 16 0,1 1 16 0,-3-1 20 0,1 2 20 16,3-1 7-16,-2 1-3 0,1-2-45 0,0 2-62 0,1-2-23 0,1 3-2 15,-5-1-1-15,5 0 5 0,-5 0-3 0,3 0 0 0,-1 0-6 16,1 0-9-16,-1 1-12 0,-2-1-15 0,1 1-25 0,3 1-25 0,-6 1-29 16,3-1-34-16,1 1-25 0,-2-2-23 0,2 1-15 0,-3 2-12 0,-1-1-9 15,0 0-5-15,0 3-4 0,4-1-8 0,-4 1-1 0,0 0-3 16,0 0 1-16,0 0-1 0,0 0 5 0,0 1 7 0,4 1 6 0,-3-1 4 15,-1 2 3-15,0 0 1 0,4 1-1 0,-4 1-1 0,2 1-1 0,1 1 1 16,1 3 1-16,-2 0-1 0,1 2-3 0,3 0-3 0,-6 0-6 0,5 2-8 16,-1-1-7-16,1 1-9 0,-1-2-4 0,1 1-5 0,-1-1-3 0,1 0-5 15,1 0-2-15,-3 0-8 0,3-1-8 0,-4-1-4 0,1 1-6 0,3-2-6 16,-3 0-10-16,1-2-14 0,-2 1-17 0,-2-4-20 0,3 0-40 0,-3 1-50 16,0 0-71-16,0-2-78 0,0-3-64 0,0 3-56 0,0-1-55 0,0 2-57 15,-3-1-67-15,3-2-72 0,0-1-47 0,-6 2-37 0,6-2-4 0,-3 1 11 16,-3-1 37-16,6 0 48 0,-5 2 68 0,-1-2 77 0,-1 0 66 0,5-2 57 15,-3 2 59-15,5 0 60 0,-9 0 72 0</inkml:trace>
  <inkml:trace contextRef="#ctx0" brushRef="#br0" timeOffset="113482.48">3872 11476 156 0,'0'0'327'0,"0"-3"41"0,0 2 33 15,6-2 29-15,-2 0 31 0,-3 1 37 0,7-2 42 0,-7 2 49 0,5-1 38 16,3-1 35-16,-6 1 12 0,7-2 7 0,-5 1-95 0,0-1-139 0,1 1-70 15,1-1-40-15,-2 1-32 0,1 1-28 0,-1-2-32 0,4 1-35 0,-5 0-46 16,1 0-51-16,1 1-46 0,-3 0-46 0,3 0-38 0,-1 0-35 16,-5 1-23-16,4 0-22 0,0 2-14 0,-4 0-9 0,0 0-7 0,0 0-6 15,0 0 0-15,0 0-2 0,0 1 2 0,0 4 4 0,-4-2 8 0,0 1 11 16,4 1 20-16,-5 1 21 0,-1 0 23 0,3 0 23 0,1 1 23 0,-2-1 21 16,-1 2 15-16,1-2 13 0,3 0 7 0,-3 0 7 0,0 0 4 0,-1-2 2 15,5 1 1-15,-6-2 2 0,6 1-3 0,-3-1-2 0,1 0-4 0,2-1-8 16,0-2-11-16,0 0-12 0,0 0-9 0,0 0-11 0,2 0-9 0,-2 0-11 15,3 0-16-15,3-2-22 0,-1 1-29 0,-1-1-35 0,1-1-37 0,1 0-39 16,1-1-33-16,-2-1-31 0,6 1-28 0,-3-2-24 0,-3 0-15 16,4 0-11-16,-4-2-3 0,4 1 3 0,-3 1 14 0,3-2 17 0,-4 2 19 15,4 2 18-15,-3-2 20 0,3 0 22 0,-4 1 23 0,1-1 21 16,1 3 23-16,-5-1 22 0,1-1 22 0,3 2 20 0,-3 0 20 0,-1 0 16 16,2 0 14-16,-2 2 5 0,1-1 15 0,1-1 18 0,-2 2 21 0,1-1 19 15,-3 1 13-15,2-1 10 0,2 0 6 0,-4 1 2 0,0 1-2 0,3-1-9 16,-3-2-12-16,0 0-16 0,0 3-7 0,0-3-4 0,0 0 2 0,0-2 0 15,0 2 1-15,0-1-1 0,0 1 3 0,0-2 1 0,0 1 1 0,0 1 2 16,0-2 2-16,0 1 6 0,0 0 3 0,0 0 7 0,0 1 2 0,0-1 3 16,0 1 4-16,0 1 3 0,0 2 8 0,-3-5 7 0,3 5 6 0,0 0 8 15,0-1 5-15,0 1 10 0,0 0 7 0,0 0 9 0,0 0 9 0,0 0 9 16,0 0 9-16,0 0 12 0,0 0 10 0,0 0 11 0,0 0 3 16,0 0 3-16,0 0 23 0,0 0 30 0,3 1 27 0,-1-1 25 0,2 4 11 15,-4-3 11-15,3 2 5 0,-1 0 1 0,4 2-4 0,1 2-14 0,-2 1-11 16,1 0-15-16,-1 3-12 0,4 1-12 0,-3 0-28 0,3 2-35 0,-4 1-34 15,4 0-33-15,-3 1-27 0,3 0-20 0,-2 0-20 0,-2 2-16 0,1-2-9 16,-1 1-6-16,-1-1-3 0,1-1-4 0,1 0-1 0,-6-1 1 16,3-1-2-16,-3-1-3 0,2 0-2 0,-2-3-1 0,0 0 2 0,0 0 2 15,0-1 4-15,0-1 2 0,-2 1 2 0,2-2 2 0,-3-1 1 0,1 2 1 16,-2-3 2-16,-1 1 0 0,1-1 0 0,2 1 2 0,-5-2-2 0,5 1 0 16,-3-1-2-16,-2 0-1 0,1 2 0 0,1-4-1 0,-4 1-1 0,3-1 2 15,3 1-1-15,-6-1-2 0,3-1-2 0,4 0-2 0,-5-1-2 0,5-1-2 16,-5 1 1-16,5-2 1 0,-1 1-3 0,1-1-2 0,-2 0-2 0,1-1-4 15,3-1-2-15,-2-2-5 0,2 1-2 0,0-2 2 0,0-1 2 0,2 0-2 16,1-1-2-16,1-1-1 0,-2 1-7 0,1-2-10 0,3 1-7 0,-3 1-9 16,3-1-15-16,-3-1-16 0,3 1-38 0,-4 3-47 0,5-1-77 15,-2 1-89-15,-3 1-75 0,5-1-64 0,-1 2-55 0,-4 0-52 16,1 1-60-16,3 1-64 0,-3 0-51 0,1-1-50 0,-2 2-10 0,-2 3 4 16,3-3 34-16,-3 3 43 0,0-1 79 0,0 1 88 0,0 0 71 0,0 0 68 15,0 0 56-15,6 0 57 0,-1 2 67 0</inkml:trace>
  <inkml:trace contextRef="#ctx0" brushRef="#br0" timeOffset="113736.64">4439 11527 154 0,'1'0'539'0,"-1"0"129"0,4 0 66 0,-4 0 34 0,4 2 19 0,-3-1 14 0,-1-1 9 0,0 0 9 0,0 0 6 0,0 0 2 0,0 0 1 16,0 0-35-16,0 0-53 0,0 0-199 0,0 0-257 0,0 0-131 0,0 0-70 15,0 0-52-15,0 0-43 0,0 0-84 0,0 0-103 0,4 0-102 0,-4 0-101 16,0 0-105-16,2 2-107 0,-2-2-77 0,0 0-68 0,0 0-32 0,0 0-22 16,0 0-3-16,0 0 1 0,0 4 17 0,-2 1 24 0,-2-1 71 0,4 1 91 15,-5-1 96-15,5 2 96 0,-4 0 102 0,3-1 105 0</inkml:trace>
  <inkml:trace contextRef="#ctx0" brushRef="#br0" timeOffset="113871.34">4430 11667 60 0,'3'1'301'0,"-3"-1"108"0,0 2 62 16,2-1 44-16,-2-1 28 0,0 2 20 0,0-2 10 0,4 1 4 0,-4-1 2 16,0 0 4-16,1 2-17 0,3-1-26 0,-4 1-125 0,4-1-166 0,-4-1-164 15,1 2-161-15,3-1-146 0,-4 1-138 0,0-2-91 0,0 0-72 16,6 1-33-16,-1 0-16 0,-5-1-8 0,4 4-4 0,-4-1 18 0,5 1 28 15,-5-4 42-15,4 3 51 0,-3 1 57 0,3 1 56 0,1 0 83 0</inkml:trace>
  <inkml:trace contextRef="#ctx0" brushRef="#br0" timeOffset="115605.63">5021 11214 240 0,'0'0'411'0,"0"0"85"0,-5-2 57 0,5 2 50 0,0 0 50 0,0 2 40 0,0 1 40 0,0-1 25 0,0 2 17 0,0-1 19 0,0 1 16 16,0 1-43-16,-4 1-77 0,4 1-114 0,0 0-135 0,-2 4-76 0,2 1-50 16,0 0-40-16,0 3-38 0,-3 0-30 0,3 0-25 0,0 2-13 0,-2-1-4 15,-2 1-6-15,4 1-9 0,0 0-4 0,-3 1-2 0,1 1-4 0,-2-1-2 16,2 0-3-16,-1 4-7 0,-1-2-5 0,4 0-9 0,-2 2-11 0,-1-1-10 15,1-1-14-15,-2 2-14 0,1-2-9 0,1-2-12 0,-2 2-8 0,1-3-11 16,1-1-11-16,2-3-14 0,-4 2-15 0,4-3-15 0,0-1-20 16,0-1-25-16,-2-2-23 0,2-2-22 0,0 0-20 0,0-2-20 0,0 0-28 15,0-1-32-15,0-1-63 0,0 0-80 0,0-3-73 0,0 0-73 16,2 2-53-16,-2-2-43 0,4 0-40 0,-4 0-45 0,0 0-56 0,5-5-69 16,-5-1-19-16,0 0 3 0,6-1 21 0,-6-2 24 0,3-2 66 0,-3 1 78 15,0-1 82-15,4-3 77 0,-2 3 64 0,-2-1 56 0,0 0 62 0,3 0 63 16</inkml:trace>
  <inkml:trace contextRef="#ctx0" brushRef="#br0" timeOffset="115829.81">5030 11382 61 0,'4'-5'280'0,"-4"2"60"0,0 0 35 0,0 3 33 0,5 0 31 16,-5 2 43-16,6 1 50 0,-3 0 55 0,-1 1 55 0,2 0 48 16,1 1 37-16,-1 1-10 0,-3 1-34 0,7 0-83 0,-3 0-104 0,-1 1-55 15,1 1-35-15,1 0-33 0,-3-2-28 0,3 3-42 0,-1 0-50 0,0-2-54 16,3 3-54-16,-3 0-46 0,4-1-40 0,-3 1-26 0,-1-2-20 15,0 0-25-15,1 1-25 0,3-1-40 0,-5 0-49 0,1-1-53 0,-1-1-58 0,1-2-47 16,-1 1-44-16,-3 0-36 0,3-2-31 0,-2-1-27 0,1 1-25 16,-3 0-23-16,0-1-20 0,4-2-15 0,-4-1-5 0,-4 5 6 0,4-4 17 15,0 2 8-15,-5 0 1 0,5-3 16 0,-4 2 23 0,-1 1 27 0,0-2 21 16,-1-1 28-16,-1 3 24 0,1-3 26 0,1 2 26 0,0-1 29 0,-4-1 26 16,5 0 32-16,-1 0 32 0</inkml:trace>
  <inkml:trace contextRef="#ctx0" brushRef="#br0" timeOffset="116008.73">5036 11610 223 0,'-2'-2'344'0,"-2"2"57"0,4-3 33 0,0 3 26 0,-2 0 24 16,2 0 26-16,0 0 29 0,0 0 40 0,0 0 46 0,0 0 46 16,0 0 43-16,0 0-34 0,2-1-64 0,2-1-87 0,-2 1-95 0,1-1-51 15,3 1-31-15,-1-2-25 0,2 0-24 0,-1-2-25 0,3 2-28 16,0-1-41-16,-2 1-45 0,2-3-44 0,0 3-45 0,0-3-30 0,0-1-24 16,0 3-31-16,-2-2-37 0,2 0-65 0,0 0-83 0,1 2-75 0,-1-2-77 15,0 0-71-15,-4 1-73 0,6-1-97 0,-4 2-110 0,0-1-50 0,1 1-24 16,-3-1-7-16,0 2-1 0,5-2 18 0,-5 3 29 0,0-3 62 0,3 2 78 15,-3 0 77-15,0 0 76 0,4-1 73 0,-3 2 70 0</inkml:trace>
  <inkml:trace contextRef="#ctx0" brushRef="#br0" timeOffset="116277.92">5520 11330 24 0,'0'0'344'0,"0"5"202"0,-3-2 105 0,1 3 68 0,-2-2 38 16,4 3 30-16,-2-1 18 0,-1 1 18 0,-1 2 13 0,2 0 13 16,-3 0 9-16,1 3 11 0,-1 0-62 0,-2 2-95 0,1-1-161 0,1 1-191 15,-1 2-102-15,1-1-59 0,1 2-34 0,-1-1-27 0,1 1-18 0,-1-1-15 16,1 0-13-16,4 3-14 0,-2-3-11 0,2 1-9 0,0-1-10 0,2-2-11 16,-2 1-11-16,4 0-13 0,1-2-10 0,1-1-10 0,-3 0-16 0,6 0-17 15,-3 0-19-15,3-3-16 0,2 2-38 0,-2-4-41 0,0 2-104 0,0-1-132 16,2-2-92-16,-2 1-74 0,3-2-83 0,-1 1-90 0,0-2-67 0,2-2-60 15,-2 1-18-15,1 0 1 0,3-2 11 0,-4 1 14 0,1-1 33 16,-3-1 43-16,2 2 103 0,-2-2 129 0,2 1 94 0,-2 2 78 0,0 0 85 16</inkml:trace>
  <inkml:trace contextRef="#ctx0" brushRef="#br0" timeOffset="117099.91">5996 11434 237 0,'0'0'357'0,"0"0"61"0,0 0 35 0,0 0 39 0,4-1 39 0,-4 1 43 0,0 0 43 0,1 1 41 0,-1-1 39 0,0 0 29 0,4 3 21 15,-4-1-47-15,2-1-80 0,-2 1-93 0,0 1-101 0,3 0-52 0,-3-2-34 16,0 4-32-16,0-1-36 0,4 0-39 0,-2 1-38 0,-2 1-41 0,0 1-35 16,0 1-26-16,0 0-20 0,0 1-15 0,-2 0-8 0,-2 0-5 0,1 0-2 15,3 1-2-15,-6 1-5 0,5-1 0 0,-3 0 1 0,-1 1 1 0,1 0-2 16,-2-1 1-16,-3 1-1 0,4-1 3 0,1 1 5 0,-1 0 4 0,-4-1 1 15,3-1 1-15,3 0-1 0,-6 0 1 0,3-2 4 0,5-1 0 0,-7 0 1 16,7-1 1-16,-3-1-2 0,2 1-3 0,-1-2-3 0,3-1-3 0,0-2-8 16,-4 2-5-16,4-2-8 0,0 0-5 0,0 0 1 0,0 0-5 15,0 0-3-15,4 0-5 0,-1 0-4 0,-1 0-1 0,3 2-2 16,-1-2 1-16,1 0 2 0,1 1 3 0,3 1 2 0,-4-1 2 0,4-1 2 16,0 0 3-16,4 2 5 0,-6-2-1 0,6 0 2 0,-2-2 2 0,-2 2 2 15,0-1 1-15,2 1-2 0,-2-3-3 0,3 3 0 0,-3-2 0 0,-1 0 2 16,1 1-1-16,0 0-1 0,-4-1 0 0,4 2-4 0,-3-1-2 0,1-1 0 15,-2 2 0-15,1-1-3 0,-1-1-2 0,-1 2-1 0,1-1 2 0,1 1-1 16,-3-2-1-16,-3 2-3 0,6-1-1 0,-6 1-4 0,3-2-8 0,-3 2-14 16,0 0-18-16,2-2-20 0,-2 2-17 0,0 0-16 0,4-2-27 0,-4 2-26 15,0 0-70-15,0-2-85 0,0 2-87 0,0-3-87 0,0 0-77 0,0 3-67 16,0-3-80-16,-4 2-80 0,4 1-42 0,-2-5-21 0,-1 1-2 0,1-1 7 16,-2 2 21-16,4 0 26 0,-3 0 68 0,-3 0 83 0,4 0 90 0,-1 0 88 15,-1 0 76-15,4 2 71 0,-5-2 90 0</inkml:trace>
  <inkml:trace contextRef="#ctx0" brushRef="#br0" timeOffset="117325.16">6148 11514 15 0,'0'-2'295'0,"0"2"137"0,0 0 100 0,0 0 80 16,0 0 66-16,2 2 59 0,-2 2 38 0,0 1 30 0,0-1 21 0,0 1 17 16,0 0 16-16,0 2 15 0,0 0-54 0,0 1-83 0,0 1-104 0,0 1-117 15,0 1-77-15,0-1-61 0,0 2-49 0,-2 0-43 0,2 2-27 0,-4-1-21 16,4 1-15-16,0-1-13 0,-2 2-14 0,-1 0-14 0,3 0-18 0,-4-1-18 15,4 1-21-15,-2-2-19 0,-1 1-23 0,3-1-20 0,0-1-24 0,-4-1-25 16,4 1-31-16,0-3-32 0,0 0-34 0,0-2-38 0,0 1-34 16,0-4-32-16,0 2-27 0,0-3-25 0,0 2-54 0,0-1-69 0,0-1-95 15,0 0-104-15,4-1-82 0,-4 0-73 0,0-2-87 0,0 0-95 0,0 0-25 16,0 4 12-16,0-4 19 0,0 0 27 0,0 0 22 0,0 0 26 0,0 0 54 16,5 0 70-16,-1 0 96 0,1-4 105 0,-1 2 93 0,1-1 82 15</inkml:trace>
  <inkml:trace contextRef="#ctx0" brushRef="#br0" timeOffset="117667.96">6287 11760 61 0,'0'4'391'0,"0"-1"220"16,0 2 105-16,-2-2 49 0,2 1 31 0,0 1 18 0,0-1 15 0,0-1 12 15,-3 2 11-15,3-1 9 0,0 1 7 0,0-1 1 0,0 1-80 16,0-1-119-16,0-1-189 0,0 0-219 0,3 0-101 0,-1 0-52 0,-2-1-25 15,0-1-15-15,4 1-12 0,-4-1-9 0,5 0-10 0,-1 1-10 0,-2 1-5 16,1-1-2-16,3-1 1 0,-3 1 1 0,-1-1 1 0,5-1 0 0,-5 2 0 16,4-1-2-16,-6-1 5 0,0 0 6 0,3 0-3 0,-3 0-4 0,6 0-1 15,-6 0 5-15,0 0 6 0,0 0 5 0,0 0 4 0,0 0 5 16,0 0 10-16,0 0 10 0,0 0 8 0,0 0 8 0,0 0-2 0,0 0-1 16,0 0 1-16,0 0 5 0,0 0-1 0,0 0-5 0,0 0-6 0,0 0-11 15,0 0-27-15,0 0-28 0,0 0-40 0,0 0-42 0,-2 0-37 0,-2-3-36 16,1 3-55-16,3-3-67 0,-6 2-105 0,4-1-124 0,-1-1-106 0,-1 1-101 15,4 2-102-15,-5-2-106 0,-1 0-33 0,6-1 0 0,0 3 19 0,-3-1 30 16,3 1 28-16,0 0 25 0,-6-2 49 0,6 2 61 0,0 0 103 0,0 0 123 16,0 0 106-16,0 0 100 0</inkml:trace>
  <inkml:trace contextRef="#ctx0" brushRef="#br0" timeOffset="118185.67">6481 11648 64 0,'0'-2'418'0,"0"-1"107"0,0 3 63 0,1-3 47 0,-1 1 38 0,0 2 32 0,0 0 30 0,0 0 23 0,0 0 22 16,0 0 15-16,0 0 11 0,0 0-18 0,0 0-26 0,0 0-150 0,0 0-203 15,0 0-104-15,0 0-59 0,0 0-44 0,0 0-33 0,0 0-31 0,0 0-25 16,0 0-20-16,0 0-18 0,0 0-8 0,0 0-5 0,0 0-2 0,0 0 0 16,0 3 3-16,0-1 4 0,4 1 4 0,-4-1 2 0,0 2 4 0,2-1 4 15,-2 1 3-15,4-1 4 0,-4 3 2 0,0 0 2 0,3-1-1 0,-1 1-3 16,-2 0-1-16,0 1 1 0,4 0-2 0,-4 0-6 0,1 0-5 0,3-1-3 15,0 0-8-15,-3 0-5 0,3 0-3 0,1 0-7 0,-1-1-4 16,-2-1-7-16,5 0-2 0,-5 0-3 0,2 0-3 0,1-2-6 0,0-1-1 16,-1 2 0-16,1-1 1 0,1-2 1 0,1 1 2 0,-5-1 2 0,3 0 2 15,-1-1 7-15,1 1 0 0,1 0-5 0,-3-2 0 0,3-1-1 0,-3 2-1 16,1-2 2-16,2 0-3 0,-5-1-2 0,3 0-1 0,0 0-2 0,-3-1-1 16,3-1-2-16,-2 0-6 0,1 0-7 0,-3-2 0 0,4 3 3 0,-2-3 0 15,-2 1-1-15,0 1-2 0,0 0 0 0,0-2-2 0,0 1-2 16,0 1 1-16,0-2-1 0,-2 1-1 0,-2 0-1 0,4 2 0 0,-3-1 0 15,1-1-6-15,-2 3-7 0,3-2-16 0,-3 0-21 0,-1 2-28 0,1-1-37 16,-2 1-29-16,1-1-29 0,-2 1-33 0,1 1-33 0,-3-2-65 0,4 2-84 16,-4 0-93-16,3 0-98 0,-3 1-81 0,4 1-72 0,0 0-83 0,-4 1-84 15,3 0-20-15,1 1 12 0,-3-1 19 0,7 1 26 0,-7 3 28 0,7-1 34 16,-3-2 65-16,4-1 82 0,0 0 95 0,0 0 99 0,0 0 85 0,0 0 81 16</inkml:trace>
  <inkml:trace contextRef="#ctx0" brushRef="#br0" timeOffset="118505.34">6696 11421 190 0,'4'-2'364'0,"-3"1"51"0,3-1 51 0,-2 1 48 0,1 1 69 0,1 0 77 0,-2 1 51 0,1-1 40 0,3 0 23 16,-3 2 17-16,3-1 5 0,-1 1-2 0,1-1-103 0,-3 0-147 0,3-1-74 15,3 4-42-15,-4-3-39 0,4 2-34 0,-3 0-58 0,1 0-69 0,0 2-42 16,0-1-32-16,-1-1-10 0,5 3-4 0,-6-1 7 0,4 1 13 0,-2 1 8 15,-1 0 2-15,3 1-3 0,-4 0-2 0,1-1-7 0,-1 2-5 0,-1 0-3 16,1 0-1-16,1 0-3 0,-3 2 0 0,1-1-9 0,-2 1-9 16,-2-1-17-16,0 1-19 0,3 1-12 0,-6 0-13 0,3 0-9 0,-2 1-6 15,-2 1-11-15,1-1-10 0,1 1-19 0,-4-1-27 0,-1 1-35 0,2-1-39 16,-4 1-37-16,3-1-40 0,-3 0-34 0,0 0-29 0,-2 0-65 0,2-1-78 16,-2 0-106-16,-1 0-119 0,1 1-107 0,-2 1-103 0,-1-2-78 0,-1 0-67 15,1 0-10-15,-1 0 13 0,1-1 28 0,1-1 32 0,-1 0 30 0,3 0 28 16,-4-2 64-16,1-1 80 0,1 0 104 0,-1 1 120 0,3-2 110 0,-3 1 110 15</inkml:trace>
  <inkml:trace contextRef="#ctx0" brushRef="#br0" timeOffset="118909.11">6325 11821 219 0,'0'-1'339'0,"6"1"71"0,-6-2 54 0,0 2 64 0,3 2 67 0,3-2 57 0,-6 3 53 0,3-2 37 0,-1 1 28 15,2-1 20-15,-1 2 17 0,-1-1-47 0,-2 1-77 0,4-1-87 0,-4 2-87 16,1-1-63-16,3 0-47 0,-4 1-56 0,0 0-59 0,0 1-54 0,0 1-49 16,0 1-35-16,0 1-28 0,0 0-19 0,0 2-18 0,-4-1-16 0,3 2-19 15,-3-1-19-15,2 2-24 0,-1-1-25 0,-3 1-29 0,3 0-74 0,-3-1-91 16,-3 0-109-16,4 1-119 0,-1 0-118 0,-1 0-122 0,2-1-85 0,-1-1-65 15,-3-1-24-15,4 0-9 0,-1 0 5 0,-3 0 10 0,6-3 17 0,-3 2 21 16,-3-4 66-16,4-1 87 0,1 0 106 0,-1 0 112 0,3-1 122 0</inkml:trace>
  <inkml:trace contextRef="#ctx0" brushRef="#br0" timeOffset="119745.54">7524 11580 93 0,'0'9'384'0,"0"0"168"0,0 1 95 16,-3-1 62-16,3 3 38 0,0 0 27 0,0 2 19 0,0-1 14 0,0 2 10 0,0 0 11 0,0 2 5 0,0-1 5 16,0 1-91-16,0-1-135 0,-2 0-158 0,2 0-166 0,0 0-95 0,0-1-59 15,-4 0-40-15,4-2-29 0,0 1-28 0,0 1-23 0,0-3-25 16,0 2-23-16,0-4-41 0,4 2-50 0,-4-1-79 0,0-2-91 0,0 0-73 16,2-2-65-16,-2-1-64 0,0 0-63 0,3-1-80 0,-3 1-84 0,0-6-45 15,0 0-23-15,0 0-4 0,0 0 8 0,0 0 32 0,0-5 43 16,2 1 76-16,2-2 91 0,-4 0 74 0,0-2 65 0,0-1 66 0,0 2 62 15</inkml:trace>
  <inkml:trace contextRef="#ctx0" brushRef="#br0" timeOffset="120164.19">7580 11573 24 0,'2'-10'271'0,"4"1"59"0,-3 0 34 16,3 3 34-16,-1 0 34 0,2 2 42 0,-1-1 44 0,3 4 52 0,-4-2 58 15,1 0 45-15,-1 3 40 0,2-2 0 0,-1 1-22 0,-1 1-80 16,1 0-105-16,-3 0-53 0,3 0-27 0,-3 0-26 0,3 0-31 0,-3 0-36 15,-1 1-40-15,2 1-50 0,-4-1-51 0,2 1-44 0,1-1-38 0,-3 1-24 16,4-1-15-16,-4-1-11 0,0 5-9 0,0-2-6 0,0 1-8 0,-4 1-5 16,4 1-2-16,-3 0-6 0,1 1-3 0,-2 1-6 0,4-1-5 0,-5 2-4 15,1-1-3-15,2-1-1 0,-1 2-4 0,-3-1-1 0,3-2-3 16,1 1 0-16,-2 1-1 0,1-2-1 0,1-1 1 0,-2 0-4 0,4 0-1 16,0-1 0-16,-2-1 0 0,-1 0-1 0,3 0-2 0,0-3-2 0,0 3 1 15,3-1-2-15,-3-1 1 0,2 2 2 0,2-1 0 0,-4-1-1 0,5 1-1 16,-1-1 1-16,1 2 1 0,1-1 0 0,-1-1 3 0,-1 1 1 0,1 1 4 15,4-2 1-15,-3 1 0 0,-1-1 0 0,4 1 1 0,-5 0 2 0,1 2 2 16,4-1 1-16,-3-2 1 0,-3 2 5 0,3 0 6 0,-3 0 5 0,-1 2 5 16,2-2 7-16,-3 1 2 0,3 1 8 0,-4-2 8 0,0 3 5 0,4-2 7 15,-4 2 7-15,-4-2 4 0,4 4 4 0,0 0 1 0,-5-2 0 16,1 3-3-16,2-2-3 0,-5 2-5 0,2 0-4 0,-1 0-6 0,3 0-7 16,-5 0-7-16,1-1-7 0,2 1-7 0,-4-2-11 0,3 2-11 0,1-1-13 15,-4-3-13-15,3 3-16 0,-3-2-16 0,6 0-18 0,-3 0-19 16,-3-1-52-16,4-1-61 0,1 0-90 0,-1 0-101 0,-1 0-89 0,3-1-83 15,3 0-103-15,0-3-111 0,0 0-46 0,0 0-14 0,0 0 1 0,0 0 7 16,0 0 17-16,3-1 17 0,1-2 49 0,-2-2 66 0,7-1 87 0,-4 2 103 16,4-2 91-16,0-1 84 0</inkml:trace>
  <inkml:trace contextRef="#ctx0" brushRef="#br0" timeOffset="120463.64">8172 11442 169 0,'0'0'434'0,"-4"0"102"0,2-2 58 0,-1 4 46 0,-1-2 37 0,2 1 32 0,-1 2 29 0,3 0 24 0,-6 0 20 0,3 3 14 0,1-2 13 0,-2 1-34 0,-1 3-55 0,1 1-138 15,-1 0-173-15,-1 3-90 0,3 0-52 0,-3 1-34 0,1 2-29 0,-1 2-22 16,-1 1-20-16,2 0-14 0,1 0-11 0,2 3-8 0,-1-2-8 0,1 1-4 15,-2 1-7-15,4-2-8 0,0-1-11 0,0 2-8 0,4-1-11 0,-2-1-15 16,-2-1-21-16,3 1-28 0,-1-2-35 0,5 1-32 0,-5-3-30 16,5 2-47-16,-1-3-58 0,-1 1-98 0,4-2-118 0,-3 0-101 0,3 0-94 15,0-2-110-15,0-1-121 0,-4 0-47 0,4-3-14 0,-1 0 9 0,1-1 17 16,0-2 20-16,3 0 22 0,-1-1 41 0,-2 0 50 0,2 0 96 0,2-1 119 16,-2 1 100-16,3-1 92 0</inkml:trace>
  <inkml:trace contextRef="#ctx0" brushRef="#br0" timeOffset="121808.64">8514 11505 253 0,'0'-2'419'0,"-4"-1"63"0,4 3 59 0,0 0 54 0,0 0 45 0,0 0 41 0,0 0 35 0,0 0 29 16,0 0 26-16,0 0 22 0,0 5 8 0,4-2 1 0,-4 1-113 0,0 1-168 15,2 1-90-15,-2 1-56 0,0 2-46 0,3 2-41 0,-1 1-29 0,-2-2-25 16,0 4-15-16,4-2-12 0,-4 1-6 0,0 2-3 0,0-1-1 0,3 1 1 16,-3 0 5-16,2 0-2 0,-2 0-2 0,0 0-1 0,0 0-8 0,0 0-7 15,0-2-13-15,-2 2-13 0,2 0-20 0,-3-1-18 0,3-1-18 0,0 1-18 16,0-2-13-16,-4 0-14 0,4-2-14 0,0 0-13 0,-2 1-17 0,2-2-23 15,-3 0-27-15,3-1-30 0,0-1-46 0,0 1-52 0,0-3-39 0,0 0-35 16,0-2-50-16,-2 0-59 0,2-3-90 0,0 3-106 0,0-3-88 16,0 0-78-16,2 2-91 0,-2 0-96 0,0-2-40 0,0 0-21 0,5-1 22 15,-1 0 37-15,1-1 37 0,-1-1 31 0,-3 2 50 0,3-2 58 16,1-2 92-16,-1 1 104 0,-2 1 88 0,1-2 83 0,3 4 99 0</inkml:trace>
  <inkml:trace contextRef="#ctx0" brushRef="#br0" timeOffset="122093.56">8695 11837 202 0,'1'-2'355'16,"3"0"74"-16,-2-1 58 0,-2 3 58 0,3-1 60 0,3 1 50 0,-6 0 49 16,3 0 32-16,-3 1 26 0,6-1 18 0,-6 0 16 0,0 0-44 0,5 2-70 15,-5-2-96-15,4 1-107 0,-2 1-68 0,1-1-49 0,1 0-53 0,-2 1-54 16,-2 0-46-16,3-1-42 0,-3 2-26 0,4-1-21 0,-4-1-15 0,2 2-15 15,-2-1-11-15,3-1-7 0,-3 0-9 0,0 3-9 0,2-3-7 0,-2 2-7 16,0-1-13-16,0 1-18 0,0 0-19 0,0-1-23 0,0 2-35 0,-2-1-35 16,2 0-82-16,-3 0-98 0,3 0-98 0,0 1-96 0,-2-1-96 0,2 0-100 15,0-3-82-15,0 0-75 0,-4 5-23 0,4-5-5 0,0 0 9 16,0 0 13-16,0 0 26 0,0 0 32 0,0 0 78 0,0 0 98 0,0 0 95 16,0 0 96-16,0 0 99 0,6 3 99 0</inkml:trace>
  <inkml:trace contextRef="#ctx0" brushRef="#br0" timeOffset="122707.13">8915 11667 90 0,'0'0'274'0,"0"-3"46"0,0 3 23 0,0 0 13 0,0 0 7 16,0 0 9-16,0 0 6 0,0 0 10 0,0 0 14 0,0 0 12 0,0 0 16 16,0-2-22-16,0 2-41 0,4 0-64 0,-2-1-80 0,-2 1-26 0,3-2-5 15,1 2 9-15,-2-1 12 0,1-1 18 0,-1 1 23 0,2-1 17 16,-4 1 11-16,5 1 4 0,-5-2 0 0,4 0-1 0,-2 1-3 0,-2 1-4 0,3-1-9 15,-3 1-7-15,6 0-6 0,-6 0-12 0,3 2-9 0,-1-2-19 0,2 2-23 16,-1 0-18-16,-1 1-19 0,-2-2-9 0,4 2-3 0,-1 0-8 16,-1 2-4-16,-2-2-3 0,0 1 2 0,4 2 1 0,-4-1 3 0,2 2 0 15,-2-1 3-15,0 1 3 0,0 1 1 0,0 1 4 0,-2 0 0 0,2 0 1 16,-4 0-2-16,4 2-5 0,-2-1-6 0,-1 0-5 0,3 0-8 0,-4-2-7 16,4 3-12-16,-2-2-5 0,-1 0-10 0,3 0-9 0,-4-1-10 0,2 1-8 15,2-2-8-15,0 1-7 0,-3-3-8 0,3 2-6 0,0-1-4 16,0-1-5-16,0 0-4 0,3 0-3 0,-3-1-5 0,2-1-3 0,2 0-1 15,-4 2-1-15,5-4-2 0,-5 2 0 0,4 0-2 0,1 0 1 0,-1-1 1 16,1-1 1-16,1 2 4 0,-3-1 2 0,6-1 2 0,-3 1 2 0,-1-2-2 16,4 0 3-16,-3 0-1 0,3-2 1 0,-4 1-2 0,4-1 1 0,-3-1-2 15,1 0 2-15,-2 0-1 0,1-1-1 0,-1-1-6 0,-1-1-1 0,1 0-2 16,1 0 0-16,-3-1 0 0,3 1 1 0,-1-2 2 0,-1-1-1 0,1 2-4 16,-1-2 1-16,-3 0 0 0,3 0-1 0,2 0 1 0,-6-2 1 0,3 2 1 15,-3 0-1-15,0 0 0 0,0 0 0 0,0 0 0 0,0 2-1 0,-3-2-4 16,3 1 4-16,-2 1 1 0,-2 1 0 0,0-2 0 0,3 2-2 0,-3-1-5 15,-1 1-8-15,1 0-8 0,-1 0-18 0,1 0-15 0,-1 0-27 0,-1 0-28 16,1 0-31-16,-1 1-28 0,-1-1-27 0,2 2-23 0,-4 0-36 0,3 0-38 16,-3 1-89-16,4 0-110 0,-4 2-90 0,3-1-83 0,-3 2-89 0,0 2-91 15,4-1-44-15,-4-1-23 0,3 3 7 0,1-1 20 0,-1 1 19 16,-1-1 22-16,2 2 34 0,1-1 40 0,2 0 90 0,2-3 113 0,-3 3 101 16,3-3 91-16,0 0 105 0</inkml:trace>
  <inkml:trace contextRef="#ctx0" brushRef="#br0" timeOffset="123005.69">9263 11476 49 0,'9'-3'312'0,"-8"2"117"0,7-1 83 16,-7 1 65-16,3 1 59 0,1 1 59 0,1 2 40 0,-3-1 34 0,3-1 20 0,-1 2 16 15,3 0 11-15,-3-1 7 0,4 2-72 0,-4-1-106 0,6 2-105 0,-2-1-105 16,-3 2-70-16,6 0-49 0,-2 2-47 0,-1 1-46 0,-2-1-25 0,2 3-16 15,0 1-7-15,0 0-1 0,0 2 2 0,-4-2 1 0,4 2 0 0,-3 0-1 16,-1 1-8-16,1 0-5 0,1 2-10 0,-5-1-6 0,1 0-10 0,-3 0-10 16,0 0-13-16,0 1-14 0,0-1-17 0,-3 1-14 0,1-4-13 0,-2 3-8 15,-1 0-10-15,-1-1-7 0,-1 0-7 0,0 0-10 0,-2-1-17 0,0 2-21 16,0-1-35-16,0 0-37 0,0 0-36 0,-2-1-38 0,-4 0-32 0,6 0-28 16,-1 1-58-16,-3-3-73 0,2 1-97 0,-2-1-108 0,4-1-98 0,-2-1-100 15,2 1-84-15,-1-4-84 0,1 1-15 0,0-3 15 0,5 0 25 16,-2-2 33-16,1 0 28 0,5-3 28 0,0 0 58 0,0 0 73 0,0 0 98 15,0 0 108-15,0 0 101 0,0 0 102 0</inkml:trace>
  <inkml:trace contextRef="#ctx0" brushRef="#br0" timeOffset="123185.82">9586 12091 28 0,'4'3'372'0,"-2"-1"229"0,-2-2 90 0,0 0 25 16,0 2-11-16,0-2-27 0,0 0-38 0,0 0-45 0,0 0-53 0,0 0-59 16,0 4-55-16,0-4-56 0,3 3-158 0,-3-2-199 0,0-1-265 0,0 0-296 15,0 0-119-15,0 0-40 0,0 0 6 0,0 0 24 0,2 5 37 0,-2-5 42 16,0 0 54-16,0 0 58 0,0 3 55 0,0 1 60 0,0-4 80 0</inkml:trace>
  <inkml:trace contextRef="#ctx0" brushRef="#br0" timeOffset="124434.49">10364 11555 268 0,'-2'0'468'0,"-1"2"112"0,-3 0 83 0,1-1 49 0,1 2 41 0,4 0 27 0,-5 0 18 0,1 1 19 0,2 1 12 0,-3 1 9 0,-2-1 10 0,1 1-52 0,3 1-79 0,-3 1-142 0,1 1-169 16,-1 0-103-16,1 1-75 0,-2 2-44 0,-4 0-31 0,5 0-18 0,-3 3-10 16,4-1-8-16,-2 1-6 0,-1 1-2 0,1-1-2 0,-2 2-2 0,4-1-1 15,-1 0 2-15,-3 1 2 0,4 0-2 0,1-2-6 0,-1 0 1 0,3 0-2 16,-2-3 2-16,1 1 0 0,1-3-2 0,-2 3-3 0,4-3-1 0,0 1 1 16,0-2-4-16,0 0-4 0,0 0-5 0,0 0-4 0,4-2 0 0,-2 1 1 15,-2-1-5-15,3-1-5 0,1 0-7 0,1 0-7 0,-3 0-8 16,2-1-6-16,1-1-5 0,4 0-6 0,-3 1-5 0,-1-2-2 0,4 2-4 15,0-2-8-15,-3 0-15 0,3-1-18 0,0 0-29 0,0 0-36 16,0-2-41-16,-4 1-44 0,6-1-38 0,-4-1-37 0,-1-1-79 0,5 0-101 16,-4 0-114-16,0 0-118 0,0-1-140 0,-1 0-149 0,3 0-59 0,-4-1-17 15,1 0 12-15,-1 0 24 0,4 0 38 0,-3 1 42 0,-3-2 38 0,3 2 33 16,-1 0 83-16,2 0 99 0,-1 0 114 0,-1 0 120 0,1 0 144 0</inkml:trace>
  <inkml:trace contextRef="#ctx0" brushRef="#br0" timeOffset="124979.45">10916 11466 103 0,'-2'0'351'0,"-2"-2"89"0,-1 2 64 0,1 2 53 0,-1-1 57 0,5 1 45 0,-4 2 43 16,-1-1 31-16,3 1 28 0,-2 1 19 0,-1 1 16 0,-2 0-23 0,5 2-41 16,-4-1-107-16,3 1-138 0,-3 2-78 0,1 1-51 0,-2 1-44 0,5 0-38 15,-4 1-33-15,-1 2-29 0,2 2-16 0,-1-1-9 0,3 2-3 0,-3 0 2 16,3 0 1-16,-3 2 3 0,1-1 2 0,1 1 0 0,4 1 1 0,-5-2-3 15,5 0-7-15,0 1-7 0,0-1-12 0,0-1-11 0,0 0-12 0,5 0-16 16,-5 1-14-16,8-3-17 0,-7-1-14 0,5 0-13 0,3 0-11 0,-4-3-9 16,4 0-9-16,0 0-7 0,-3-1-10 0,6-2-8 0,-3-2-9 0,2 0-14 15,-2 1-22-15,2-2-27 0,-2-1-34 0,4-1-40 0,-2 1-37 16,-2-4-34-16,2 1-36 0,1-1-32 0,-1-2-64 0,-2-1-82 0,0 1-93 0,0-2-103 16,2-2-87-16,-2 2-83 0,0-1-78 0,-3-2-77 0,-1-2-11 15,4 2 15-15,0 0 27 0,-3-1 31 0,1-1 29 0,0 2 31 0,-3 0 66 16,5-1 80-16,-4 0 97 0,1 2 104 0,3-1 95 0,-4 0 93 0</inkml:trace>
  <inkml:trace contextRef="#ctx0" brushRef="#br0" timeOffset="125356.69">11191 11766 57 0,'-4'4'467'0,"2"2"126"0,-1 0 70 0,3 2 41 0,-4-1 25 16,4 1 20-16,0 1 15 0,0 0 13 0,0 0 9 0,0 0 11 0,0-2 13 16,0 0-13-16,4 3-29 0,-4-3-179 0,5 1-246 0,-1-4-122 0,-3 1-66 15,3 1-40-15,1-3-24 0,3 1-19 0,-3-2-13 0,1 1-10 0,-1-2-7 16,0-1-9-16,4 0-12 0,-5 0 2 0,5-1 5 0,-3-2 4 0,-1 0 4 16,0-2 4-16,4 0 2 0,-5 1 6 0,1-2 8 0,1 2 7 0,-2-4 9 15,-1 2 9-15,-1 2 9 0,2-2 4 0,-3 1 5 0,-1 1 2 0,0-1 2 16,0 1 5-16,0-1 2 0,0 2 0 0,0-1 1 0,-1 1-5 0,-3-2-4 15,4 2-10-15,-5-1-9 0,5 1-11 0,-4-2-13 0,-2 1-7 0,3 1-5 16,1 0-11-16,-2 0-12 0,-1-2-17 0,1 3-20 0,3 0-25 16,-3-1-25-16,-1 0-24 0,1 1-24 0,-2-1-23 0,3 0-19 0,1 1-39 15,-3 0-41-15,1 0-90 0,-1-1-109 0,5 3-90 0,-4-1-83 0,-1 1-88 16,5 0-86-16,0 0-50 0,0 0-32 0,-6 1-6 0,6-1 10 0,-3 2 16 16,-3 1 20-16,6-1 36 0,-4 3 42 0,4-5 90 0,0 6 108 15,0-1 94-15,0 1 89 0,0-2 95 0</inkml:trace>
  <inkml:trace contextRef="#ctx0" brushRef="#br0" timeOffset="125549.01">11404 11871 231 0,'0'1'457'0,"0"2"102"0,-4 0 70 0,4-3 43 0,4 3 30 15,-2 2 19-15,-2-2 16 0,0-1 7 0,0 2 3 0,-2-1 5 0,2 0 2 16,-4 0-53-16,4 0-78 0,0 0-161 0,0-1-197 0,0 2-147 0,0-3-125 15,0-1-114-15,0 3-104 0,0-3-85 0,0 3-76 0,0 0-76 0,0-3-80 16,0 0-77-16,0 0-74 0,0 0-35 0,0 0-16 0,0 0 7 0,0 0 17 16,0 0 45-16,4-3 55 0,-2 0 70 0,-2-1 74 0,5 0 64 0,-1 2 63 15,0-1 70-15,-3-2 75 0</inkml:trace>
  <inkml:trace contextRef="#ctx0" brushRef="#br0" timeOffset="125937.47">11563 11739 42 0,'4'0'316'0,"-2"-2"129"0,1 1 90 0,-3 1 72 15,4 1 53-15,-2 1 45 0,1-1 31 0,-3 1 26 0,0-1 19 0,4 2 19 16,-4-1 13-16,2-1 11 0,-2 2-70 0,3 0-107 0,-1-1-117 0,-2 1-123 16,0-1-80-16,4 2-62 0,-4-3-45 0,0 4-31 0,3-1-21 0,-1 0-13 15,-2 0-11-15,0 2-11 0,0 0-5 0,4 0-4 0,-4 1-2 0,0 0-2 16,0 1-3-16,0 1 2 0,0-1-7 0,-4 1-4 0,4 0-8 0,0 1-10 16,-2-1-11-16,-1 2-11 0,-1-1-5 0,4-1-7 0,-5 2-11 0,3-1-6 15,-2 1-6-15,1-1-4 0,1-1-8 0,-5 2-6 0,5-1-11 0,-4-1-14 16,3 0-22-16,-3 0-23 0,1-1-25 0,-2 0-27 0,1-1-21 0,1 0-23 15,-1-1-34-15,-1 0-40 0,2-1-91 0,-1-1-116 0,1 0-99 16,1 0-97-16,-1 0-112 0,-1-1-118 0,3-1-42 0,3-2-5 0,-6 0 10 16,6 0 20-16,-5-2 19 0,5 2 20 0,-4-3 35 0,4-1 36 0,0 4 93 15,0-6 115-15,4 0 103 0,-2 0 96 0</inkml:trace>
  <inkml:trace contextRef="#ctx0" brushRef="#br0" timeOffset="126670.93">11487 11770 199 0,'0'-3'332'0,"-5"3"61"0,5-1 42 0,-4-1 45 0,4 2 45 15,0 0 56-15,0 0 62 0,-2 0 44 0,2 0 39 0,-3-2 25 0,3 2 20 16,0 0-45-16,-2 0-71 0,2 0-83 0,-4 0-91 0,4 0-53 0,0 0-36 16,-3 0-36-16,3 0-42 0,-2-1-49 0,2 1-57 0,0 0-42 0,0 0-32 15,0-1-20-15,0 1-15 0,0 0-9 0,0 0-8 0,0 0-7 0,0 0-7 16,0 0-4-16,0 0-4 0,0 0-1 0,0 0-2 0,0 0-2 0,0 0-4 15,0 0 0-15,0 0-1 0,0 0-4 0,0 0-4 0,0 0 0 0,0 0 2 16,0 0 4-16,0 0 9 0,0 0 9 0,2 0 6 0,1-2 9 0,1 2 8 16,-2-1 7-16,1-1 5 0,3 1 7 0,-1-1 2 0,4-1 5 0,-3 2 3 15,1-1 2-15,0-1-3 0,2 0-2 0,-2 2-8 0,1-2-9 16,-1 0-7-16,-2 1-11 0,1 1-9 0,-1-2-8 0,4 1-10 0,-3 0-7 16,-3 0-7-16,3 0-5 0,-3 1-6 0,3-1-4 0,-3 1-5 0,-1-1-5 0,4 2-7 15,-3-1-16-15,1-1-22 0,-2 1-27 0,1 1-31 0,-3 0-34 16,0 0-31-16,0 0-30 0,0-4-22 0,0 4-32 0,0 0-28 15,0 0-62-15,0 0-76 0,0-2-92 0,0 2-98 0,0 0-84 0,0 0-74 0,0 0-68 16,0 0-67-16,-3-2-11 0,3 2 13 0,-6-1 18 0,6 1 19 16,-5-2 25-16,1-1 31 0,-1 2 60 0,1-1 78 0,4 2 94 0,-5-1 101 15,5 1 97-15,-6-4 94 0</inkml:trace>
  <inkml:trace contextRef="#ctx0" brushRef="#br0" timeOffset="127209.4">11547 11544 58 0,'-4'-3'309'0,"4"1"102"0,0 2 57 0,0-2 41 15,0 2 32-15,0 0 31 0,0 0 37 0,0 0 33 0,0 0 31 0,0 0 26 16,0 0 18-16,0 0 17 0,0-1-69 0,0 1-110 0,0-1-100 0,6-1-91 16,-6 2-53-16,5-1-34 0,-1 1-29 0,1-2-26 0,-1 2-27 0,1-1-35 15,1-1-22-15,3 2-21 0,-4 0-17 0,2 0-11 0,-1 2-7 0,3-1-7 16,0 2-2-16,-2 0-1 0,2 2 0 0,0-1 0 0,-3 2 2 0,3 0-1 15,0 2 4-15,-4 0 4 0,4 2 1 0,0 0 1 0,-3 1-1 0,-1-1 2 16,1 2-3-16,1 0-1 0,-5 2-7 0,5-1-2 0,-5 1-5 16,-2-1-3-16,3 2-8 0,-3 0-7 0,0 0-4 0,-3 0-7 0,1 0-4 15,-2 2-7-15,1-1-3 0,-3-1-4 0,1 2-4 0,-1-2-3 16,-1 0-1-16,2 0-4 0,-1-1 1 0,-3 0-2 0,4 0 1 0,-4-1-1 0,3-1 0 16,-3 0-1-16,4 0-2 0,-4-1-2 0,3-1 2 0,-3-1 0 0,4 0 0 15,-4 0 0-15,3-2 0 0,-1 1 0 0,0 0 0 0,0-1-1 16,1 1-1-16,-3-2 2 0,4 0-1 0,-1-2-1 0,1 2 1 0,-2-2-2 15,1 1 0-15,4-2-2 0,-1 0 2 0,-1 0 0 0,2-1-1 0,-1-1-1 16,3-1-1-16,0 0 0 0,0 0-1 0,0 0-1 0,0 0 2 0,0 0 5 16,0 0 2-16,5 1 4 0,-5-1 2 0,7-1 7 0,-5 0 4 0,7-1 6 15,-3 1 4-15,3-4 7 0,0 4 4 0,2-4 9 0,-2 1 5 0,0-1 2 16,5 2 4-16,-5-1 1 0,6-1 5 0,-4-1 1 0,1 0-1 0,3 2-1 16,-4-1-1-16,1-1-4 0,3 2-2 0,-4-1-4 0,3 1-3 0,-1-1-7 15,-2 1-2-15,-2-1-2 0,3 1-4 0,-1 1-8 0,-2-2-4 0,0 2-5 16,0 0-5-16,-2-1-1 0,1 2-3 0,-3-1-4 0,1 0-4 0,-1 0-4 15,2 2-13-15,-5-1-17 0,3-1-26 0,-1 1-25 0,0 1-28 0,-2 0-26 16,-2 1-26-16,0-3-24 0,0 3-32 0,0-2-38 0,0-1-76 0,-2 0-93 16,2 0-82-16,-4 0-76 0,4-1-63 0,0 1-59 0,0 3-72 15,0-5-79-15,0 0-20 0,0 5 5 0,0-4 12 0,0-2 23 0,0 6 28 16,0-4 38-16,0-2 74 0,0 0 94 0,0 1 85 0,4 1 80 0,-2-2 76 16,3 0 74-16</inkml:trace>
  <inkml:trace contextRef="#ctx0" brushRef="#br0" timeOffset="127526.67">12290 11356 58 0,'6'-3'346'0,"3"2"158"0,-4-3 95 0,1 3 72 0,1 1 54 0,0 1 45 16,0 1 30-16,1 1 22 0,1 0 19 0,-4 0 13 0,4 2 18 0,0-1 18 15,0 1-58-15,2-1-92 0,-2 2-116 0,4 0-129 0,-4 0-72 0,-2 0-48 16,2 2-34-16,0-1-26 0,0 0-9 0,-3 3 2 0,3 0 0 0,-4 2 1 16,4-1 2-16,-3 2-3 0,-1 2-15 0,2 0-19 0,-1 3-21 0,-1 0-20 15,-1 0-21-15,1 3-20 0,-5-1-21 0,6 1-163 0,-6 0-8 0,0 1 0 16,0 1 0-16,0-1 0 0,-6 1 0 0,2-1 0 0,-1 0 0 0,0 0 0 16,-1-1 0-16,-3 0 0 0,0-2 0 0,0 1 0 0,0-1 0 0,-2-1 0 15,2-1-47-15,-5 1-210 0,3-2-48 0,-2 0-45 0,-1 0-35 0,5-3-30 16,-6 1-39-16,6-3-43 0,-2 0-67 0,-1-1-80 0,4-2-55 15,1 0-45-15,0-1-44 0,0-2-42 0,1-1-39 0,3-1-41 0,-3-2 4 16,6-1 26-16,0 0 25 0,0 0 25 0,-2-2 45 0,-1-1 52 0,3-2 88 16,0 5 101-16,0-8 84 0,3 1 75 0,-1 1 75 0,2-1 73 15</inkml:trace>
  <inkml:trace contextRef="#ctx0" brushRef="#br0" timeOffset="127687.49">12466 11966 64 0,'0'0'346'0,"2"4"152"0,-2-4 68 0,-2 3 35 0,-2 1 17 0,4 1 6 15,0-2-4-15,-3 1-9 0,-3-1-31 0,6 2-41 0,-5-1-49 0,1-1-53 16,-1 2-144-16,1-2-184 0,-1 1-236 0,-1 1-257 0,3-3-125 0,-3 2-67 16,-3-1-29-16,4 0-14 0,-1 0 1 0,-3-2 8 0,0 1 31 0,4-1 38 15,-8-1 51-15,6-1 54 0,-6-1 58 0,2 2 62 0</inkml:trace>
  <inkml:trace contextRef="#ctx0" brushRef="#br0" timeOffset="130632.05">3986 12559 34 0,'6'-3'291'0,"-3"2"101"0,-1-1 50 0,-2 2 21 0,0-1 9 0,0 1 6 0,4 1 1 0,0 1 1 0,-3-2-7 0,-1 0-5 16,0 1-23-16,4 2-25 0,-4-1-118 0,0-1-157 0,0-1-186 0,2 3-198 15,-2-3-110-15,0 0-71 0,0 0-34 0,0 0-15 0,0 5-6 16,3-2-3-16,-3-3 4 0,0 7 7 0,-3-3 20 0,1 3 29 0,2 0 40 15,0 0 49-15,-4 1 79 0</inkml:trace>
  <inkml:trace contextRef="#ctx0" brushRef="#br0" timeOffset="130807.73">3907 12919 178 0,'-6'8'459'16,"3"-2"108"-16,1 0 65 0,2 0 46 0,0 0 33 0,-4 0 22 0,4 0 14 15,0 0 9-15,-1 0 5 0,1 0 2 0,-4 0-3 0,4-2-54 0,-4 2-79 16,3-1-206-16,1-1-258 0,0 1-183 0,0-1-143 0,0-3-115 0,0 3-101 16,0-4-107-16,0 3-112 0,0-3-71 0,0 0-51 0,0 0-25 0,5 1-9 15,0-2 7-15,-1 1 16 0,1-3 47 0,1-2 62 0,1 1 75 16,-1-1 78-16,-1 1 71 0,4-2 68 0,-4 0 87 0</inkml:trace>
  <inkml:trace contextRef="#ctx0" brushRef="#br0" timeOffset="130975.89">4071 12930 106 0,'2'3'316'0,"-2"-2"85"0,0 2 56 0,4 0 45 16,-4-2 47-16,0 3 52 0,2-1 41 0,-2-2 42 0,3 2 27 0,-3 2 23 16,0-4 9-16,0 2 4 0,0-1-84 0,0 2-131 0,0-2-111 0,4 1-107 15,-4 0-115-15,2-2-120 0,-2 2-124 0,0 0-125 0,3-1-130 0,-3 1-129 16,0-3-117-16,0 0-110 0,6 3-53 0,-6-3-26 0,3 1-10 0,3-1-5 16,-1-1 13-16,4-2 20 0,-3 1 61 0,-3-1 76 0,6-1 74 0,0 1 77 15,-1 0 84-15,1 0 84 0</inkml:trace>
  <inkml:trace contextRef="#ctx0" brushRef="#br0" timeOffset="133174.43">12835 11377 210 0,'9'-6'393'0,"-4"0"90"0,-1 2 65 0,1 1 63 0,-1 0 64 0,1 3 42 0,1 3 34 0,-3-2 22 0,1 4 17 15,-2-2 14-15,-2 1 11 0,5 2-45 0,-5 0-71 0,4 2-114 0,-1-2-138 16,-1 1-83-16,-2 1-62 0,4 1-59 0,-4 1-62 0,0-1-38 0,0 2-32 16,0 0-20-16,-4 0-16 0,4 1-10 0,-2 1-10 0,-1 1-7 15,-1-2-7-15,-1 3-4 0,3-1-5 0,-5-1-4 0,1 2-2 0,-3-1-4 16,0 1-1-16,4-2-3 0,-4 2-3 0,-2-1-1 0,2-1-4 16,0 1-2-16,0-1-4 0,-2-2-7 0,2 2-7 0,0-2-10 0,-2-1-7 15,2 1-12-15,0-2-10 0,0-2-16 0,-2 1-11 0,2-2-23 0,4-2-23 16,-5 1-49-16,7-1-58 0,-3-1-59 0,1-1-58 0,1-1-45 0,3-1-37 15,-3-1-21-15,4-1-12 0,0-1-9 0,0-1-4 0,0-1 1 0,0 1 4 16,5-4 16-16,-5 0 19 0,6 1 47 0,-3 0 56 0,3-2 60 0,1 0 61 16,-1 1 48-16,-1-1 44 0,4 1 33 0,-4 0 30 0,4 0 23 0,1 1 25 15,-5-1 20-15,6 1 20 0,-2 1 18 0,-4 0 18 0,4-1 17 0,0 3 19 16,0-2 22-16,2 2 24 0,-2-1 30 0,0 2 32 0,0-1 32 0,0 2 35 16,0-1 26-16,-3 2 26 0,-1-1 19 0,4 2 17 0,-3 0 9 15,-1 0-2-15,-1 2 1 0,-1-1-5 0,3 1-14 0,-4-1-14 0,1 2-25 16,-3 2-26-16,4-3-33 0,-2 3-35 0,-2 1-32 0,0-1-31 0,0 2-27 15,-2 1-27-15,-2-1-17 0,4 2-14 0,-5 0-11 0,1 2-11 0,-1-1-9 16,1 1-9-16,-3 1-8 0,0-2-2 0,1 1-5 0,1-1-6 0,-1 1-2 16,-1-3-1-16,2 2-1 0,-1-3-4 0,1 1 1 0,1-1-1 15,-1-1-1-15,5-1 0 0,-4-1-9 0,2 1-10 0,2-2 1 0,-3-1 7 16,6 2 4-16,-3-3 4 0,2 2 3 0,2-1 0 0,-4-1 3 0,2-1 3 16,1 3 3-16,3-3 1 0,-3 2 8 0,3-1 9 0,-1 0 9 0,-1-1 8 15,5 2-4-15,-4-2-7 0,4 0-3 0,-3-2-3 0,3 2 2 0,0-1 2 16,0 0 1-16,-2-1 1 0,2-1 0 0,0 2 0 0,0-2-3 0,0 1-6 15,-3-1 1-15,3 1 7 0,0 0 4 0,0-1 1 0,-2 1 2 0,2-1 3 16,-3-1-1-16,3 1-2 0,0-1 2 0,0 0 1 0,-4 1 0 0,4-1 0 16,-3-1-2-16,3 1-1 0,-4-1-4 0,2 2 1 0,1-1-1 0,-5 0-4 15,3 0-1-15,-3 1-1 0,3-1-4 0,-1 1-2 0,-1-1-6 16,1 0-2-16,-1 1-5 0,-2 2-2 0,1-2-2 0,1 0-3 0,-2 1-2 16,1-1-1-16,-1 2 0 0,-2-2-1 0,4 3-1 0,-4-2 1 0,0 2-1 15,0 0-2-15,0-3-2 0,0 3-2 0,0 0 1 0,3-1 2 16,-3 1 1-16,0 0-1 0,2-2 1 0,-2 2-1 0,0-1 1 0,0 1-1 15,4-3 1-15,-4 3-4 0,1-4 1 0,3 3 2 0,-4-2 1 0,4 2 1 16,-2-2 0-16,-2 1-2 0,3-2 1 0,1 2-4 0,-2-2 1 0,1 2 2 16,-1-2-1-16,-2 1-1 0,4 0-1 0,-4-1 2 0,3 2 2 0,-1 0-2 15,-2-1 1-15,0 0-1 0,4 0 2 0,-4 2-1 0,0 1 1 0,1-3 1 16,-1 1 0-16,0 2 0 0,4-1 1 0,-4 1 1 0,0 0-1 0,0 0 2 16,0-3 0-16,-4 1 0 0,4 2-1 0,0-3 0 0,0 3-1 0,0 0 1 15,-1-1-2-15,1 1 0 0,0 0 1 0,0-2 1 0,0 2-2 0,0 0-2 16,0 0 1-16,0 0 1 0,0 0 0 0,-4 0 1 0,4 0-2 0,0 0-4 15,0 0 1-15,0 0-1 0,0 0 1 0,0 0 2 0,0 3-2 0,0-1-1 16,0 2 1-16,0 1 2 0,0-1-2 0,0 1-2 0,0 1 0 16,4 1 1-16,-4 1 2 0,0-1 3 0,5 2 2 0,-5-2 1 15,5 1 0-15,-1 0-2 0,0-2 1 0,1 1-1 0,1-1 2 0,-3 2 0 16,3-4-1-16,-1 2-2 0,-1-2 0 0,1 3 0 0,-3-4 1 0,5 1-1 16,-1-1 0-16,-3 2-3 0,-1-2 0 0,3-2-1 0,-1 1-4 0,-4 1-8 15,5-2-14-15,-5 1-15 0,0-2-17 0,0 0-22 0,0 0-17 0,0 0-18 16,0 0-12-16,0 0-17 0,0 0-28 0,0 0-30 0,0 0-71 0,0 0-89 15,0-2-84-15,0-1-78 0,0 0-71 0,0 0-69 0,0 3-71 0,-1-6-78 16,-3 0-28-16,4 2-7 0,0-3 6 0,-4 2 9 0,3-3 26 0,-3 3 31 16,4 0 72-16,-5-3 90 0,1 2 88 0,2 0 85 0,-1-1 86 15,-3 0 82-15</inkml:trace>
  <inkml:trace contextRef="#ctx0" brushRef="#br0" timeOffset="133370.26">13153 11412 201 0,'-4'-3'435'0,"4"3"118"0,0 0 95 0,0 0 64 0,0 0 46 0,4 1 30 0,-4 4 25 0,6-1 19 0,-6 0 16 0,3 1 14 0,3 0 16 0,-1 1-37 0,-1 0-58 0,1 0-128 0,0 1-162 0,3 1-109 0,-3-2-83 15,1 0-55-15,-1 0-42 0,2 1-30 0,0-1-21 0,1 0-19 0,-3 0-15 16,1 0-19-16,3 0-15 0,-4 0-22 0,0-1-24 0,3 0-33 0,-3 0-36 16,-3 0-36-16,5-1-35 0,-1 0-57 0,-5 0-64 0,3-1-110 0,0 0-128 15,-3 0-115-15,3-2-111 0,-4-1-102 0,0 0-93 0,0 0-38 0,5 3-8 16,-1-2 8-16,-2 3 22 0,5-3 23 0,-5 1 26 0,3-1 50 0,-1 2 60 15,5-1 108-15,-4-1 126 0,4 2 119 0,1 0 109 0</inkml:trace>
  <inkml:trace contextRef="#ctx0" brushRef="#br0" timeOffset="133588.82">13582 11648 10 0,'-2'5'357'0,"-2"1"232"0,1 0 114 0,-3-1 61 0,1 2 33 0,1 1 22 15,2-1 16-15,-5 1 13 0,5 1 12 0,-3-2 8 0,-2 0 9 0,1 1 6 16,1 0-67-16,-1-1-100 0,-1 1-189 0,2-1-228 0,-1 1-113 0,-3-1-59 16,4 1-34-16,-1-1-27 0,-3-1-24 0,6 2-22 0,-6-2-26 0,3-1-23 15,1 2-28-15,-1-3-28 0,1 1-59 0,-2-2-71 0,1-1-89 0,1 2-102 16,0-3-87-16,1 1-82 0,-2-1-102 0,6-1-112 0,-5-1-42 0,-2-1-15 16,1-3 1-16,3 1 10 0,1-2 13 0,-2 0 23 0,3-3 57 15,-3 0 68-15,4 0 93 0,0-3 97 0,0 0 89 0,0 0 81 0</inkml:trace>
  <inkml:trace contextRef="#ctx0" brushRef="#br0" timeOffset="133891.98">13477 11302 54 0,'0'-4'329'0,"3"0"142"0,-3 2 109 0,0 2 95 0,0 0 55 0,2 2 44 16,-2 2 25-16,4-1 24 0,-4 0 16 0,4 1 14 0,-3 0 20 0,-1 1 17 15,6 1-63-15,-6 0-97 0,3 0-114 0,3 2-115 0,-3 1-92 0,-1-2-74 16,5 2-40-16,-1 0-23 0,-1 1-12 0,1 1-6 0,1 1-3 0,-2 0-3 15,1 0-5-15,3 2-7 0,-4 0-8 0,4 0-9 0,2 0 0 0,-2 1 3 16,0 0 4-16,0 0 2 0,2 0-8 0,2-2-13 0,-2 2-12 0,3-1-14 16,-1-1-110-16,-2 1-71 0,3-1 0 0,1-1 0 0,-1-1 0 0,1 1 0 15,-3-2 0-15,3 0 0 0,-1 1 0 0,1-2 0 0,-1 2 0 16,1-2 0-16,-1 0 0 0,0 1 0 0,1-1 0 0,-2 0 0 16,1 0-134-16,-3 0-251 0,2-1-84 0,-3 0-90 0,0 0-111 0,2 0-118 15,-5 1-101-15,2 1-92 0,0-1-67 0,1 0-60 0,-5 2-2 0,0-2 28 16,4 0 43-16,-3 0 52 0,-3 0 56 0,3 0 53 0,-1-2 80 0,-1-1 89 15,5 2 107-15,0-2 118 0,2-2 108 0,2 1 107 0</inkml:trace>
  <inkml:trace contextRef="#ctx0" brushRef="#br0" timeOffset="134548.28">14349 11590 88 0,'-6'3'361'0,"6"-1"96"0,-3-1 68 0,1 1 56 0,2-2 51 0,0 0 44 0,0 1 41 0,0-1 29 0,0 0 22 0,0 0 16 16,0 0 17-16,0 0-20 0,0 0-35 0,2-1-117 0,1 1-153 16,3-3-88-16,-1 0-65 0,4-2-53 0,-2-1-48 0,1 0-44 0,1-1-37 0,3-2-27 15,-1 0-21-15,2 0-18 0,-2-2-16 0,0 2-11 0,1-1-11 16,-1 1-7-16,4-2-9 0,-6 4-4 0,0-1-1 0,0 1-2 0,0 0-5 16,-4 2-3-16,4-1-2 0,-3 3-1 0,-3-3-4 0,3 3-5 0,-3 1-9 15,-1-1-11-15,-2 2-11 0,4-1-16 0,-3 1-16 0,-1 1-37 0,0 0-49 16,0 0-71-16,0 0-89 0,0 0-67 0,-1-2-60 0,-3 1-47 0,2 1-41 15,-1 0-36-15,-1-2-28 0,-1 0-28 0,1 2-22 0,-1-1-32 0,-1-2-32 16,1 2 4-16,-1-1 16 0,-1-1 63 0,2 0 80 0,1-2 67 0,-1 3 60 16,3-3 48-16,-5 1 42 0,5-3 40 0,-2 3 38 0,-1-2 35 15,1 0 37-15</inkml:trace>
  <inkml:trace contextRef="#ctx0" brushRef="#br0" timeOffset="135221.53">14454 11320 48 0,'-2'-6'248'0,"2"2"49"0,0-2 28 0,2 1 20 16,-2 2 12-16,0 0 12 0,0 0 14 0,0 3 17 0,0 0 23 0,0 0 31 15,0 0 34-15,3 3 14 0,-3 2 2 0,0 1-29 0,0 1-45 0,4 2-16 16,-2 1-4-16,-2 4-1 0,0 1 3 0,3 0 0 0,-1 3-3 15,-2 0-11-15,0 3-14 0,0 0-29 0,0 2-33 0,0 0-43 0,0 0-49 16,0 1-50-16,0 0-45 0,0 0-30 0,0 0-26 0,0-3-17 0,0 3-17 16,0-3-14-16,0-1-14 0,0-2-11 0,0 0-12 0,0-2-9 0,4-2-9 15,-4-1-6-15,0-1-8 0,0-1-8 0,0-1-10 0,-4-1-11 0,4 0-9 16,0-1-13-16,-2-2-11 0,-1 0-10 0,3 0-6 0,-6-3-9 0,6 1-7 16,-3 1-4-16,-3-4 0 0,1 2 0 0,1-1 5 0,-1-1 10 0,1 1 12 15,-1-2 7-15,-1 0 12 0,1 0 15 0,-2-2 17 0,1 1 24 0,1 1 25 16,-1-2 27-16,1-1 28 0,-2 2 24 0,1-1 19 0,1-1 15 15,1 0 12-15,-1 2 9 0,1-2 4 0,-1-1 9 0,5 3 6 16,-6-2 2-16,3 0 1 0,3 0-6 0,-2 0-11 0,-2-2-11 0,4 3-14 0,0-1-11 16,0 0-6-16,0 0-8 0,0 0-11 0,0 0-5 0,4-2-4 0,-2 2-4 15,1-3-4-15,3 2-2 0,-3-2-5 0,6 0-5 0,-3 0-2 16,5 0-4-16,-2-3-4 0,0 1-1 0,0-1-5 0,5 2-3 0,-3-2-5 16,-2 0-2-16,6 0-2 0,-3 0-5 0,-1 0-1 0,4 0-3 0,-3 0-7 15,-1 0-7-15,4-2-8 0,-3 4-8 0,-1-2-9 0,-2 0-12 0,6 0-11 16,-6 1-13-16,1-1-13 0,-1 2-22 0,1-1-22 0,-5 1-25 0,4 1-30 15,-4 0-26-15,1 0-28 0,3 0-18 0,-5 1-14 0,1 0-7 0,0 0-3 16,-1 0 0-16,0 1 4 0,-3 0 8 0,3 0 13 0,1 0 16 0,-1-1 22 16,-2 1 26-16,2-1 26 0,-4 1 29 0,5-1 32 0,-5 2 23 0,4-2 21 15,-3 3 18-15,-1-3 12 0,4 2 14 0,-4 0 11 0,4 2 13 16,-4 1 11-16,0-4 11 0,0 4 11 0,0 0 11 0,0 0 11 0,0 0 13 16,0-1 14-16,0 1 17 0,0 0 19 0,0 0 16 0,0 0 18 15,1-1 12-15,-1 1 10 0,0-2 5 0,0 2 2 0,0 0 1 0,6 0 0 16,-6 0-3-16,0 0-1 0,0 0-5 0,0 0-3 0,0 0-9 0,0 0-9 15,3 0-13-15,-3 2-11 0,4 0-10 0,-2 0-8 0,-2 1-8 0,3 0-7 16,-3 2-7-16,6-1-6 0,-6 2-2 0,4 0-4 0,-3 0-6 0,3 2-9 16,-4 1-6-16,4-2-4 0,-3 2-5 0,-1 0-5 0,4 2-2 0,-2-2-5 15,1 1-2-15,1 1 1 0,1-1-1 0,-3-1 2 0,7 0-1 0,-1 2-4 16,-1-4-1-16,2 2 2 0,0-1-1 0,5-1-2 0,-1-1-2 0,-2 0-2 16,7-1-1-16,-2 1-1 0,-1-3-4 0,3 0-1 0,2-2-1 0,-2-1-5 15,0 0-2-15,-2 0 1 0,2-1-4 0,0-2-2 0,-1 0-4 0,-3 1 1 16,2-2-2-16,-1 2-2 0,-4-2 1 0,1 1-1 0,-1 0-1 0,-2-2-1 15,0 2-4-15,-3 0 1 0,3 0-4 0,-4 2-1 0,-1-2-4 16,-2 1-2-16,3 1-3 0,-5-3-8 0,0 4-8 0,0 0-11 0,0-2-12 16,0 0-15-16,-2-1-29 0,-1 0-34 0,3 2-73 0,-6-2-91 0,3-2-83 15,-3 2-78-15,1 0-76 0,1 0-81 0,-1 0-83 0,-4 0-90 16,3 0-32-16,-3 0-11 0,0 0 5 0,0 2 10 0,-2-2 27 0,2 0 33 16,-2 1 75-16,-1-1 92 0,1 2 86 0,-2-2 80 0,2 0 81 0,-1 1 79 15</inkml:trace>
  <inkml:trace contextRef="#ctx0" brushRef="#br0" timeOffset="135404.1">14719 11298 247 0,'-3'-4'341'0,"1"3"46"0,-2-2 27 0,3 2 16 0,1 1 17 0,-4 1 16 0,4 1 13 16,0-2 14-16,-4 1 12 0,4-1 4 0,0 0 4 0,0 0-65 15,0 0-94-15,0 0-98 0,0 0-101 0,0 0-62 0,-1 1-47 0,1-1-41 16,0 0-44-16,0 2-40 0,-4 0-47 0,4 1-43 0,0 0-44 15,0-2-41-15,-2 4-38 0,-1-3-44 0,3 3-46 0,-4-2-40 0,2 3-32 16,-2-3-4-16,-1 2 11 0,1-2 22 0,4 1 24 0,-5 1 28 0,1-1 26 16,3-1 34-16,-3 2 32 0,4-2 33 0,0-3 35 0,0 0 45 0</inkml:trace>
  <inkml:trace contextRef="#ctx0" brushRef="#br0" timeOffset="135656.16">14710 11299 211 0,'0'0'346'16,"0"0"41"-16,0 0 42 0,0 0 41 0,0 3 62 0,4 0 65 0,-2 2 62 16,-2 1 53-16,0 1 37 0,0 2 28 0,0 2 5 0,0 1 1 15,0 1-92-15,0 2-133 0,0 0-66 0,-2 3-34 0,-2 0-34 0,3 0-30 16,-3 3-58-16,0 0-61 0,-1 0-57 0,0 1-53 0,-1 3-33 0,-1-3-26 16,1-1-20-16,-3 2-14 0,2 1-14 0,-2-3-10 0,0 0-15 0,4 0-13 15,-4-2-19-15,0 1-19 0,3-2-25 0,-3-2-28 0,4-1-56 0,-3-2-68 16,3 0-92-16,0-3-102 0,5-1-92 0,-4-2-86 0,2 1-105 0,2-2-112 15,-3-2-46-15,3-4-16 0,0 0-2 0,0 0 7 0,0 0 17 0,5-2 23 16,2-1 50-16,-1-3 67 0,-1-2 92 0,0 1 102 0,4-3 92 0,1 2 86 16</inkml:trace>
  <inkml:trace contextRef="#ctx0" brushRef="#br0" timeOffset="136089.91">14801 11434 166 0,'0'-1'507'0,"0"1"118"0,-2-2 59 16,2 2 36-16,0 0 25 0,0 0 17 0,0 0 7 0,0 0 10 0,2 0 10 15,1-1 8-15,3-2 9 0,-2 1-33 0,1-1-48 0,0 0-179 0,4 0-236 16,2-3-115-16,-2 0-58 0,4 0-34 0,-2-1-27 0,3-1-11 0,-1-1-11 16,1 2-9-16,1-2-9 0,-1-1-8 0,1 2-8 0,-4-2-7 0,3 3-4 15,-1 0-3-15,-2 1 2 0,-2-2-2 0,0 4 0 0,2-1 0 0,-8 1 1 16,6 1 4-16,-7-2 1 0,5 4 3 0,-5-1 4 0,2 1 2 0,-4 1 2 15,0 0 7-15,0 0 7 0,0 0 8 0,0 1 5 0,3 1 8 0,-1 1 10 16,-2 0 7-16,4 0 6 0,-4 2 3 0,2 2 1 0,-2 0 5 0,3 2 2 16,-3 2 2-16,0-1 5 0,0 2 2 0,0 0-3 0,4 3-1 15,-4 0-2-15,0 0-4 0,0 0-8 0,0 2-3 0,0-4-7 0,0 2-3 16,0 2-3-16,0-4-4 0,0 2-6 0,0-3-5 0,0 0-6 0,0-1-4 16,0-1-5-16,0-1-3 0,2-2-4 0,-2 1-7 0,0-2-10 15,0-1 4-15,0-1 5 0,0 1 4 0,0-2 4 0,0-3 2 0,0 0 2 16,0 0 0-16,0 3 2 0,0-3-3 0,0 0-2 0,-6 1-3 0,6-1-6 15,0 0-2-15,-3 0-7 0,-3 0-25 0,1 0-36 0,1 0-36 0,-1 0-38 16,-4 0-33-16,3 0-30 0,-3-3-42 0,4 2-48 0,-4-2-86 0,0 0-107 16,0-2-80-16,1-1-70 0,-1 0-59 0,0 2-52 0,0-4-46 0,0 1-42 15,0-2-25-15,2 0-13 0,-2-2 5 0,0 1 17 0,3-1 36 0,-3-3 44 16,4 3 85-16,-2-4 107 0,1 0 81 0,1 0 75 0,5-2 66 0,-4 1 64 16,4-1 67-16</inkml:trace>
  <inkml:trace contextRef="#ctx0" brushRef="#br0" timeOffset="136229.07">14900 11235 246 0,'4'-11'342'0,"-2"2"62"0,1 3 48 0,-1 0 52 0,2 1 56 0,1 4 62 15,-5 0 64-15,4-1 45 0,-1 2 35 0,-1 0 24 0,2 3 19 16,-2-2-49-16,1 4-83 0,1 0-83 0,-2 1-82 0,1 1-51 0,-1 2-37 16,-2 2-42-16,4 1-43 0,-4 1-56 0,0 1-56 0,0 2-40 0,-4 0-32 15,4 2-23-15,-5 0-20 0,3 2-17 0,-5-1-19 0,5 1-22 0,-7 0-25 16,5 1-31-16,-1-3-32 0,-1 1-43 0,3-1-46 0,-3-1-103 0,3-2-130 16,1-2-113-16,-2 1-111 0,4-3-117 0,0 0-123 0,0 0-52 0,0-5-22 15,0 0 3-15,4-2 12 0,-2-1 15 0,1-1 22 0,-3-2 31 0,0 0 34 16,6 0 97-16,3-4 123 0,-4 3 113 0,4-2 106 0</inkml:trace>
  <inkml:trace contextRef="#ctx0" brushRef="#br0" timeOffset="136732.15">15318 11236 43 0,'0'0'381'0,"0"0"224"15,0 0 104-15,0 0 49 0,-3 1 29 0,3 3 16 0,-4-1 15 0,4 1 15 16,-2-1 9-16,-2 1 8 0,3 0 7 0,-3 0 4 0,4-1-75 0,-4 2-112 16,4-3-189-16,0 3-219 0,0-2-104 0,0 2-47 0,4-2-26 0,0 1-20 15,-3-1-12-15,5 2-14 0,1-2-10 0,0 0-6 0,1 0-9 0,1-1-6 16,-2 2-3-16,2-3-3 0,0 1-1 0,0-1-2 0,2-1-3 0,-2 0-3 16,0 0-2-16,-4-1-1 0,4 1-3 0,-3-2-4 0,-3 2-7 0,3-1-7 15,-2 1-4-15,-3-2-8 0,-1 2-9 0,0 0-15 0,0 0-24 0,0 0-32 16,0 0-59-16,0 0-73 0,-1 3-68 0,-3-1-64 0,-2 1-49 0,3 1-39 15,-3 0-32-15,3 1-29 0,-3 1-27 0,1 0-23 0,-4 2-16 16,3-1-12-16,1 0 2 0,-4 1 11 0,4 1 45 0,-3-1 64 0,3 1 70 16,-4-2 74-16,3 2 71 0,-3-1 67 0,4-1 67 0,0 1 64 0,-4-1 62 15,5-1 54-15,-2 1 48 0,1 0 46 0,0 0 39 0,-3-3 36 0,7 3 31 16,-3-3 22-16,-1 1 14 0,5-1 7 0,0 1 5 0,-4-4 3 16,4 2 6-16,0-3 11 0,4 3 17 0,-4-1 22 0,3-1 11 0,-1 1 7 15,2-2 0-15,1 1 0 0,0-1-5 0,3-1-4 0,-1 1-7 0,2-3-10 16,0 1-15-16,0-1-23 0,0 0-28 0,2-1-34 0,-2-1-40 0,0 1-36 15,2-1-27-15,2 2-24 0,-4-2-16 0,1 1-10 0,-1 1-10 0,1-1-7 16,-1 1-9-16,-2-1-5 0,0 2-8 0,0 0-8 0,-3-1-13 0,1 0-15 16,-1 2-24-16,1-1-25 0,-5 1-43 0,6-1-47 0,-6 2-69 0,0-1-79 15,0 1-68-15,0 0-65 0,0 0-65 0,0 0-65 0,0 0-69 0,-2-2-67 16,2 2-50-16,0 0-40 0,-4-1-5 0,4 1 7 0,-5-3 31 0,1 1 44 16,4 2 66-16,-5-1 76 0,1-1 68 0,4 2 66 0,-5-1 63 15,-1-1 66-15,6 2 70 0</inkml:trace>
  <inkml:trace contextRef="#ctx0" brushRef="#br0" timeOffset="137673.29">15349 11311 46 0,'0'-9'271'0,"0"1"60"0,4 0 35 0,-4 2 31 0,0-1 28 0,0 3 38 0,3-2 41 0,-3 3 49 0,2 0 59 0,-2 3 49 16,0 0 47-16,0 0 3 0,0 0-13 0,0 0-68 0,0 0-93 15,0 0-44-15,0 2-22 0,0 2-20 0,4-1-18 0,-4 3-22 0,1 3-24 16,-1 0-34-16,4 2-36 0,-4 2-31 0,0 1-26 0,0 2-19 0,0 2-11 15,-4 0-7-15,4 3-6 0,-1 0-3 0,-3 2-5 0,2-1-7 0,-1 2-10 16,-1-1-11-16,2 0-16 0,-2 3-17 0,3-2-18 0,-3-1-20 0,0-1-20 16,3 1-19-16,-3-4-15 0,0 1-18 0,4-2-13 0,-1-2-17 0,-3-1-20 15,4-1-26-15,0-2-30 0,-2-2-31 0,-1-1-34 0,3-1-31 0,0-2-28 16,0-2-24-16,0-1-24 0,0 0-33 0,0-3-38 0,0 0-66 0,0 0-75 16,0 0-59-16,0-1-54 0,5-4-26 0,-1 2-15 0,1-2-6 0,0-2 0 15,-1 0 0-15,5-4-4 0,-3 0 1 0,-1-2 4 0,4 0 16 0,-4-2 29 16,1-2 56-16,3 0 73 0,-2 0 69 0,-1-3 68 0,-1 0 60 15,4 0 53-15,-4-3 48 0,4 1 51 0,-3-1 45 0,3 1 47 0,-4-2 38 16,1 1 34-16,3 1 30 0,-4-1 27 0,2 4 24 0,-1 1 21 16,-2 1 16-16,1 2 13 0,-3 2 11 0,1 2 9 0,1 2 17 0,-2 2 16 0,1 0 24 15,-3 3 25-15,2 1 29 0,-2 0 28 0,0 3 16 0,0 0 12 16,0 0-3-16,0 0-11 0,0 0-8 0,0-1-5 0,0 1-10 0,0 0-10 16,0 0-22-16,0 0-25 0,0 0-32 0,0 0-35 0,4 0-35 0,1 0-35 15,-1 0-25-15,1 0-27 0,1 0-9 0,3 0-3 0,-4 0-8 0,4 0-10 16,-3 0-11-16,3-2-10 0,0 2-4 0,0-1-7 0,-4 1-5 0,4 0-7 15,-3 1-4-15,3-1-4 0,-4 2-1 0,-1-1 5 0,1 2 6 0,1 2 6 16,-3-1 5-16,3 2 1 0,-3 2 7 0,-1-1 8 0,2 2 14 0,-4 2 14 16,3-1 13-16,-1 2 11 0,-2 3 8 0,0-2 8 0,-2 4 2 15,2 0 4-15,-3 1 1 0,-1 0-1 0,2 0 1 0,-1 1 2 0,1 1-3 16,-5-1-9-16,5-1-15 0,-2 0-14 0,-1 0-15 0,5-1-11 0,-4-2-10 16,-1 0-9-16,1 0-9 0,2-5-9 0,2 2-10 0,-3-3-6 15,3 2-7-15,-2-4-4 0,-2 0-4 0,4 0-1 0,-3-3-2 0,3 1-5 16,0-2-11-16,0 0-10 0,-2 0-16 0,2-3-16 0,0 0-26 0,0 0-27 15,0 0-22-15,0 0-23 0,0 0-16 0,-4-2-15 0,4 1-13 0,-5-2-14 16,5 0-15-16,-4 0-15 0,2-2-7 0,-1 1-1 0,-3-1-8 0,3-1-6 16,1 0-2-16,-2 0 3 0,-1 0 8 0,1-1 9 0,-1-1 14 0,-1-1 10 15,-3 2 14-15,6-1 15 0,-3 1 30 0,-3-1 36 0,4 1 37 0,1 0 36 16,-1 3 40-16,-1-2 44 0,1 2 39 0,1 0 35 0,-1 2 23 0,1 0 21 16,-1-1 11-16,-1 3 8 0,3 0 4 0,-3 0 4 0,3 3-11 0,-3-3-15 15,1 2-18-15,1 0-22 0,-1 2-18 0,-1-3-19 0,3 2-12 0,-3 0-10 16,3 0-10-16,1 0-10 0,-2 0-12 0,4-1-13 0,-1 1-10 0,1-3-5 15,0 0-10-15,0 0-7 0,1 1-7 0,-1 1-10 0,4-1-4 16,-2-1-4-16,5-1-5 0,-2-1-1 0,1 1-1 0,3-2 2 0,0-1 5 16,0 0 5-16,-2 0 5 0,2-1 3 0,0 0 3 0,0 3 3 15,-3-3 8-15,3 1 8 0,-4 1 11 0,-1 1 12 0,1 1 11 0,-1 1 10 16,-2 0 9-16,-2 0 9 0,3 0 7 0,-3 3 7 0,0 0 4 0,0 0 1 16,0 1 6-16,-3 0-1 0,3 1 2 0,-6 1-2 0,3 0-5 0,1 2-5 15,-2-1-8-15,-1-1-9 0,1 0-12 0,2 0-12 0,-1 2-15 0,-3-4-17 16,3 2-20-16,3-1-25 0,0-3-53 0,-2 3-68 0,2-2-78 0,0-3-82 15,0 3-68-15,2-1-57 0,-2-1-64 0,3-1-66 0,-3 0-81 0,6-1-88 16,-1-1-32-16,-1-2-8 0,1 1 11 0,4-3 15 0,-3 1 49 0,3-2 66 16,0-1 76-16,-4 1 83 0,4-3 66 0,4 3 57 0,-2 0 64 15,0-2 66-15</inkml:trace>
  <inkml:trace contextRef="#ctx0" brushRef="#br0" timeOffset="138186.04">15935 11330 34 0,'0'0'318'0,"0"0"144"0,-2 4 105 0,2-1 83 0,-4 0 60 0,4 1 45 0,-1 0 28 0,1 1 24 16,-4 0 12-16,0-1 10 0,4 1 6 0,-5-1 5 0,5 2-71 0,-5-1-106 15,1 0-131-15,2 0-139 0,-1 3-101 0,-3-3-84 0,3 3-55 0,-3-2-43 16,1 2-31-16,-1 1-22 0,-1-2-12 0,2 2-10 0,-1-1-7 0,1-1-5 16,-3 2-4-16,3-3-5 0,3 2-5 0,-1-2-5 0,-1 0-2 0,2-2-4 15,-1 1 1-15,3-2 1 0,0 0-2 0,0-3-1 0,0 4 0 0,0-2 0 16,0-1-1-16,0 2-2 0,5-1 0 0,-5-1-2 0,4-1-1 15,1 0-1-15,-1 0-2 0,1-1-3 0,1-1-2 0,3 1-1 0,-4-1-3 16,2-1 0-16,0 2-1 0,1-4-2 0,-3 4 0 0,1-2 0 16,-1 0 1-16,-1 1 1 0,1 1 2 0,0 1 5 0,-5-2 2 0,4 2 2 15,0 2 2-15,-3-2 2 0,3 3 1 0,-4-2 3 0,2 4 1 0,-2-1 4 16,0 1 4-16,-2 1 4 0,-2 1 1 0,4-1-2 0,-1 2-2 0,-3 1 4 16,0-2-1-16,-1 2 1 0,0 0 1 0,1-1 1 0,-1 1 4 0,3-2-1 15,-5 1 4-15,5-1-4 0,-2 0-1 0,0 0-1 0,-1 0-1 0,3-3 2 16,-1 3 0-16,-1-3 0 0,2 1-1 0,-1-1-1 0,3-1-2 0,0 0-2 15,-2-1-3-15,2-2-2 0,0 0-1 0,0 0-1 0,0 3-2 0,0 0-2 16,0-3 1-16,2 3-1 0,-2-3 1 0,0 1-1 0,0 2-1 0,3-1 2 16,-1-1-1-16,-2-1 1 0,0 3-1 0,0-3 2 0,0 3 2 0,0 0-1 15,0-3 1-15,0 2 2 0,0 2-1 0,0-2 0 0,0 2-1 0,0-1-1 16,-5 2 2-16,5 1 3 0,-6-2 2 0,6 4 2 0,-5-2 4 0,1 1 2 16,-1 1 5-16,1-1 2 0,2 2-1 0,-5-1 2 0,5-1 0 15,-1-1 5-15,-3 2-1 0,6-2 2 0,-3-2 0 0,3 1-3 0,-2-1-3 16,-2 1-1-16,4-4-4 0,0-1-2 0,0 3-4 0,0-1-2 15,0-2-7-15,6 1-7 0,-6 0-9 0,3-2-10 0,3 0-14 0,-3-1-14 16,3-1-23-16,-1 0-28 0,0-1-59 0,3-3-77 0,-3 0-86 0,4 0-90 16,-3-2-74-16,4 0-69 0,-2-2-89 0,-3 2-106 0,4-1-52 0,-3-2-27 15,3 1-7-15,-4-1 3 0,4 2 20 0,-3-1 24 0,-1 0 62 0,2 1 76 16,-1 0 86-16,-1 1 89 0,-1-1 77 0,1 3 66 0,1 0 97 0</inkml:trace>
  <inkml:trace contextRef="#ctx0" brushRef="#br0" timeOffset="138421.73">16009 11577 61 0,'2'-4'310'0,"-2"4"100"0,0 0 72 0,0-1 61 0,3 0 77 0,1 1 86 0,-2 0 41 0,3 0 24 0,4-2 16 0,-1 1 10 0,-1-4 10 0,2 2 5 0,0-2-78 15,0 1-114-15,2-2-104 0,3 0-94 0,-1-1-70 0,-2-1-59 0,3 2-75 16,1-1-83-16,-3-1-42 0,3 1-25 0,-1-2-16 0,1 1-10 0,-4-1-7 16,1 1-8-16,3 1-8 0,-4 0-8 0,-2-1-10 0,3 2-8 15,-6 0-13-15,3 1-11 0,-4 1-23 0,-1 1-24 0,-2 2-65 0,-2-2-80 16,0 3-80-16,0-2-74 0,-6 2-59 0,3 2-51 0,-3-1-47 0,1 2-48 15,-4 0-50-15,0 0-52 0,0 2-42 0,-2 1-41 0,2 0-1 0,0 0 15 16,-2 1 60-16,2 1 81 0,-2-1 76 0,-2 2 74 0,4-1 60 0,-2 1 50 16,2 0 48-16,0 0 50 0,0 0 56 0</inkml:trace>
  <inkml:trace contextRef="#ctx0" brushRef="#br0" timeOffset="138631.28">16052 11659 228 0,'0'6'329'0,"0"-1"35"0,6 1 28 15,-6-2 22-15,5-1 29 0,-1 0 32 0,1 0 46 0,-1-1 50 0,1-1 50 16,4-1 53-16,-3 0 22 0,3-1 7 0,0 1-78 0,0-4-114 15,0 2-52-15,-2-3-25 0,6 2-23 0,-4-1-14 0,2-2-24 0,-2 0-29 16,2 0-40-16,1 1-46 0,-1-1-50 0,-2 0-46 0,4 0-36 0,-2 0-27 16,-2 0-18-16,2 0-15 0,-2 2-11 0,0-1-8 0,-4-1-10 0,4 2-5 15,-3 1-5-15,-1-2-6 0,2 2-5 0,-5-1-2 0,2 2-8 0,1-1-9 16,-5 1-15-16,0 0-15 0,0 2-30 0,0 0-35 0,0 0-58 0,0-2-72 16,0-1-71-16,-2 0-71 0,-1 2-57 0,-1-2-51 0,2-1-54 0,-5 2-55 15,5 0-64-15,-3-1-68 0,-2 0-36 0,1-1-23 0,-3-1 11 0,4 2 25 16,-4-1 58-16,3-2 69 0,-3 0 72 0,4 1 71 0,-4-2 57 15,3-2 52-15,1 0 55 0,-4 0 57 0,5-2 66 0</inkml:trace>
  <inkml:trace contextRef="#ctx0" brushRef="#br0" timeOffset="138935.28">16195 11203 293 0,'-3'6'412'0,"-3"3"69"15,1 0 70-15,1 1 69 0,2 3 56 0,-1 0 50 0,-1 4 30 0,-1-1 24 16,-1 0 17-16,3 4 11 0,1 1-5 0,-2 0-15 0,-1 3-113 0,1 0-155 15,4 2-92-15,-2-1-64 0,-1 2-69 0,3 0-67 0,0-1-54 0,5 1-47 16,-5-2-29-16,4-1-23 0,1 0-17 0,1-1-11 0,3-2-8 0,-4-3-6 16,4 0-5-16,0-3-5 0,0-1-4 0,0-1-4 0,2-1 0 0,-2-3-1 15,0-2-4-15,2-2-2 0,-2-1-2 0,0 0 0 0,-3 0 1 0,3-3 1 16,0-1 1-16,-4 0-2 0,4 0 1 0,-3-1 1 0,-3-1 0 0,3-1 1 16,-3 2 1-16,-1-2 2 0,2 0 8 0,-1 0 6 0,-1 0 6 15,-2-1 8-15,0 2 5 0,0-3 8 0,0 2 3 0,0 0 6 0,0 0 2 16,-2 0-1-16,-1 0 2 0,-1 0-1 0,-1 2-2 0,-1-2-6 15,1 0-1-15,-2 1-5 0,-4 0-9 0,5 1-11 0,-6 0-17 0,3-1-22 16,-2 1-23-16,2-1-26 0,-2 2-26 0,-2-1-24 0,-1-1-52 0,5 1-64 16,-6-1-101-16,4 1-117 0,-1-1-118 0,1-2-117 0,2 1-95 0,-2-3-88 15,2-2-31-15,0 1-4 0,0-2 9 0,3-2 15 0,3-2 22 0,1 1 22 16,-2-5 49-16,-1 1 65 0,5-2 101 0,0-2 118 0,2-1 119 0,1 0 116 16</inkml:trace>
  <inkml:trace contextRef="#ctx0" brushRef="#br0" timeOffset="139139.69">16347 11086 150 0,'2'1'434'0,"-2"-1"193"0,0 2 98 0,0 1 51 15,0 0 25-15,4 0 10 0,-4 0 3 0,0-1 1 0,0 2 4 0,0-1 4 16,3 0 0-16,-3 3 2 0,2-2-107 0,-2 1-155 0,4 0-197 0,-4-1-210 16,0 2-156-16,5-1-128 0,-5 1-123 0,4 0-119 0,-2 0-123 15,-2-2-128-15,3 2-86 0,-3-2-64 0,4 1-32 0,-4 1-13 0,0-1-5 16,0 1 4-16,0 0 13 0,0-2 20 0,-4 1 60 0,4 1 76 15,0-2 101-15,0 1 109 0,0 0 116 0</inkml:trace>
  <inkml:trace contextRef="#ctx0" brushRef="#br0" timeOffset="139304.22">16639 11395 28 0,'0'8'357'0,"0"-1"209"0,0 1 84 0,-4-3 28 16,2 2-4-16,2-3-19 0,0 1-35 0,-4-2-40 0,3 1-41 0,-3-1-41 15,0 3-41-15,-1-3-35 0,3 1-113 0,-1 1-147 0,-1 1-224 0,-1-1-262 16,5-1-159-16,-6 2-119 0,2-1-38 0,3 0 2 0,-3 0 24 0,4-2 38 16,-4 3 38-16,4-3 41 0,0-3 37 0,-5 5 39 0,5-5 37 0,0 0 40 15,0 0 48-15,0 0 53 0</inkml:trace>
  <inkml:trace contextRef="#ctx0" brushRef="#br0" timeOffset="141815.23">5495 12641 114 0,'0'-7'359'0,"0"1"106"0,-4 0 70 0,4 2 56 0,0-2 56 0,0 1 53 0,-3 1 38 0,3 1 30 0,-6-2 24 0,6 2 15 0,-3 0 17 0,1 2 9 15,-2-4-90-15,4 2-138 0,-5 2-111 0,5-2-101 0,-6 0-67 0,3 0-55 16,1-1-49-16,-2 2-48 0,-1-1-33 0,-1 0-25 0,-1 0-17 0,2 0-14 16,-1-1-10-16,1 3-7 0,-4-2-8 0,3 2-5 0,-1-1-4 0,-2 2-1 15,4 0-1-15,-4 0 1 0,2 2-5 0,-3-1-6 0,5 1-6 0,-4 0-5 16,0 5-5-16,0-3-5 0,0 2-5 0,0 2-4 0,2-1-1 0,-2 4-2 15,-1 1-2-15,1 0-2 0,0 3-2 0,0 0-2 0,-1-1 1 16,0 5-4-16,5-3 1 0,-4 2 1 0,0 0 1 0,4 0 4 0,-1 0-4 16,-3-1 1-16,5-1-4 0,-1 1 1 0,1-3-1 0,3 2 1 0,-3 0-1 15,2-1 2-15,-1-1-3 0,3-1-4 0,0 1-1 0,-4-2 1 0,4-1 1 16,4 2-2-16,-4-1 1 0,3-2 1 0,-1-1 0 0,2 2 0 16,-4-1 0-16,5-1 0 0,0 2 0 0,-1-3 0 0,1 5 3 0,1-3 4 15,-2 1 2-15,1 1-1 0,-1-1-2 0,1 2 0 0,-1-1 0 0,-3 0 0 16,5 1 1-16,-3 1 4 0,1-1-2 0,-2-1-2 0,2 2 1 0,-4-1 1 15,1 1 1-15,3-1-2 0,-4-1 1 0,0 1 0 0,0 3-2 0,0-3 2 16,0-1-1-16,-4 2 2 0,3-1-2 0,-3 1-1 0,4-3 1 0,-6 2 1 16,3-1-2-16,1 0-1 0,-3-2-1 0,-3 2 1 0,3-1-2 0,0-2-1 15,1 1-1-15,-5 1-2 0,3-4-2 0,-3 2-2 0,4-1-2 0,-4-1-2 16,3 1 1-16,-3-1-4 0,4-3 1 0,-4 4-2 0,-2-2-2 0,2-1-2 16,4 1-2-16,-4-2-3 0,0-1 0 0,0 2-2 0,-1-3 1 15,0 2-2-15,1-1-3 0,0-3-2 0,0 1-2 0,3 1-5 0,-3-2 0 16,4 0 0-16,-4 0 4 0,3 0 8 0,1 0-4 0,1-2-8 15,-1 2-2-15,1-1-1 0,2 1 0 0,-1-3 2 0,1 3 1 0,-2-2 4 16,1 0 4-16,3 1 1 0,0 1 3 0,-2-1 1 0,-2-1-4 0,4-1-3 16,0 3 8-16,0-1 8 0,0 1 7 0,0-3 2 0,0 3 2 0,-3-2 5 15,3 2 1-15,0-1 1 0,0 1 1 0,0 0 1 0,0 0 1 0,0 0 1 16,0 0-1-16,0 0-1 0,0 0-1 0,0 0 1 0,0 0 0 0,0 0-1 16,0 0-2-16,0 0-2 0,0 0 1 0,0 0 1 0,0 0-2 0,0 0 1 15,0 0 1-15,0 0-2 0,0 0 4 0,3 0-1 0,-3 1 2 0,6 1-1 16,-6-1 2-16,3-1 5 0,3 0 0 0,-1 2 0 0,-5-2-1 0,4 1-1 15,1-1 1-15,-1 0-1 0,-2 2 2 0,1-2 0 0,3 1 2 0,-6 1 1 16,3-1 1-16,-1-1 4 0,2 1 2 0,-1 3 1 0,-1-1 2 0,2 1 3 16,-4-1 4-16,5 1 2 0,-5 3 4 0,4-1 1 0,-2-1 3 15,1 3 3-15,-3 1 0 0,4 0 1 0,-2 0-1 0,-2 2 0 0,0-1-1 16,0 1-2-16,3 1 0 0,-3 1 0 0,0 1 0 0,-3-1-2 0,3 2-1 16,0 0-3-16,0 0-1 0,-2 2-2 0,-2-1-2 0,4 1 1 15,0 1-1-15,-3 0 1 0,3 0-2 0,-2 3-3 0,2-2-2 0,0 2 1 16,-4 0-2-16,4 0 0 0,0 2-2 0,0-1 1 0,0 1-1 0,0-2 1 15,0 0-2-15,0 1-2 0,0-1 1 0,0 2-2 0,0-1 1 0,0 2 4 16,4 0 2-16,-4 0 2 0,0 2 2 0,2-1 1 0,1 1 1 0,1 1 2 16,-2 0 3-16,1 0 2 0,-1-1-1 0,5 2 2 0,-5-3 0 0,2 2 0 15,1 0 0-15,-1-2 0 0,1 0 0 0,-1 0-1 0,-2-1-5 0,1 0-2 16,3 0-1-16,-1-1-1 0,-1 0-4 0,-3-1 1 0,7 2-2 0,-7-3-2 16,7 1-1-16,-6-1-1 0,3 0-2 0,2-2-2 0,-5 1 1 0,3 0-2 15,-1-3 0-15,1 3-2 0,1-4 1 0,1 1-2 0,-1 0-6 0,-3-1-6 16,3-1-8-16,-5 0-11 0,7 0-10 0,-3-1-8 0,-3-1-13 15,5-1-13-15,-5-1-15 0,5-1-16 0,-5-1-37 0,3-1-41 0,-1 1-67 16,1-3-73-16,-1 0-67 0,1-2-60 0,-1-1-48 0,2 0-44 16,-1-3-59-16,0 0-72 0,-1-1-58 0,5-4-55 0,-4-3-16 0,4 1 4 15,1-3 28-15,-5-1 42 0,6-1 64 0,-2-3 77 0,-4 2 69 0,4-4 65 16,0 2 58-16,0 1 53 0,-3 3 70 0</inkml:trace>
  <inkml:trace contextRef="#ctx0" brushRef="#br0" timeOffset="146420.69">6045 12271 308 0,'0'-5'491'0,"0"3"93"0,-2 0 49 0,2 2 39 0,0 0 30 0,0 0 26 0,0 0 22 0,0 0 16 0,0 0 16 0,0 0 7 15,-4 2 11-15,4 0-58 0,0 0-88 0,0 3-148 0,0-1-175 16,-3 2-85-16,3 3-47 0,0 0-32 0,-2 2-24 0,2 0-21 0,0 5-16 0,-4 0-13 16,4 2-9-16,0 0-3 0,-2 3-1 0,-1-1-2 0,3 1-2 15,-4-1 1-15,2 2 4 0,-1 0-2 0,1-1-1 0,-2 0 0 0,1 0-1 16,3-1-2-16,-6 1-3 0,5-2-6 0,-3 0-3 0,4 1-8 0,-4-1-7 16,3-1-7-16,-3 0-3 0,0 1-11 0,2-1-14 0,-1-2-16 0,1 1-19 15,-2-2-19-15,1 0-19 0,1-2-26 0,-2 1-25 0,4-2-49 0,-1-2-64 16,-3 1-85-16,4-4-97 0,0 1-75 0,0-4-63 0,4 2-64 0,-3-3-64 15,-1-3-70-15,4 1-75 0,-4-1-25 0,5-2-2 0,4-1 10 0,-3-3 20 16,3-2 49-16,-4-1 62 0,4-2 84 0,0 0 98 0,0-3 75 16,-1-1 64-16,4 0 68 0,-3 0 70 0</inkml:trace>
  <inkml:trace contextRef="#ctx0" brushRef="#br0" timeOffset="146776.82">6282 12378 118 0,'0'0'333'0,"0"0"73"0,0 0 48 0,-4 2 51 0,4 3 55 16,0 1 63-16,0 0 66 0,0 2 41 0,-2 1 35 0,2 1 18 0,-3 2 15 16,3 2-29-16,-4 1-53 0,2 0-98 0,-1 1-124 0,3 1-69 0,-6 0-42 15,6 3-50-15,-5 0-56 0,5 1-58 0,-4 0-65 0,2 1-38 0,-1-1-29 16,3 2-23-16,-4-1-17 0,4-1-14 0,-2 0-6 0,2-1-6 0,0-2-5 16,0-2-4-16,2-1-4 0,2-1-2 0,-4-2-3 0,5-2-3 0,-1 1-2 15,1-4-2-15,1 1-7 0,-1-1 2 0,4-3 3 0,0 3 0 0,-3-4-4 16,3 0 1-16,0-2 0 0,0 2-2 0,0-3 1 0,0-3-1 0,-4 2 4 15,6-1-1-15,-2-2 1 0,0-1 1 0,-3 1 0 0,3-1 1 16,-4-1 1-16,0 0 1 0,3 0 1 0,-3 0-4 0,-3-1-7 16,2 1 5-16,1 0 8 0,-5 1 6 0,4-1 6 0,-4 0 3 0,0 2 6 15,0-2 8-15,0 1 2 0,0 1 8 0,0-3 8 0,-4 3 5 0,4 0 8 16,-2-1 9-16,-1 0 11 0,-3 1-1 0,3 1-4 0,1-1-3 0,-6 1 0 16,7-1-4-16,-8 0-5 0,5 3-6 0,-1-2-8 0,-4 1-10 0,3-1-13 15,-3 3-14-15,4-1-15 0,-4 1-17 0,0 0-17 0,3 0-17 0,-3 1-18 16,0-1-23-16,2 2-23 0,-2-1-56 0,3 2-68 0,-1 0-94 0,-2-1-105 15,4 0-89-15,-1 2-82 0,-3 0-93 0,4-1-99 0,1 0-35 0,-1 1-7 16,5 0 3-16,0-4 8 0,-2 4 19 0,2-4 18 0,2 5 53 0,-2-2 69 16,5-1 94-16,2 0 106 0,-1 0 95 0,5-2 90 0</inkml:trace>
  <inkml:trace contextRef="#ctx0" brushRef="#br0" timeOffset="147246.62">6728 12631 42 0,'-3'-3'292'0,"-1"0"94"0,2 0 60 0,-1 0 41 0,1 2 45 0,-2-4 46 0,1 4 52 0,1-2 51 0,-2 1 35 0,-1 0 30 0,5 1 19 0,-4 0 14 15,-1-1-66-15,1 1-107 0,2-1-96 0,-1 2-91 0,1 0-57 0,-2-1-38 16,-1 1-43-16,1 1-43 0,-1-1-50 0,1 3-50 0,-1-1-32 0,-1 2-27 15,3 1-16-15,-3 1-15 0,-3-1-7 0,4 3-5 0,0 1-5 0,-5 2-2 16,5-1-2-16,-2 2 0 0,1 0-2 0,1 0-1 0,-4 0-1 0,3 0-4 16,3 0-2-16,-3 0-1 0,5-2-4 0,-3 0-3 0,0-2-3 15,4-1-3-15,-1-1-1 0,1-1-4 0,0 0-4 0,0-2-4 0,1 0-7 16,-1 0-4-16,0 0-1 0,4-3-2 0,1 1-3 0,-1 1-6 0,-2-2-3 16,5-2 0-16,-1 1-5 0,-1-2-2 0,4 0-4 0,0-1-2 0,0-3-1 15,-2 0 2-15,2 0 3 0,0-1 2 0,0-2 1 0,1 1 3 0,-5 0 3 16,4 0 5-16,-4 0 2 0,1 1 4 0,-1-1 4 0,2 3 4 15,-5 0 4-15,2 0 5 0,0 3 5 0,-3 0 6 0,-1 0 8 0,4 2 7 16,-4 1 4-16,0 0 5 0,0 0 5 0,0 0 4 0,0 0 3 0,0 0 4 16,0 0 6-16,0 0 4 0,0 1 2 0,0 4 5 0,0-2 0 0,0 1-1 15,0 1-4-15,0 1-7 0,0 0-4 0,0 2-5 0,0 0-3 0,0 1-5 16,0 0-2-16,2 0-7 0,-2 0-7 0,0-1-7 0,0 1-13 0,3-2-14 16,-3-1-28-16,0 2-31 0,6-4-73 0,-6 2-91 0,3-1-81 0,3-2-82 15,-3 0-72-15,-1 0-71 0,4 0-97 0,-3-2-108 0,-3-1-45 16,6 0-21-16,3 0-2 0,-6-1 8 0,3-1 20 0,3 2 31 0,-4-1 72 15,1-1 91-15,1 1 81 0,0-1 80 0,0 1 74 0,-1-1 72 0</inkml:trace>
  <inkml:trace contextRef="#ctx0" brushRef="#br0" timeOffset="147543.54">6891 12720 94 0,'0'0'318'0,"0"0"97"0,0 0 74 16,0 0 60-16,4 0 62 0,-2 0 63 0,1-2 35 0,3 2 25 0,-1 0 20 0,1-2 20 0,1 2 16 0,-2 0 11 0,4-1-80 0,0 1-119 15,-3 0-104-15,5-1-94 0,-2-1-67 0,0 2-52 0,0 0-59 0,0-1-58 16,2-1-41-16,-2 2-26 0,0 0-22 0,0-1-16 0,-2-1-12 16,2 2-12-16,0-1-4 0,-3 1-4 0,3 0-2 0,-4-2-5 0,2 2-5 15,-1 0-7-15,-1-1-4 0,-1 1-2 0,-2 0 0 0,-2 0-2 0,3 0 1 16,-3 0-1-16,0 0-2 0,0 0-7 0,0 0-10 0,0 0-13 15,0 0-22-15,0 0-25 0,0 0-58 0,0 0-73 0,0 0-81 0,0 0-86 16,0 0-72-16,0 0-67 0,-3-2-71 0,3 2-75 0,0 0-66 0,-6-2-59 16,1 2-21-16,5 0-2 0,-6-2 16 0,3 2 19 0,-3-2 60 0,6 2 72 15,-5-3 80-15,1 0 87 0,1 2 73 0,3 1 66 0,-6-3 73 0</inkml:trace>
  <inkml:trace contextRef="#ctx0" brushRef="#br0" timeOffset="147764.35">7014 12564 244 0,'0'0'399'16,"-3"1"56"-16,3-1 56 0,-4 1 53 0,4 3 65 0,0-1 67 0,0 1 43 0,0-1 37 16,0 3 23-16,0-1 20 0,0 2 6 0,0 0-1 0,0 1-111 15,0 1-160-15,0 0-85 0,0 3-50 0,0-1-47 0,0-1-44 16,0 2-59-16,0 0-62 0,0 2-41 0,0-1-33 0,0-1-23 0,0 3-16 16,-2-2-16-16,2 1-13 0,0 0-14 0,0-1-16 0,0 0-19 0,0 1-22 15,0-2-28-15,0 0-28 0,0-1-46 0,0 1-56 0,0-3-93 0,-3 0-108 16,3-2-94-16,0 1-81 0,0-2-103 0,3 0-109 0,-3-6-63 0,0 4-39 15,0-4-11-15,0 0 6 0,0 0 15 0,0 0 18 0,0 0 38 0,0 0 54 16,0 0 89-16,0 0 106 0,0 0 91 0,0-4 84 0,0 4 100 0</inkml:trace>
  <inkml:trace contextRef="#ctx0" brushRef="#br0" timeOffset="149043.01">7477 12489 249 0,'0'-3'357'0,"0"3"60"0,0 0 34 0,0 0 39 0,0 0 37 0,0 0 53 0,0 0 62 0,0 0 48 0,0 0 47 0,4 3 26 0,-2-2 23 0,-2 0-53 0,0-1-82 15,0 4-92-15,0 0-95 0,0 1-55 0,0-1-35 0,0 1-34 0,0 1-36 16,0 0-51-16,-2 1-57 0,-2 1-49 0,4-1-42 0,-3 2-28 0,1 0-22 16,-2 0-13-16,2 1-10 0,-1 0-5 0,-3-1-5 0,3 1-1 0,-3 0-4 15,3 1-1-15,-3-2 1 0,-3 2-2 0,4-2-2 0,-1 0 1 0,3 1-1 16,-6-1 2-16,3 0 2 0,1 0 4 0,-1-2 7 0,-1 1 1 0,2 1-1 16,-1-3 4-16,1 0 1 0,1 0 4 0,-1 0 4 0,1-1 2 0,-1-2 2 15,5 0 0-15,-6 0 0 0,6-1 0 0,-3-2 0 0,3 0-6 0,0 0-6 16,0 0-1-16,0 0-4 0,0 0-1 0,0 0-4 0,0 0-2 0,0 0-6 15,0 0-2-15,3 2-1 0,3-2 0 0,-3 0 0 0,3 2-1 0,-1-2-1 16,1 0 2-16,3 0 3 0,0 1 3 0,0 1 3 0,2-2 2 16,1 1 1-16,-1-1 0 0,2 0 5 0,-2 2 1 0,3-2 1 0,-1 0 2 15,-2 0 3-15,3 0 2 0,-1 0 1 0,-2 0-2 0,1 0-1 16,-1 0-6-16,0 0-8 0,-2 0 0 0,4 0 5 0,-4-2 2 0,-2 2-4 16,2 0-2-16,0-1-5 0,-3 1-2 0,3-3-2 0,-4 3-2 0,-1-2-3 15,1 2-2-15,-1-2-1 0,-2 2 5 0,1 0 5 0,-3 0-5 0,4-1-13 16,-4 1-14-16,0 0-20 0,2 0-20 0,-2 0-19 0,0 0-18 0,0 0-23 15,0 0-19-15,0 0-20 0,0 0-44 0,0 0-58 0,0 0-91 0,0 0-109 16,0 0-90-16,0 0-79 0,0-1-89 0,-6-2-90 0,6 3-38 0,-3-3-13 16,1 0 4-16,-4 0 10 0,3-1 18 0,-3 2 19 0,1-1 44 0,-2 0 57 15,1 0 93-15,1 1 111 0,1 1 90 0,-1-2 86 0</inkml:trace>
  <inkml:trace contextRef="#ctx0" brushRef="#br0" timeOffset="149282.26">7600 12547 274 0,'-3'0'405'0,"3"1"96"0,-2 3 78 0,-2 0 71 0,4 2 68 0,4 0 44 0,-4 2 37 0,0 0 22 0,0 2 14 0,0 0 13 0,2 2 7 15,-2 0-53-15,0 1-82 0,0 1-105 0,0 0-114 0,0 1-85 0,-2-1-69 16,2 0-64-16,-4 1-59 0,4 2-43 0,0-2-31 0,-3 1-22 0,3 0-17 16,-2 1-12-16,2 0-6 0,-4-1-13 0,4 1-20 0,0-1-26 0,-2-1-31 15,-1 0-30-15,3 0-30 0,0-3-28 0,0 0-28 0,0 0-45 0,-4-1-55 16,4-2-94-16,0 0-110 0,0-3-93 0,4 0-83 0,-4 0-99 15,0-2-108-15,0-4-51 0,3 3-25 0,-3-3 0 0,0 0 13 0,0 0 16 16,6-1 20-16,-4-1 41 0,1-2 53 0,3-2 93 0,-3 0 112 16,3 0 91-16,-1-3 83 0,-1 0 102 0</inkml:trace>
  <inkml:trace contextRef="#ctx0" brushRef="#br0" timeOffset="149773.72">7848 12498 171 0,'0'0'525'16,"0"0"125"-16,2 0 65 0,2 1 39 0,-4 1 27 0,0 1 17 0,3 1 19 16,-1 1 13-16,-2-2 13 0,0 3 8 0,0 0 10 0,4 1-24 0,-4 2-44 15,0 2-177-15,3-2-238 0,-3 1-114 0,2 2-56 0,-2 2-29 0,0-1-20 16,0 2-14-16,4 0-7 0,-4 0-6 0,0 2-9 0,1-1-8 16,-1 1-6-16,0-1-10 0,0 2-13 0,0 0-9 0,0-1-10 0,0 1-8 15,0-2-9-15,0 1-7 0,0-1-5 0,-1-2-8 0,-3 1-9 0,4-2-8 16,0 1-7-16,-2-2-6 0,-1-2-6 0,3 1-10 0,-4-3-11 15,4 2-11-15,-2-3-11 0,-1-2-15 0,3 1-14 0,-4-2-12 0,4 1-8 16,-2-4-10-16,2 2-7 0,0-3-6 0,0 0-3 0,0 0-2 0,0 0 3 16,0 0 6-16,0 0 7 0,0 0 10 0,0-4 8 0,2 1 13 0,2-3 13 15,-1 0 9-15,-1 0 9 0,2-2 9 0,1-1 6 0,0-1 6 0,3-1 6 16,-3 2 4-16,6 0 1 0,-2-1 4 0,-4 1 1 0,4 0 5 0,0 1 5 16,1 1 1-16,0 1 0 0,-1 0 3 0,-3 1 4 0,3 1 5 0,0 1 6 15,0-1 2-15,0 2-2 0,-4 0 3 0,4 1 3 0,-3-1 3 0,-1 2 3 16,1 0 6-16,1 2 6 0,-5-1 7 0,5 1 10 0,-5-2 7 0,3 2 7 15,-1 0 11-15,-4 1 9 0,5 0 15 0,-5 0 17 0,0 2 13 0,4-3 13 16,-4 5 7-16,0-3 7 0,0 2 4 0,-4 0-1 0,4 2 0 0,-5-1-4 16,5 1-6-16,-6 1-7 0,3 0-14 0,-6 0-12 0,3 0-15 15,1 1-16-15,-4-1-16 0,3 1-13 0,-3 0-15 0,0-1-10 0,0 1-14 16,4-1-12-16,-4-1-19 0,0-1-16 0,3 1-23 0,-3-2-24 16,4 1-30-16,-4-2-30 0,0 1-26 0,3-2-26 0,-3 1-24 0,4-2-21 15,0 0-32-15,-1-2-35 0,-1 1-78 0,1-1-92 0,5-1-76 0,-3 0-67 16,0 0-57-16,3-3-52 0,1 3-67 0,-4-4-69 0,4-1-20 0,0 1 4 15,0-2 14-15,0-1 17 0,4 0 30 0,-3 0 37 0,3 1 80 0,-4-3 98 16,5 1 85-16,-1 1 79 0,-2-2 78 0,5 1 74 0</inkml:trace>
  <inkml:trace contextRef="#ctx0" brushRef="#br0" timeOffset="150043.29">8125 12822 279 0,'3'0'439'0,"-1"0"65"0,2 0 60 0,1-2 59 0,1 2 55 0,-3 0 51 0,1 0 33 0,1 0 19 0,1 0 13 0,-1-1 6 0,4-1 4 0,0 1-5 16,-3 1-124-16,6-2-181 0,-4 1-101 0,4-3-62 0,-1 2-55 0,2 0-51 15,-2-1-53-15,-2 0-46 0,3 2-30 0,-1-4-21 0,-2 2-10 0,2 0-8 16,-2 0-8-16,4 0-7 0,-6 0-6 0,2 0-6 0,0 0-4 0,0 0-2 16,-3 2-5-16,-1-2-7 0,2 1-3 0,-5 1-3 0,4-1-3 0,-3 1-3 15,1-1-4-15,-4 2-7 0,0 0-7 0,2-2-10 0,-2 2-17 0,0 0-18 16,0 0-45-16,0 0-60 0,-2-2-80 0,-2 2-87 0,1-2-70 0,1 2-59 15,-2 0-59-15,-1 0-56 0,1 0-70 0,-1 0-79 0,-1 0-44 0,3 0-29 16,-6 0-4-16,3 0 14 0,1 0 44 0,-4 0 56 0,3 0 80 0,1-1 87 16,-4 1 70-16,5-2 59 0,-5 2 60 0,7-3 59 0,-3 0 76 15</inkml:trace>
  <inkml:trace contextRef="#ctx0" brushRef="#br0" timeOffset="150262.45">8288 12597 201 0,'0'0'389'0,"0"0"95"0,0 0 74 0,0 1 71 0,0 2 72 15,0 1 47-15,0 3 38 0,0 0 25 0,0 1 20 0,0-1 18 0,-2 4 14 16,2-2-33-16,0 1-61 0,-4 2-95 0,4 0-118 0,0 2-72 0,0-1-54 16,0 1-52-16,-2 1-52 0,2 1-38 0,-3 1-28 0,3 1-23 0,0 0-17 15,0-2-16-15,-4 2-16 0,4 0-19 0,0 0-17 0,-2 0-21 0,2-1-24 16,-3-1-24-16,3 1-25 0,0-2-28 0,-4 0-35 0,4-2-33 0,-2 1-35 16,2-2-35-16,0 0-35 0,0-2-28 0,-3-1-22 0,3-1-28 0,0-1-29 15,0-2-57-15,0-1-71 0,0 1-81 0,0-4-87 0,0-1-63 16,0 3-58-16,0 0-55 0,0-1-59 0,0-2-39 0,0 0-33 0,0 0-5 15,3-3 10-15,-1-2 21 0,2 2 23 0,1-2 56 0,-1 1 74 16,-1-2 81-16,-1 0 93 0,4 0 75 0,1 0 71 0,-2 0 82 0</inkml:trace>
  <inkml:trace contextRef="#ctx0" brushRef="#br0" timeOffset="150611.18">8658 12669 178 0,'0'-5'400'0,"4"0"99"0,-4 4 73 0,2-2 60 0,-2 3 58 16,0 0 40-16,0 0 33 0,0 0 23 0,0 0 20 0,0 0 17 0,0 0 15 16,-2 2-40-16,-2-1-63 0,4 0-123 0,-1-1-150 0,-3 2-91 0,0 0-64 15,3-2-55-15,-3 1-48 0,-2 1-34 0,3-1-26 0,1 2-17 0,-2-1-10 16,-1 2-7-16,1-1-7 0,-1 3 1 0,-4 0 4 0,4 0 4 0,1 2 7 16,-5 2 7-16,3-1 3 0,1 1 2 0,0 1 0 0,-4-1 1 15,5 3-1-15,-2-1-1 0,1-2-1 0,1 2-6 0,-1-1-5 16,1 1-8-16,3-2-6 0,-3 1-8 0,4-1-8 0,-2 0-13 0,2 1-10 15,0 0-8-15,0-1-8 0,0 2-5 0,2-3 1 0,-2 2-10 0,4-4-8 16,-3 2-6-16,3 0-7 0,0-1-2 0,-3-2-8 0,5 1-7 0,-3-1-9 16,3 0-12-16,1-1-17 0,-1-1-18 0,-1 1-21 0,0-1-30 0,-1-1-39 15,5-1-28-15,-3 1-22 0,-1-2-23 0,0 0-25 0,3-1-50 0,-3 0-63 16,0 0-85-16,1-1-93 0,3-2-70 0,-4 0-59 0,3 0-52 0,-1 0-49 16,0 0-51-16,-2-1-46 0,5-1-9 0,-1-1 11 0,-2-1 16 0,0 2 22 15,0-2 50-15,2-1 66 0,-3 1 90 0,3-1 101 0,-2 1 82 0,0-1 70 16,-3 1 71-16,5 1 73 0</inkml:trace>
  <inkml:trace contextRef="#ctx0" brushRef="#br0" timeOffset="150895.5">8834 12816 184 0,'0'0'400'0,"0"0"93"0,0 0 65 0,5-2 58 0,-5 2 56 0,6 2 39 16,-3-2 31-16,-3 0 22 0,6 1 17 0,-6-1 13 0,3 0 6 15,3 0-39-15,-1 0-65 0,-1 0-120 0,1 0-149 0,1 0-87 0,3 2-60 16,-4-2-55-16,-1 0-52 0,5 0-36 0,-4 0-31 0,1 0-22 0,3 0-18 16,-4 0-10-16,4 0-7 0,-3 0-8 0,3 0-7 0,-4-2-5 0,4 2-8 15,0-1-6-15,-3 1-5 0,3-2-4 0,-4 2 0 0,4-1-1 0,-5-1-2 16,1 0-2-16,1 1 1 0,1 1-7 0,-2-1-7 0,-3-1-7 0,5 2-11 16,-5-1-15-16,2-1-20 0,-4 1-34 0,0 1-43 0,2 0-71 0,-2 0-82 15,0 0-71-15,0 0-68 0,0 0-63 0,0 0-62 0,0 0-61 0,0 0-62 16,0 0-48-16,0 0-47 0,0 0-9 0,-6 0 9 0,6 0 30 0,-5 0 43 15,-1 0 68-15,6 0 82 0,-5 1 71 0,-2-1 67 0,5 2 66 0,-4-1 60 16,-1 2 67-16</inkml:trace>
  <inkml:trace contextRef="#ctx0" brushRef="#br0" timeOffset="151103.98">8933 12879 253 0,'0'3'399'0,"0"-1"77"0,0-2 52 0,2 4 56 0,-2-1 56 0,4 0 47 15,-1-2 40-15,-1 1 32 0,2-1 22 0,-4 2 15 0,2-3 14 16,1 0-53-16,1 2-80 0,-2-2-112 0,1 0-122 0,3 1-75 0,-3-1-47 15,-1 1-56-15,5-1-54 0,-1 0-47 0,-4 2-40 0,5 0-29 0,-5-2-23 0,3 0-15 16,2 0-15-16,-1 1-11 0,-1-1-7 0,-1 0-7 0,1 2-8 16,1-2-5-16,-3 0-5 0,3 1-7 0,-1-1-5 0,-1 2-14 0,-2-2-14 15,5 0-25-15,-5 0-31 0,1 0-58 0,1 0-71 0,-2 0-74 0,-2 0-71 16,3 0-62-16,-1-2-55 0,2 2-66 0,-4 0-72 0,0 0-73 0,0 0-73 16,0 0-23-16,3-1-3 0,-3 1 18 0,2-5 26 0,2 1 58 0,-4 4 71 15,0-5 73-15,5 2 71 0,-5-1 62 0,6-1 56 0,-3 2 70 0,3-1 74 16</inkml:trace>
  <inkml:trace contextRef="#ctx0" brushRef="#br0" timeOffset="151447.98">9282 12783 225 0,'0'3'402'0,"0"1"79"0,-1-1 55 15,1 2 42-15,0-2 35 0,0 3 35 0,0 0 29 0,-4-2 26 16,4 2 25-16,0-1 13 0,-4 1 14 0,3 0-45 0,1 0-74 0,0 1-115 15,0-1-137-15,0 1-78 0,0 1-49 0,0 1-35 0,1-1-32 16,3-1-27-16,-4 2-32 0,5-1-23 0,-1-1-18 0,-2 1-15 0,5-1-11 0,-2-3-10 16,1 3-8-16,-1-3-4 0,4 2-4 0,-3-3-2 0,3 2 0 0,0-4-5 15,-4 1-4-15,4-1-1 0,0 1 2 0,0-2-1 0,1-2-1 16,-1 2-5-16,-2-1-6 0,2-2 1 0,0 0 7 0,0-2 2 0,0 2 4 16,0-1 2-16,-2-1 4 0,2 0 1 0,-3 0-2 0,1-1-1 0,-2 1 0 15,1-1 2-15,-1 0 1 0,-1 2 7 0,1-2 11 0,-5 0 2 0,4 1-1 16,-4 1-1-16,0-1-1 0,0 1-4 0,0-1-1 0,0 2 0 0,-4-2-1 15,4 3-1-15,-2-1-1 0,-1-2-4 0,-1 2-4 0,-1-2-8 0,3 3-11 16,-2-3-15-16,-1 2-18 0,-2-1-18 0,1 0-20 0,1 0-16 0,-4 1-16 16,0-1-25-16,-2 1-23 0,2 0-52 0,-2-2-61 0,-2 4-85 0,-1-2-95 15,3 1-79-15,-2 1-73 0,-1 1-89 0,-1 0-98 0,1 0-43 0,-1 1-18 16,1 1-1-16,1-1 7 0,3 2 17 0,-1-2 22 0,-2 3 52 0,2-3 62 16,-2 1 83-16,4-1 97 0,-1-1 83 0,1 2 77 0</inkml:trace>
  <inkml:trace contextRef="#ctx0" brushRef="#br0" timeOffset="160043.54">6164 13570 259 0,'0'-3'440'0,"0"2"95"0,0 1 68 0,0-3 50 0,0 3 40 0,0 0 28 0,0 0 26 0,4-4 21 16,-4 4 21-16,-4-1 12 0,4-2 13 0,-2 2-53 0,2-1-80 0,0-1-127 15,-3 2-151-15,3-2-90 0,-2 1-63 0,-2-1-40 0,4 2-36 16,-3-4-23-16,3 2-19 0,-6 0-15 0,6 0-13 0,-5-1-5 0,5 1 0 15,-4-2 3-15,2 2 3 0,-1 0 4 0,-1-2 7 0,2 4 2 0,-1-2 8 16,3 0-1-16,-6 0 1 0,3 2-1 0,1-2 0 0,-2 1-1 0,-1 0-5 16,1 2-3-16,-1 0-8 0,-1 0-10 0,1 0-9 0,-4 0-14 0,3 2-10 15,-3 0-14-15,0 1-9 0,4 0-7 0,-4 1-8 0,0 0-4 0,0 3-5 16,-2 0-6-16,2 0-6 0,0 3-3 0,0 0-6 0,-2 1 0 0,2 1-2 16,4-2 1-16,-5 2-2 0,1-2 0 0,4 1 0 0,1 0-2 0,-1-2-2 15,1-2-4-15,3 1-4 0,-3-4-11 0,4 0-7 0,0 1-9 0,-2-2-8 16,2 0-10-16,0-3-8 0,2 2-8 0,-2 1-6 0,4-2-6 0,-3 1-3 15,-1-2-5-15,4 1-2 0,1-1-1 0,-1 0 4 0,1-1 7 0,1 1 5 16,-1-2 10-16,4-1 10 0,-1 0 8 0,-3 2 7 0,4-4 9 0,-2 0 8 16,2 1 5-16,-1 1 7 0,-3-1 5 0,0-3 4 0,1 3 2 0,-1 0 4 15,2 1-1-15,-1 0 2 0,-4-2 0 0,1 4-1 0,1-1-1 0,-2 1 2 16,1-1 0-16,-3 2 0 0,0 0-1 0,0 0-1 0,0 0 2 0,6 3 0 16,-6-3 2-16,3 3-1 0,-1-2 4 0,2 3 1 0,1 0 3 0,-1-1 1 15,-4 2 2-15,5 1 2 0,-1 0-2 0,-2 0 0 0,1 0 0 16,3 1 1-16,-3 1 1 0,-1-2-1 0,2 1-8 0,-1-1-10 0,-1 0-17 15,2 0-22-15,-4-1-26 0,5 1-28 0,-5-2-71 0,4 1-89 0,-2-1-90 16,1-1-90-16,3 2-73 0,-3-2-67 0,3 1-101 0,-3-2-116 16,3 1-45-16,-1-2-14 0,-1 1 5 0,1-2 15 0,-5 0 22 0,6 0 26 15,-1-2 71-15,1 1 89 0,1-1 91 0,-2-1 89 0,1 0 75 0,-1 2 66 16</inkml:trace>
  <inkml:trace contextRef="#ctx0" brushRef="#br0" timeOffset="160382.16">6278 13680 120 0,'0'1'363'0,"0"-1"86"0,0 0 53 0,0 0 52 0,0 0 49 0,0 3 51 0,0-1 50 0,0-2 34 0,4 1 24 0,-4 1 20 16,0-1 17-16,5 0-26 0,-5 1-46 0,4-2-109 0,1 2-137 0,1-2-74 16,-3 0-40-16,6 1-43 0,0-1-44 0,-1 0-43 0,1 0-44 0,3-1-25 15,-1 1-16-15,4-2-10 0,-3 0-8 0,3 1-5 0,-1 0-3 16,-3-2-6-16,4 1-6 0,-1-1-10 0,-1 0-8 0,-3 2-6 0,5-3-3 15,-6 2-7-15,4 0-5 0,-6-1-8 0,2 0-10 0,-4 2-8 0,3 1-10 16,-3-2-6-16,0 1-6 0,-5-1-6 0,6 1-6 0,-6 1-2 0,0 0-2 16,0 0-3-16,0 0-1 0,0 0-1 0,0 0 0 0,0 0-7 0,0 0-8 15,0 0-17-15,0 0-21 0,0 0-20 0,0 0-22 0,0 0-19 0,0 0-17 16,0 0-19-16,0 0-26 0,0-2-48 0,0 2-65 0,-2 0-86 0,-2-2-96 16,4 2-64-16,0 0-48 0,-1 0-42 0,-3 0-32 0,0 0-40 0,-1 0-40 15,5 0-38-15,-5-1-38 0,-1-2-3 0,3 0 11 0,-3 0 45 0,2-1 61 16,-1-1 86-16,0 1 96 0,1-4 69 0,-1 2 60 0,1-3 53 15,2 1 58-15,-1 1 57 0</inkml:trace>
  <inkml:trace contextRef="#ctx0" brushRef="#br0" timeOffset="160621.93">6457 13429 240 0,'0'-4'348'0,"0"-1"62"0,0 2 42 16,0 3 44-16,0 0 48 0,0 0 55 0,0 0 59 0,0 0 46 0,0 0 38 16,0 0 25-16,0 0 19 0,0 0-47 0,0 0-80 0,0 0-84 0,0 0-90 15,0 0-50-15,0 0-33 0,0 3-32 0,0 2-33 0,0-1-39 0,0 2-42 16,2 0-26-16,-2 3-19 0,0 0-7 0,0 2-1 0,0-1 1 0,4 4 1 15,-4-2 0-15,0 1 2 0,0 1 2 0,0-1-2 0,0 0-5 0,0 1-6 16,0 1-13-16,0-1-14 0,0 0-14 0,0 0-16 0,0 1-15 0,0 0-17 16,0-2-13-16,-4 1-14 0,4-2-12 0,0 0-12 0,0-1-9 0,0 1-9 15,-2-3-7-15,2 0-8 0,0 0-11 0,-3-2-16 0,3 1-23 0,0-1-23 16,0 1-34-16,-4-1-37 0,4-3-37 0,-2 3-37 0,2-1-33 16,-3-2-25-16,3 1-39 0,0-2-48 0,-2 0-85 0,-2-2-100 0,4-1-76 15,0 0-62-15,0 0-56 0,4 3-47 0,-4-3-61 0,0 0-65 16,0 0-11-16,0 0 18 0,2-1 18 0,1-2 24 0,-1 0 38 0,2-2 44 15,-1-1 87-15,-1-1 100 0,-2-1 84 0,4 1 74 0,-1-3 72 0,-1 2 71 16</inkml:trace>
  <inkml:trace contextRef="#ctx0" brushRef="#br0" timeOffset="161129.39">6721 13344 27 0,'4'-2'299'0,"-4"2"129"15,0 0 89-15,0 0 73 0,0 2 64 0,5-1 63 0,-5 2 40 0,4 1 32 16,-4 1 22-16,0 1 17 0,0 2 14 0,0-1 12 0,2 2-61 16,-2 0-96-16,3 3-105 0,-3 0-113 0,0 0-71 0,0 2-57 0,0-1-50 15,0 1-44-15,0 1-28 0,0-1-20 0,-3 2-14 0,3 0-6 16,0-1-8-16,-2 2-4 0,2-1-9 0,0 0-8 0,0 1-13 0,0 0-11 16,0-2-14-16,-4 0-15 0,4 0-17 0,0-2-12 0,-2 2-13 0,2-3-9 15,-3 0-11-15,3 0-6 0,-4-1-10 0,4-2-6 0,-2 0-7 0,2 0-1 16,-3 0-5-16,3-3-3 0,0 1-1 0,0-2-1 0,-2 1-7 0,2-2-5 15,-4-1-12-15,4 0-14 0,0-3-14 0,0 0-17 0,0 0-18 0,0 0-19 16,0 0-15-16,0 0-15 0,0 0-10 0,0 0-10 0,0 0-5 0,0 0-7 16,4-3 2-16,-2 0 1 0,-2 0 6 0,3-1 7 0,3-3 12 0,-3 3 12 15,3-3 16-15,-1 0 19 0,1 0 16 0,1 0 16 0,-2-1 11 0,1 1 8 16,-1 1 7-16,4 1 6 0,-3-1 4 0,1 2 4 0,-5 1 4 0,3-1 6 16,-1 2 3-16,1 0 6 0,-1 2 6 0,-2-1 7 0,5 1 5 0,-5 1 2 15,1 1 4-15,3-1 6 0,-1-1 7 0,-1 1 8 0,1 3 8 16,-1-1 11-16,-2-2 11 0,1 2 12 0,-3 0 11 0,4 0 9 0,-4 2 5 15,2-2 1-15,-2 1 7 0,0 1 15 0,3-1 7 0,-3 2 5 0,0 0 0 16,0 0-1-16,-3 2-7 0,3-1-7 0,-2-1-9 0,-2 2-12 16,4-1-13-16,-5 2-12 0,5-1-7 0,-6 1-7 0,3-2-12 0,-1 2-17 15,-1-1-19-15,1-1-20 0,-1 1-23 0,3-1-28 0,-2-1-31 0,-1 0-36 16,1-1-36-16,-1-1-33 0,1 0-29 0,-1 0-26 0,3-1-56 0,-2-2-69 16,1 2-97-16,-3-1-104 0,6-2-84 0,0 0-70 0,0 0-75 0,0 0-76 15,0 0-34-15,-5-3-15 0,5 0 11 0,0 3 19 0,0-7 26 0,0 2 24 16,0-1 57-16,0-2 67 0,2 2 94 0,1-1 111 0,-3 0 87 0,6 0 81 15,-3 1 91-15</inkml:trace>
  <inkml:trace contextRef="#ctx0" brushRef="#br0" timeOffset="161368.51">6915 13782 172 0,'5'0'350'0,"1"-2"76"0,-3 2 57 0,1 0 72 0,3 0 82 0,0 2 57 0,-1-1 49 0,-1-1 29 0,4 1 18 0,-3-1 14 15,3 0 10-15,-4 2-43 0,4-2-63 0,-3 0-98 0,3 0-114 16,-4 0-71-16,2-2-49 0,1 2-70 0,-5-1-81 0,6 1-56 0,-3-1-44 15,-1-1-26-15,4 1-15 0,-3-1-11 0,3 2-8 0,0-1-10 0,-4-1-8 16,0 1-8-16,5-1-9 0,-7 2-6 0,3-1-3 0,-1-1-3 0,-1 2-2 16,1-2-1-16,-1 2-3 0,-4 0-7 0,0 0-7 0,5 0-5 0,-5 0-8 15,0 0-12-15,0 0-12 0,0 0-21 0,0 0-23 0,0 0-49 0,4-1-61 16,-4 1-85-16,0 0-98 0,0-3-73 0,0 3-65 0,-4 0-67 0,4-1-68 16,0 1-73-16,0 0-75 0,-9-2-26 0,7 1-2 0,-5-2 12 15,5 1 21-15,-1-1 47 0,-3 2 59 0,3-4 85 0,3 2 97 0,-2-1 77 16,-2 1 65-16,4-4 69 0,0 5 73 0</inkml:trace>
  <inkml:trace contextRef="#ctx0" brushRef="#br0" timeOffset="161560.82">7092 13626 271 0,'0'0'420'0,"0"0"58"0,0 0 54 0,0 1 57 0,4 2 62 0,-4 0 63 16,0 0 45-16,0 2 37 0,0 2 21 0,1-1 22 0,-1 3 4 0,0 0 1 16,0 0-112-16,0 0-162 0,0 3-82 0,0-1-43 0,0-1-46 0,-1 2-51 15,1 2-59-15,0-2-61 0,0 1-42 0,-4 1-34 0,4-1-25 0,0 2-18 16,0-1-16-16,0-1-17 0,-2 1-25 0,2-1-30 0,0-1-31 0,0 0-34 15,0-1-25-15,0-1-22 0,0-1-34 0,0 1-43 0,0-2-83 0,2 0-104 16,-2-2-86-16,4 0-78 0,-4-2-68 0,1 1-69 0,3-2-85 0,-4-3-88 16,4 3-29-16,-4-3-5 0,5-2 7 0,1-1 13 0,-1 0 29 0,-1-1 39 15,1 1 82-15,0-3 105 0,4-2 84 0,1 2 78 0,-1-2 71 16,0 1 70-16</inkml:trace>
  <inkml:trace contextRef="#ctx0" brushRef="#br0" timeOffset="161900.64">7486 13636 21 0,'0'-4'301'0,"4"2"74"0,-2-1 51 16,-2 2 40-16,0-1 40 0,0 2 47 0,0 0 59 0,3 0 55 0,-3 0 54 15,0 0 40-15,0 0 28 0,0 0-6 0,0 0-23 0,0 0-96 0,0 0-130 16,0 0-72-16,0 0-40 0,0 0-37 0,-3 0-30 0,3 0-47 0,-2 0-54 16,-2 0-53-16,1 0-52 0,1 2-34 0,-2-2-23 0,-1 1-16 0,1 1-8 15,2-1-4-15,-5 1-2 0,5 0 1 0,-3 2 1 0,-2 0 1 16,1 1-1-16,1 0 5 0,-1 2 8 0,-1 0 5 0,2 0 4 0,-1 4 6 15,1-2 7-15,-4 2 6 0,5-1 4 0,-1 1 3 0,-4 1 2 0,3 0-1 16,3-2-1-16,-3 2 0 0,1 0-1 0,1 0-3 0,2-1-5 0,-1-1-7 16,3 1-5-16,-2 1-9 0,-2-3-9 0,4 1-10 0,0-1-7 0,4-1-8 15,-2 1-3-15,1-2-8 0,-1 1-6 0,2-2-4 0,0 1-5 16,-3-1-4-16,5 0-5 0,-3 0-1 0,3 0-1 0,-1 0-2 0,2-1-2 16,-1 0-2-16,-1 0 0 0,1 0-8 0,3-2-11 0,-4 1-18 0,4-1-21 15,-2 0-28-15,1-1-32 0,-1 1-30 0,-2-3-31 0,1 1-27 0,3-1-27 16,-4 0-48-16,1-1-58 0,1 1-94 0,-2-3-106 0,1 1-80 0,3-1-66 15,-4 0-72-15,4-1-75 0,-3-1-40 0,3-1-29 0,0-1 3 0,-4 1 19 16,4-2 22-16,2 1 22 0,-4-1 47 0,1 1 60 0,1-2 92 0,-4 1 109 16,4 1 87-16,0-1 77 0,-3 1 88 0</inkml:trace>
  <inkml:trace contextRef="#ctx0" brushRef="#br0" timeOffset="162189.01">7783 13752 160 0,'4'3'540'16,"-4"-3"125"-16,0 1 61 0,0-1 28 0,3 2 20 0,-1-1 15 0,2-1 16 16,-4 2 9-16,5-1 10 0,-5-1 6 0,5 0 7 0,-1 0-30 0,0 0-44 15,1 0-195-15,1 0-259 0,-1 0-120 0,0 0-54 0,3 0-27 0,-3-1-18 16,4 1-14-16,0-2-11 0,-2 2-10 0,2-1-7 0,0-1-7 0,1 1-4 16,-1 1-4-16,0-2 0 0,-4 1-1 0,6-1-4 0,-2 1-1 0,-4 1-4 15,4-2-4-15,-3 1-4 0,1-1 0 0,-1 2-1 0,-1-1-4 0,0-1-2 16,-1 2-4-16,1 0-4 0,1-1-10 0,-6-1-11 0,3 2-15 0,1-1-14 15,-4 1-31-15,2 0-39 0,-2 0-73 0,0 0-91 0,0 0-85 16,0-2-82-16,0 2-80 0,0 0-79 0,0 0-88 0,0 0-94 0,0 0-36 16,0 0-12-16,0 0 4 0,0 0 9 0,-6 0 28 0,6 0 37 0,-5 0 75 15,-2 2 92-15,1-2 86 0,5 1 80 0,-3 1 82 0,-1 1 79 16</inkml:trace>
  <inkml:trace contextRef="#ctx0" brushRef="#br0" timeOffset="162398.6">7897 13854 39 0,'0'4'492'0,"0"-1"137"0,0 0 70 0,0 0 39 0,0-3 27 16,0 3 18-16,0-1 20 0,0-2 15 0,0 1 16 0,0-1 10 0,4 2 12 16,-4-2-2-16,0 1-6 0,3 0-185 0,-1-1-260 0,-2 0-128 0,4 2-70 15,-3 0-37-15,3-2-24 0,-4 1-19 0,5-1-17 0,-1 2-15 0,-2-2-17 16,1 0-13-16,3 3-15 0,-2-3-21 0,1 0-22 0,0 1-23 0,-1-1-21 16,1 0-20-16,1 2-17 0,-3-2-26 0,3 1-29 0,-2-1-62 0,5 0-76 15,-4 0-85-15,0 0-86 0,1 0-64 0,3 0-57 0,0 0-62 16,-4-1-61-16,4 1-59 0,-3-2-58 0,1 1-16 0,-2-2 0 0,1 0 18 15,-1 1 25-15,4-1 56 0,-3 0 78 0,-1 0 83 0,2-1 88 16,-1 1 69-16,3-1 59 0,-4 2 69 0,1-3 74 0</inkml:trace>
  <inkml:trace contextRef="#ctx0" brushRef="#br0" timeOffset="162845.51">8309 13774 258 0,'-3'3'393'0,"3"3"76"0,-4-3 58 0,2 3 53 16,2 0 49-16,-3 2 43 0,3-2 40 0,0 0 31 0,0 0 23 0,0 0 17 15,0 0 11-15,0-1-55 0,0 2-84 0,0-3-110 0,3 2-120 0,-3 0-73 16,0 0-54-16,2-1-49 0,2 1-50 0,-1 0-37 0,-1-2-41 0,2 2-26 16,-2 0-22-16,1 0-14 0,3-1-13 0,-3 1-7 0,3-3-6 15,3 1-1-15,-4 1-4 0,-1-1 1 0,5-1-1 0,-4 0 1 0,4-1-2 0,-3 1-2 16,3-2 1-16,0-1-1 0,-2 2 1 0,2-2 1 0,0-2 3 15,0 2 1-15,0-1 5 0,2-1 0 0,-2-1 2 0,0-1 1 0,0 0 1 16,2 0 2-16,2-2 6 0,-4 2 3 0,-2-2 3 0,2 0 5 0,0 0 4 16,0 1 4-16,-4-1 5 0,5-1 2 0,-5 0-1 0,0 3 1 0,3-2 1 15,-7 0 5-15,3 0 1 0,1 0 0 0,-1 0 2 0,-2 2 2 0,-2-1 3 16,4 1 2-16,-4-1-1 0,0 1 1 0,0-1 0 0,-4 2 2 0,4-1 0 16,-2 1-1-16,-2-2-2 0,1 2-3 0,1 0-4 0,-2 0-6 0,4 0-5 15,-5 0-9-15,1 1-5 0,3 0-10 0,-3-3-6 0,-1 4-9 16,1-2-5-16,-2 0-8 0,1-1-7 0,0 3-5 0,-3-2-1 0,3 0-3 15,-4 2-5-15,4-2-2 0,-5 1-1 0,5 1-9 0,-4 1-8 16,4-2-16-16,-4 1-15 0,-1 1-21 0,3 0-22 0,0 1-23 0,-4 1-24 16,2-1-19-16,0 1-21 0,0 1-16 0,4-2-14 0,-4 2-25 0,-2 1-28 15,2 1-69-15,0 0-89 0,3-1-80 0,-3 0-78 0,4 3-74 0,-1 0-81 16,-1-3-58-16,2 3-56 0,-1-1-12 0,-3 0 2 0,4 0 10 0,1-2 12 16,-1 2 24-16,-1-2 31 0,1 1 76 0,-2-2 95 0,1 2 95 0,4-1 95 15,-5-3 99-15,5 3 100 0</inkml:trace>
  <inkml:trace contextRef="#ctx0" brushRef="#br0" timeOffset="166585.4">6967 14248 199 0,'0'-3'428'0,"0"2"93"0,0 1 62 0,0 0 44 0,0-3 36 0,0 3 30 0,0 0 27 0,0 0 24 0,0 0 20 15,0 0 21-15,0 0 15 0,0 0-35 0,0 0-61 0,0-3-128 0,0 3-160 16,0-4-86-16,0 4-53 0,0-2-37 0,0 2-26 0,-3-2-22 0,3-1-20 16,0 3-10-16,0-1-10 0,-2-2-7 0,2 3-2 0,0-3-1 0,-4 1 2 15,4 2 2-15,0-2 4 0,0 2 5 0,-3-1 4 0,3 1 3 0,0-3 2 16,0 3 2-16,0 0 1 0,-2 0-3 0,2 0-5 0,0-1-5 0,0 1-8 16,-4-2-10-16,2 2-8 0,2 0-12 0,-3 0-7 0,-1 0-12 0,-1 0-7 15,-1 0-7-15,3 0-8 0,1 0-7 0,-5 0-6 0,1 0-8 0,1 0-4 16,-1 0-3-16,3 2-6 0,-3-1-4 0,1-1-2 0,-4 3-3 15,5-2-2-15,-1 3-4 0,-4-1-5 0,3 0-3 0,1 0-3 0,-4 1-4 16,3 1-2-16,-3 1-4 0,4 1-4 0,-4 1-2 0,3-1-4 0,-1 2 1 16,0 0 1-16,0 2 0 0,-2-1-2 0,3 1 1 0,1-1 0 15,-4 2 0-15,3 0-2 0,3 0 1 0,-3 0-1 0,3-2 0 0,1 1-3 16,-2 0 4-16,2-1 10 0,-1 1 1 0,3-1 5 0,0 1-1 0,-4-2 1 16,4 1-2-16,4 0 2 0,-4 1 1 0,0 0-1 0,3-1-1 0,-1 1 1 15,-2-1 0-15,4 1 4 0,-2-2-5 0,1 0-10 0,1 1-4 0,1-1-2 16,-1 0-6-16,1-1-2 0,-3-1-10 0,7 0-7 0,-5 1-10 0,5-2-11 15,-4 2-13-15,4-2-15 0,0 0-17 0,-1-2-17 0,1 2-22 0,0-3-23 16,3 2-28-16,-1-1-28 0,-2-2-22 0,2 1-20 0,2-2-22 0,-4 1-19 16,2-2-62-16,0-2-76 0,1 1-86 0,-3-2-86 0,2 1-84 0,2-2-84 15,-6-2-67-15,2 0-61 0,0-2-10 0,0 1 13 0,0-4 18 0,0 2 21 16,0 0 27-16,-1-1 28 0,-1 1 69 0,-2 0 91 0,1 0 98 16,-1 0 103-16,0 1 104 0,3 1 102 0</inkml:trace>
  <inkml:trace contextRef="#ctx0" brushRef="#br0" timeOffset="166855.41">7192 14419 106 0,'0'3'391'0,"0"-3"162"0,0 2 86 0,0-2 51 0,0 0 30 0,0 4 25 0,0-1 19 0,3-1 17 0,-1-1 14 0,2 1 11 0,-4-1 6 0,5-1 3 0,0 0-89 0,-1 2-138 16,1-1-152-16,-1-1-160 0,1 1-84 0,1-1-47 0,3 2-34 0,-4-2-21 15,3 0-20-15,-3 0-16 0,0 0-12 0,5-2-12 0,-5 2-9 0,4 0-6 16,-4-1-6-16,1 1-3 0,3-1-3 0,-5 1-3 0,1-2-3 0,0 2-4 16,1-1-8-16,-3-1-8 0,3 2-14 0,-6-1-19 0,0 1-28 0,3-2-34 15,-3 2-56-15,0 0-69 0,0 0-70 0,0 0-72 0,0 0-70 0,0 0-67 16,0 0-78-16,0 0-79 0,0 0-53 0,0 0-40 0,0 0-6 0,0 0 5 16,0 0 24-16,-3 0 34 0,-3 3 56 0,1 0 68 0,1-1 72 15,-1 0 71-15,1 3 72 0,3 0 70 0,-5-1 79 0</inkml:trace>
  <inkml:trace contextRef="#ctx0" brushRef="#br0" timeOffset="167028.32">7206 14569 168 0,'0'3'345'0,"0"-1"69"0,0-2 46 15,0 3 53-15,4 1 53 0,-3-1 52 0,3 0 57 0,-4 0 36 0,5-1 29 16,-5 1 20-16,4 0 18 0,-2-2-37 0,1 1-60 0,3-1-98 0,-2 1-111 0,-3-1-65 16,3 1-43-16,0-2-51 0,-3 1-53 0,3-1-54 0,1 0-54 15,-1 0-36-15,-2 0-31 0,1 0-22 0,3 0-22 0,-2 0-23 0,1 0-24 16,-1 0-33-16,-3-1-38 0,5 1-64 0,-3-2-76 0,3 2-77 0,-3-3-76 15,3 3-68-15,-2-1-67 0,1-2-90 0,0 0-107 0,-1 0-54 0,1 0-32 16,1-2-9-16,-3 1 7 0,3-1 19 0,-3-1 30 0,3 2 60 0,-6-2 75 16,5-1 75-16,-1 3 76 0,1 0 69 0,-5 1 66 0,6-2 94 0</inkml:trace>
  <inkml:trace contextRef="#ctx0" brushRef="#br0" timeOffset="167326.01">7416 14490 320 0,'0'0'527'16,"0"0"96"-16,0 0 49 0,3 3 22 0,-3-2 13 0,2 2 11 0,2-1 13 15,-4-1 13-15,0-1 12 0,0 0 14 0,0 0 11 0,3 0-62 16,-1 2-89-16,2-2-166 0,1 0-199 0,-1 0-91 0,-2 0-42 0,1-2-18 16,3 2-6-16,-1-1-9 0,2 1-9 0,-1-2-11 0,3 2-15 0,-4-2-11 15,6 1-11-15,-4 0-3 0,-1-1-2 0,5-1-1 0,-6 2-3 0,4-1-1 16,-2 1-5-16,-1-1-6 0,3 1-5 0,-4 1-2 0,1 0-4 0,-1-2-2 15,-1 0-1-15,1 2-1 0,-5 0-1 0,6-1-4 0,-6 1-4 16,0 0-7-16,0 0-10 0,0 0-8 0,0 0-13 0,0 0-17 0,0 0-22 16,0 0-31-16,0 0-40 0,0 0-53 0,0 0-62 0,0 0-58 0,0 0-58 15,0 0-47-15,0 0-44 0,0 0-45 0,0 0-44 0,-6 0-65 0,4 0-68 16,2 0-30-16,-7-1-3 0,7 1 19 0,-5-2 34 0,-1 1 52 0,3 1 60 16,-3-2 58-16,1 1 58 0,1 1 53 0,4 0 44 0,-5-2 53 0,1 1 51 15</inkml:trace>
  <inkml:trace contextRef="#ctx0" brushRef="#br0" timeOffset="167858.6">7521 14313 58 0,'3'-4'306'0,"-1"3"99"0,-2 1 69 0,4-1 59 0,-4 1 55 0,3 0 56 16,-1 1 39-16,2 0 37 0,-4-1 22 0,5 0 20 0,-1 0 15 0,-4 0 10 15,5 0-74-15,-1 2-110 0,1-2-97 0,-3 2-93 0,5-2-64 16,-5 1-54-16,5 1-51 0,-1-1-49 0,-1 1-35 0,1-1-31 0,-3 2-13 15,6 0-10-15,-3-2-7 0,-1 4-6 0,4 0-6 0,-3-1-7 0,3-1-7 16,-4 2-1-16,4 1 2 0,-3-2-1 0,3 2-1 0,-4 0-4 0,2-1-5 16,-1-1-5-16,-1 0-8 0,-1 3-11 0,1-3-6 0,-3 1-5 15,2 1-2-15,-1 0-2 0,-1-2-2 0,-2 2-4 0,4 2-3 0,-4-2-4 16,0 1-4-16,0-1-1 0,-4 2 0 0,4 1 2 0,-2-2-1 0,-1 4 1 16,-1-4-1-16,2 4 2 0,-1-4-1 0,-3 2-2 0,3 0 0 0,-3 0 3 15,4-1 0-15,-1 0 0 0,-3 0 2 0,3 0 1 0,-3-1 1 0,3-1 1 16,1 2-2-16,-5-4 0 0,5 2 1 0,-2 0 2 0,2-2 0 0,-1 3 3 15,-1-4 2-15,2 1-4 0,-1 0 4 0,1 0-2 0,-2-1 1 0,1 0 1 16,3 0-1-16,-2-2 2 0,2 2 2 0,-4-2 1 0,4-1 2 0,0 2-1 16,0-2 1-16,0 0-2 0,0 0 1 0,0 0-1 0,0 0-1 0,0 0-2 15,0 0-5-15,0 0-1 0,0 0-1 0,0 0-2 0,0 0-3 0,0 2 2 16,4-1-2-16,-2-1-2 0,1 2 1 0,-3-1 1 0,6-1 1 0,-3 2-1 16,-1-2 3-16,5 1 5 0,-5-1 2 0,4 2 5 0,3-1 3 0,-6-1 2 15,3 3 0-15,3-3 2 0,-4 2-1 0,-1-1 0 0,1-1-1 0,4 2-4 16,-3-2-2-16,-3 0 0 0,3 1-1 0,-1 1-2 0,-1-2-5 0,-2 0 0 15,5 0-5-15,-5 0-2 0,1 1-2 0,3-1-3 0,-6 2 0 16,0-2 0-16,5 0 0 0,-5 0 1 0,0 0-2 0,0 0-7 0,0 0-10 16,4 0-15-16,-4 0-21 0,0 0-23 0,0 0-23 0,0 0-22 0,0 0-21 15,0 0-21-15,0 0-19 0,0 0-26 0,0 0-48 0,0 0-58 0,0 0-82 16,0 0-92-16,-4 0-66 0,4 0-51 0,0 0-67 0,-5 0-70 16,5 0-47-16,-6-2-39 0,3 1-8 0,-3 1 8 0,1-3 13 0,-1 1 23 0,3 1 45 15,-3-1 60-15,-1 1 85 0,5-2 97 0,-3 1 77 0,5 2 66 16,-4-1 86-16</inkml:trace>
  <inkml:trace contextRef="#ctx0" brushRef="#br0" timeOffset="168934.91">8376 14083 165 0,'0'0'351'0,"-3"0"77"0,3 1 56 0,-2-1 49 0,2 0 48 0,-4 4 49 0,4-4 45 0,0 3 33 0,0-3 29 15,0 0 22-15,0 1 20 0,0-1-37 0,0 0-57 0,0 2-99 0,0-2-115 16,0 0-71-16,0 0-46 0,0 0-47 0,0 3-48 0,0-3-45 0,0 0-43 15,0 0-30-15,0 0-23 0,0 1-14 0,4 1-11 0,-2-1-8 0,1-1-2 16,-1 1-4-16,2 1 1 0,1 0-1 0,1-1 2 0,1 1 6 0,-2 1 8 16,4-2 5-16,0-1 5 0,-2 2 3 0,3-1 0 0,-1-1 2 15,0 2 4-15,1-2 2 0,-2 0-3 0,-1 0-2 0,2-2-6 0,0 2-4 0,0 0-8 16,-3-1-3-16,3 1-5 0,-4-2-6 0,0 2-6 0,3-1-6 16,-3 1-5-16,-3-2-9 0,5 2-13 0,-5-1-8 0,2 1-5 0,1 0-6 15,-1 0-4-15,-3 0-2 0,-1 0-4 0,4 0-4 0,-4 0-4 0,0 0-10 16,0 0-15-16,0 0-23 0,0 0-27 0,0 0-29 0,0 0-27 0,0 0-24 15,0 0-21-15,0 0-28 0,0 0-29 0,0 0-53 0,0 0-61 16,-4 0-77-16,-1 0-85 0,3 0-57 0,-1 0-43 0,-3 1-29 0,-1 1-22 16,1-1-13-16,1 2-14 0,-4 0-24 0,0 0-28 0,-2 2-17 0,2-1-9 15,0 1 33-15,-2-1 55 0,-2 2 73 0,6 0 87 0,-5 1 63 0,1 0 58 16,-2 0 49-16,4 1 50 0,-2-2 40 0,2 1 40 0,0 2 50 0</inkml:trace>
  <inkml:trace contextRef="#ctx0" brushRef="#br0" timeOffset="169191.7">8311 14270 156 0,'-5'5'338'0,"-1"0"58"0,3-1 30 16,3-1 17-16,0 1 13 0,0 0 19 0,0-3 24 0,0-1 41 0,0 3 46 15,0-3 47-15,0 2 52 0,3-1-14 0,3-1-42 0,-1 0-83 0,1 0-104 16,3 0-45-16,-2 0-20 0,0 0-10 0,2-1-2 0,0 1-15 0,4-3-16 16,-6 1-39-16,6-1-39 0,-4 1-47 0,2 0-46 0,-2-1-31 0,1 1-24 15,3-2-17-15,-4 1-10 0,2 0-10 0,-2 1-11 0,0-1-6 0,2 0-6 16,-2 0-8-16,-4 2-4 0,5-2-4 0,-1 1-4 0,-4-1-4 16,0 1-3-16,3 1-1 0,-3 1-5 0,-3-1-3 0,5-1-3 0,-5 1-5 15,2 1-2-15,-1 0-7 0,-3 0-7 0,0 0-7 0,0 0-10 0,0 0-8 16,0 0-10-16,0 0-11 0,0 0-14 0,0 0-26 0,0 0-26 0,0 0-46 15,-3 3-52-15,3-1-58 0,-4 2-63 0,2-1-49 0,-2 0-44 0,-1 0-39 16,1 0-33-16,-1-1-38 0,1 3-39 0,-1-2-46 0,0-1-52 0,1 1-23 16,-1-2-9-16,-1 1 28 0,2-2 44 0,4 0 58 0,-5 0 62 15,0-2 57-15,1 1 49 0,-1-2 45 0,5 0 42 0,-4 0 45 0,4 3 48 16,-2-5 60-16</inkml:trace>
  <inkml:trace contextRef="#ctx0" brushRef="#br0" timeOffset="171902.25">4610 15562 138 0,'-5'3'266'0,"-4"2"41"0,5-2 26 0,-5 1 16 0,4-1 14 0,-1 2 15 0,-3 1 18 0,0-2 18 0,4 2 16 0,-4-1 25 0,3 1 28 0,-3-2-21 15,4-1-43-15,0 2-35 0,-1-1-32 0,-1 1-3 0,2-2 9 0,-1 1 9 16,2-2 10-16,-1 1 0 0,1 0-6 0,3 0-8 0,-3-2-8 0,4 2-15 0,-2 0-23 15,2-3-21-15,0 0-26 0,0 2-30 0,0-2-37 0,0 0-33 16,0 0-32-16,0 0-22 0,0 0-23 0,0 0-12 0,0 0-10 0,0 0-8 16,0 0-11-16,0 0-7 0,0 0-6 0,0 0-6 0,0 0-4 0,0 0-8 15,0 0-6-15,0 0-3 0,2 0-2 0,-2 0-2 0,0 0-2 0,0 0-2 16,4-2-1-16,-4 2 0 0,0 0 2 0,0 0-2 0,5 0-2 0,-1 0-1 16,-4 0 0-16,1 0 2 0,3 0-1 0,-2 0 2 0,2 0 0 15,1 0-1-15,-5 0-4 0,4 2-10 0,1-2-10 0,-1 0-19 0,-3 0-19 16,3 0-37-16,1 1-49 0,-1-1-70 0,1 2-86 0,1-1-70 0,-1 1-61 0,3-2-55 15,-3 1-50-15,4 1-56 0,-4-1-58 0,1 1-56 0,-2-1-55 16,-4-1-13-16,5 2 5 0,-5-2 32 0,5 1 43 0,-5-1 73 0,0 0 85 16,0 0 69-16,0 0 63 0,0 0 53 0,0 0 51 0,-1 3 57 0</inkml:trace>
  <inkml:trace contextRef="#ctx0" brushRef="#br0" timeOffset="172153.82">4563 15762 67 0,'0'6'300'0,"-1"-2"72"16,1 1 37-16,0-2 16 0,0 0 14 0,0-3 10 0,0 1 20 0,0-1 21 15,0 3 26-15,1-2 27 0,-1-1 24 0,0 2 23 0,0-2-67 0,0 2-106 16,0-2-70-16,0 0-53 0,4 3-16 0,-2-3-3 0,1 1-4 0,1-1 0 16,-2 2-18-16,3-2-20 0,-1 0-23 0,5 1-26 0,-4 1-23 0,1-2-24 15,3 1-18-15,-6-1-17 0,7 2-20 0,-5-1-22 0,4-1-16 0,-4 0-16 16,1 1-14-16,-1-1-19 0,3 2-14 0,-3-2-14 0,0 0-26 0,-1 0-27 16,1 0-31-16,-3 0-34 0,2 0-33 0,-1 0-35 0,-3 0-34 0,2 0-33 15,-2 0-29-15,4 0-29 0,0 0-23 0,-4 0-23 0,1 0-26 0,3 0-31 16,-4 0-53-16,0 0-67 0,2-3-9 0,1-1 14 0,-3 1 27 0,0-2 28 15,0-1 32-15,0 0 31 0,0-1 32 0,-3 1 26 0,1-3 31 0,2 1 31 16,-4-1 39-16,3 0 43 0</inkml:trace>
  <inkml:trace contextRef="#ctx0" brushRef="#br0" timeOffset="172438.61">4610 15534 31 0,'0'0'276'15,"-3"-2"87"-15,3 2 44 0,0-1 24 0,0 1 15 0,0 0 11 0,0 0 15 16,0 3 17-16,0-3 21 0,0 0 23 0,0 0 29 0,0 0 26 0,0 3-45 15,0-3-84-15,0 1-70 0,3-1-64 0,1 2-27 0,-2-2-9 0,3 1-7 16,3 1-3-16,-3-1-9 0,0 0-9 0,4 1-19 0,0 1-17 0,1 0-26 16,-3 0-27-16,2 0-27 0,0 0-23 0,4 2-19 0,-8-2-18 15,6 1-11-15,-2-1-8 0,-4 2-5 0,4-2-6 0,-3 3-4 0,3-3-3 16,-4 1-1-16,2 0 1 0,-1 3 0 0,-1-3 3 0,1 1 3 0,-3 1 2 0,1 0-2 16,-2 0-3-16,-2 1-1 0,3 1-5 0,-3 1-6 0,0 0-8 15,0 1 1-15,0-1 1 0,-3 2-2 0,3 1-2 0,-2 0-4 0,-2-2-4 16,1 2-6-16,-3-1-7 0,3-1-7 0,1 1-8 0,-2-2-10 0,-1 0-13 15,-1-2-15-15,3 1-15 0,-3 1-34 0,3-2-41 0,-3-1-60 0,1 0-64 16,1 1-62-16,-1 1-58 0,-1-2-52 0,3 0-49 0,1-1-60 0,-5 1-63 16,5-2-68-16,-2-1-65 0,-1 0-17 0,1 0 3 0,4-3 24 0,0 0 33 15,-5 0 55-15,-1-1 66 0,3-2 60 0,-3-1 59 0,6 0 53 0,0-2 53 16,-3 0 63-16,3-1 69 0</inkml:trace>
  <inkml:trace contextRef="#ctx0" brushRef="#br0" timeOffset="175748.01">5786 15493 279 0,'0'-5'418'0,"0"1"54"0,0 1 42 0,0 0 37 0,0 0 36 0,0 3 41 0,0 0 39 0,0 0 41 0,0 0 26 0,0 0 24 15,0 0 6-15,0 0 0 0,0 0-118 0,0 0-173 0,0 0-86 0,0 0-48 16,0 0-38-16,0 0-33 0,0 0-35 0,0 0-36 0,0 0-35 0,0 0-37 15,0 3-24-15,0 2-19 0,0-1-13 0,0 1-6 0,0 2-4 0,0 1-2 16,0 1-3-16,0 2-2 0,0 0 1 0,0 3 1 0,0 1-3 0,0-2-3 16,0 2 0-16,0 2 0 0,0-1-2 0,0 1-4 0,0-1-3 0,0 0-6 15,0 2-4-15,0-1-5 0,0 1-3 0,0-1-5 0,-3-1-4 0,3 1-6 16,0-1-13-16,0 1-16 0,-2-1-13 0,2-1-10 0,-4 0-16 0,4-1-17 16,0-2-32-16,0 1-38 0,0-1-67 0,0 0-82 0,0-1-72 0,0-2-66 15,0 0-55-15,0 0-48 0,4-2-43 0,-2 1-38 0,-2-2-65 0,3 0-77 16,-3-3-26-16,0-3 1 0,6 4 22 0,-6-4 33 0,3 1 66 0,-3-1 83 15,0 0 74-15,6-1 64 0,-5 0 58 0,3-2 51 0,1 0 53 0,-1-2 52 16</inkml:trace>
  <inkml:trace contextRef="#ctx0" brushRef="#br0" timeOffset="176216.49">6115 15496 177 0,'0'-6'300'0,"0"0"44"0,0 2 27 16,0-1 23-16,0 5 24 0,0 0 36 0,0 0 39 0,0-3 57 0,0 3 61 15,0-2 49-15,0 2 47 0,0-1-30 0,0 1-61 0,-5 0-71 0,5 1-72 16,-4 1-38-16,-1-2-19 0,1 3-18 0,2 0-19 0,-1 2-32 0,-3-1-35 16,1 2-52-16,-2 3-55 0,1 0-47 0,1 2-40 0,-4 1-22 0,3 1-15 15,-3 2-9-15,4 0-6 0,-1 2-6 0,-3 1-3 0,4 2-6 0,-2-3-3 16,0 3-3-16,-1-2-3 0,-1 0-3 0,4 0-3 0,-1 0-6 15,3 0-6-15,-3-3-3 0,5 1-6 0,-3-2-3 0,4-2-5 0,0-1-2 16,0-1-4-16,0-2-4 0,0 0-6 0,4 0-4 0,-3-2-8 0,-1-3-5 16,4 3-5-16,1-5-5 0,1 3-5 0,-3-2-5 0,3 0-5 0,-1-2-6 15,3 0-8-15,-1 0-4 0,2-4-3 0,-4 0-3 0,4 1 0 0,0-3-1 16,-3 0 3-16,3-1 1 0,0-1 4 0,-4-1 4 0,1 0 4 16,1 0 6-16,-2 2 3 0,1-2 8 0,-3 1 5 0,-1 0 7 0,2 1 5 0,-4 1 7 15,3 0 5-15,-3 0 10 0,2 3 8 0,-2-1 11 0,0 0 12 0,0 2 9 16,0 2 9-16,0 0 8 0,0 0 6 0,-2-3 7 0,2 3 3 15,0 0 6-15,0 0 2 0,0 0 2 0,0 0 2 0,0 0-5 0,0 0-2 16,0 0-10-16,-3 1-8 0,3-1-10 0,0 2-8 0,0 0-7 0,-4 0-5 0,4 1-5 16,0 0-5-16,0 0-5 0,-2 3-10 0,2-3-13 0,-3 2-16 0,3 1-26 15,0-2-29-15,3 1-59 0,-3-1-75 0,2 1-74 0,-2-1-75 16,4-1-62-16,1-1-57 0,-1 1-69 0,1-2-76 0,-1 1-69 0,-4-2-67 16,5 0-20-16,1-3-3 0,3 1 17 0,-4-1 25 0,1-1 58 0,1 1 74 15,-2-3 74-15,1-1 77 0,-1 3 62 0,-1-2 56 0,1 0 70 0,1 2 76 16</inkml:trace>
  <inkml:trace contextRef="#ctx0" brushRef="#br0" timeOffset="176995.03">6258 15675 73 0,'0'0'303'0,"0"0"60"0,0 1 32 0,0 2 21 0,4 2 16 0,-2-2 28 0,-2 1 33 0,3-1 39 0,-3 0 38 0,2 0 34 0,2 0 29 15,-1-1-13-15,-1 1-35 0,2-3-89 0,1 1-113 0,-1 1-53 0,1-1-25 16,1-1-13-16,-1 0-9 0,4-1-23 0,-2-1-28 0,1 1-31 0,-1-1-34 15,-2 1-31-15,4-2-29 0,-2 0-20 0,3-1-13 0,-1 0-11 0,-4 1-7 16,4-1-7-16,-4 1-2 0,5-1-7 0,-7 0-9 0,3 1-5 0,-1 2-5 16,-1-2-5-16,-1 1-2 0,-1 1-1 0,2-1 1 0,-4 2 1 0,0-1 0 15,0 1 0-15,0 0 1 0,0 0 2 0,0 0 0 0,0 0 0 0,0 0 2 16,0 0-4-16,0 0 1 0,0 0-1 0,0 0-1 0,0 0-3 0,0 0 0 16,0 0-2-16,0 0-2 0,0 0-2 0,0 0-3 0,0 0-3 15,0 0-3-15,0 0-5 0,0 0-2 0,0 0-8 0,0 0-6 0,0 0-7 16,0 0-8-16,0 0-8 0,0 0-5 0,0 0-4 0,0 0-2 0,0 0-2 0,0 0 2 15,0 0-1-15,0 0 4 0,0 0 1 0,-4 0 3 0,4 0 6 16,-2 0 8-16,2 0 8 0,0 0 8 0,-3 0 8 0,3 0 8 0,-4 0 4 16,4 0 4-16,-2 0 4 0,2 0 8 0,-3-2 6 0,3 2 9 0,0 0 5 15,-4 0 4-15,2 0 7 0,2 0 0 0,0 0 5 0,-3 0 5 0,3-2-1 16,0 2 3-16,0 0 1 0,-6 0 2 0,6 0 1 0,0 0-4 0,0 0-1 16,-4-1-5-16,4 1-5 0,-1 0-2 0,1 0-5 0,-4-1-1 15,2-1-1-15,2 2 1 0,-3-1-2 0,3 1 2 0,-4-2-1 0,2 2-2 0,-1-1-5 16,3 1 0-16,-2 0 1 0,2 0 2 0,-4-2 4 0,1 1 1 0,3 1 0 15,0 0 1-15,-2 0-1 0,-2 0-1 0,4 0-1 0,-4 0-1 16,3 0 0-16,-3 0 0 0,2 0 0 0,-1 0 0 0,-1 0-4 0,2 0-5 16,-1 3-3-16,-3-3 0 0,3 1-2 0,1 1 1 0,-2 1 4 0,-1-1 7 0,1 0-2 15,-1 1-8-15,-1 2-5 0,3-2-4 0,-3 1 0 0,3 2-1 16,-3-1-1-16,1 2 4 0,1-1-2 0,-1 2-3 0,1-1 0 0,-1 2 0 16,3 0-8-16,-2 0-8 0,-1 0 2 0,1 0 8 0,2 2 2 0,-1-2-1 15,-1 0 1-15,4-2-1 0,-2 2-1 0,-1-1 0 0,3-2-1 0,0 0 1 16,0-1-3-16,0 2-2 0,0-4-2 0,0 1-1 0,0 0-1 0,0 0 0 15,3-1 0-15,-1 0 5 0,-2 0-2 0,4 0 0 0,-4-2-2 0,5 2-1 16,-5-1 0-16,4-2 0 0,-2 1-4 0,1 1-7 0,1-2 2 0,-2 0 8 16,1-2 1-16,3 2 0 0,-1-1 0 0,-1-1 0 0,1 0-2 0,-1 1 2 15,1-2 2-15,1 0-1 0,-1-1-1 0,2 1 0 0,-1-2 2 0,-1-1 7 16,1 2-3-16,-3-3-8 0,3 0-4 0,-1 0-1 0,-1-1-4 0,1 1 1 16,0-1-2-16,-1 1 0 0,2-2 1 0,-3 1-1 0,3 1 2 0,-3 0 1 15,-1 0 1-15,2 1 4 0,-4 0-1 0,3 2 2 0,-3-1 2 0,2 1 4 16,-2 1 0-16,0-1 0 0,0 4 1 0,0-2 1 0,0 2-1 0,0 0 2 15,0 0 2-15,0 0 1 0,0 0 1 0,0 0-1 0,0 0 2 0,0 0 1 16,0 0 3-16,0 0 0 0,0 0 3 0,0 0 1 0,0 0 1 0,0 0-2 16,0 0 0-16,0 1 0 0,-2 2-2 0,2-1-1 0,-3 1-1 0,3 0-5 15,0 0 0-15,0 1 0 0,0 2 0 0,0-1-3 0,0 2 0 0,0-1-2 16,0 2-1-16,0-1-1 0,0 1-2 0,0-1-3 0,0-1-9 0,3 2-11 16,-1-2-14-16,-2 0-20 0,0-2-62 0,4 2-77 0,-3-1-94 0,3-1-96 15,0 1-83-15,-2-2-76 0,3 0-105 0,-1 0-113 0,1-1-52 0,-1 0-22 16,-1 0-2-16,-3-2 4 0,6 0 15 0,-1 0 21 0,1-2 59 15,-3 0 79-15,3 1 92 0,-1-2 95 0,2 0 85 0,-1 0 75 0</inkml:trace>
  <inkml:trace contextRef="#ctx0" brushRef="#br0" timeOffset="177309.62">6553 15801 124 0,'-4'3'540'0,"3"-1"128"0,-3 2 61 0,0-1 33 0,3 0 16 0,1 0 9 0,0-2 11 0,0-1 3 16,0 0 5-16,0 0 4 0,-4 2 1 0,4-2-23 0,0 0-36 15,0 0-198-15,0 0-274 0,0 0-120 0,4 0-58 0,1 0-27 0,-1-2-16 16,1 2-10-16,0 0-5 0,1-1-5 0,1-1-3 0,0 1-3 0,2-1-3 16,0 1-2-16,0-2 1 0,2 1-4 0,-2-1-1 0,0 2-4 0,-3-1-5 15,3 1-2-15,0-2-1 0,-4 1-1 0,1 1-1 0,3 1-2 0,-6-2-1 16,3 2-1-16,-3-1-3 0,3 1 0 0,-6 0 3 0,5 0-1 0,-5 0-4 15,4 0 1-15,-4 0-1 0,2 0-2 0,-2 0-7 0,0 0-10 0,3 0-12 16,-3 0-25-16,0 0-29 0,0 0-57 0,0 0-71 0,0 0-78 0,0 0-82 16,0 0-70-16,0 0-68 0,0-2-80 0,0 2-88 0,0 0-62 0,0 0-54 15,-3-4-16-15,3 1 1 0,0 3 19 0,-6-5 27 0,6 1 58 0,-5 0 70 16,5 0 78-16,-4 1 79 0,2 0 72 0,2 3 68 0,-3-4 82 0</inkml:trace>
  <inkml:trace contextRef="#ctx0" brushRef="#br0" timeOffset="177526.8">6638 15652 6 0,'-4'3'289'0,"4"0"136"16,-3 0 89-16,1 2 68 0,2 1 63 0,0 1 57 0,0 2 41 0,0-2 30 15,-4 3 21-15,4-2 16 0,0 2 11 0,0-2 8 0,0 3-61 0,0-1-95 16,0 1-122-16,0 0-133 0,0 1-88 0,0 0-68 0,0 0-60 0,0-2-58 16,0 4-43-16,0-3-37 0,0 2-31 0,0-3-28 0,0 1-43 0,0-1-47 15,4-1-83-15,-4 0-96 0,2-1-84 0,1-1-79 0,-3-2-71 0,6 1-70 16,-6-3-91-16,3 1-101 0,-3-4-45 0,0 0-15 0,0 2-1 0,0-2 10 15,0 0 30-15,6 0 36 0,-1-2 78 0,-1-2 91 0,-4 1 83 0,5-2 75 16,-1-1 72-16,-2 0 71 0</inkml:trace>
  <inkml:trace contextRef="#ctx0" brushRef="#br0" timeOffset="177841.84">6797 15625 319 0,'0'0'433'15,"0"0"56"-15,-2 2 41 0,-1 1 33 0,3 0 36 0,0 1 38 0,-2-1 38 0,2 2 33 16,-4 1 24-16,4-2 21 0,-3 2-1 0,1 2-10 0,-2-2-124 0,4 1-172 16,-5 1-90-16,5-1-52 0,-4 2-38 0,4-2-32 0,-2 0-38 15,-1 0-36-15,3-1-38 0,-4 0-37 0,4-1-25 0,0-1-18 0,0 0-10 16,0 0-11-16,4-1-5 0,-4 0-3 0,3-2-7 0,-1 2-3 0,2 0-1 16,1-2 1-16,-1 1 0 0,1 0 3 0,1 1 1 0,3-2 5 0,0 1 2 15,-4-1-1-15,6 1 2 0,-2-2-1 0,4 1-1 0,-4-1 2 0,2 0 0 16,-2 0 3-16,2-1-1 0,-2-1-2 0,0 1 0 0,-4 1 0 0,4-2-2 15,0 1-2-15,-3-1-4 0,-1 1-1 0,-1-1-1 0,1 0-2 0,-1 1-6 16,-2 0-8-16,1-1-10 0,1 1-13 0,-4 1-22 0,0-2-23 0,0 2-53 16,0 0-61-16,0 0-69 0,0 0-74 0,0 0-61 0,0-1-59 15,0-2-62-15,-4 0-67 0,4 3-70 0,0-4-78 0,-5 0-29 0,1 0-4 16,2-1 13-16,-1 1 19 0,-1-1 50 0,2 1 63 0,-1-1 68 0,1-1 74 16,-2 2 62-16,1-1 58 0,3-1 65 0,-6 1 67 0</inkml:trace>
  <inkml:trace contextRef="#ctx0" brushRef="#br0" timeOffset="178022">6895 15597 115 0,'0'3'343'0,"-4"1"84"0,4 1 59 16,-3 2 67-16,3 1 67 0,0 1 56 0,0 0 56 0,-2 1 33 0,2 1 24 15,0-1 19-15,-4 2 16 0,4 2-33 0,0-2-52 0,0 1-109 0,0 1-135 16,0-2-81-16,0 1-58 0,0 2-65 0,-2-1-66 0,2-1-62 0,0 1-55 16,-3-1-42-16,3 0-36 0,0 1-39 0,0-2-40 0,0 0-71 0,0-1-84 15,0 1-90-15,0-2-89 0,3-1-82 0,-1 0-77 0,-2-1-100 0,0-2-109 16,0-2-49-16,0-4-20 0,4 4-2 0,-4-4 6 0,2 4 17 0,-2-4 28 15,0 0 60-15,0 0 78 0,3-4 87 0,3 2 91 0,-3-1 78 0,3-2 78 16</inkml:trace>
  <inkml:trace contextRef="#ctx0" brushRef="#br0" timeOffset="178440.92">7029 15630 81 0,'0'0'393'0,"0"0"199"0,0 0 100 0,0 0 52 16,0 3 29-16,0-2 16 0,0 2 18 0,0 0 13 0,0 0 14 0,0 2 8 16,2-2 10-16,-2 2 10 0,0 0-84 0,0 3-125 0,0-1-173 0,0 1-194 15,0 1-91-15,0 0-49 0,0 0-28 0,0 0-14 0,3 1-16 0,-3 1-14 16,0-1-14-16,0 1-11 0,0 1-8 0,0-2-11 0,0 2-5 0,0-2-2 16,0 3-7-16,0-3-5 0,0 1-4 0,0-1-1 0,4-1-3 0,-4 0-3 15,0-1-4-15,0-1-5 0,0 1-6 0,0-4-8 0,0 2-7 16,0-1-6-16,0-1-6 0,0-1-6 0,0 0-4 0,0-3-4 0,0 0-4 0,2 2-7 15,-2-2-2-15,0 0-3 0,0 0 3 0,3-2 3 0,-1 2 6 0,2-1 6 16,1-1 6-16,-1-1 7 0,-3 0 5 0,3 0 5 0,2 0 4 0,1-1 6 16,-5 1 4-16,1-2 4 0,3 2 2 0,-3 0 5 0,3 0 0 0,-5 0 2 15,3 2 1-15,0-1 1 0,-2 1 5 0,1 1 3 0,1 0 5 0,-4 0 2 16,2 0 5-16,1 1 5 0,-1 1 5 0,-2-2 5 0,4 1 6 0,-4 2 6 16,3 0 5-16,-1-1 5 0,-2 2 5 0,0-1 5 0,4 2 1 0,-4-1 1 15,0 1 2-15,-4 1-1 0,4 0-5 0,0 0-12 0,-2 1-3 0,-1-1 0 16,-1 0-3-16,4 0-8 0,-2 0-10 0,-1-1-12 0,1 1-16 0,-2-2-14 15,1-1-21-15,3 1-20 0,-2 0-25 0,-2-1-30 0,4 0-60 0,-4-2-70 16,4 1-82-16,0-2-90 0,-1 1-68 0,1-1-63 0,0 0-56 0,0 0-56 16,0 0-68-16,0 0-71 0,0 0-26 0,0-4-1 0,1-2 16 0,-1 1 23 15,4-1 58-15,-4 0 77 0,4-2 82 0,-2 3 84 0,1-4 69 0,1 1 59 16,-2 1 64-16,3 0 65 0</inkml:trace>
  <inkml:trace contextRef="#ctx0" brushRef="#br0" timeOffset="178638.25">7215 15806 183 0,'5'-2'303'0,"-5"-1"47"0,4 1 34 0,1 1 33 15,1 1 28-15,-2 0 66 0,1 0 76 0,-1 0 65 0,1 0 57 0,0 1 30 16,1 1 19-16,-3-2-44 0,3 0-71 0,3 0-73 0,-4 0-79 0,-1 0-40 0,1 0-26 16,1 0-25-16,1 0-24 0,-1 0-63 0,-1-3-72 0,0 3-67 0,4-2-54 15,-3 1-32-15,1 1-17 0,0-2-14 0,1-1-11 0,-3 1-14 16,0 1-17-16,1 0-23 0,-3-1-25 0,-1 1-42 0,2-1-46 0,-1 1-65 16,-3 1-63-16,2-2-62 0,-2 2-61 0,0 0-51 0,0 0-46 0,0 0-43 15,0 0-41-15,0 0-32 0,0 0-26 0,-5 2-23 0,1-2-24 0,4 0-5 16,-5 3-2-16,3 0 41 0,-5-1 53 0,5 3 60 0,-3-2 57 0,1 2 51 15,0-1 45-15,-1 1 44 0,-1-2 42 0,3 3 40 0,-3-3 39 16,1 1 39-16</inkml:trace>
  <inkml:trace contextRef="#ctx0" brushRef="#br0" timeOffset="178763.33">7302 15859 204 0,'-2'6'321'0,"-2"-1"51"0,1 1 30 0,1-2 18 0,2-1 18 0,-4 2 14 15,4-2 17-15,0 1 26 0,0-1 32 0,0 0 33 0,0-2 38 16,0-1-25-16,4 4-51 0,-4-4-73 0,0 0-85 0,0 0-42 0,5 1-26 16,-5 1-18-16,4-2-12 0,-4 0-19 0,2 0-21 0,1 0-31 0,3 0-43 15,-2 0-63-15,-4 0-76 0,5-2-83 0,-1 1-87 0,-3 1-71 0,3-2-61 16,1 0-61-16,-1 1-59 0,-2-2-82 0,1 0-92 0,-3 2-55 0,4-4-36 15,-2 1-8-15,1 0 6 0,-1 0 26 0,-2 1 41 0,4-1 52 0,-4-1 61 16,5-1 51-16,-1 2 47 0,-2-2 54 0,1 1 56 0,3-1 81 0</inkml:trace>
  <inkml:trace contextRef="#ctx0" brushRef="#br0" timeOffset="179084.43">7564 15687 174 0,'9'-3'303'0,"-5"1"52"0,1 1 36 16,4 1 59-16,-3 0 68 0,3 1 69 0,-4 1 63 0,4-1 43 0,-3 2 31 15,1-1 19-15,-2-1 13 0,1 1-43 0,-1 0-70 0,-1 0-77 0,1 1-80 16,-1-1-48-16,-2 1-31 0,1 0-55 0,-3-2-66 0,4 3-61 0,-2 1-65 16,-2 0-38-16,0 1-28 0,0 0-13 0,0 0-14 0,0 1-5 0,-2 2-5 15,-2-1-3-15,1 1-3 0,3 0-3 0,-6 0-2 0,6 0-1 0,-5 0-1 16,5 0-4-16,-4-2-1 0,2-1-1 0,-1 0-2 0,3 0-3 16,0 0 0-16,-4-1-5 0,4-1-5 0,0-1-4 0,0 2-2 0,0-2-4 0,0-2-4 15,0 2 0-15,0 0 0 0,4-1-1 0,-4-1-1 0,3 2-1 0,-3-3-4 16,2 0-7-16,-2 2-5 0,0-1-5 0,0-1-6 0,4 0-11 15,-4 0-13-15,5 0-18 0,-5 0-22 0,4 0-47 0,-2 0-54 0,1 0-62 16,-3 0-62-16,0-1-49 0,6 1-46 0,-6 0-32 0,0 0-27 0,0 0-26 16,0 0-25-16,0 0-28 0,0 0-22 0,0 0-20 0,0 0-17 0,0 0-1 15,0 0 5-15,0 0 27 0,0 0 40 0,-2 0 44 0,-5 1 40 0,7-1 36 16,-6 2 28-16,1-1 33 0,1 1 30 0,-5 1 36 0,4-2 38 0,-1 2 39 16,-3-1 41-16</inkml:trace>
  <inkml:trace contextRef="#ctx0" brushRef="#br0" timeOffset="180177.63">5672 16173 127 0,'-3'-8'292'0,"3"2"49"0,-2 2 24 0,-2-1 20 0,4 0 14 0,0 3 23 0,0 0 25 0,-3-1 37 0,1 2 43 0,2-1 51 16,-4 1 51-16,4 1-9 0,-2 0-37 0,-1-2-66 0,3 2-77 0,-4 0-33 0,2-1-10 16,2 1-14-16,-3 0-13 0,1 0-21 0,-2 0-20 0,4 0-37 0,-3 1-39 15,1-1-45-15,-2 2-49 0,1-1-35 0,1 1-24 0,-2-1-20 0,-1 1-16 16,1 1-13-16,2-2-13 0,-1 4-5 0,-3-2 1 0,1 0-1 0,1 1-3 15,2 0-2-15,-1 0-2 0,-1 2-2 0,-1-2 0 0,1 4-3 16,2-2-2-16,-1 1-2 0,-3-1-2 0,3 3-2 0,1-2-1 0,-2 3-1 0,4-2-1 16,-5 2-2-16,5-2-2 0,-4 2 0 0,4 0-2 0,0 1-1 0,-2-1-4 15,2 1-1-15,0-1-1 0,0-1 2 0,2 2-2 0,-2-1 0 0,0-1 0 16,4 0-2-16,-4 2 1 0,3-4-2 0,-1 2-2 0,2 0 1 0,-4-1-2 16,5 1 1-16,-1-2 2 0,-2 1 0 0,1-1 0 0,-1-1-1 0,2 2-1 15,1-2 1-15,-1 0 2 0,-1 1 2 0,-1-1 2 0,2 2-1 0,-2-2 4 16,1 1-1-16,1-1 1 0,-2 0-1 0,-2 0-2 0,0 0 1 0,0 0 1 15,0 0 2-15,0 0 2 0,0-1-1 0,0 2 1 0,0-1-2 0,-2 2-3 16,-2-3 1-16,4 2 2 0,-3 0 0 0,1 2 0 0,-2-1 2 0,2 0 1 16,-1 2 0-16,-1-3 1 0,-1 1-2 0,-1 1-5 0,3-2-3 0,1 2 0 15,-2-2 0-15,-1 0 0 0,1 0-5 0,-1-1-4 0,1-1-3 0,2 1-1 16,-3-2 1-16,1-1 4 0,1 2-2 0,3-2-11 0,-6-2-5 0,6 1 1 16,-3 1-3-16,1-2 1 0,2-1 0 0,-4 0 0 0,4 0 1 0,0 1 1 15,-2 1 4-15,2-2 1 0,-3 0-5 0,3 0-7 0,-4 0 5 0,4 0 8 16,0 0 7-16,0 0 6 0,-2 0 3 0,2 0 1 0,0 0 4 0,0 0 5 15,0 0 7-15,0 0 4 0,0 0 1 0,0 0 1 0,0 0-1 0,0 0 4 16,0 0-2-16,0 0 0 0,0 0 0 0,0 0-2 0,0 0 4 0,0 0-1 16,0 2-1-16,0-2-1 0,0 3-1 0,0 0 1 0,0 0 1 0,2 1 0 15,2-1 1-15,-4 2 1 0,3-1 2 0,-1 1 0 0,-2 0 2 0,4 2 0 16,-2-3 0-16,1 2 0 0,1 2-1 0,-2-2-4 0,1 1-1 0,1-1-3 16,-2 2-3-16,1-1 0 0,-1-1-1 0,2 2-1 0,-4-2-5 0,3 1-8 15,-1-1-12-15,-2 2-14 0,4-2-29 0,-4 1-40 0,2 1-50 0,1-2-56 16,1 0-61-16,-2 0-58 0,1 0-46 0,-3-2-38 0,6 2-30 0,-3 0-28 15,-1-3-24-15,5 1-18 0,-1 0-22 0,-1-1-22 0,1 0-16 0,3-3-12 0,-4 0 3 16,4 0 9-16,-3-2 36 0,3-1 51 0,0 0 40 0,0-1 35 0,2-1 29 16,-2 1 29-16,0-3 24 0,0 2 26 0,2-1 31 0,1-2 36 0,-3 2 44 15</inkml:trace>
  <inkml:trace contextRef="#ctx0" brushRef="#br0" timeOffset="180492.3">5902 16666 34 0,'4'-9'242'0,"-1"0"49"0,-1 3 29 0,2 0 18 0,-3 0 14 0,-1 2 17 0,0-1 21 0,0 1 22 0,0 2 29 15,0-1 41-15,0 0 51 0,-1 2 22 0,1-1 12 0,0 2-30 0,-4-1-54 16,4-1-23-16,-2 1-10 0,2 1-7 0,-3 0-7 0,3 0-11 0,-4 0-13 16,4 0-19-16,-6 0-20 0,6 0-37 0,-5 0-43 0,5 0-52 0,-4 1-56 15,3 1-42-15,-3-1-38 0,0 1-22 0,3-1-19 0,-3 2-10 0,2 0-9 16,-1 0-6-16,-1 2-3 0,-2-1-7 0,6 2-7 0,-5-1-5 0,1 1-4 16,3 1-2-16,-3-1-7 0,0 0-1 0,3 0-1 0,1 0-4 0,-4 0 1 15,4-1-2-15,0-1-3 0,-2 1-3 0,2-2-3 0,0 0-8 0,0-3-8 16,0 1-8-16,0-1-6 0,0 0-6 0,0 0-5 0,0 0-2 0,0 0-1 15,0 0-1-15,0 0-1 0,0 0 1 0,0 0-1 0,0 3 4 0,0-3 1 16,2 1 7-16,-2-1 8 0,0 2 8 0,0-2 11 0,4 2 4 0,-4-2 4 16,0 1 4-16,0-1 1 0,1 0 3 0,3 2 1 0,-4-1 4 0,4 1 1 15,-3-1 1-15,-1 1 1 0,4 1-8 0,-4-1-12 0,5 2-36 0,-5-1-49 16,6 0-65-16,-6 0-73 0,4 0-62 0,-1 0-53 0,-1-1-57 0,2 0-54 16,1 1-78-16,-1 0-81 0,-3-1-63 0,-1-2-48 0,9-2-15 0,-3 1 1 15,1-2 31-15,-1 1 44 0,-1-4 64 0,4 2 76 0,-4-4 61 0,4 1 54 16,-3-1 56-16,3-1 55 0,0 2 75 0</inkml:trace>
  <inkml:trace contextRef="#ctx0" brushRef="#br0" timeOffset="180746.26">6110 16613 72 0,'-4'5'362'0,"4"-2"169"0,0 2 78 0,-2-2 42 16,2 1 27-16,0-2 18 0,2 1 15 0,-2 0 13 0,0 0 8 0,4-2 5 15,-4 2 6-15,5-2 4 0,-5 3-81 0,6-3-126 0,-3 2-149 0,3-1-165 16,-1-1-79-16,2 1-41 0,1-1-25 0,-1 1-23 0,-2-1-19 0,6-1-19 16,-2 0-23-16,0 0-20 0,0 0-22 0,0-1-22 0,-1-1-36 0,1 1-35 15,0-2-36-15,-4 1-34 0,4 1-33 0,-5-1-28 0,1 1-26 0,1-1-21 16,-3 0-14-16,-3 1-10 0,0 1-8 0,0 0-7 0,2 1-12 0,-2-1-15 16,0 0-12-16,4 2-13 0,-4-2-32 0,0 0-45 0,-6 3-4 0,3-1 14 15,3-2 19-15,-6 1 20 0,1-1 17 0,5 0 17 0,-4 0 19 0,-1-1 22 16,1-1 30-16,4 2 32 0,-5-3 41 0,5-1 49 0</inkml:trace>
  <inkml:trace contextRef="#ctx0" brushRef="#br0" timeOffset="180926.38">6224 16533 371 0,'0'4'489'0,"0"1"83"0,0 1 66 0,0 1 64 0,0 1 43 16,0-1 29-16,0 4 25 0,0-1 17 0,0 1 14 0,2 0 7 15,-2 3-5-15,0 0-18 0,0-1-138 0,0 2-192 0,0 0-117 0,0 0-79 0,0 0-69 16,0 0-62-16,0 0-43 0,0 0-33 0,0-1-33 0,0 1-31 0,0-2-37 15,0-1-40-15,3 0-66 0,-3 0-76 0,0-1-89 0,4-3-93 0,-2 3-76 16,1-4-68-16,-1 3-105 0,2-3-124 0,-4-1-55 0,5-1-21 0,-5-1-3 16,4-1 6-16,-4-3 23 0,2 3 29 0,-2-3 58 0,0 0 70 0,0 0 87 15,7-3 89-15,-5 2 77 0,1-2 68 0</inkml:trace>
  <inkml:trace contextRef="#ctx0" brushRef="#br0" timeOffset="181390.62">6457 16444 109 0,'0'0'548'16,"0"0"130"-16,0 3 60 0,0-1 28 0,0 1 15 0,-3 0 13 0,3 1 11 16,0 0 11-16,-4 1 10 0,2 0 9 0,2 1 7 0,0 0-18 0,-3 1-26 15,3 0-206-15,0 1-282 0,0 1-127 0,0 0-55 0,0 0-29 0,0 2-15 16,0-2-14-16,0 1-10 0,0 0-12 0,0 1-10 0,0-1-10 0,0 1-8 15,0 0-8-15,0-2-5 0,0 1-2 0,0-1-2 0,0 0-5 0,0 0-2 16,0 0-2-16,0-1-2 0,0-2-1 0,0 0-1 0,0 0-4 0,0 0 1 16,0-2-4-16,0-1-4 0,0 2-3 0,0-2-3 0,0-3-4 0,0 1-5 15,0-1-5-15,0 0-5 0,0 0-4 0,0 0 1 0,0 0-1 0,0 0 1 16,3 3 1-16,-3-3 1 0,2 0 4 0,2-1 4 0,1-1 3 0,-1-1 4 16,1 2 4-16,4-4 2 0,-4 2 7 0,5-3 7 0,-5 3 4 0,4-1 2 15,0-1 2-15,-4-1 1 0,5 3 1 0,-1-1 1 0,0 1-1 0,0-2-1 16,-2 2 5-16,0 2 2 0,-1-2 4 0,3 3 2 0,-4-2 2 0,0 2 2 0,1 0 1 15,-3 2 6-15,3-2 6 0,-2 1 3 0,-3 1 6 0,3-1 6 16,-4 2 4-16,4 0 4 0,-4 0 1 0,0 0-2 0,0 2 2 0,0 0 3 0,-4 2 5 16,4-1 5-16,-4 1 1 0,4 1-5 0,-5-1-2 0,3 2-5 0,-2-1-5 15,1-1-6-15,-3 1-3 0,3-1-5 0,1 1-4 0,-2-2-6 0,-1-1-9 16,5 2-9-16,-5-3-13 0,1 1-14 0,2-1-14 0,-2-1-13 0,1 0-21 16,1 2-24-16,-2-4-52 0,3 2-64 0,-3-1-85 0,4-1-92 0,-4 1-73 0,4-2-61 15,0 0-75-15,0 1-79 0,0-1-66 0,0 0-60 0,-1-3-22 0,1 3-2 16,0-4 13-16,0 4 22 0,0-8 50 0,1 2 64 0,-1 0 85 0,0-1 91 15,4 0 75-15,0 2 65 0,-3 0 79 0</inkml:trace>
  <inkml:trace contextRef="#ctx0" brushRef="#br0" timeOffset="181736.49">6716 16636 195 0,'0'0'445'0,"0"2"93"0,0-2 52 0,0 3 32 0,0-3 23 15,0 0 26-15,0 3 29 0,0-3 26 0,0 0 23 0,0 0 18 0,0 0 14 16,0 1-37-16,0-1-61 0,0 0-144 0,0 0-178 0,0 0-90 0,0 0-49 16,0 0-33-16,0 0-20 0,0 0-25 0,3 0-24 0,-3 0-20 0,0 0-19 15,2 0-14-15,2 0-11 0,1 0-5 0,-1 0-2 0,-2-1 1 0,5 1 1 16,-2 0 0-16,1-2 0 0,-1 2 1 0,4-1 4 0,-3 1 1 0,3-3 3 16,-2 3 1-16,0-2 2 0,2 2-3 0,-3-1-4 0,3-1-2 0,-4 2-3 15,4-2 0-15,0 1 0 0,-3 1 3 0,3-1 1 0,-4-1 1 0,4 2-5 16,-5-1-3-16,5 1-3 0,-4 0-2 0,1-2 2 0,-1 2-1 0,-1-1 1 15,1 1-1-15,1-2-2 0,-3 2-5 0,3 0-4 0,-3-1-4 0,1 1-5 16,-2 0-2-16,-2 0 1 0,3 0-2 0,-3 0-3 0,0 0-7 0,0 0-10 16,0 0-15-16,0 0-22 0,0 0-19 0,2 0-20 0,-2 0-24 0,0 0-20 15,0 0-43-15,0 0-48 0,0 0-86 0,0 0-103 0,0 0-82 0,0 0-76 16,0 0-73-16,0 0-76 0,0 0-69 0,-5 1-63 0,-1 1-15 0,3 1 1 16,-3-2 13-16,3 3 18 0,-3 1 40 0,1 0 49 0,-1-2 85 0,1 2 108 15,-2 0 80-15,1 3 74 0,-3-2 78 0,4 0 78 0</inkml:trace>
  <inkml:trace contextRef="#ctx0" brushRef="#br0" timeOffset="181930.45">6766 16798 40 0,'0'3'292'0,"0"0"99"0,0-3 55 15,0 0 35-15,0 2 42 0,2 1 48 0,2 0 48 0,-4-2 49 0,5 1 43 16,-5-2 38-16,6 1 23 0,-3-1 18 0,3 0-64 0,-1 2-102 0,-1-2-93 16,1 0-92-16,-1 0-51 0,1 0-34 0,-1 0-40 0,1-2-42 0,1 2-46 15,-1-1-50-15,-1 1-41 0,1-2-36 0,-1 1-26 0,1-1-17 0,1 1-16 0,-3-1-10 16,3 1-9-16,-1 1-6 0,-1-2-9 0,1 2-7 0,-1-1-14 0,1-1-17 15,-5 0-32-15,6 1-37 0,-3 0-74 0,-3 1-94 0,6-2-75 0,-6 1-71 16,3 1-75-16,-3 0-77 0,0 0-96 0,0 0-98 0,0 0-44 0,0 0-12 16,0 0 1-16,0 0 9 0,0 0 26 0,0 0 37 0,0 0 73 0,0 0 93 15,2-5 79-15,-2 5 69 0,0 0 76 0,0 0 80 0</inkml:trace>
  <inkml:trace contextRef="#ctx0" brushRef="#br0" timeOffset="182440.52">7045 16645 4 0,'4'-3'294'0,"-1"0"140"0,-1 0 84 0,2 2 59 0,-3-1 50 0,3 2 46 16,2 0 40-16,-3 0 32 0,3-2 28 0,-3 1 22 0,3 1 12 0,-3-1 9 16,3 1-62-16,-1-2-91 0,1 2-124 0,1-1-138 0,-2 1-80 0,1-2-54 15,-1 2-53-15,0 0-55 0,3 0-33 0,-7 0-29 0,5 2-20 0,1-2-19 16,-5 0-8-16,2 1-5 0,1 1-6 0,0-1-5 0,-1-1-4 0,0 3-4 16,-3-1-2-16,3-1 0 0,-2 2 7 0,2 0 11 0,-1 0-1 0,-1 1-4 15,-2 1-4-15,4 0 0 0,-4-1-1 0,0 2-1 0,0 0 1 0,0 0-2 16,-4 0 3-16,4 0 4 0,-2 2 2 0,-1-3 2 0,-1 3-2 0,2-2-3 15,-2 0-2-15,4 0 2 0,-1 0 0 0,-3 0 0 0,0 0-3 0,3 0-1 16,-3 0 1-16,2-1 1 0,-1-1-2 0,-1 1-3 0,4-2-4 0,-2-1-4 16,-1 2-1-16,3-1-2 0,-4-2-3 0,4-1-3 0,0 0-5 0,0 0-4 0,0 0-4 15,0 0-4-15,0 0-2 0,0 0-4 0,0 0-1 0,0 0-1 16,0 0-1-16,0 0 1 0,4 2-1 0,-4-2 2 0,3 0 0 0,-1 0 0 0,2 0 2 16,1 0 2-16,-1 0 4 0,1 0 1 0,-1 0 1 0,1-2 1 0,1 2 1 15,-1-1 1-15,-1 1 1 0,1-2-1 0,0 2 1 0,-1 0-1 0,1-1 1 16,-1-1 1-16,1 0-3 0,1 2-3 0,-2-1-8 0,-3 1-5 0,3-1-12 15,0 1-14-15,-3-2-13 0,-1 1-13 0,4 1-17 0,-4 0-22 0,0 0-38 0,4-2-47 16,-4 2-83-16,0 0-95 0,0 0-80 0,1-1-68 0,-1 1-92 0,0 0-99 16,0 0-66-16,0 0-48 0,0 0-15 0,0 0-1 0,0 0 14 0,0 0 14 15,0 0 38-15,0 0 47 0,4-2 83 0,-4 2 98 0,2-4 79 0,-2 4 74 16,3-2 96-16</inkml:trace>
  <inkml:trace contextRef="#ctx0" brushRef="#br0" timeOffset="182605.2">7477 16630 45 0,'0'5'346'0,"0"-2"172"0,0 0 50 0,-5 0-6 0,5-2-38 0,0 3-52 0,0 1-46 0,-4-2-43 0,4 2-45 0,-2-2-41 16,2 1-44-16,-3-1-44 0,3 2-148 0,-4-2-191 0,4 1-188 0,0-4-190 16,-2 4-52-16,2 0 1 0,0-4 35 0,-3 4 54 0,3-4 44 0,0 5 42 15,0-5 46-15,0 0 42 0,-2 3 44 0,2-3 45 0</inkml:trace>
  <inkml:trace contextRef="#ctx0" brushRef="#br0" timeOffset="185646.2">8099 15664 55 0,'-3'6'306'0,"-1"0"100"0,2 2 62 0,-1-1 49 0,-1 2 45 0,2 0 51 0,2 3 48 0,-3-2 47 16,3 0 30-16,-2 1 21 0,2 0 16 0,-4 0 12 0,4-1-74 0,-3 1-112 15,3-2-102-15,0 0-97 0,0 1-60 0,0-1-43 0,0 0-47 0,3-1-48 16,-3-1-45-16,6 0-44 0,-6 0-30 0,3 0-22 0,-1-1-15 0,5 2-13 16,-5-4-7-16,5 3-5 0,-1 0-4 0,-1-3 1 0,1 2-4 0,3-1-1 15,-4-1-1-15,4 1-1 0,0-4 1 0,0 2-1 0,2-2 1 0,-2-1 1 16,4-1 0-16,-2 0 1 0,-2-1 1 0,5-2-2 0,-3-1 0 0,-2-1 0 15,0 0-2-15,0-1 1 0,2-1 1 0,-2-1-2 0,-3 1 2 0,3 0 3 16,-4-3 2-16,4 2 1 0,-5 0 3 0,1 0 4 0,1 0 4 0,-3 2 2 16,3-2 5-16,-3 1 6 0,-1 1 5 0,2-1 5 0,-4 1 8 0,0 1 5 15,3 0 5-15,-3 0 4 0,0 0 2 0,-3 0 4 0,3 1-1 0,0-1-2 16,-4 2-5-16,4-1-1 0,-2 1-7 0,-1-1-4 0,1 1-7 0,-2 0-7 16,1 0-16-16,-3 1-20 0,3-1-22 0,-3 1-25 0,1-2-23 0,-1 2-21 15,3 0-19-15,-6-1-18 0,3 1-23 0,1-1-25 0,-4 2-40 0,3-1-40 16,1 0-58-16,-2 0-62 0,1 0-48 0,1 0-38 0,-4 1-22 0,7 2-14 15,-5-2-4-15,1 1-2 0,1 1 4 0,1 1 7 0,-1 1 16 0,1 0 23 16,-1-1 38-16,3 2 44 0,-2-1 57 0,1 1 71 0,-3 1 60 0,6-1 58 16,-3 2 45-16,1-2 37 0,2 1 34 0,-4 1 28 0,4-1 25 0,0 2 24 15,0-1 26-15,0 0 27 0,0 2 29 0,0-3 29 0,0 2 41 0,0 0 37 16,0-1 30-16,4 1 25 0,-4 1 11 0,0-2 6 0,0 1-3 0,2 1-8 16,1-1-10-16,-3 0-14 0,0 0-21 0,4 2-27 0,-4-1-52 0,2 1-62 15,-2-1-93-15,0 2-108 0,3-1-103 0,-3 0-99 0,0 2-99 0,4-3-95 16,-4 4-101-16,0-3-100 0,0 2-43 0,2-1-25 0,-2 0-6 15,0 0-2-15,3 0 19 0,-3 0 27 0,2 0 54 0,-2 0 65 0,0 0 66 0,4 0 72 16,-4 0 78-16,3 0 84 0</inkml:trace>
  <inkml:trace contextRef="#ctx0" brushRef="#br0" timeOffset="186066.78">8230 16354 45 0,'0'9'316'0,"0"2"129"0,-2-1 77 0,-2 1 48 0,4 0 49 0,0 2 42 0,4-1 35 0,-2 0 32 16,-2 1 20-16,0-2 19 0,5 2 9 0,-1-1 10 0,-1 0-75 0,-1 0-110 15,2-1-120-15,1-1-122 0,1 1-72 0,-1-4-45 0,2 1-42 0,-1-2-41 16,-1-1-33-16,4 0-27 0,-3-2-20 0,3 0-16 0,0-1-9 0,0-2-7 15,2-2-5-15,-2-1-2 0,0 0-2 0,2-2-2 0,-2 0-3 0,3-1-3 16,-4-3 1-16,1 0 1 0,0 0 4 0,0 0 1 0,-4-2 8 0,4 4 5 16,-3-3 7-16,-3 2 9 0,3 0 9 0,-3 1 10 0,-1-1 13 0,-2 2 10 0,4 0 12 15,-4 0 12-15,0 0 7 0,0 0 7 0,0 2 4 0,-4-1-1 0,4 0-2 16,-2 1-4-16,-1 0-6 0,-3-1-8 0,3 0-10 0,1 1-10 16,-6 0-12-16,7-1-14 0,-5 2-13 0,-1-3-13 0,2 2-15 0,-1 1-12 0,1-2-13 15,-2 1-16-15,1-1-19 0,-3 2-21 0,4 0-29 0,-4 0-24 16,3 0-25-16,-3 2-23 0,4-2-18 0,-4 1-17 0,0 2-14 0,3-1-15 0,-3 1-14 15,4 0-15-15,-4 1-33 0,0 1-37 0,1 1-57 0,1-2-64 0,-2 2-48 16,2 2-39-16,-2-1-31 0,3 2-31 0,-1-1-36 0,2 1-38 0,-1 1-57 16,1-1-61-16,-2 2-20 0,1-3 2 0,4 2 30 0,-1-1 42 0,-1-1 72 15,2 2 83-15,-1-3 68 0,3 1 68 0,0-5 53 0,0 4 50 0,0 1 54 16,0-5 56-16</inkml:trace>
  <inkml:trace contextRef="#ctx0" brushRef="#br0" timeOffset="186261.17">8253 16426 168 0,'-3'-2'305'0,"3"2"42"0,0 0 22 16,0 0 15-16,0 0 9 0,0 0 14 0,0 2 13 0,0-2 18 0,-2 3 25 15,2 0 25-15,0 2 27 0,0-2-28 0,0 1-53 0,0 1-62 0,2-2-70 16,-2 3-20-16,3-3 4 0,-3 3 5 0,0 0 8 0,4-2 3 16,-2 2-2-16,-2 0-10 0,0 0-16 0,3-2-23 0,-3 3-28 0,0 0-24 0,2-1-22 15,-2 0-44-15,0 2-54 0,4-3-85 0,-4 2-97 0,0-1-95 0,0-2-86 16,0 4-90-16,0-2-91 0,3-1-95 0,-3 2-99 0,-3-1-45 0,3-2-20 15,0-4-9-15,0 6-5 0,0 0 21 0,0-6 30 0,0 6 62 0,0-6 74 16,0 3 72-16,0-3 71 0,0 0 77 0,0 0 78 0</inkml:trace>
  <inkml:trace contextRef="#ctx0" brushRef="#br0" timeOffset="187184.52">5325 17574 103 0,'-9'6'400'0,"3"-2"178"0,-3 2 93 0,0-1 49 0,0 2 31 0,4 2 23 0,-1-1 13 0,-3-1 15 16,4 2 8-16,0-2 8 0,-4 3 8 0,5-3 5 0,-2 4-91 0,3-2-137 15,1 0-159-15,-2 0-175 0,4 1-87 0,0 0-47 0,0 1-30 0,0 1-20 0,4-1-16 16,1 1-12-16,-1 1-9 0,2 1-7 0,-1-1-8 0,0 1-6 0,3-1-5 0,-3 1-5 15,4-1-5-15,-2-1-3 0,2 0-3 0,-1 0-2 0,-1-3-2 0,0 0-2 16,0-1-2-16,2-3 1 0,0 2-2 0,0-2-2 0,0-3 1 0,1 1-1 16,-3-2 1-16,2 1 1 0,0-2 1 0,-4-2-1 0,4 1 0 0,0 0-1 15,-3-2 1-15,-1 0 1 0,4 0 2 0,-5-2 2 0,1 1 1 0,1 1 3 0,-3-3 0 16,1 1 3-16,-2-1 3 0,1 2 1 0,-1-1 5 0,2-1 3 0,-4 2 8 16,0-1 5-16,3 1 7 0,-3 1 4 0,0-2 6 0,-3 2 6 0,3 0 3 0,0-1 4 15,-4 1 1-15,2-2-2 0,-1 2-5 0,1-1-2 0,-5-1-4 0,5-1-1 16,-4 2-7-16,-1-2-5 0,2 1-7 0,1-1-8 0,-1 2-11 0,-1-2-11 15,1-1-13-15,1 3-11 0,-1-2-14 0,-1 2-14 0,-1-1-10 0,2 1-14 0,-1 1-14 16,3-2-14-16,-3 0-27 0,5 3-32 0,-7-1-64 0,6 1-76 0,-1-1-79 0,1 2-77 16,-2-1-57-16,1 1-54 0,1-1-52 0,-2 2-61 0,4 0-55 0,0 0-58 15,-3-3-19-15,3 3 0 0,0 0 20 0,0 0 28 0,0 0 63 0,0 0 80 16,0 0 81-16,0 0 82 0,0 0 68 0,0 0 57 0,0 0 67 0,0 0 72 16</inkml:trace>
  <inkml:trace contextRef="#ctx0" brushRef="#br0" timeOffset="187356.3">5383 17698 15 0,'0'0'264'0,"3"1"90"0,-3-1 46 0,0 2 32 0,2 1 30 0,2 2 28 16,-1-2 41-16,-1 2 47 0,2 2 50 0,-4-1 50 0,3 0 30 0,-1 1 24 0,2 2-59 15,-4 0-94-15,2 0-87 0,1 2-84 0,-3-1-46 0,4 1-31 0,-2-1-30 16,-2 2-32-16,3 0-55 0,-3 0-70 0,2 2-102 0,2-1-121 0,-4 1-98 0,0-2-91 16,5 0-82-16,-5 1-75 0,4-2-83 0,-4-1-88 0,3 1-67 0,-3-4-56 15,2 1-23-15,-2-2-9 0,6-2 10 0,-6 1 19 0,3-2 54 0,-3-3 68 16,0 0 69-16,6 1 70 0,-6-1 66 0,3 0 69 0,-3 0 79 0</inkml:trace>
  <inkml:trace contextRef="#ctx0" brushRef="#br0" timeOffset="187609.81">5620 17854 285 0,'0'0'426'0,"0"0"67"0,0 0 34 0,5 0 35 0,-1 2 31 15,-2-2 37-15,5 1 39 0,-5 1 36 0,1-2 32 0,-1 0 19 0,2 0 14 16,1-2-58-16,1 2-89 0,-3-1-120 0,3-1-135 0,-3-1-64 0,3 1-34 16,-1 1-32-16,2 1-33 0,-1-1-34 0,-1-1-38 0,1 1-34 0,-3-1-31 0,3 1-20 15,-1 1-14-15,2 0-13 0,-1 0-11 0,-1-2-23 0,1-1-29 0,-3 0-61 0,3 1-77 16,-1 1-82-16,2 0-83 0,-1-1-77 0,-1 1-77 0,1-1-101 0,-3 1-110 16,3-1-51-16,-3 1-24 0,3 1-6 0,-5-2-3 0,7-1 17 0,-7 2 21 15,3-1 62-15,1-1 75 0,-1 2 84 0,2-1 83 0,-1 1 77 0,-5 1 74 16</inkml:trace>
  <inkml:trace contextRef="#ctx0" brushRef="#br0" timeOffset="188029.42">6039 17586 90 0,'-3'0'396'0,"1"1"187"16,-4 1 86-16,3 1 42 0,-3 0 24 0,6-2 18 0,-3 4 15 0,3-1 10 15,-6 2 13-15,6 2 10 0,-3-1 11 0,3 1 6 0,0 2-87 0,-2-1-129 16,2 2-165-16,0-1-185 0,0 2-83 0,0-1-39 0,0 1-23 0,0-2-19 16,2 2-13-16,-2-1-10 0,3-1-14 0,-3 1-12 0,6-1-9 0,-3 1-8 0,3-4-5 15,-3 2-5-15,3-1-2 0,-1-1-4 0,1-2-1 0,3 1-1 0,-4-2 1 0,4-1-4 16,-3 0 2-16,3-1 0 0,-2-1 0 0,0 1 0 0,0-2 0 0,-1-2 0 15,3 1 0-15,-4-1 2 0,1-1-2 0,3-1-2 0,-4-1 1 0,4 1-1 16,-3-1 1-16,-3-2 1 0,3 1-2 0,-1 0 2 0,-1-2 0 0,1 1 2 16,-1-2-1-16,-2 1-1 0,1 0 0 0,1 1 0 0,-2-2 0 0,-2 2 3 0,0-1 0 15,3 0 0-15,-3 1 0 0,-3 1 2 0,3-1-1 0,0-1 1 0,-2 0-1 0,-2 3 1 16,1-3-4-16,1 1-1 0,-2-1 0 0,-1 2 5 0,1-1-2 0,-1-1 0 16,1 2-2-16,-1 0-1 0,-1 0-4 0,3 2-5 0,-5-2-9 0,1 0-9 15,2 3-14-15,-1-2-16 0,1 1-25 0,-4-1-32 0,5 4-66 0,-5-2-81 16,4 0-75-16,-1 1-71 0,1 1-57 0,-4-1-47 0,5 2-41 0,-1 0-42 0,-4 2-37 15,3-1-38-15,3 1-42 0,-3-1-45 0,1 4 1 0,-4-2 23 0,3 0 57 0,3 1 76 16,-3 1 75-16,1 1 70 0,0-2 55 0,1 2 51 0,0-1 45 0,-1-1 47 16,1 2 43-16</inkml:trace>
  <inkml:trace contextRef="#ctx0" brushRef="#br0" timeOffset="188300.71">5987 17650 181 0,'0'0'290'0,"5"0"38"0,-1 0 21 0,-4 0 19 15,5 2 16-15,1-2 15 0,-3 1 16 0,1-1 21 0,-2 2 25 0,3-2 23 0,2 0 26 16,-5 1-31-16,2-1-54 0,1 2-52 0,-1-2-48 0,1 0-13 0,-5 1 5 15,6-1 1-15,-6 0 4 0,3 0-4 0,-1 2-5 0,2-1-17 0,-1-1-16 16,-1 2-21-16,2-1-20 0,-4 1-22 0,2-1-21 0,1 2-25 0,-3 0-21 0,4 0-23 16,-4 0-19-16,2 0-20 0,-2 0-16 0,0 2-12 0,0 1-9 0,-2 0-5 15,2 0-4-15,-4-2-3 0,4 2-3 0,0 0 0 0,-3 0-3 0,1-1 0 16,2 1-1-16,-4 0-2 0,4-3-3 0,-2 1 0 0,-1-1 0 0,3 0-2 0,-4 2 1 16,4-4-1-16,0-1-3 0,-2 3-2 0,2-3-4 0,0 0-2 0,0 0-7 15,0 0-2-15,0 0-5 0,0 0-2 0,0 0-1 0,0 0-1 0,0 0-4 16,0 0-2-16,0 0-4 0,6 0-5 0,-6 0-10 0,5 0-23 0,-1 0-27 0,-2-1-59 15,5 1-75-15,-2-2-67 0,1 1-70 0,-1-2-64 0,-1 0-65 0,5-2-77 0,-4 1-86 16,1-4-59-16,3 1-50 0,-4-2-14 0,-1-1-3 0,5 2 20 0,-4-3 26 16,4 1 59-16,-3-1 76 0,-1 2 69 0,4 0 71 0,-3 2 65 0,1-1 65 15,0 2 79-15</inkml:trace>
  <inkml:trace contextRef="#ctx0" brushRef="#br0" timeOffset="188494.43">6291 17524 175 0,'0'0'355'0,"0"0"74"0,0 0 50 16,0 3 49-16,0 0 50 0,2 2 50 0,1 1 50 0,-3-2 35 0,4 2 29 16,-2 0 18-16,1 2 14 0,-1-1-41 0,2 1-68 0,1-1-105 0,-1 1-123 0,1-1-71 15,-1 2-48-15,-2 0-49 0,5 0-45 0,-5 0-49 0,3 0-52 0,2 0-38 0,-1 0-32 16,-1 0-31-16,1 0-28 0,1-1-25 0,-2 0-22 0,1 0-31 0,-1 1-37 16,-1-3-57-16,1 2-64 0,1-4-57 0,-3 2-54 0,3-1-41 0,-3 1-39 15,-1-3-32-15,2-1-30 0,-1 2-33 0,-1-3-37 0,-2-1-49 0,0 0-59 16,0 0-6-16,0 0 20 0,0 0 46 0,0 0 61 0,0 0 53 0,0 0 51 0,0 0 42 15,0 0 38-15,0-5 36 0,0 5 35 0,0-5 43 0,0 0 50 0</inkml:trace>
  <inkml:trace contextRef="#ctx0" brushRef="#br0" timeOffset="188718.96">6463 17566 93 0,'-4'1'390'0,"2"1"204"15,-1 0 102-15,3-1 55 0,-4 1 33 0,2 1 24 0,2 1 11 0,-3-1 7 16,1 2 13-16,-2 1 11 0,-1-2 9 0,1 2 7 0,2 0-80 0,-5 2-121 15,5-1-172-15,-7 1-196 0,6 0-99 0,-3 2-55 0,-3-3-32 0,4 4-21 16,-1-2-15-16,-3 0-12 0,6 1-17 0,-7 1-17 0,5-3-19 0,0 3-17 0,-1 0-23 16,1-2-21-16,-2 1-32 0,1 1-38 0,4-1-74 0,-5 1-92 0,5-2-88 15,-1 0-88-15,-3-2-83 0,3 2-76 0,3-2-86 0,-2 0-92 0,-2-1-34 0,1-3-9 16,3-3 3-16,0 0 11 0,0 0 26 0,0 0 31 0,0 0 73 0,0 0 93 16,3-5 87-16,1 1 88 0,-2-4 82 0,1 2 80 0</inkml:trace>
  <inkml:trace contextRef="#ctx0" brushRef="#br0" timeOffset="189019.5">6553 17497 133 0,'0'5'415'0,"-4"1"168"0,4-1 74 0,-5 2 31 0,5-1 25 0,-4 1 20 0,3 1 16 15,1 0 13-15,-4 0 12 0,2 1 9 0,-1 0 6 0,3 2 6 0,-4-2-101 0,2 0-145 16,2 1-164-16,-4-1-166 0,4 2-72 0,0-3-33 0,0 2-24 0,0-1-21 15,0-2-15-15,4 2-14 0,-2-1-12 0,2-2-10 0,1 0-6 0,-1 1-4 16,1-2-4-16,0 1-1 0,4-2 0 0,-3 1 0 0,3-2 2 0,0 1 2 16,0-2 4-16,2 1 1 0,-2-2 1 0,4 1 1 0,-3-1 2 0,1-1 1 0,2 0 1 0,-4-1 0 15,2-1-2-15,1 1 2 0,-2-1-1 0,-3 2-2 0,2-1 0 0,-4-1-3 16,2 1-2-16,-1-1-4 0,-1 1-1 0,-1 1-1 0,-2-2-1 0,1 2 0 16,-3 0-1-16,0 0-4 0,0 0-2 0,4-1-7 0,-4 1-5 0,0 0-11 15,0 0-18-15,0 0-20 0,0 0-46 0,0 0-56 0,0 0-66 0,0 0-69 16,0 0-64-16,0 0-63 0,0 0-65 0,-4-2-63 0,4 1-77 0,-3-1-85 0,3 2-38 0,-6-2-17 15,3 0 5-15,1-1 16 0,-2 0 43 0,2 0 59 0,-1-2 62 0,-1 2 70 16,2-1 65-16,-1-1 61 0,1 1 65 0,-2-1 66 0</inkml:trace>
  <inkml:trace contextRef="#ctx0" brushRef="#br0" timeOffset="189184.42">6672 17620 57 0,'0'0'323'16,"0"0"124"-16,0 2 76 0,-3-1 55 0,1 2 54 0,2-3 53 0,0 3 43 0,0 2 35 15,0 1 25-15,0-2 17 0,2 4 13 0,-2-1 6 0,0 2-78 0,3-1-116 16,-3 1-119-16,0 0-125 0,0 0-74 0,4 0-54 0,-2 0-56 0,-2 1-58 15,0-1-53-15,0 0-46 0,3 0-58 0,-3-1-64 0,2 0-89 0,2 0-104 0,-1 0-88 16,-1-1-84-16,2-1-86 0,1-1-92 0,-1-1-79 0,-2 1-74 0,1-2-31 0,3-2-12 16,-3 1 2-16,-3-2 8 0,9-2 33 0,-3 1 44 0,-1-1 79 0,-1-2 96 15,1-1 82-15,1 2 80 0,-3 0 89 0,3-1 88 0</inkml:trace>
  <inkml:trace contextRef="#ctx0" brushRef="#br0" timeOffset="189379.67">6933 17628 198 0,'0'0'386'0,"0"0"66"0,0 0 32 0,0 0 15 0,0 0 8 15,0 0 3-15,2 0 3 0,-2 0 2 0,0 0 5 0,3 1 1 0,-3-1 2 0,0 0-52 16,2 0-73-16,2 0-122 0,-4 0-140 0,5-1-75 0,-5-1-46 0,4 2-37 16,1-2-33-16,-1 1-20 0,-2 0-16 0,1-1-21 0,3 1-26 0,-1-1-31 0,2-1-34 15,-1 2-51-15,-1-2-60 0,1-1-70 0,-1 2-76 0,2-1-24 0,-5 0-3 16,5 1 15-16,-5 1 24 0,-2 1 13 0,0 0 14 0,0 0 19 0,6 0 21 15,-6 3 29-15,3 1 32 0,-3 0 51 0,0 3 60 0</inkml:trace>
  <inkml:trace contextRef="#ctx0" brushRef="#br0" timeOffset="189541.95">6958 17758 91 0,'0'0'297'0,"0"3"51"0,0-3 26 16,0 0 17-16,0 2 8 0,4-1 13 0,-4-1 15 0,2 0 20 0,-2 0 20 0,3 0 25 15,3-1 22-15,-3-1-20 0,-1 2-35 0,2-1-84 0,1-1-100 0,-1-1-49 0,-2 2-20 16,1-2-16-16,3 0-11 0,-3 0-13 0,3 0-13 0,-3 0-28 0,3-2-34 15,-3 1-50-15,-1 1-59 0,4-2-55 0,-3 0-53 0,3 1-46 0,-3 1-45 16,-1-1-50-16,2 1-49 0,-1-1-65 0,-1 0-72 0,-2 4-52 0,0-3-39 16,0 3-13-16,4-6 5 0,-4 6 24 0,0 0 34 0,0-5 32 0,0 5 35 15,-4-4 36-15,4 4 37 0,0 0 44 0,0 0 49 0,0-3 64 0</inkml:trace>
  <inkml:trace contextRef="#ctx0" brushRef="#br0" timeOffset="189814.19">7025 17567 198 0,'6'-2'296'0,"-3"-1"33"0,1 0 31 16,1 1 30-16,1 1 31 0,-1-2 31 0,4 1 32 0,0 0 33 0,0 1 30 16,2 0 29-16,2-1 9 0,-2 2 2 0,-2-1-58 0,5-1-85 0,-5 1-35 0,6-2-15 15,-6 1-19-15,1 1-17 0,0-1-22 0,-1 2-20 0,1-2-29 0,-1 2-28 16,0 0-24-16,1 2-22 0,-1-2-29 0,-4 2-24 0,4-1-26 0,-4-1-21 16,1 2-15-16,-2-2-13 0,1 1-5 0,-1 1-5 0,-3-1-5 0,3 2-3 0,-4-1-4 15,2 0 0-15,-2 3-3 0,0 0-3 0,-2 1-1 0,2 0-1 0,-4 0-4 16,3 3-4-16,-3-2-8 0,-1 2-8 0,1 2-11 0,-2-2-14 0,1 1-15 0,0 2-15 15,-3-1-27-15,3-1-33 0,-4 1-57 0,3-1-68 0,-3-1-66 0,4 2-67 16,-4-2-53-16,4 0-47 0,-4 1-49 0,3-1-46 0,-3 0-50 0,4 0-51 16,-1 0-56-16,-1-1-56 0,-2-1-11 0,3-1 16 0,-3 2 47 0,4-2 65 15,0-2 67-15,1 1 64 0,-1-1 54 0,-1-2 49 0,3 1 48 0,3-3 49 0,0 0 55 16,0 0 58-16</inkml:trace>
  <inkml:trace contextRef="#ctx0" brushRef="#br0" timeOffset="189962.92">7282 17670 63 0,'-4'6'343'0,"3"-3"147"15,1 1 42-15,-4-1-2 0,4 2-24 0,0-1-37 0,-2 0-34 0,-2 0-41 16,1-1-35-16,3 0-37 0,-6 0-50 0,6-2-54 0,0-1-158 0,0 0-199 0,-5 2-176 16,5-2-163-16,0 0-48 0,0 0 0 0,0 0 22 0,0 0 35 0,-4-3 34 0,3 0 41 15,1 3 34-15,0 0 38 0,1-5 50 0,-1 0 56 0</inkml:trace>
  <inkml:trace contextRef="#ctx0" brushRef="#br0" timeOffset="191193.6">12657 13276 67 0,'-3'-6'379'0,"3"2"195"0,0-3 89 0,-2 6 45 0,-2-2 27 0,4 3 13 0,0 0 17 0,0 0 17 15,0 2 16-15,-5-1 15 0,5 0 11 0,-4 3 10 0,4 0-79 0,-1 4-116 16,-3 1-164-16,4 1-186 0,-4 4-82 0,3 2-39 0,-3 4-18 0,2 1-11 16,-1 3-7-16,-1 1-7 0,-2 2-7 0,5 2-4 0,-3-1-3 0,-1 1-3 15,1 2-1-15,-1-1-4 0,-1 2-2 0,-1 0-5 0,1 0-4 0,-3 0-7 16,4 1-5-16,0-2-9 0,-1 1-7 0,-1-1-11 0,2 1-23 15,-1-2-27-15,2-2-29 0,-1 1-29 0,0-4-29 0,5-3-26 0,-4 1-46 16,2-3-52-16,2-6-101 0,0 2-120 0,0-4-102 0,2-4-94 16,2-1-112-16,-4-3-120 0,5-1-44 0,-5-3-7 0,5-3 7 0,5-1 16 15,-5-3 20-15,4-1 21 0,0-3 42 0,0-2 51 0,2-2 98 0,2 0 123 16,-3-2 102-16,5-2 95 0</inkml:trace>
  <inkml:trace contextRef="#ctx0" brushRef="#br0" timeOffset="191538.66">12911 13356 55 0,'0'0'369'0,"-2"0"191"0,-2 4 105 0,-1 2 62 0,1 1 39 0,2 6 23 15,-1 0 21-15,-1 2 17 0,2 5 13 0,-3-1 11 0,1 2 10 16,-1 3 10-16,-2 1-74 0,1 4-112 0,1 0-162 0,1-1-184 0,-1 2-99 16,-1 0-60-16,1 0-36 0,1 0-22 0,-1 0-17 0,1 0-17 0,-1-3-14 15,5 2-14-15,0-4-11 0,0-1-11 0,0-2-10 0,3 0-7 16,3-3-10-16,-4-2-13 0,5-2-8 0,-2-2-8 0,4-2-5 0,0-1-5 15,-3-2-5-15,5-2-6 0,-2-2-2 0,-4 1 1 0,4-4-1 0,0 1 1 16,0-2-2-16,0-2 0 0,-3-1 3 0,5 0 7 0,-4-1 5 0,-2-1 5 16,1-1 4-16,-1 0 3 0,-1-1 4 0,1 1 8 0,1-2 6 0,-6 2 9 15,3-1 8-15,-3-1 8 0,0 1 13 0,0-1 14 0,0 1 13 0,0 1 11 16,0 0 8-16,-3-2 8 0,1 2 5 0,-2 0 7 0,-1 0 1 0,1 0-1 16,-1 0-5-16,-1 2-3 0,-3-1-7 0,6 2-9 0,-5-1-16 0,1 1-20 15,-2-2-31-15,4 4-32 0,-4-3-35 0,3 3-38 0,-3-2-36 0,4 3-39 16,-4-1-86-16,3-1-106 0,1 2-106 0,1 0-105 0,-1 0-117 15,1 0-121-15,4 0-71 0,0 0-49 0,0 0-6 0,0 0 10 0,0 0 20 16,0 0 27-16,0 0 31 0,7-1 34 0,-1-1 80 0,-1 1 108 16,4-2 104-16,0 1 106 0,0-1 116 0</inkml:trace>
  <inkml:trace contextRef="#ctx0" brushRef="#br0" timeOffset="191918.5">13287 13636 10 0,'-2'-6'322'0,"-1"-1"178"0,-1 0 106 0,-2 2 75 16,5 0 45-16,-3 2 33 0,0-2 22 0,3 4 20 0,-3 0 12 0,-1-2 12 15,1 1 8-15,-1 2 6 0,-1 0-64 0,1 2-95 0,-3-1-149 0,3 1-174 16,0 0-101-16,-1 2-73 0,-3-1-42 0,5 1-33 0,-5 3-19 16,4 1-14-16,0 1-18 0,-4 2-18 0,3-1-8 0,-3 2-4 0,4 2-6 15,-1-1-4-15,-1 1-7 0,2-1-7 0,3 1-4 0,-5-2-2 16,5-2-5-16,-2 0-7 0,4-2-7 0,0 0-10 0,0-2-1 0,0-2 0 15,0 1-6-15,4-4-6 0,-2 2-6 0,1-3-7 0,3 0-10 0,-3 0-11 16,3 0-1-16,-1-3 4 0,0 0 2 0,3-1 5 0,-3-3 3 0,1 2 3 16,3-1 5-16,-4-2 4 0,0 1 6 0,3-2 6 0,-3 1 5 0,1 1 5 15,-1-1 13-15,-1 1 16 0,-1 1 4 0,-1 0-2 0,3 1 2 0,-5 1 7 16,4 1 8-16,-4-1 8 0,4 3 5 0,-4 1 4 0,0 0 9 0,0 0 7 16,0 0 9-16,0 0 5 0,1 1 5 0,-1 3 1 0,0 0 0 0,4 2 3 15,-4 2-5-15,2-1-4 0,-2 2-4 0,4 3-8 0,-4-1-3 0,3-1-5 16,-1 1-7-16,-2-1-9 0,4 1-12 0,1-3-12 0,-1 2-22 0,1-3-25 15,0 1-59-15,1-1-74 0,-2-1-75 0,5-1-79 0,-4-1-65 0,4 1-58 16,0-4-71-16,0 2-75 0,-2-3-86 0,2 0-93 0,0-1-37 0,0-1-13 16,2-2 8-16,-2 1 19 0,0 0 54 0,0-2 73 0,0 1 74 15,-3-1 78-15,3 1 65 0,-4-1 59 0,4 2 70 0,-3-1 76 16</inkml:trace>
  <inkml:trace contextRef="#ctx0" brushRef="#br0" timeOffset="192121.77">13453 13726 22 0,'0'0'300'0,"-1"-1"130"0,1 1 83 0,0 0 56 16,0 0 60-16,0 0 56 0,0 0 43 0,0 0 35 0,0 0 25 0,0 0 19 16,0 1 13-16,1 0 12 0,3 1-61 0,-2 0-96 0,1-2-116 0,3 1-125 15,-3-1-73-15,3 2-52 0,-1-2-50 0,3 0-44 0,-1 0-38 0,0 0-32 16,0-2-20-16,2 2-20 0,0-1-14 0,4-1-11 0,-6 0-20 16,6 1-21-16,-4 0-21 0,2-2-23 0,-2 1-32 0,2-1-38 0,-2 0-111 15,0 2-146-15,0-3-125 0,0 2-116 0,-4 0-117 0,1 1-122 0,-1-1-54 16,-1 1-27-16,1-1-2 0,-5 2 7 0,0 0 11 0,0 0 13 15,4 3 28-15,-4-3 29 0,0 6 105 0,-4-1 136 0,4 1 121 0,0 0 111 16</inkml:trace>
  <inkml:trace contextRef="#ctx0" brushRef="#br0" timeOffset="192723.13">14195 13444 376 0,'-4'2'499'0,"-1"2"79"0,5 1 57 0,-6-1 46 0,3 2 36 0,-3 2 25 0,3-1 22 0,-3 1 17 16,3 2 14-16,-3 1 13 0,1-1-5 0,-1 2-12 0,-3-2-140 0,4 4-200 16,-4-3-112-16,4 0-74 0,-3 2-55 0,1-1-44 0,0 0-33 0,1-2-25 15,-3 0-22-15,4 1-19 0,-1-2-11 0,3 0-10 0,-3-1-7 0,3-1-9 16,-3 1-6-16,6-3-4 0,0 2-4 0,-1-3-1 0,2 2 0 0,-1-1 0 16,4-1 2-16,-2-1 2 0,1 2 2 0,3-3 6 0,-1 3 0 0,4-2-1 15,0-1 4-15,0 1 4 0,2-2 4 0,2 1 2 0,-2-2 2 0,3 0 3 16,1 0 0-16,-3-2 2 0,3 1-2 0,-1-2 0 0,1 1-3 0,-1-1-2 15,1-2-2-15,-3 3-4 0,-1-3-2 0,4 2-5 0,-6-1-3 0,2 0-3 16,-2 0-5-16,0 1-2 0,0 0-10 0,2-1-13 0,-4 0-15 0,-2 2-18 16,1-1-16-16,-1-2-17 0,2 4-21 0,-5-2-26 0,4-1-55 0,-6 3-66 15,3-2-88-15,-3 2-97 0,4-2-84 0,-2 1-71 0,-2 1-90 16,0 1-96-16,0 0-45 0,0-8-26 0,0 2-2 0,0 0 8 0,0 0 17 16,-2 0 24-16,-2 0 52 0,4 2 68 0,0-2 89 0,-3-2 98 0,3 4 83 15,-2-1 74-15,-2-1 96 0</inkml:trace>
  <inkml:trace contextRef="#ctx0" brushRef="#br0" timeOffset="192902.49">14343 13474 347 0,'-3'5'531'0,"1"0"102"0,-2 5 63 0,4-3 48 15,-2 4 34-15,2 0 26 0,-3 3 19 0,-1 1 16 0,4 2 10 0,-5-1 9 16,5 4 2-16,-6-2-4 0,3 1-155 0,1 1-223 0,-2 1-138 0,1 0-101 16,-3 0-70-16,6-2-52 0,-5 2-45 0,5-2-39 0,-4-1-48 0,4 2-51 15,4-3-93-15,-4-1-114 0,3-1-95 0,-1-3-88 0,2 0-85 0,1-1-87 16,-1-2-85-16,1-2-84 0,1-1-39 0,-1-3-10 0,4 0 3 0,-3-2 10 15,3-1 26-15,0-1 35 0,0 0 82 0,0-4 104 0,2 1 90 16,-2-1 85-16,5-1 84 0,1-1 84 0</inkml:trace>
  <inkml:trace contextRef="#ctx0" brushRef="#br0" timeOffset="193245.62">14748 13518 73 0,'0'-12'349'0,"0"1"106"0,0 2 79 0,-1 0 79 0,-3 3 74 16,4 1 49-16,-4 1 38 0,-1 3 22 0,5-1 18 0,-6 2 13 0,3 0 15 15,-3 0-20-15,1 2-33 0,0-1-109 0,-3 2-140 0,1 2-90 0,0-1-68 16,-2 2-64-16,2 0-63 0,-2 3-41 0,0-2-29 0,-4 4-17 0,6 1-14 16,-6 0-8-16,4 0-5 0,-2 2-10 0,2-1-12 0,-2 2-13 0,2-1-14 15,0-1-12-15,0 1-17 0,0-2-17 0,4-2-18 0,1 1-22 0,-1-3-23 16,3 0-22-16,-2-2-27 0,4-2-23 0,0 0-18 0,0-1-17 16,6 0-13-16,-3-2-13 0,-1-1-11 0,5 0-13 0,-1-1-15 0,-1-1-17 15,4-1-19-15,0 0-6 0,2-3 0 0,-2 0 6 0,0-2 7 0,2 1 9 16,-2-2 10-16,0 2 12 0,0-2 12 0,2 1 11 0,-2 1 12 0,-4 1 27 15,3 1 34-15,-3 1 45 0,0 1 46 0,-1 1 39 0,2 2 38 0,-6 2 25 16,5-1 25-16,-5 4 17 0,5-3 16 0,-5 5 8 0,4 0 7 16,-4 1 5-16,4 1 5 0,-4 0-9 0,1 3-15 0,-1-2-17 0,0 2-21 15,0 0-20-15,0-1-17 0,0 1-14 0,0-2-12 0,0-1-11 0,4 2-13 16,-2-4-7-16,-2 1-8 0,3-1-11 0,3-1-13 0,-3-3-15 0,3 2-18 16,-2-4-39-16,1 1-46 0,0-2-85 0,1-2-97 0,1-1-80 0,0-2-74 15,1 1-85-15,-3-2-93 0,4-2-85 0,-4 0-79 0,1-3-33 0,3 1-8 16,-4-1 4-16,4-1 9 0,-3 2 36 0,1-1 43 0,0 1 82 15,-3-1 100-15,1 2 79 0,4 2 73 0,-3-1 88 0,1 1 95 0</inkml:trace>
  <inkml:trace contextRef="#ctx0" brushRef="#br0" timeOffset="193458.15">14891 13579 247 0,'0'0'402'0,"0"3"100"0,0-1 84 0,0 1 68 0,4-2 65 16,1 2 39-16,-1-1 28 0,-2-1 19 0,7-1 16 0,-4 0 6 0,4-1 5 15,-3 1-57-15,3-2-88 0,3-1-119 0,-1 2-132 0,-2-2-98 0,2 0-82 16,2-2-71-16,-2 1-67 0,1-1-46 0,-1 1-36 0,2-4-55 0,-2 2-61 16,-2 2-101-16,2-2-125 0,-2 0-101 0,0 1-91 0,0 0-113 0,-4 3-126 15,1-1-56-15,-3 1-28 0,-3 2-9 0,0 0-5 0,0 0 7 0,0 0 8 16,0 0 33-16,-3 3 48 0,-3 1 92 0,1 3 121 0,1-1 99 0,-1-1 90 16</inkml:trace>
  <inkml:trace contextRef="#ctx0" brushRef="#br0" timeOffset="193621.94">14938 13714 90 0,'0'5'352'0,"0"-2"127"16,0 1 89-16,0-3 76 0,0 4 52 0,4-2 43 0,-2 0 30 0,1 0 20 15,-1 0 12-15,5-3 11 0,-5 2 3 0,4-1 6 0,1 1-93 0,-2-2-132 16,1 0-127-16,-1 0-129 0,4 0-102 0,-3-2-92 0,3 1-115 0,-2-1-131 16,0 2-121-16,0-3-116 0,1 2-106 0,1-1-105 0,-4 1-95 0,2-2-99 15,-1 1-45-15,-1 1-20 0,1-1-9 0,1 0-3 0,-5 4 14 0,3 0 15 16,2-1 64-16,-5 2 85 0,2 0 96 0,5 2 94 0,-4 1 95 0,1 0 94 15</inkml:trace>
  <inkml:trace contextRef="#ctx0" brushRef="#br0" timeOffset="194251.95">15419 13350 121 0,'6'-2'385'0,"-1"-1"135"0,4 2 91 0,-1-1 71 0,-1 2 43 0,0 2 28 0,0-1 20 0,2 2 15 0,0-1 11 16,0-1 14-16,2 2 8 0,-2-1 8 0,4 1-94 0,-4 0-142 0,-2 1-132 15,2-1-130-15,0 1-87 0,0 3-67 0,-3-3-40 0,-1 2-29 0,4 2-18 16,-5-1-14-16,-2 2-10 0,1 2-12 0,1-1-7 0,-4 2-8 0,-4 2-8 16,4-1-4-16,-3 4-6 0,-3-2-3 0,1 1-3 0,-4 2-3 0,3-1 0 15,-3-1 0-15,0 2 0 0,0-1 0 0,-2-1 0 0,2-1 2 16,0 0-1-16,-2 0 2 0,2 0 5 0,-1-3 2 0,0 1 7 0,1-2 4 16,0 1 6-16,0-3 7 0,0 0 4 0,4 0 4 0,-1-3 3 0,1 0 4 15,-2-1 2-15,7-1 0 0,-6-1-4 0,6 0-2 0,0-3-1 0,0 0-2 16,0 0 0-16,0 0-2 0,0 2-1 0,6-2-2 0,-3 0-1 0,3 0 1 15,-1-2 1-15,4 0-2 0,0 1-1 0,0-2 1 0,2 0 1 0,2 0 5 16,-2 0-4-16,3-2 0 0,-1 1-4 0,-2 0-5 0,3-2-6 0,-1 0-4 16,-2 1-4-16,3-2-4 0,-5 0-7 0,6 2-5 0,-6-3-14 0,3 2-14 15,-1 0-23-15,-2 0-28 0,2 0-25 0,-2 0-26 0,-3 0-28 16,3 0-28-16,-4 0-65 0,4 0-82 0,-3 0-99 0,-3 0-107 0,3 2-106 16,-3-1-102-16,3 0-86 0,-6 1-77 0,3-2-20 0,-1 3 7 0,-2 3 17 15,0-6 19-15,0 6 28 0,0-4 26 0,0 4 65 0,0-5 82 0,0 5 100 16,0 0 106-16,0 0 108 0,0 0 105 0</inkml:trace>
  <inkml:trace contextRef="#ctx0" brushRef="#br0" timeOffset="194417.64">15861 13534 54 0,'2'3'398'0,"-2"0"242"0,0-3 105 0,0 0 47 16,0 0 20-16,0 1 11 0,3 1 3 0,-3-2 4 0,0 0-1 0,0 0 1 15,0 0-1-15,2 2-3 0,-2-2-94 0,0 3-136 0,4-3-268 0,-4 1-325 16,3-1-219-16,-1 2-170 0,-2-2-161 0,4 1-152 0,-4-1-70 0,1 3-34 16,3 0-15-16,-4-3-6 0,6 1-5 0,-3 3 2 0,3-1 11 0,-1 0 15 15,-1 0 68-15,1 0 92 0,0-1 114 0,-1 3 125 0</inkml:trace>
  <inkml:trace contextRef="#ctx0" brushRef="#br0" timeOffset="195255.02">15966 13600 105 0,'-4'2'349'0,"0"-1"93"0,-1 1 64 0,3-1 69 0,-1-1 72 0,3 0 52 0,0 0 46 15,-4 2 29-15,4-2 24 0,0 1 17 0,0-1 10 0,0 0-26 0,0 0-44 16,0 0-108-16,0 0-138 0,0 0-84 0,0 0-55 0,0 0-60 0,0 0-65 16,0 0-47-16,0 0-38 0,0 0-23 0,0 0-17 0,0 0-5 0,0 0-1 15,0 0 5-15,0 0 5 0,4 0 10 0,-1 0 6 0,-1 0 7 16,3 0 3-16,4 0 3 0,-3 0 1 0,3 0 2 0,0 0 5 0,0 0 0 15,2 0 0-15,2 0-7 0,-3 0-5 0,3 0-13 0,-2 0-14 0,2 0-10 16,-3 0-11-16,-1 0-7 0,2 0-10 0,2 2-8 0,-4-2-6 0,-4 0-8 16,6 0-9-16,-2 0-8 0,-3 0-5 0,3 0-4 0,-4 1-6 0,-1-1-2 15,1 0-4-15,3 0-4 0,-7 0-5 0,5 0-12 0,-6 0-17 0,3 0-27 16,-3 0-33-16,4 0-49 0,-2 0-48 0,-2 0-44 0,3-1-40 16,-3 1-62-16,2-2-73 0,2 2-111 0,-4-1-131 0,5-1-123 0,-5 1-118 15,0 1-87-15,4-3-72 0,1-2-9 0,1 1 15 0,-3-1 36 0,3 1 46 16,-1 1 42-16,-1-2 40 0,1-1 61 0,1 2 74 0,1-3 111 0,-2 5 132 15,4-3 122-15,-3 1 120 0</inkml:trace>
  <inkml:trace contextRef="#ctx0" brushRef="#br0" timeOffset="195652.81">16508 13419 112 0,'2'-2'421'15,"-2"1"202"-15,0-1 94 0,4 1 45 0,-2 1 26 0,1 0 20 0,3 0 15 16,-1 0 13-16,-1 0 10 0,1 1 10 0,0-1 8 0,5 0 11 16,-3 2-92-16,0-2-137 0,2 1-174 0,0 1-190 0,0-2-90 0,-3 3-42 15,3-2-26-15,1 3-17 0,-1 0-14 0,1 0-12 0,-5 1-9 0,4 1-9 16,0 1-8-16,-4 1-8 0,1 1-5 0,3 0-6 0,-5 0-1 0,-1 3-4 16,-1 0 1-16,2-1 1 0,-4 3 3 0,-4 0 1 0,4-1 4 0,-5 0 1 15,1 1 3-15,2 1 5 0,-2-1 5 0,-1-1 5 0,0-1 5 0,-3 2 0 16,3-2 2-16,0-2 2 0,-4 0 2 0,3 1 4 0,1 0 2 0,-3-2 3 15,1 0 4-15,0-2 11 0,2 2 4 0,-1-3 2 0,1 0 0 0,1 0 0 16,0-1-4-16,-1-1-5 0,3-1-5 0,-1 0-5 0,3-1-2 0,0-2-2 16,0 0-4-16,0 0-7 0,0 0-8 0,0 0-11 0,0 0-8 0,0 0-7 15,0 0-6-15,3 0-3 0,3-2-2 0,-5 1 2 0,7-2 2 16,-3 1 2-16,1-2-5 0,3 0-2 0,0 0-1 0,0 0-3 0,-2-1-1 16,2-1 0-16,0 0-1 0,0 2 0 0,2-2-2 0,-2 0 0 15,0 0-7-15,0 0-8 0,0 0-14 0,-4 1-22 0,5-1-35 0,-5 1-41 16,4 1-46-16,-4-2-49 0,1 3-37 0,-3-2-29 0,3 1-64 0,-1 0-81 15,-1-1-115-15,0 1-130 0,1-1-126 0,-3 2-120 0,1-1-70 0,1-1-44 16,-2 0 6-16,1 3 28 0,-3 2 39 0,4-5 48 0,-4 5 33 0,2-3 27 16,-2 3 66-16,0 0 82 0,0 0 113 0,0 0 133 0,0-4 127 0</inkml:trace>
  <inkml:trace contextRef="#ctx0" brushRef="#br0" timeOffset="195870.38">16866 13555 238 0,'0'3'579'0,"0"-2"126"0,0 3 63 16,-3-1 34-16,3-3 22 0,0 3 19 0,0-2 14 0,0 2 13 0,0-3 17 16,0 0 13-16,0 0 13 0,0 0-40 0,0 0-63 0,0 3-198 0,0-3-264 15,0 0-128-15,3 0-65 0,-3 0-52 0,0 1-43 0,0-1-43 0,2 2-44 16,2 0-89-16,-4-2-106 0,5 0-123 0,-5 0-132 0,7 0-143 16,-5 0-146-16,-2 0-78 0,0 0-47 0,6 0-17 0,-6 0-7 0,3-2 11 15,3 0 21-15,-6 2 25 0,3-1 29 0,-3 1 72 0,2-3 91 16,2 0 113-16,1 2 120 0,-1-2 136 0</inkml:trace>
  <inkml:trace contextRef="#ctx0" brushRef="#br0" timeOffset="196828.01">17140 13306 30 0,'-2'2'355'0,"-2"-1"205"0,2 4 105 0,-1-3 58 0,-1 5 31 0,2 0 23 0,-1 1 15 0,1-1 14 15,-2 2 9-15,1 0 6 0,-3 1 8 0,1 1 6 0,5 0-70 0,-4 1-102 16,-1-2-173-16,1 0-202 0,2 1-102 0,-1 1-59 0,3-1-32 0,-2-2-23 16,-2 0-15-16,4 0-11 0,4 1-7 0,-4-1-6 0,2-1-6 0,3 0-6 15,-1 0-6-15,-1 0-4 0,3-2-1 0,3 0-2 0,-4 0 2 0,6-2 1 16,-2 1 1-16,0-2 1 0,4 0 1 0,-2-2-2 0,0 2 1 0,3-3 4 16,-1 1 2-16,-3-1-1 0,5 0-1 0,-2-1-1 0,-3 1 5 0,3-1 5 15,-2-1 1-15,-2 1 1 0,4-1 1 0,-6 1-2 0,2-1 0 0,0 1-2 16,-4-2-4-16,4 3-4 0,-3-4-2 0,-2 3-2 0,1 1 1 0,0-1-2 15,-5-1-8-15,4 1-10 0,-4 1-10 0,4-2-11 0,-4 2-12 0,0-1-14 16,0 1-22-16,0 0-27 0,0 0-61 0,0 0-79 0,0-2-85 16,-4 1-89-16,4-1-70 0,-4 1-60 0,4-3-64 0,-5 4-64 0,3-1-64 15,-1-3-63-15,-3 1-23 0,2-2 1 0,-1 2 15 0,1-1 22 16,-1-1 61-16,1 1 79 0,-1-1 84 0,0 0 90 0,-1 1 70 0,3 0 63 16,-3-2 67-16,2 1 71 0</inkml:trace>
  <inkml:trace contextRef="#ctx0" brushRef="#br0" timeOffset="196996.02">17281 13360 419 0,'-4'6'565'0,"2"0"101"16,-1 2 62-16,3 1 44 0,-4 1 28 0,4 0 24 0,0 3 15 0,-5 0 12 15,5 0 14-15,-2 3 15 0,-2 0-2 0,0-1-11 0,3 2-160 0,-3-1-229 16,2 1-142-16,-1 1-99 0,-1-4-68 0,2 5-50 0,-1-3-44 16,-1-1-38-16,2 2-44 0,-1-2-49 0,1-1-97 0,-2 2-123 0,4-3-112 15,0 1-108-15,0-3-122 0,0 3-127 0,0-5-72 0,0 0-48 0,0-3-13 16,0 0-5-16,0 0 10 0,0-6 14 0,0 5 29 0,0-5 32 15,0 0 87-15,0 0 107 0,0 0 106 0,0 0 99 0,0 0 120 0</inkml:trace>
  <inkml:trace contextRef="#ctx0" brushRef="#br0" timeOffset="198160.47">13468 14590 217 0,'0'5'405'0,"0"2"96"0,0 0 74 0,0 6 58 0,3-1 53 0,-3 3 32 0,2 1 29 16,-2 1 20-16,0 1 16 0,0 1 13 0,0 1 9 0,0 0-50 0,0 2-73 16,-2-1-122-16,2 0-143 0,0 0-94 0,-3 1-71 0,3-2-57 0,-2 1-50 15,-2-1-37-15,1-2-32 0,3 2-25 0,-2-2-24 0,2 0-36 0,-4-1-39 16,4-2-76-16,0 0-92 0,0-4-87 0,0 2-85 0,0-1-82 0,0-3-79 15,0 0-96-15,4-3-101 0,-4-1-42 0,2-1-18 0,-2-4-4 0,0 0 3 16,0 0 21-16,3 0 29 0,3-4 69 0,-3 0 89 0,3-2 83 0,-3 2 80 16,3-4 82-16,-1 1 80 0</inkml:trace>
  <inkml:trace contextRef="#ctx0" brushRef="#br0" timeOffset="198505.19">13705 14697 99 0,'5'-3'353'0,"1"0"118"0,1 1 91 0,-2 1 80 16,1 1 52-16,-1 3 40 0,4-2 24 0,-3 2 21 0,3 0 14 0,-4-1 11 15,4 0 10-15,-3 2 7 0,1-1-91 0,-2 0-134 0,1-2-119 0,-1 4-113 16,2-3-89-16,-1 2-78 0,-4 0-53 0,5-1-37 0,-2 3-28 0,-3-1-20 16,-2-1-13-16,4 2-8 0,-4 0-11 0,3 2-8 0,-3-1-4 0,0 1-3 15,-3-1-1-15,3 4-1 0,-4-4 1 0,2 4 1 0,-1-2 3 0,1-1 1 16,-5 2 4-16,5 0 4 0,-4 0 3 0,-1-2 1 0,5 0 4 0,-5-1 4 15,5-1 3-15,-3 0 3 0,-2 0 4 0,5-2 5 0,-4 1 3 0,3 0 2 16,-1-2 1-16,-1-2 1 0,5 2-1 0,-6 0-1 0,6-3-4 0,0 0-1 16,-3 2-4-16,3-2-5 0,0 0-5 0,0 0-5 0,0 0-5 0,0 0-7 15,0 0-4-15,0 0-2 0,3-2-4 0,1 2-5 0,-2-2-4 16,3 1 1-16,-1-2-8 0,1 2-11 0,1-2-13 0,3 0-18 0,0 0-18 16,-4-2-20-16,4-1-35 0,0 2-44 0,2-2-95 0,-2-2-116 0,4 1-100 15,-2 0-91-15,1 1-116 0,-1-2-129 0,-2 0-52 0,6 1-17 16,-5-1 3-16,3 1 10 0,-2-1 18 0,2 2 16 0,-3 0 37 0,3 2 43 15,-2-1 95-15,3 1 117 0,-1 2 102 0,-2-1 92 0</inkml:trace>
  <inkml:trace contextRef="#ctx0" brushRef="#br0" timeOffset="198894.57">14256 14688 54 0,'-3'-5'313'15,"-1"1"114"-15,-1-1 75 0,3 1 55 0,-2 1 53 0,1 1 53 0,1 1 40 0,-2-1 37 16,-1 2 23-16,1-3 19 0,2 2 13 0,-1 1 13 0,-1-2-75 16,-1 2-111-16,-1 0-115 0,3 2-114 0,-3-1-67 0,1 2-47 0,-1 0-48 15,-1 2-44-15,2 1-37 0,-1 0-32 0,-3 1-17 0,4 2-14 16,-1 2-9-16,-3 0-9 0,4 2-3 0,-4 0-2 0,5 2 2 0,-5 0 6 16,4 0-4-16,-1 2-8 0,3-1-6 0,-3-1-5 0,1 0-7 0,5-1-4 15,-4-2-7-15,3 0-7 0,1-3-10 0,0-1-10 0,0 2-10 0,1-4-13 16,3 0-11-16,0-3-11 0,-3 1-8 0,5-1-7 0,1-1-7 0,-2-1-7 15,1-1-5-15,3-1-5 0,0-2-2 0,-4 0-4 0,6-3 1 0,-2-2-1 16,0 1 4-16,0-1 5 0,0-1 5 0,2-2 9 0,-5 0 5 0,3 0 7 16,0 2 0-16,0 0 1 0,-4 0 6 0,1 0 8 0,1 3 9 0,-5-1 6 15,3 1 6-15,-1 1 7 0,-1 2 7 0,-1 2 7 0,2-2 6 0,-4 1 4 16,0 2 5-16,0 0 3 0,0 0 6 0,2 0 9 0,1 2-2 16,-3-1-4-16,4 1-1 0,-2 1-2 0,-2-2-9 0,3 2-14 0,1 0-44 15,-2 2-62-15,-2-2-91 0,5 1-103 0,-1-1-91 0,-1 2-84 0,-1-3-112 16,2 3-128-16,1-3-59 0,-1-1-27 0,-4-1-13 0,5 2-3 15,1-2 3-15,-1-2 9 0,4 1 44 0,-3-2 54 0,3-1 89 0,-4 0 101 16,4 0 89-16,0-1 78 0</inkml:trace>
  <inkml:trace contextRef="#ctx0" brushRef="#br0" timeOffset="199106.38">14490 14740 61 0,'2'2'367'0,"-2"-1"107"0,0-1 74 15,3 0 66-15,3 0 61 0,-1 0 38 0,2 0 30 0,-1 0 22 0,-1 0 17 16,4-1 10-16,-3-1 3 0,3-1-23 0,1 0-40 0,-2 0-129 16,3 0-174-16,-2-1-105 0,0 0-74 0,0 0-64 0,-2 0-66 0,2-1-53 15,4 0-43-15,-6 1-91 0,2 1-112 0,0-1-107 0,0-1-103 16,0 1-116-16,0 1-122 0,-3-2-73 0,-1 1-54 0,0 1-25 0,-1 0-13 16,-4 3-3-16,0 0 4 0,0 0 9 0,0 0 15 0,0 0 71 0,-4 3 94 15,3 0 97-15,-3 3 101 0,-1-2 112 0</inkml:trace>
  <inkml:trace contextRef="#ctx0" brushRef="#br0" timeOffset="199285.29">14620 14830 12 0,'4'3'376'0,"-3"0"136"0,3 2 102 16,1-4 68-16,-1 2 54 0,1 0 27 0,1 0 20 0,-2-2 9 0,5 3 7 16,-4-4 2-16,0 1-1 0,1 1-16 0,3-2-22 0,0-2-146 0,-4 2-198 15,4-1-147-15,-3 1-121 0,3-2-114 0,0 0-112 0,-4 1-122 16,4 0-121-16,0-1-123 0,0 2-115 0,1-3-94 0,-5 2-83 0,4-2-37 15,-4 1-17-15,4 1-7 0,-3-1-2 0,-1 0 13 0,1 2 19 16,-6 0 47-16,7 0 61 0,-2 0 89 0,1 4 109 0,-3-1 108 0,-1-2 114 16</inkml:trace>
  <inkml:trace contextRef="#ctx0" brushRef="#br0" timeOffset="201684.03">15144 14752 97 0,'-1'0'391'0,"1"0"174"0,-4-1 88 0,2 1 52 16,2 0 34-16,-3 3 21 0,3-2 21 0,0 1 16 0,0-2 14 0,0 0 14 16,0 0 14-16,0 0 13 0,0 0-79 0,0 0-123 0,0 0-146 0,0 1-158 15,3 0-73-15,-1-1-39 0,2-1-17 0,1 1-8 0,1-1-5 0,-3-1-5 16,3 2-2-16,-1-1 1 0,2-1-4 0,0 1-3 0,-3 1-4 0,5-3-8 16,-3 3-8-16,3-2-8 0,0 1-11 0,-4-1-11 0,4 1-11 0,-3-1-12 15,3 2-14-15,0-1-15 0,-4-1-10 0,4 1-13 0,-3-1-10 0,3 2-12 16,-4-1-11-16,0-1-6 0,4 2-7 0,-3 0-8 0,1-1-13 0,-1 1-21 15,-1 0-29-15,0-2-37 0,-1 2-37 0,1-1-40 0,1 1-31 0,-2 0-30 16,1-2-30-16,0 1-35 0,-1 1-77 0,1-2-96 0,-1 0-95 0,1 1-93 16,1 1-81-16,1-1-72 0,-1-2-60 0,-5 1-60 0,7-2-2 0,-3 1 21 15,-3-2 23-15,5-1 22 0,-2 2 31 0,1-4 32 0,-1 2 77 16,-1-1 98-16,5-1 94 0,-4 1 96 0,1-1 90 0,3-1 89 0</inkml:trace>
  <inkml:trace contextRef="#ctx0" brushRef="#br0" timeOffset="201994.27">15819 14250 111 0,'0'2'419'0,"0"3"202"0,-3 1 99 0,3 1 53 15,-2 3 32-15,-2 1 21 0,-1 3 15 0,1 1 13 0,2 0 13 0,-5 2 10 16,2 1 13-16,-1 1 12 0,1 4-84 0,-4-2-129 0,3 1-172 0,-3 4-190 16,4-1-91-16,-2 2-49 0,-1-1-26 0,1 2-21 0,0 1-16 0,0-2-14 15,1 0-11-15,3 0-12 0,-3-2-12 0,4-1-13 0,2-1-16 16,-3-4-15-16,3-1-9 0,3-1-5 0,-1-6-5 0,2 2-3 0,1-4-3 15,-1 0-2-15,1-5 1 0,1 1-1 0,3-2 1 0,-4 0-2 0,4-3 1 16,0-3 1-16,0 0 1 0,0-2 1 0,2 0-1 0,-2-3-3 0,0-1-1 16,-3-2-4-16,5 1 2 0,-2-1 2 0,-4-1-1 0,2 0 2 0,-1 2 0 15,-5-1 0-15,7 0 0 0,-6 3-1 0,-2-3-2 0,3 2 0 16,-3 2 1-16,0 1 1 0,-3-2-10 0,3 0-14 0,-6 3-23 0,2-1-29 16,-1 1-25-16,0-1-30 0,-4 2-56 0,0 1-71 0,-2 0-108 0,-2 0-128 15,2 1-129-15,-3 4-133 0,-1-2-89 0,3 3-68 0,-5 0-24 0,-1 3-1 16,0-1 15-16,2 5 26 0,-6-2 26 0,2 3 25 0,0 0 55 0,-3-1 74 15,-4 4 110-15,1-1 125 0,-1 2 133 0,-2-1 134 0</inkml:trace>
  <inkml:trace contextRef="#ctx0" brushRef="#br0" timeOffset="202594.42">14273 15432 85 0,'-6'-6'363'0,"6"1"100"0,-5-1 67 0,1 2 68 0,2 1 66 0,-1 0 47 0,-1 0 42 16,4 1 25-16,-5 1 19 0,3-3 16 0,-5 3 12 0,5-2-19 0,-2 2-37 16,-1-1-118-16,-1 2-154 0,3-1-91 0,-3 1-61 0,1 0-57 0,-2 1-62 15,1 1-40-15,1-1-34 0,-1 2-20 0,-3 2-12 0,4-1-9 0,-2 2-9 16,0 2-8-16,-1-1-5 0,1 2-7 0,0 2-5 0,-2-1-5 15,3 2-4-15,1 0-8 0,-1 2-6 0,1-1-6 0,-2 1-5 0,1-2-7 16,5 1-9-16,-3-2-7 0,0 1-6 0,3-2-7 0,1 1-4 0,-4-4-10 0,4 2-13 16,0-3-10-16,4 0-12 0,-3-3-11 0,-1 2-10 0,4-2-6 0,1 0-6 15,-1-1-2-15,1-2-4 0,1 0-1 0,-1-2-4 0,4-1 1 0,-3 0-1 16,3-2 5-16,0-2 9 0,4-1 8 0,-6-2 8 0,5 1 11 16,-3-2 12-16,2-1 5 0,-2 0 5 0,-3 0 4 0,3 3 2 0,-4 0 4 0,4 0 1 15,-5 2 4-15,-2 1 4 0,1 3 2 0,3-2 5 0,-6 3 2 16,3 1 5-16,-3 1 4 0,0 0 2 0,2 1 7 0,-2 3 5 0,4-1 5 15,-4 1 3-15,3 1 3 0,-1 1 3 0,-2 0 0 0,0 1-1 0,0 2-1 16,4-1-2-16,-4 1-2 0,0 0-5 0,0 0-7 0,0 0-12 0,0-2-15 16,0-1-16-16,0 0-17 0,0 0-17 0,0-1-31 0,0-1-37 15,0-1-86-15,0 0-107 0,2 0-88 0,1-2-80 0,-3 1-89 0,6-2-95 16,-6 0-79-16,0 0-67 0,3-3-30 0,1 0-2 0,-2-1 4 0,3-2 11 16,-1 1 29-16,1-1 34 0,-1-1 85 0,1-1 106 0,-1 2 91 0,1 0 79 15,1 0 90-15,-3 2 94 0</inkml:trace>
  <inkml:trace contextRef="#ctx0" brushRef="#br0" timeOffset="202775.91">14430 15462 97 0,'4'1'367'0,"-4"-1"135"0,0 0 90 0,0 0 68 0,3 0 42 0,-1 0 28 16,2 2 22-16,-2-1 16 0,1-1 6 0,1 3 7 0,-2-2 1 0,1 1 3 15,3 0-95-15,-3-2-138 0,-1 1-137 0,5 1-135 0,-5-1-101 0,4 1-85 16,3-2-90-16,-6 0-93 0,6 0-90 0,-3 0-87 0,-1-2-73 0,4 2-63 15,-3-1-70-15,-1-1-72 0,2 1-83 0,-1-1-86 0,-1 2-39 0,-1-2-18 16,-4 2 7-16,5-1 11 0,-5 1 49 0,0 0 61 0,0 0 70 0,0 0 73 16,0 0 63-16,0 3 60 0,0-3 67 0,0 6 69 0</inkml:trace>
  <inkml:trace contextRef="#ctx0" brushRef="#br0" timeOffset="202948.87">14477 15562 31 0,'-2'3'370'0,"-1"-1"94"0,-1 1 54 0,4 0 33 0,0-3 30 16,0 3 40-16,0-3 43 0,0 1 36 0,0-1 37 0,0 2 23 15,4-1 19-15,-1 2-7 0,-1-3-20 0,-2 2-130 0,6-1-179 0,-3 1-88 0,1 1-46 16,-2-2-38-16,3 1-30 0,-1-1-40 0,1 2-40 0,2-1-45 0,-1-1-47 16,-1 2-48-16,1-1-51 0,3-1-87 0,-4 1-105 0,2-2-89 0,0 1-86 15,1 1-89-15,-1-1-94 0,-3 1-86 0,1-2-85 0,0 0-38 16,4 0-20-16,-5 1-1 0,1-1 6 0,1 0 23 0,-2 2 33 0,1-2 71 16,-5 0 95-16,9 1 84 0,-4 0 80 0,4 1 86 0,-3 0 89 0</inkml:trace>
  <inkml:trace contextRef="#ctx0" brushRef="#br0" timeOffset="203239.31">14859 15607 34 0,'-6'3'375'0,"6"0"228"0,-5 0 107 0,5 0 52 0,-4 0 28 15,4 0 15-15,0-3 9 0,0 3 9 0,0-3 7 0,-2 4 6 0,2-4 7 16,0 0 8-16,2 1-69 0,-2-1-104 0,0 1-183 0,4-1-225 0,1 0-104 16,-5 0-50-16,6 0-26 0,1 0-17 0,-2 0-10 0,1-1-10 0,-1 1-10 15,4-1-10-15,-3-1-13 0,3-1-17 0,0 1-23 0,-4 1-25 16,4-3-43-16,-3 2-50 0,3 0-84 0,-4-1-101 0,4 0-86 0,-5 2-76 0,1-2-92 16,4 1-93-16,-5 0-77 0,-2 0-65 0,-2 2-27 0,5-3-4 0,-5 3 7 15,4-2 15-15,-4 2 37 0,0 0 48 0,0 0 82 0,0 0 101 16,0 0 85-16,5-1 78 0,-5 1 93 0,4 0 94 0</inkml:trace>
  <inkml:trace contextRef="#ctx0" brushRef="#br0" timeOffset="203463.96">15192 15456 67 0,'0'0'397'0,"0"0"213"16,0 0 99-16,0 0 43 0,3 1 20 0,3 1 9 0,-3-2 5 0,-1 0 1 15,2 0 2-15,1 0 1 0,-1-2 2 0,-3 1 0 0,7-1-87 0,-1-1-123 16,-3 0-188-16,5-1-214 0,-4-1-101 0,4 1-50 0,-4-1-26 0,5 1-17 16,-5-2-52-16,4-1-69 0,-4 3-91 0,4-2-97 0,-3 2-76 0,3-1-62 15,-4 1-70-15,3 1-72 0,-3 0-68 0,0 0-65 0,-5 3-26 0,4-2-8 16,-4 2 1-16,0 0 4 0,0 0 48 0,2 5 66 0,-4-1 88 0,-2 2 97 16,4 0 73-16,-5 2 60 0,5-1 72 0</inkml:trace>
  <inkml:trace contextRef="#ctx0" brushRef="#br0" timeOffset="203808.67">15215 15589 249 0,'-5'3'384'16,"5"-1"63"-16,-4 1 40 0,4 0 35 0,0-2 34 0,0 2 49 0,4-1 49 15,-4-1 42-15,5 1 35 0,-1-2 21 0,-3 0 19 0,3-2-55 0,2 2-80 16,3-1-108-16,-4-1-117 0,2 0-60 0,0 1-36 0,1 1-33 0,-1-1-36 16,0-1-44-16,-1 1-51 0,3-1-40 0,-4 1-33 0,0 1-21 0,1-2-17 15,-2 1-8-15,1 1-5 0,0 0-5 0,-5 0-2 0,4 1-1 0,-4-1-1 16,4 2-1-16,-4-1 1 0,0 4 0 0,0-3 0 0,-4 3 1 0,4 0-1 15,-4 1-1-15,-1 0 1 0,3 2-2 0,-1-2 1 0,-3 1 1 0,1 2 1 16,-3-2 2-16,3 2 2 0,0-2 1 0,-1 1 3 0,-1-2 0 0,1 2 1 16,5-2 1-16,-7 0 4 0,7 0 1 0,-3-2 1 0,2-1-2 0,-1 0-2 15,3 0 1-15,0-3-1 0,0 3 1 0,0-1-2 0,3-1 0 16,-1 1 0-16,2-2-2 0,1 0-1 0,0 1-3 0,1-1-3 0,3-1-1 16,0 1-2-16,0-2 0 0,2 1 1 0,-2-3-2 0,4 2-4 0,-3-1-2 15,0-2-5-15,0 1-2 0,-1-1-1 0,4 1-1 0,-4-1-1 0,-2 1 1 16,2 0-1-16,-3 0-2 0,3 1-1 0,-4-1 1 0,3 1-1 0,-7-1 1 15,7 3-4-15,-7-2-2 0,3 2-7 0,-2-1-5 0,-2 2-11 16,0-1-12-16,0 1-17 0,0 0-29 0,0 0-37 0,0 0-83 0,0 0-106 0,0-2-84 16,0 2-74-16,-2-1-78 0,-2 1-77 0,4 0-85 0,-5-2-81 0,1-1-34 15,-1 0-10-15,-1 1 6 0,3-2 11 0,1 1 27 0,-5-1 37 16,5-1 85-16,-3-2 107 0,1 1 83 0,-1-2 74 0,1 1 80 0,-2-3 81 16</inkml:trace>
  <inkml:trace contextRef="#ctx0" brushRef="#br0" timeOffset="204065.78">15213 15058 108 0,'-3'1'417'0,"-1"1"203"0,4 1 97 0,-5 2 51 0,5-2 30 0,-6 4 17 0,6-1 13 0,-3 2 12 0,1 1 10 0,-2-2 13 0,4 4 13 0,-4-1 15 15,4 1-89-15,-1-1-132 0,-3 2-174 0,4-1-196 0,-2 2-94 0,-1-1-46 16,3 2-28-16,0-2-22 0,-4 1-25 0,4 1-25 0,-2-1-28 0,2 1-34 15,-3-1-37-15,3-1-40 0,0 2-71 0,0-2-89 0,0 0-103 0,0 0-112 16,0 0-114-16,0-2-117 0,0-1-90 0,0 0-79 0,0-1-29 0,0 1-3 16,0-2 10-16,0 1 17 0,-2-1 21 0,-2-1 24 0,4 0 62 0,-3-3 79 15,1 3 99-15,-2-3 112 0,4 2 108 0,-4-1 114 0</inkml:trace>
  <inkml:trace contextRef="#ctx0" brushRef="#br0" timeOffset="207534.66">15939 15205 112 0,'-4'-1'418'0,"-2"-1"194"0,5 1 92 0,-7 1 52 0,7 1 29 0,1 2 25 0,-4 0 15 0,2-2 17 0,-1 3 12 0,-1-1 12 0,2-2 14 0,-1 2 12 16,-3 2-88-16,3-1-134 0,1-1-166 0,-6 3-182 0,7 0-80 0,-3 2-38 15,-1-1-23-15,1 2-10 0,-1 2-10 0,5-1-5 0,-6 3-4 0,6 1-9 16,-3 1-8-16,3 0-6 0,0 3-8 0,0 0-5 0,0 2-7 0,0-1-8 16,3 1-7-16,-3 1-9 0,6 0-11 0,-1 0-9 0,-1-2-9 0,5 1-7 15,-4-4-8-15,4 2-5 0,2-3-5 0,-2-1-4 0,4-2-5 16,-2-2-2-16,3 0-5 0,-1-2 0 0,1-2 0 0,1 0 0 0,-1-3 0 0,1 0 0 16,-1-3-1-16,0 0 1 0,5-3 2 0,-5 0-1 0,1-3 1 15,-1-1-2-15,-3-1 2 0,3-1 2 0,-1-1 1 0,-2-4 0 0,-2 1-1 16,0-1 2-16,0-1-1 0,0-2-2 0,-2 1 3 0,-3-2 2 0,1 2 0 15,1-2 5-15,-3 0 2 0,3 3 2 0,-3-2 3 0,-3 2 3 0,4 0 0 16,-4 2 2-16,0-1 4 0,0 2 3 0,-4-1 2 0,1 2 4 0,3 1-3 16,-6-1-2-16,1 2-1 0,1 0-3 0,-1 0-4 0,-4 0-4 15,3 0-2-15,-3 2-5 0,4-1-5 0,-4 2-6 0,0-1-10 0,0 1-14 0,-2 1-18 16,2-1-18-16,-2 2-26 0,2 1-23 0,-4 0-35 0,2 1-33 0,-1 0-32 16,1 2-35-16,0 0-26 0,-2 0-21 0,3 2-18 0,-3 0-19 0,2 1-19 15,-2 0-17-15,-1 0-46 0,3 1-57 0,-2 1-52 0,3 1-48 16,1-2-27-16,-2 4-15 0,2-2-10 0,0 1-7 0,0 1-10 0,3-2-14 15,-3 1-16-15,5-1-14 0,-1 0-22 0,0 0-26 0,1-3 30 0,-1 2 56 16,5-2 68-16,0-3 71 0,0 0 56 0,0 0 47 0,0 0 43 0,0 0 39 16,0 0 37-16,0 4 35 0,0-4 35 0,3 4 36 0</inkml:trace>
  <inkml:trace contextRef="#ctx0" brushRef="#br0" timeOffset="207849.98">15892 15324 160 0,'3'0'277'16,"3"0"43"-16,-1 0 24 0,-1 0 22 0,1 1 20 0,0-1 24 0,-1 2 24 16,1-2 31-16,1 1 34 0,-2 1 38 0,1-2 40 0,-1 1-11 0,1 1-41 15,0-1-47-15,-1-1-49 0,1 2-22 0,-1-1-15 0,-2 0-10 0,2 1-9 16,1 0-17-16,-1-1-18 0,-3 1-19 0,3-1-26 0,0 1-32 0,-3 1-35 15,3-2-37-15,0 4-34 0,-3-2-23 0,3 1-21 0,-4-1-16 0,2 2-13 16,-2-1-9-16,3 1-8 0,-3 1-8 0,0-2-9 0,-3 2-8 0,3 0-7 16,0 0-4-16,0 0-7 0,-2-1-2 0,2 1-4 0,-4 0-2 0,4 0-4 15,0-2 1-15,-1 1 1 0,1-1-2 0,0 1 1 0,0-2-2 0,-4 0-2 16,4 0-1-16,0-3 0 0,0 1 0 0,4 2 0 0,-4-2 0 0,1 1-1 16,3 0-1-16,-2-1-1 0,1 1 0 0,3-1 0 0,-2-1 0 0,1 2-1 15,0-2 1-15,3 1 1 0,-3-1 1 0,0 0-1 0,5 0-1 0,-5-1 0 16,0 1 0-16,1 0 2 0,1 0-1 0,-5-2 2 0,5 2 0 0,-5 0-1 15,3 0 2-15,-5-1 4 0,0 1 2 0,0 0 4 0,4 1 7 0,-4-1 7 16,0 0 2-16,0 0 2 0,0 3-1 0,0 0-1 0,-4 1 0 0,4 3-1 16,-1-3-2-16,-3 2-3 0,-2 2-11 0,3-1-13 0,1 0-19 0,-5 1-25 15,5 0-61-15,-3-1-79 0,1-1-95 0,-1 0-100 0,1-1-89 16,-2-1-79-16,3 1-101 0,-3-2-107 0,1 0-56 0,1-2-34 0,-1 1-5 0,1-1 4 16,-1 1 12-16,-1-1 21 0,3 1 53 0,1-1 73 0,-3 1 91 15,5-2 100-15,-8 1 90 0,7 2 80 0</inkml:trace>
  <inkml:trace contextRef="#ctx0" brushRef="#br0" timeOffset="210633.09">11735 16237 70 0,'-2'-3'379'0,"2"3"190"0,0 0 84 0,-3-1 39 0,3 1 14 0,0 0 10 0,5 0 7 0,-5 0 10 16,4 0 13-16,-4 0 9 0,3-2 9 0,-1 1 9 0,2 1-83 0,1-2-120 0,1 1-167 15,-3-2-185-15,3 1-81 0,-1 0-35 0,4 1-13 0,-4-2-8 16,5 2-7-16,-1-1-11 0,0-1-12 0,0 0-9 0,-4 2-9 0,4-2-9 15,2 1-3-15,-2-1-3 0,-4 0-2 0,5 2-3 0,-5-2-2 0,4 0-4 16,-5 1-1-16,1-1-1 0,0 1-1 0,-1 1 1 0,1-2-7 0,-1 3-4 16,-2-1-12-16,2-1-12 0,-4 1-22 0,0 1-23 0,0 0-42 0,3 0-48 15,-3 0-56-15,0 0-55 0,-3-3-41 0,3 0-35 0,0 1-25 0,-4-1-23 16,4 0-10-16,-6 2-5 0,6-4 0 0,-5 2 6 0,1 0 16 0,3-1 23 0,-3 1 40 16,-1-2 49-16,1 2 53 0,2-1 57 0,-5 1 44 0,5 0 38 15,-1 0 30-15,-3 0 25 0,1 0 22 0,1 0 19 0,-1 1 22 0,1-1 20 0,-1 0 26 16,1 2 26-16,2-1 32 0,-1 1 33 0,1-1 33 0,2 2 27 0,-4-1 25 15,4 1 18-15,-4 1 22 0,4-1 22 0,0 3 16 0,0 0 13 16,0 0 6-16,0 3 2 0,0-1-8 0,0 2-15 0,4 1-21 0,-4 2-25 0,6 1-24 16,-6 0-27-16,3 2-19 0,3 2-21 0,-3 0-19 0,3 1-27 0,-3 0-21 15,-1 1-19-15,3 1-18 0,-1 0-17 0,2-1-12 0,-1-1-12 0,-1-1-9 16,-1 0-8-16,-1 0-5 0,2-1-7 0,-3-2-1 0,3 1-3 0,0-2-4 16,-3-1-2-16,3 1-2 0,-4-2 1 0,5 0-2 0,-5-2-2 0,0 1 2 15,0-2 0-15,4 0 0 0,-4-2 0 0,0 1 0 0,0-2-3 0,-4-2-1 16,4 2-1-16,0-3 1 0,0 0-2 0,0 2-2 0,-1-1-1 0,-3 1 0 0,4-2 0 15,0 0 0-15,-4 1-4 0,3-1-1 0,-3 2 1 0,4-2 1 16,-5 0-2-16,5 1 2 0,-4-1-1 0,4 0-1 0,-5-1 2 0,1 1 2 0,4-2 1 16,-5 1 0-16,3-1 0 0,-2 1 0 0,0-1 3 0,4-1 0 0,-1 2 0 15,-3-2-2-15,4 0 1 0,-2 1 1 0,2-1 0 0,0 0 0 0,0 1 0 16,0 0-3-16,0-3-2 0,0 2-2 0,2-1-2 0,-2-2-3 0,4 0-3 16,-3 0-2-16,3-2-2 0,2 1-2 0,-3-1-2 0,-1-1 1 0,7 0-1 15,-5-1 1-15,5-1 1 0,-4 1 0 0,4-1 1 0,-3 1 3 0,3-1 2 16,-4-1 3-16,4 2 1 0,-4-1 4 0,5 1 1 0,-5 1 3 0,0 0 1 15,3 0 1-15,-3 0-1 0,0 1 2 0,1 2 0 0,1-1 0 0,-1 0 2 16,-1 2-2-16,0-1 1 0,1 1 1 0,-3-1-2 0,3 2 0 0,-1-2-3 16,-1 1 0-16,1 2 0 0,-1-1 1 0,1 1-1 0,1-2 2 0,-3 2-1 15,3 0 1-15,-1-1-1 0,3 1 1 0,-3 0-1 0,-1 0 2 0,1 1 2 16,0-1 1-16,-1 0 1 0,1 2 2 0,-3-1-1 0,2 1-2 0,1-1-2 16,-1 1 1-16,-4-1-1 0,0 2 2 0,0 0 2 0,2 0 1 0,-2 0 0 15,0 0 1-15,0 0 2 0,0 0 5 0,0 0 1 0,0 0 3 0,0 0 3 16,0 0 3-16,0 0 1 0,0 0 2 0,0 0 2 0,0 0-1 0,0 0-1 15,0 2 0-15,0-2-2 0,0 4-1 0,0-1-3 0,-2 1-3 0,2 0-1 16,0 0-4-16,-4 1-4 0,4-1-3 0,-2 1 0 0,-1 1 0 0,3-2 0 16,-4 1 0-16,4 1 0 0,-5-2 3 0,5 1 5 0,-2-1-4 0,-2 1-4 15,4 1-1-15,-3-3-1 0,1 1 1 0,-2 1-1 0,4 1 1 0,-1-3 1 16,1 1-2-16,-4 2 1 0,4-1-2 0,0-1 1 0,-4-1-4 0,4 3-4 16,0-3 2-16,0 2 7 0,0-2 1 0,0 0 0 0,4-1 1 0,-4 2 1 15,0-1-1-15,0 0 1 0,4-2-2 0,-3 2 0 0,-1 0 0 0,6-2-2 16,-6 3-1-16,3-1 2 0,1-2-2 0,-2 1 1 0,1 1 1 0,-1-3-1 15,2 1 1-15,1 1 1 0,-1-1 0 0,-2-1 0 0,1 0 1 0,3 0 2 16,-3 0 2-16,1 0 2 0,-2 0 1 0,3-1-4 0,-1 1-1 0,1-2-1 16,-1 2-1-16,-2-1 2 0,1-1-1 0,3 1-1 0,-3-1 1 0,1 1-1 15,-2 1-2-15,-2-2-5 0,5-1-8 0,-5 3-5 0,4-2-8 0,-4 1-8 16,0 1-14-16,3-1-17 0,-3 1-32 0,0-2-39 0,0 2-61 0,0 0-72 16,0 0-61-16,0-3-54 0,-3 2-47 0,3-2-43 0,0 0-42 0,-4 1-46 15,2-1-62-15,-1 2-73 0,1-2-28 0,-2 0-11 0,-1 0 21 0,1 0 31 16,-1 0 58-16,1 0 72 0,2 1 60 0,-5-1 55 0,5 0 47 0,-1 2 45 15,-3-1 49-15,6 2 51 0</inkml:trace>
  <inkml:trace contextRef="#ctx0" brushRef="#br0" timeOffset="211113.3">11972 16420 153 0,'0'3'314'0,"0"-3"28"0,0 1 17 0,0-1 10 0,0 0 10 0,0 4 13 0,0-4 11 0,4 1 15 0,-3 1 12 0,-1-2 18 0,0 0 12 0,6 0 6 0,-3 0-80 16,1 0-123-16,-2-2-52 0,1 2-20 0,3-1-12 0,-1-1-5 0,-1 2-8 0,0-2-8 15,1 1-10-15,0 0-12 0,-1-1-12 0,1 1-12 0,-3-1-15 16,6 1-17-16,-7-2-16 0,3 1-13 0,1 1-12 0,-1-1-9 0,-2 0-6 0,1 1-5 16,1 0 0-16,-2-1-4 0,-2 2 0 0,0 0-1 0,0 0-4 15,3-1-2-15,-3 1-4 0,0 0-1 0,0 0-6 0,0 0-6 0,0 0-12 16,0 0-15-16,0 0-17 0,0 0-18 0,0 0-15 0,0 0-16 0,0-1-13 15,-3-3-12-15,3 4-9 0,0-1-11 0,0-2-4 0,-2 1-4 0,-2-1-2 16,4 0 3-16,0 2 9 0,-3-2 13 0,3 0 17 0,-2 1 17 0,-2-1 15 0,4 0 16 16,-1 2 13-16,-3-4 11 0,4 4 10 0,0-2 11 0,-4 0 11 0,4 1 14 15,-1 1 14-15,-3-1 16 0,4 1 19 0,0-1 21 0,0 2 24 16,0 0 24-16,-6 0 23 0,6 0 17 0,0 0 25 0,-3 2 23 0,3 1 25 0,-6-2 24 16,6 4 23-16,0-1 21 0,-3 2 7 0,3 0 2 0,-2 2-7 0,2-1-6 15,-4 1-14-15,4 2-15 0,-1-1-16 0,1 2-16 0,0-1-18 0,0 1-19 16,0-1-21-16,0 2-24 0,0-2-24 0,1 1-26 0,-1 0-15 0,4-1-11 15,-2-1-12-15,-2-1-11 0,3-1-8 0,3 1-8 0,-3-2-4 0,-1-2-4 16,6 1-4-16,-7-2-4 0,7 0-4 0,-3 0-5 0,0-2-2 0,1 1-1 16,3-1-1-16,0-1-4 0,-4-1 1 0,4-1-1 0,2-1-2 0,-2 0-2 15,0 0-9-15,0-3-11 0,2 2-19 0,-2-2-19 0,0-2-43 0,4 1-55 16,-6-1-71-16,2-1-78 0,0 0-66 0,-3 0-60 0,3-1-56 0,-4 1-53 16,4 0-61-16,-3 0-66 0,1-2-53 0,-2 1-48 0,-3-1-9 0,2 1 9 15,1-1 39-15,-1 1 53 0,1 1 69 0,-5 0 80 0,6 0 62 0,-6 1 61 16,3 1 55-16,1-1 53 0,-2 1 63 0</inkml:trace>
  <inkml:trace contextRef="#ctx0" brushRef="#br0" timeOffset="211473.36">12301 16200 192 0,'0'0'335'0,"0"0"43"0,0 0 33 0,-2 1 32 0,2 2 50 0,0 0 57 16,0 2 64-16,0-1 68 0,0 4 43 0,0-2 32 0,2 2 10 0,-2 2 1 0,0 0-92 0,0 1-131 0,0-1-66 0,0 2-39 0,0 0-32 0,4 0-29 15,-4 2-48-15,5-2-57 0,-5 1-62 0,6-1-69 0,-3 0-42 0,3 0-34 16,-1-1-19-16,-1-2-13 0,1 0-10 0,4 0-7 0,-3-3-4 0,3 0-5 16,0-2-3-16,-4 1-2 0,4-4-1 0,0 1-1 0,2-2 1 0,-4-2-2 15,1 1 1-15,1-4-2 0,0 1-2 0,0-2 1 0,0 0-2 0,0-3 0 16,-2 0 0-16,2 0 1 0,-4-2 1 0,5-1-1 0,-7 0 1 0,6 0-2 16,-7 2 1-16,5-3 1 0,-5 3-1 0,2 0 4 0,-3-1-2 0,-1 1 1 15,0 1 1-15,4 0-2 0,-4 0 0 0,0 1 1 0,0 1 1 0,0-1 1 16,-4 1 3-16,4-1 1 0,-1 1 4 0,-3 1-1 0,2 0-1 0,-1 0-4 15,-1 0 1-15,2 1 4 0,-1-1 2 0,-3 2 2 0,3-1-2 0,1 1 0 16,-6-1-2-16,7 1 1 0,-5 1-4 0,3-2-1 0,-3 2-4 0,1 0-8 16,-2 0-9-16,1 0-11 0,1 2-20 0,-4-2-26 0,5 3-42 0,-1-2-50 15,-4 2-62-15,3 0-66 0,1 2-60 0,-1-2-51 0,-1 1-46 0,2 2-49 16,-1-1-45-16,1 0-48 0,-1 3-64 0,-1-2-70 0,2 2-22 0,-1-4 1 16,3 3 30-16,1 0 46 0,-5-1 60 0,7 0 67 0,-6 0 56 0,4 1 52 15,2-4 48-15,-3 3 48 0,3-3 47 0,0 5 54 0</inkml:trace>
  <inkml:trace contextRef="#ctx0" brushRef="#br0" timeOffset="211964.27">12366 16197 121 0,'-3'1'306'0,"3"-1"54"0,0 0 33 0,0 0 24 0,3 3 20 0,-1-1 29 0,-2-1 33 0,0 1 39 0,0-2 40 0,4 1 37 0,-4-1 37 16,0 0-17-16,0 2-43 0,0-2-80 0,3 0-96 0,-3 0-46 0,2 1-26 15,-2-1-21-15,0 2-18 0,0-2-27 0,6 1-28 0,-6-1-34 0,0 2-37 16,0-1-33-16,0-1-31 0,3 2-22 0,-3 0-18 0,0 0-12 0,0-2-9 15,4 2-6-15,-2 1-5 0,-2 0-1 0,0 0-3 0,0-2-2 0,0 2-4 16,3 0-3-16,-3-1-3 0,0 1-6 0,0 0-6 0,0 0-3 0,0-3-1 16,0 3-4-16,0-2-1 0,0 2-3 0,0-3-1 0,0 3-1 0,0-1 1 15,0 1-1-15,2-2-2 0,2 2-1 0,-4-1 1 0,3-1-1 0,-1 1 2 16,-2-1-1-16,4 1-2 0,1-1 1 0,-5 1 2 0,6 1 0 0,-3 0-1 16,1-2-1-16,1 1-1 0,-3 1 2 0,2-1 1 0,-1 0 0 0,-1 1 0 15,2-1 1-15,-4-1 1 0,1 1-1 0,3-1 2 0,-4-1-1 0,0 2-1 16,0-1 1-16,0-1 2 0,0 3 4 0,4 0 5 0,-4-1 4 0,0 1 5 15,0 1 8-15,-4-1 5 0,4 1 2 0,0 1 2 0,0 1 0 0,-4-1 1 16,3 1 5-16,1 0 2 0,-4-2-2 0,2 2 0 0,-1 0-5 0,3-1-2 16,-4-1-8-16,2 2-6 0,-1-1-11 0,3 0-8 0,-2-3-14 0,-2 2-14 15,4-2-26-15,-3 1-34 0,3 0-64 0,-2-1-83 0,2-2-70 0,0 0-70 16,-4 1-64-16,4-1-62 0,0 0-68 0,0 0-70 0,0 0-66 0,0 0-64 16,0 0-22-16,0 0 0 0,0 0 18 0,0 0 26 0,4-4 64 0,-2-1 79 15,1 1 71-15,-3 0 68 0,6-1 66 0,-3 0 59 0,3-1 70 0</inkml:trace>
  <inkml:trace contextRef="#ctx0" brushRef="#br0" timeOffset="212446.31">12587 16336 198 0,'-2'2'308'0,"-1"1"42"0,3 0 28 0,0-2 23 0,0-1 19 0,-4 2 31 0,4 1 32 0,0 0 39 0,0-3 44 0,0 1 41 0,0-1 43 0,0 3-27 0,0-3-57 16,0 0-68-16,0 0-64 0,0 0-36 0,0 0-17 0,0 0-14 0,0 0-14 16,0 0-25-16,0 0-26 0,0 0-36 0,0 0-39 0,0 0-37 0,0 0-39 15,0 0-25-15,0 0-24 0,0 0-15 0,0 0-12 0,4 0-8 0,-4 0-7 16,3-1-6-16,-1 1-5 0,2-2-4 0,-4 1-3 0,0 1-3 0,1-2-6 16,3 2-3-16,-4 0-1 0,4-1-5 0,-4 1-5 0,1 0-2 0,-1 0-4 15,0 0-1-15,0 0-1 0,0 0-1 0,0 0-2 0,4 0-2 0,-4 0 0 16,0 0-2-16,0 0 1 0,0 0-1 0,0 0-1 0,0 0 2 0,0 0-2 15,0 0 0-15,0 0 0 0,0 0-2 0,0 0-1 0,0 0-3 0,0 0-1 16,0 0-14-16,0 0-18 0,0 0-45 0,0 0-56 0,0 0-86 0,0 0-107 16,0 0-86-16,-4 1-81 0,4-1-111 0,0 0-119 0,-1 3-58 0,1-3-23 15,0 0-11-15,0 0-3 0,0 0 11 0,0 0 15 0,-8-1 43 0,7-1 57 16,1 2 90-16,-4-4 102 0,4-1 89 0,0 5 81 0</inkml:trace>
  <inkml:trace contextRef="#ctx0" brushRef="#br0" timeOffset="213139.14">12762 16087 105 0,'0'1'398'0,"4"1"188"0,-4-2 99 0,0 5 55 15,0-1 35-15,0 1 25 0,0 1 16 0,0 0 12 0,-4 0 10 0,4 1 10 16,-3 1 10-16,1-1 1 0,-2 2-89 0,3 0-134 0,-3 2-171 0,0-1-189 16,-1 1-95-16,3-1-55 0,-5 2-36 0,1-1-25 0,3 0-22 0,1 2-19 0,-3-1-15 15,1-2-16-15,0 1-13 0,-1-1-8 0,-1 1-10 0,3-1-8 16,-3 1-5-16,3-1-6 0,1-1-8 0,-2 0-5 0,3-1-10 0,-3-1-8 0,4-1-11 15,0-1-9-15,-4-1-3 0,4-1-6 0,0-3 6 0,0 0 5 16,0 0 5-16,0 0 6 0,0 0 5 0,0 0 4 0,4-1 10 0,0 1 5 0,-3-2 10 16,3 1 13-16,-2-2 17 0,1 1 17 0,1-1 17 0,-2 2 15 0,1-3 12 15,1 3 9-15,-2 0 12 0,3-1 6 0,-5 2 9 0,4-1 6 0,0 1 6 16,-3 0 6-16,3 0 8 0,-2 1 9 0,1 1-1 0,1-1-1 0,-2 0 0 16,-2 3-6-16,3-1-5 0,1 0-5 0,-4 0-4 0,2 1-5 0,-2-1-1 15,4 2-1-15,-4 0-6 0,1-3-10 0,-1 2-11 0,0 1-9 0,0-2-5 16,0-1-4-16,0 1-3 0,0-3-3 0,0 0-1 0,4 1-5 0,-4-1 0 15,0 3-3-15,4-3-5 0,-3 0-4 0,3 0 2 0,-2 0 2 0,1 0 4 16,3 0-1-16,-3-3 1 0,3 2 1 0,-1-1 0 0,-1-1-2 0,5-1-1 16,-4-1-3-16,1 1-3 0,-1-1-4 0,2-1-4 0,-1 0-7 0,-1-1-6 0,-1 0-7 15,1 0-8-15,-1 0-6 0,-2 1-11 0,3 0-11 0,-1-2-14 16,-4 1-14-16,3 1-19 0,-1 0-21 0,-2 0-30 0,0 0-30 0,0 0-31 0,0 1-26 16,0-1-25-16,-2 0-21 0,-1 2-18 0,3-2-12 0,-4 1-7 15,4 1 0-15,-5-1 6 0,5 1 10 0,-2 1 20 0,-2-2 24 0,4 4 28 16,-3-2 36-16,3 1 36 0,-2 0 39 0,2 2 39 0,0-1 42 0,0 1 38 15,0 0 40-15,0 0 37 0,0 0 37 0,0 0 33 0,0 0 33 0,0 0 34 16,0 0 32-16,-4 1 26 0,4-1 21 0,0 2 12 0,0 1 6 0,0 0-3 0,4 2-8 16,-2-2-12-16,-2 1-15 0,3-1-19 0,-3 2-23 0,6-1-28 0,-6-1-28 15,3 2-29-15,-1-2-33 0,2 1-24 0,-1-2-24 0,-1 1-14 0,2-2-11 16,1 1-10-16,-1-2-8 0,-2 0-11 0,1 0-12 0,3 0-24 0,-1 0-29 16,-1-2-54-16,-1 1-64 0,-1-1-67 0,2-1-66 0,-2 0-48 0,1 2-39 15,-3-2-33-15,4-2-27 0,-4 1-24 0,2-2-21 0,-2 1-15 0,0-2-14 16,0 1 7-16,0-1 15 0,0 2 43 0,0 0 56 0,0-1 66 0,0 0 66 15,0 0 56-15,-2 2 47 0,2-2 42 0,-4 0 45 0,4 1 36 0,0-1 41 16,0 0 37-16,-3 2 39 0,3-2 30 0,0 1 29 0,-2 1 20 0,-2-2 18 16,4 1 14-16,0 2 17 0,-2-1 5 0,-1 1 7 0,3 0 9 0,0 1 5 15,0 2 3-15,0-3 6 0,0 3 2 0,0 0 5 0,0 0-3 0,0-3-1 16,0 3-6-16,0 0-4 0,0 0-12 0,0 0-10 0,0 0-14 0,0 0-16 16,0 0-16-16,3-1-20 0,-3 1-21 0,2 0-19 0,4-2-36 0,-3 2-47 15,1 0-52-15,-2 0-58 0,1 0-42 0,3-1-33 0,-1 1-25 0,-1 0-23 16,1 0-28-16,1 0-36 0,-3 0-45 0,3 0-49 0,-3 0-55 0,3 0-63 15,-6 0-18-15,0 0-1 0,5 0 29 0,-5 0 41 0,7 0 30 0,-7 0 28 16,0 0 21-16,6 0 17 0,-6 0 28 0,5 0 35 0,1-2 47 0,-1 2 47 16</inkml:trace>
  <inkml:trace contextRef="#ctx0" brushRef="#br0" timeOffset="213361.09">13048 16102 231 0,'6'0'317'0,"-3"0"44"0,3 0 31 0,-3 3 26 0,-1 0 27 0,2 0 42 0,1 2 51 0,-5-2 56 0,6 1 62 15,-6 1 43-15,3-1 38 0,1 1-42 0,-2 1-75 0,1 0-71 0,-3-2-67 16,0 2-38-16,2 0-25 0,2 2-24 0,-4-1-22 0,0 1-41 0,0 1-44 15,0 0-56-15,0 1-59 0,0 1-42 0,0 0-36 0,-4 2-23 0,2-1-18 16,-1 0-11-16,3 0-10 0,-6 0-4 0,6 1-7 0,-3 1-5 0,-3-4-7 16,4 2-7-16,-1 0-9 0,-3-2-13 0,3 3-14 0,-3-4-32 0,3 0-34 15,-3-2-61-15,3 2-75 0,-3-3-68 0,1 2-69 0,-1-4-57 0,3 1-52 16,-3-2-60-16,3 1-65 0,-3-2-72 0,6-2-74 0,-5 0-25 0,1-2-6 16,-1-2 23-16,1-1 32 0,2 1 59 0,-1-4 72 0,3 1 68 0,-2-1 69 15,-2-2 56-15,4 1 53 0,0 0 61 0,4 0 70 0</inkml:trace>
  <inkml:trace contextRef="#ctx0" brushRef="#br0" timeOffset="213682.23">13113 16138 96 0,'0'7'389'0,"0"0"168"0,0 0 92 0,0 1 54 15,2 1 36-15,-2-2 25 0,0 4 17 0,4-2 11 0,-2 1 12 0,-2 1 8 0,0-1 7 16,3 1 5-16,1-1-90 0,-2 1-132 0,3-2-158 0,-1 1-168 15,-1-1-87-15,3-1-56 0,-1-1-32 0,1-1-22 0,3 2-16 0,0-2-12 0,0 0-9 16,-4-2-6-16,8 1-7 0,-6-2-5 0,2 0-3 0,4 0-5 0,-2-2-1 16,-2 1 2-16,1-4-1 0,-1 2 1 0,4-3-2 0,-2 0-2 0,-2 0 1 15,2-1-1-15,-2-1-1 0,0-1-4 0,0 0-1 0,0-1-1 16,-4 1 0-16,5-2 2 0,-5 2 2 0,0-1 1 0,-1-1 1 0,1 1 0 0,-5 1 1 16,6-2 2-16,-6 2 5 0,3-1 7 0,-3 1 4 0,0-2 8 0,0 2 9 0,-3 0 8 15,3-1 4-15,-6 1 3 0,6 0 0 0,-5 1 1 0,1-2-2 16,-1 1-4-16,1 0-2 0,-1 0-2 0,-4 0-9 0,3 0-10 0,1 0-16 0,-4 0-20 15,4 0-22-15,-5 0-22 0,1 1-21 0,0-1-20 0,4 2-26 16,-4 1-31-16,4-2-67 0,-5 2-85 0,5 0-83 0,-4 0-81 0,4 2-62 0,1-1-57 16,-1 2-49-16,-1 0-42 0,6 0-58 0,-9 0-64 0,5 2-25 15,-1-2-3-15,0 1 15 0,5-1 21 0,-6 0 69 0,6 0 86 0,0 0 84 16,0 0 79-16,0 0 66 0,0 0 62 0,0 0 57 0,0 0 55 0</inkml:trace>
  <inkml:trace contextRef="#ctx0" brushRef="#br0" timeOffset="213873.86">13249 16106 229 0,'7'2'344'0,"-5"0"54"0,3-1 33 16,3 1 35-16,-7 2 30 0,5-1 42 0,-2 3 41 0,1-3 50 15,-1 2 53-15,-3-2 35 0,3 1 28 0,0-1-43 0,-3 2-77 0,3-1-87 0,0 1-94 16,-3-1-52-16,-1 1-34 0,6-1-32 0,-6 2-31 0,0 0-39 0,3-1-43 16,-3 1-50-16,0 1-53 0,0-1-37 0,0 2-26 0,0-1-20 0,0-1-15 15,0 0-11-15,0 0-11 0,0 0-17 0,0 0-20 0,-3-2-38 0,3 1-52 16,0 0-59-16,0-2-61 0,0-2-52 0,0-1-47 0,0 0-39 0,0 3-33 16,0-3-29-16,0 0-27 0,3 0-29 0,1 0-30 0,-2-1-29 0,2-2-32 15,-3 0-9-15,3-2-1 0,1 0 36 0,-1 0 50 0,1-1 48 0,-1-2 49 16,-2 2 36-16,5-1 32 0,-1-1 30 0,-1 1 30 0,0-1 35 0,4 2 40 15,-3-1 46-15</inkml:trace>
  <inkml:trace contextRef="#ctx0" brushRef="#br0" timeOffset="213981.95">13439 16153 177 0,'5'-4'296'0,"3"2"49"0,-3-1 32 0,0 3 25 0,1 0 23 16,-3 0 26-16,-1 1 29 0,2 3 47 0,-1-3 56 0,-1 2 47 0,-2 0 42 15,4 0-22-15,-4 1-53 0,4 0-76 0,-3-1-87 0,-1 0-47 0,0 1-29 16,4-1-32-16,-4 0-25 0,2 0-54 0,-2 2-66 0,0-2-100 0,0 0-117 16,0 0-111-16,0 0-107 0,0 0-101 0,0 0-100 0,0-3-98 0,0 0-101 15,-2 4-44-15,2-4-21 0,-4 5-5 0,4-1 2 0,0-4 22 0,-1 2 31 16,1-2 55-16,-4 4 63 0,0-1 67 0,4-3 65 0,0 0 77 0,0 5 80 15</inkml:trace>
  <inkml:trace contextRef="#ctx0" brushRef="#br0" timeOffset="-214368.71">12187 17288 70 0,'0'2'388'0,"-5"0"205"0,5 1 100 0,-6 0 53 0,6 0 36 0,-3 1 25 0,3-1 16 15,0 2 15-15,-2-2 10 0,-2-2 10 0,4 2 6 0,0-3 7 0,0 0-80 16,0 0-122-16,0 0-173 0,0 0-194 0,0 0-92 0,0 0-44 0,0 0-23 0,4 0-17 15,-4 0-6-15,2 0-2 0,1 0-2 0,1 0-4 0,-2 0 3 16,3 0 2-16,-1-1 3 0,-1 1 3 0,3-2 6 0,-4 2 1 0,5-1-5 0,-5 1-7 16,3 0-8-16,-1 0-7 0,1-2-10 0,-1 2-13 0,1 0-8 0,-1 0-7 15,1 0-11-15,-1 0-7 0,-2 0-14 0,3 0-18 0,-1 0-30 0,1 0-36 16,1 0-38-16,-3 2-39 0,3-2-33 0,-3 0-31 0,3 0-60 0,-1 0-74 16,-1 0-98-16,1 0-116 0,1 0-102 0,1-2-99 0,-2 2-96 0,-1-1-100 15,1-1-26-15,-3-1 7 0,5 0 25 0,-1 0 30 0,-1 0 30 0,1-1 28 16,-3-1 59-16,3 1 75 0,-1-1 99 0,2 1 116 0,-1-1 102 0,-1 0 100 15</inkml:trace>
  <inkml:trace contextRef="#ctx0" brushRef="#br0" timeOffset="-214084.47">12601 17226 193 0,'-1'4'586'0,"-3"2"132"0,4-1 61 0,-4-1 29 0,3-1 15 0,1 2 9 0,0-2 8 15,-4 1 9-15,4-1 10 0,0-3 13 0,0 0 17 0,0 2-21 0,0-1-38 16,0-1-200-16,4 1-273 0,-3 1-120 0,3 0-51 0,0-2-23 0,1 0-5 16,-1 0-6-16,1 0-1 0,1 0-1 0,-1 0-4 0,0 0-4 0,4-2-9 15,0 0-9-15,-3 1-13 0,3 0-9 0,0-1-13 0,0 1-7 0,2-2-3 16,-4 0-6-16,0 1-6 0,2-1-5 0,0 1-3 0,0 1-11 0,-3-2-6 16,3 2-8-16,-4-1-9 0,1 1-5 0,-3-1-7 0,3 1-16 0,-3-1-18 0,3 2-33 15,-3-1-36-15,-3 1-37 0,2-2-37 0,-2 2-32 0,0 0-27 0,0 0-65 16,0 0-78-16,0 0-95 0,0 0-103 0,0 0-87 0,0 0-84 0,0 0-77 15,0 0-79-15,0 0-24 0,-5 0-5 0,5 0 17 0,-9 0 26 0,3 0 27 16,3 0 27-16,-4 2 64 0,-1-1 78 0,3 1 94 0,-1 1 105 0,3 0 89 0,-6 0 83 16,3 1 94-16</inkml:trace>
  <inkml:trace contextRef="#ctx0" brushRef="#br0" timeOffset="-213694.79">12654 17341 64 0,'0'5'330'0,"-2"-2"126"15,2 0 84-15,0-2 64 0,0 2 58 0,2 2 56 0,-2-3 33 0,0 0 29 16,0 1 21-16,0-3 11 0,3 2 11 0,-3-2 7 0,0 1-79 0,4 1-119 15,-2-1-121-15,2 1-122 0,-3-1-83 0,-1 1-62 0,4-1-57 0,0 2-52 16,-3 0-36-16,-1-1-27 0,4-1-18 0,-2 2-13 0,1-1-11 0,-3 1-8 16,4-1-5-16,-2 0-2 0,-2 1-5 0,3 0-2 0,-3 2-1 0,0-2 1 15,4 1-2-15,-4 1-2 0,0-1-1 0,-4 1 0 0,4 0-1 0,0 2-2 16,-3-1 1-16,3-2 1 0,-6 2-1 0,6 2 1 0,-5-4-1 0,1 4 2 16,-1-2 0-16,1-1-1 0,-1 2-1 0,3-1 2 0,-5 0 0 0,1 0 3 0,5 0 2 15,-7 0 4-15,7-2 3 0,-3 2 1 0,-1-1 5 0,1-1 3 0,2-1 5 0,-1 0 1 16,-1 0 3-16,4-1 1 0,-2 1-1 0,2-3-1 0,0 0-1 0,-4 1 1 15,4-1-2-15,0 0-2 0,0 0-1 0,0 0 0 0,0 0-3 0,0 0 0 16,6-1 0-16,-6 1 0 0,4-2 3 0,1 1 2 0,-1-1 4 0,1 1 4 16,0-1 4-16,-1-1 1 0,5 0 4 0,-4 2 3 0,1-2 5 0,3 0 0 0,-4 0 4 15,1 1 4-15,3-1 2 0,-6 0 0 0,7 0 0 0,-5 2 1 0,0-2-2 16,-1 1 0-16,1-1 0 0,1 2-4 0,-3-1-5 0,3 2-3 0,-1-2-4 16,-1 2-5-16,1 0-6 0,-1 0-7 0,1 0-5 0,-5 0-3 0,6 0-6 15,-3 0-8-15,-3 0-10 0,0 0-16 0,6 0-23 0,-6 0-26 0,0 0-30 16,0 0-27-16,5 2-28 0,-5-2-32 0,0 0-63 0,0 0-81 0,0 0-91 0,0 0-93 15,0 0-82-15,0 0-72 0,-2-4-78 0,2 1-80 0,-3 0-38 16,3-3-22-16,-4-1 6 0,2 2 17 0,2 0 23 0,-3-1 27 0,1-1 64 0,-2 1 83 16,1-1 90-16,1 2 94 0,-2-1 82 0,-1 1 77 0,1-1 86 0</inkml:trace>
  <inkml:trace contextRef="#ctx0" brushRef="#br0" timeOffset="-213469.39">12677 16999 111 0,'0'-3'549'0,"-1"0"140"0,1 2 74 0,0 1 37 0,0 0 23 0,0 0 18 0,0 0 14 0,0 0 18 0,0 0 13 0,0 0 20 0,0 0 18 0,0 0-13 0,0 0-22 0,0 0-201 0,0 1-280 0,0 4-135 0,0-2-71 0,0 1-35 16,0 4-23-16,0-2-16 0,0 1-17 0,0 4-16 0,0-1-16 0,0 1-28 0,1 2-29 16,-1-1-29-16,4 0-32 0,-4 0-28 0,0 0-28 0,0 0-25 15,2-1-32-15,-2 1-61 0,0-2-83 0,3 0-98 0,-3 1-107 0,0 0-97 0,0-1-91 16,0-1-90-16,0 0-86 0,0-2-26 0,0 1 0 0,0-2 12 0,0 0 15 15,0-6 23-15,0 5 27 0,0-5 64 0,0 0 78 0,0 0 102 0,0 3 105 16,0-3 100-16,0 0 91 0</inkml:trace>
  <inkml:trace contextRef="#ctx0" brushRef="#br0" timeOffset="-213170.14">12873 17266 126 0,'0'5'441'0,"0"-2"214"0,0 1 93 0,0-1 41 16,0 0 20-16,3 1 13 0,-3 0 7 0,4-1 8 0,-2-2 9 0,-2 1 9 15,3-2 4-15,-1 1 6 0,2-1-99 0,1 2-144 0,-1-2-186 0,1 0-206 16,-1-2-89-16,1 2-39 0,1-1-11 0,3 1-2 0,0-2-5 0,-4 1-5 16,4-1-8-16,2-1-8 0,-2 1-6 0,0 1-6 0,-3-2 3 0,3 2 4 15,0-2 2-15,-4 1-2 0,4-1-3 0,-3 2-4 0,-1-1-9 0,2-1-6 16,-5 1-6-16,4 1 0 0,-3 0-6 0,1 1-4 0,-2 0-11 0,-2 0-14 15,3-2-20-15,-3 2-26 0,0 0-21 0,0 0-17 0,0 0-19 0,0 0-26 0,0 0-49 16,0 0-63-16,0 0-85 0,0 0-101 0,-3 2-72 0,1-2-55 0,-2 1-56 16,4-1-54-16,0 0-67 0,-5 1-75 0,5-1-24 0,-6 0-5 0,-1-1 13 15,2 1 19-15,-1-1 49 0,1 1 63 0,-2-3 86 0,1 0 99 0,1 1 73 16,1-1 63-16,-1 0 64 0,3-1 68 0</inkml:trace>
  <inkml:trace contextRef="#ctx0" brushRef="#br0" timeOffset="-213002.27">12967 17113 273 0,'0'0'520'0,"0"3"119"0,0 0 80 0,0 2 45 0,3 1 34 16,-1 0 22-16,-2 1 23 0,0 2 15 0,0 0 18 0,0 2 21 0,4-1 24 16,-4 2-36-16,0 0-66 0,0 0-158 0,0 1-203 0,0 0-116 0,0 0-75 15,0 1-45-15,-4-1-31 0,4 1-24 0,0 1-20 0,0-2-18 0,0 1-16 16,0-2-30-16,0 1-32 0,0-1-42 0,0 0-44 0,0-2-34 0,0 1-33 16,0-2-29-16,0-1-25 0,4-1-46 0,-4-1-49 0,0-1-92 0,0 1-106 15,0-3-80-15,0-1-72 0,2 2-84 0,-2-4-84 0,0 0-59 0,0 0-41 16,0 0-7-16,0 0 11 0,0-8 16 0,0 2 23 0,0 0 40 0,0-1 52 0,0-1 88 15,0-1 107-15,0-1 84 0,0 1 72 0,3 0 87 0</inkml:trace>
  <inkml:trace contextRef="#ctx0" brushRef="#br0" timeOffset="-212567.82">13077 17037 172 0,'0'4'573'0,"4"2"132"0,-2-1 66 16,-2 2 31-16,0 1 19 0,0 1 14 0,3 1 13 0,-3 2 12 0,0 0 11 15,0 0 12-15,0 2 9 0,0-1-24 0,0 2-39 0,0 0-206 0,0 0-276 16,4 0-131-16,-4 0-60 0,0 0-32 0,0 0-17 0,0-2-14 0,0 1-12 16,0 0-12-16,2-3-13 0,-2 0-11 0,0 1-12 0,0-3-9 0,0 0-9 15,3 0-6-15,-3 0-6 0,0-1-8 0,0-1-5 0,0 1-7 0,0-2-7 0,0-2-7 16,0 1-7-16,0-2-4 0,-3 1-6 0,3-2-6 0,0-2-6 0,0 0-5 16,0 0-2-16,0 0-2 0,0 0 0 0,0 0 1 0,0 0 2 0,0 0 6 15,0 0 3-15,3-2 8 0,-3-2 4 0,0-1 6 0,6 1 6 0,-6-1 4 0,3-1 7 16,-1 0 2-16,2-1 7 0,1 1 1 0,-1-2 3 0,-2 2 3 15,5 0 0-15,-5 1 1 0,1 1 2 0,-1 0 0 0,2-1 0 0,1 4 2 0,-1-3-1 16,-3 2 4-16,3 0 1 0,2 2 4 0,-3-1 5 0,3 1 5 0,-1 0 4 16,-1 1 6-16,-1 1 4 0,3-1 5 0,-5 0 6 0,3 3 5 0,1-1 4 15,-1 1 9-15,-4 1 7 0,6-1 7 0,-6 1 4 0,3 1 4 0,-1 1 5 16,-2 1 5-16,0-1 2 0,0 2 6 0,0-1 6 0,-2 1 1 0,-1 0-2 16,3 0-4-16,-2 0-5 0,-2-1-7 0,0 2-8 0,4-2-8 0,-5 2-9 15,5-3-7-15,-5 2-9 0,1 0-19 0,2-1-20 0,-1-1-25 0,-1 0-29 16,-1 0-21-16,-1-1-18 0,3-1-24 0,1 0-23 0,-2 0-25 0,-1-2-25 15,1-2-47-15,4 2-63 0,-5-3-86 0,5 0-98 0,0 0-69 0,-4-1-51 16,4-2-61-16,0-2-61 0,-2 1-63 0,2-2-62 0,-3-2-13 0,3-1 8 0,3 0 15 16,-3 0 22-16,2-1 48 0,-2-1 60 0,4 1 90 0,-4-1 98 0,0 1 78 15,5 1 62-15,-5 0 77 0,4-2 81 0</inkml:trace>
  <inkml:trace contextRef="#ctx0" brushRef="#br0" timeOffset="-212369.88">13249 17266 34 0,'0'0'336'0,"0"0"94"0,4 0 66 15,-4 1 57-15,5 1 61 0,-1 0 58 0,1-1 58 0,-1 1 38 0,-3-1 23 16,5 1 11-16,-2-1 7 0,1-1-21 0,-1 2-31 0,1-2-118 0,-1 0-154 16,1 0-89-16,-1 0-60 0,1 0-56 0,-3 0-54 0,5 0-58 0,-1 0-58 15,-1 0-35-15,0-2-24 0,3 1-11 0,-7-2-5 0,5 1-8 0,1-1-9 16,-1 0-11-16,-5 2-13 0,3-2-27 0,1 0-33 0,-1 1-67 0,-4 1-85 0,2-1-78 16,-2 2-77-16,0 0-72 0,0 0-75 0,0 0-75 0,0 0-80 15,0 0-64-15,0 0-50 0,0 0-17 0,0 0-1 0,-2 3 16 0,-2 0 24 0,4 2 65 16,-5-3 84-16,5 3 74 0,-4 0 77 0,-1-1 72 0,5 2 74 0,-2 0 77 15</inkml:trace>
  <inkml:trace contextRef="#ctx0" brushRef="#br0" timeOffset="-212191.17">13329 17419 33 0,'0'2'385'0,"0"1"108"0,1-2 64 0,3 1 60 0,0 1 51 0,-3-2 40 0,3 1 34 16,0-1 21-16,-3 1 17 0,5-1 9 0,-3 0 4 0,3 1-17 0,-2-2-28 15,1 2-140-15,-1-2-194 0,1 1-107 0,0-1-65 0,-1 0-57 0,1 0-57 16,-1 0-53-16,1-1-48 0,1 1-60 0,-2-2-62 0,-3 0-74 0,5 1-81 15,-3 0-63-15,3-1-57 0,-6 1-49 0,3-2-48 0,1 1-55 0,-2 1-57 16,-2 1-72-16,0 0-77 0,0 0-25 0,3-5-1 0,-3 5 29 0,0-5 43 16,0 5 63-16,2-4 77 0,-2 4 60 0,0-4 52 0,0-1 49 0,0 5 49 15,4-6 52-15,-4 3 60 0</inkml:trace>
  <inkml:trace contextRef="#ctx0" brushRef="#br0" timeOffset="-211751.03">13506 17217 61 0,'5'-2'303'0,"-5"-1"87"0,4 0 45 0,-4 2 28 0,5 1 43 0,-1 0 54 15,-1 0 62-15,-1-2 63 0,4 1 41 0,-3-1 27 0,3 1 18 0,3-1 11 16,-4 1-73-16,1-1-115 0,3-1-89 0,-2 1-78 0,0 1-39 0,0 0-21 16,-1-1-38-16,-1 1-46 0,1-1-59 0,-1 2-61 0,2 0-39 0,-1 0-23 15,-1 0-13-15,1 2-8 0,-3-2-7 0,3 1-5 0,-3 1-4 0,-1 0-2 16,2 0-5-16,1 3-5 0,-5-2-2 0,4 1-1 0,-4 1-2 0,3 1-2 15,-3 0-3-15,0 1-2 0,0 1-2 0,-3-1-5 0,3 1-3 0,-4 1-2 16,4-2-4-16,-2 2-1 0,-1 0-4 0,-1 0-1 0,2 0-3 0,-1-1-3 16,1 1 0-16,-2 0-3 0,-1 0 0 0,1-2-1 0,-1 2-1 0,1-2 2 15,-1 3 2-15,1-4 1 0,2 1 1 0,-1 1 2 0,1-4 0 0,-2 2 0 0,4-1 0 16,-3-2 3-16,3-2 0 0,-2 2 2 0,2-3-1 0,0 0 1 0,0 0-3 16,0 0-1-16,0 0-1 0,0 0-4 0,0 0-2 0,0 0 0 0,0 0 1 15,0 0 2-15,0 0 0 0,2-1-1 0,1 1 1 0,1-2 3 0,-2 1 0 0,1 1 1 16,3-2-1-16,-3 1 2 0,-1-1-1 0,5 1 4 0,-5-1-1 0,4 2 1 15,-3-1-4-15,3-1-2 0,-3 0-2 0,3 1 0 0,-3 0 0 0,-1-1-3 16,2 2 2-16,1-1-1 0,1 1-1 0,-3-2-1 0,-3 1-1 0,6 1-1 16,-3-2 0-16,-1 2 0 0,2-1-1 0,-1 1-2 0,-1 0 0 0,2 0-2 15,-4 0 1-15,0 0-1 0,2 0-1 0,-2 0-1 0,3 0-2 0,-3 0-3 16,0 0-8-16,0 0-11 0,0 0-15 0,0 0-18 0,0 0-19 0,0 0-14 16,0 0-22-16,0 0-19 0,0 0-56 0,0 0-67 0,0 0-90 0,0 0-99 15,-3 0-79-15,3 0-69 0,-2 0-89 0,-2 1-94 0,4-1-48 0,0 0-28 16,-5 0-4-16,1 0 7 0,-1 0 17 0,5 0 20 0,-6 0 52 0,-3 0 68 15,4 0 89-15,-4 0 103 0,3 0 80 0,1 0 74 0,-2 2 95 0</inkml:trace>
  <inkml:trace contextRef="#ctx0" brushRef="#br0" timeOffset="-211016.83">12714 17953 259 0,'-4'3'592'0,"4"0"125"0,-4 0 58 0,3 0 30 0,-3-1 14 0,4 1 10 0,0 0 8 0,-2 0 4 0,-2-2 5 16,4 2 5-16,0-3 7 0,0 1-46 0,0-1-67 0,0 0-207 0,-3 2-268 0,3-2-123 15,0 0-57-15,0 0-27 0,0 0-17 0,3 2-8 0,-3-1-8 0,4 1-6 0,-2-1-5 16,2-1-7-16,-3 2-6 0,3-1-3 0,-4-1-4 0,4 2-1 0,-3-2-2 15,3 1-2-15,-2-1-2 0,1 0-4 0,-3 0-1 0,4 0-4 0,-4 0-2 16,2 0-4-16,-2 0-2 0,0 0-5 0,0 0-3 0,0 0-5 0,0 0-1 16,0 0-3-16,0 0-6 0,0 0-4 0,0 0-7 0,0 0-13 0,0 0-12 0,0 0-30 0,0 0-36 15,0 0-44-15,0 0-49 0,0 0-40 0,0 0-36 0,0 3-29 0,0-3-24 16,-6 1-19-16,6-1-14 0,0 2-13 0,0-2-11 0,-3 0-6 0,3 0-5 16,-2 0 7-16,2 0 11 0,0 2 17 0,0-2 20 0,-4 0-9 0,4 0-19 15,0 0-7-15,0 0-5 0,-5-2 7 0,5 2 16 0,-4-2 18 0,4 2 17 0,-5-2 19 16,5 2 22-16,-2-3 23 0,2 3 31 0,0 0 29 0,-4-3 34 15</inkml:trace>
  <inkml:trace contextRef="#ctx0" brushRef="#br0" timeOffset="-210304.1">12715 18151 16 0,'0'3'339'0,"0"-3"200"0,-1 2 101 0,-3-1 54 0,4 1 35 0,0 1 28 0,0 0 16 0,0-1 11 0,-4 0 11 0,4 1 9 0,-1-1 5 16,1-1 6-16,0-1-66 0,-4 2-97 0,4-2-165 0,0 3-192 0,0-3-97 15,0 3-53-15,-2-2-34 0,2 0-24 0,0-1-16 0,0 4-14 0,0-4-9 0,-4 3-8 16,4-3-5-16,0 1-7 0,0-1-5 0,0 5-5 0,0-2-3 0,0-2-5 16,0 2-2-16,0 0-2 0,0 0 0 0,4 2 0 0,-4-2 0 0,0 0 1 15,0 1-1-15,0 1-1 0,0-1-1 0,0 1 1 0,0-1-2 0,-4 1 0 0,4-2 0 16,0 3-3-16,0-2-3 0,-3 1-3 0,3 1-6 0,0-2-8 0,-2 0-8 0,-2 1-13 15,4 0-17-15,0-2-22 0,-3 1-38 0,3 1-50 0,-2-1-63 16,2-1-64-16,-4 2-63 0,4-4-59 0,0 2-56 0,0 0-52 0,0-1-69 0,0-2-79 16,0 0-52-16,0 0-40 0,0 0-6 0,0 0 9 0,0 0 36 0,0 0 46 15,0-5 62-15,0-1 67 0,0-1 64 0,4 0 61 0,-2 0 57 0,1 0 55 16,3-1 76-16</inkml:trace>
  <inkml:trace contextRef="#ctx0" brushRef="#br0" timeOffset="-210123.39">12923 18097 329 0,'2'5'579'0,"2"-1"107"0,-4 0 54 0,3 0 22 15,-1 0 10-15,2 1 2 0,-2-1 5 0,1 0-1 0,-3 1 1 0,4 0 0 16,-2-1-1-16,-2-1-66 0,3 2-95 0,-1-2-211 0,2 1-265 0,-4-2-161 0,3 1-115 16,-1-2-92-16,-2 0-82 0,0-1-61 0,4 2-56 0,-1-2-72 0,-3 0-80 15,0 0-74-15,0 0-70 0,0 0-28 0,2-3-11 0,2-1 16 0,-4 1 26 16,0 3 52-16,2-5 65 0,-2-1 67 0,0 6 74 0,0-4 57 0,0 4 56 0,0-6 70 15,0 6 80-15</inkml:trace>
  <inkml:trace contextRef="#ctx0" brushRef="#br0" timeOffset="-208630.43">13104 18024 246 0,'0'0'364'0,"0"0"64"0,0 0 45 0,0 0 46 0,-3 3 48 0,3-3 55 0,0 3 56 0,0 0 45 0,0-2 39 0,0 2 25 0,0 0 19 15,0 0-54-15,0 0-80 0,3 2-95 0,-3-2-98 0,0 1-57 0,0-1-38 0,2 2-40 16,-2-1-40-16,0-1-46 0,0 2-48 0,0-1-36 0,4 1-28 0,-4-1-14 0,0 1-8 16,0-1-2-16,3 2-1 0,-3 0 2 0,2 0 0 0,-2 0 2 0,0 1-3 15,0 0 2-15,0 0 0 0,4 1-3 0,-4-1-4 0,2 0-5 0,-2 1-8 16,0 0-7-16,0 1-11 0,0-2-6 0,0 2-11 0,0-1-7 0,0-1-8 16,0 1-9-16,0-1-6 0,0 1-7 0,0-1-5 0,0-1-7 0,0 2-4 0,0-2-4 15,0 1-1-15,0-1-4 0,-2-1 1 0,2 1-4 0,-4 0-1 0,4-2-1 16,0 2-1-16,0-2-1 0,-2 1-1 0,2 0-1 0,-3-2-1 0,3 1 0 0,0-1 0 15,0 0-1-15,0-1-2 0,-4 1-3 0,4-3-6 0,0 1-5 0,0-1-1 16,0 2-9-16,0-2-8 0,0 0-10 0,0 0-11 0,0 0-13 0,0 0-11 0,0 0-13 16,0 0-15-16,0 0-11 0,0 0-12 0,0 0-6 0,0 0-7 0,-2 0-5 15,2 0-1-15,-3-2 0 0,3 2-2 0,0-1 4 0,0-2 2 0,0 3 5 0,0-3 6 16,0-2 5-16,-4 2 4 0,4-1 0 0,0 1 0 0,0-2-3 0,0 1-2 16,0-1-6-16,0 1-7 0,0-1-6 0,0 1-6 0,0-2-1 0,0 1-2 15,4 0 6-15,-4 1 5 0,0 0 10 0,0-1 8 0,3 1 13 0,-3-2 11 16,2 1 15-16,-2 1 9 0,4-1 17 0,-4 2 17 0,3-1 14 0,-1-1 21 15,2 2 14-15,-2-2 19 0,1 3 17 0,1-1 15 0,-2 0 19 0,1-2 18 0,-1 2 16 16,2 0 16-16,1 0 8 0,-1 2 9 0,-3-2 4 0,3 1 8 0,2 1 0 0,-6-1 1 16,3 1-1-16,3 1-2 0,-3 0-6 0,-1 0-11 0,2 0-13 0,-1 1-12 15,-1-1-11-15,2 2-10 0,1-1-5 0,-5 1-4 0,5 1-1 0,-1-2 0 16,0 2 2-16,-2 0-1 0,3 2 1 0,-1-1-1 0,-4 1 2 0,5-1 3 0,-5 2 3 16,5 0 2-16,-5 2 4 0,4-2 4 0,-4 1 4 0,4 1 2 0,-3-1 2 15,-1 2-1-15,0-1 0 0,4-1-1 0,-4 2 2 0,0-1 1 0,0-1 2 0,0 1 0 16,0-1-3-16,-4 1 2 0,4-2-3 0,0 0-5 0,0-2-6 0,0 1-4 15,-1-1-3-15,-3-1-8 0,4 2-3 0,0-2-4 0,0 0-6 0,-4 0-9 16,4 0-8-16,-5 1-7 0,5-1-7 0,-5-1-7 0,5 1-7 0,-4 0-8 0,-1-2-8 0,3 2-10 16,-2 0-13-16,0-1-18 0,-1-1-21 0,5 1-24 0,-5-1-22 0,1 1-24 15,-1-2-25-15,1 0-22 0,2 0-25 0,-1-2-25 0,-3 1-41 0,3-1-50 16,1-1-75-16,-2 1-89 0,0 0-56 0,3-1-42 0,-3-2-40 0,4 2-43 0,0 0-52 16,-2-1-59-16,-1-2-30 0,3 1-15 0,0-1 5 0,-4-1 15 0,4 2 39 0,0-1 53 15,-2-1 80-15,-1 1 97 0,3-2 70 0,0 4 55 0,0-2 63 0,0-1 65 16,0 3 76-16</inkml:trace>
  <inkml:trace contextRef="#ctx0" brushRef="#br0" timeOffset="-208390.71">13244 18154 40 0,'3'-1'346'0,"-1"-1"180"0,-2 2 103 0,0 0 69 0,0 0 41 0,4 2 33 0,-4-1 19 0,5-1 14 15,-5 2 11-15,4-2 9 0,-3 1 6 0,3-1 8 0,-4 2-74 0,5-2-112 0,-5 0-153 16,6 0-173-16,-2 0-101 0,-1 0-65 0,-1 0-40 0,2-2-26 0,1 2-17 0,0-1-12 15,-1 1-9-15,1 0-8 0,1-2-4 0,1 2-7 0,-1-1-2 0,3-1-3 16,-4 0-3-16,0 1-5 0,4 0-4 0,-3-2-4 0,3 0-7 0,-4 0-7 16,1 1-10-16,-3-1-14 0,3 0-17 0,1 2-17 0,-5-2-25 0,3 0-26 15,-1 1-50-15,-4 1-60 0,5-2-68 0,-5 1-69 0,0 2-56 0,4 0-53 0,-4 0-47 16,0 0-43-16,0 0-48 0,0 0-50 0,0 0-53 0,0 0-58 0,0 0-10 0,0 0 11 16,-9 0 43-16,5 2 58 0,-1-1 64 0,3-1 70 0,-5 2 59 0,1-1 53 15,3 1 50-15,1-1 49 0,-2 2 56 0,-1 0 60 0</inkml:trace>
  <inkml:trace contextRef="#ctx0" brushRef="#br0" timeOffset="-208233.01">13339 18169 54 0,'0'2'326'0,"0"-2"135"0,0 0 81 0,0 3 54 15,4 0 52-15,-4-2 56 0,4 1 39 0,-3-1 30 0,-1 1 22 0,0-1 18 16,6 0 10-16,-6 1 9 0,0-2-78 0,3 0-116 0,-3 2-126 0,4-1-133 16,-4-1-78-16,2 2-53 0,2-2-54 0,-4 0-56 0,1 1-38 0,3-1-32 15,1 0-26-15,-1 0-24 0,-2 0-24 0,1 0-23 0,1 0-31 0,-2-1-39 0,1-1-70 16,1 2-87-16,-2-1-74 0,3-1-70 0,-1 0-70 0,0 1-69 0,-3 1-90 0,3-3-98 15,-4 3-49-15,2-3-26 0,1-1-4 0,-3 4 8 0,0-5 24 0,4 1 31 16,-4 4 71-16,0-5 88 0,2 1 74 0,-2-1 67 0,0 5 72 0,3-4 69 16</inkml:trace>
  <inkml:trace contextRef="#ctx0" brushRef="#br0" timeOffset="-207894.99">13520 18072 97 0,'0'1'407'0,"0"-1"197"0,0 0 91 0,0 0 38 16,0 5 20-16,4-2 7 0,-4 0 6 0,0-3 2 0,-4 3 5 0,4-3 10 15,4 1 8-15,-1 1 8 0,-1-2-86 0,4 1-132 0,1-1-174 0,-2 0-191 16,1-1-87-16,3 1-35 0,0-2-13 0,0 1-8 0,-2-2-2 0,2 1-2 0,0-1-5 0,2 0-7 16,-2 0-7-16,4-1-10 0,-2 1-5 0,-2-2-7 0,3 0-4 0,-1 1 0 15,0 0-1-15,-2-2-2 0,4-1-5 0,-2 3-4 0,-2 0-1 0,0-2-2 16,0 1-2-16,-4-1-1 0,4 2-1 0,-3-1-2 0,-1 2-2 0,1 0 1 15,-3 0-2-15,3 2-3 0,-3-2-3 0,-1 1-6 0,2 2-2 0,-4 0-1 0,0-1-4 16,0 1-7-16,0 0-7 0,0 0-9 0,0 0-15 0,0 0-18 0,0 0-34 0,0 0-41 16,0 0-60-16,0 0-66 0,-4 1-55 0,2-1-46 0,-1 2-35 0,3 1-29 15,-6 0-25-15,3-2-26 0,1 3-28 0,-2 0-31 0,2 0-26 0,-5-1-25 16,5 2-21-16,-1-1-19 0,-3-1 31 0,-3 2 55 0,6-1 53 0,-3 0 47 16,-3 1 36-16,4 0 31 0,-1 1 30 0,-3-2 30 0,4 2 37 0,-1-1 40 15,-1 1 43-15</inkml:trace>
  <inkml:trace contextRef="#ctx0" brushRef="#br0" timeOffset="-207460.97">13658 18105 249 0,'0'0'367'16,"0"0"52"-16,0 0 26 0,0 0 18 0,0 0 14 0,0 1 23 0,5-1 23 16,-5 2 34-16,0-2 37 0,0 0 41 0,4 0 42 0,-4 0-30 0,5 0-65 15,-5 0-86-15,6 0-93 0,-6-2-44 0,0 2-18 0,0 0-13 0,3 0-10 0,-3 0-21 16,6-1-22-16,-6 1-32 0,5 0-36 0,-5 0-37 0,4 0-42 0,1 0-31 0,-1 0-26 16,-2-2-16-16,1 2-15 0,3 0-7 0,-6 0-7 0,3 0-4 0,-3 0-1 15,0 0 0-15,0 0 0 0,0 0-1 0,6 0-1 0,-6 0 1 0,0 0 1 16,0 2 0-16,0-2-2 0,0 0 2 0,0 1 0 0,0-1 0 0,0 0 2 15,0 3 1-15,0 0 0 0,0 2-2 0,0-2 1 0,0 1-1 0,-2 1-1 0,-2-1 0 16,4 1 0-16,-3 1-1 0,1-2-4 0,-2 1 2 0,1 1 0 0,1 0-1 16,-2-2-1-16,4 2-1 0,-5 0-1 0,1 0-1 0,2 0-1 0,-1 0 0 0,-3 0 0 15,6 2 0-15,-3-2 0 0,-3 1 0 0,6-1-1 0,-5 0-1 0,5 0-1 16,-4 2-1-16,2-2-2 0,-1-2-2 0,-1 2 1 0,2-1-2 0,-1-1 0 16,3 0 0-16,-2 0 0 0,2 0-8 0,-4-1-10 0,4 0 2 0,0 0 7 0,0-2 1 15,0-1 2-15,0 0 0 0,0 4 2 0,0-4 1 0,0 3-2 0,0-3 2 16,0 1-1-16,0 1-1 0,0-2 1 0,4 1 5 0,-2 1 10 0,-2-1-4 0,3 1-5 15,-1-2-2-15,2 0-3 0,-1 0 0 0,-1 0 0 0,2 0 0 0,1 0 0 16,1-2 0-16,-3 1 0 0,3 1 0 0,-3-2 1 0,3 1 1 0,-3-1 1 16,-1 1 0-16,4 1-2 0,-3-2 2 0,3 1 0 0,-3 1-1 0,3-2-1 15,-6 2 1-15,5-2-1 0,-1 2 2 0,-1-1-1 0,-1 1 1 0,-2 0 0 0,6-1 0 16,-6 1-5-16,0 0 1 0,0 0-1 0,3 0 1 0,-3 0 1 0,0 0-2 0,4-2 1 16,-4 2-4-16,0 0-7 0,0 0-4 0,2-1-8 0,-2 1-8 0,0 0-11 15,0 0-17-15,0 0-21 0,0 0-48 0,0 0-66 0,0 0-74 0,0-3-77 16,0-2-61-16,-2 2-53 0,-2-1-50 0,4-1-50 0,0-1-68 0,-3 0-78 15,1-1-46-15,-2-1-31 0,-1-1-3 0,1 2 15 0,2-1 46 0,-1 1 64 16,-3-1 72-16,3-1 77 0,1 2 62 0,-2-2 55 0,1 1 55 0,1 2 55 0,-2-1 75 16</inkml:trace>
  <inkml:trace contextRef="#ctx0" brushRef="#br0" timeOffset="-207041.68">13562 17776 45 0,'-4'-4'317'0,"2"-1"69"0,-1 1 40 0,-1 1 19 0,4-1 11 0,-2 2 14 0,-1 0 15 16,3 2 16-16,0-1 17 0,0 1 29 0,0 0 28 0,0 0 3 0,-2-2-10 15,2 2-85-15,0 0-114 0,0 0-53 0,0 0-25 0,0 0-12 0,0 0-6 0,0 0-5 16,0 0-5-16,0 0-10 0,0 0-9 0,0 0-19 0,0 0-26 0,0 0-22 0,2 2-25 16,1-2-23-16,-1 1-18 0,2 1-11 0,-1-1-10 0,-1 2-4 0,2-1-2 15,-2 1-6-15,1 0-6 0,1-2-4 0,-2 2-8 0,1 0-3 0,3-2-3 16,-3 3-4-16,-1-1-4 0,2-2-2 0,1 1-4 0,-1 1-1 0,1-2-3 15,-1 2-3-15,1-2-3 0,-3 3 0 0,2-3-1 0,1 1-1 0,2 1 1 0,-5 0-2 16,4-2-3-16,-3 1 3 0,3-1 1 0,-3 2 2 0,3-1-3 0,-3-1 2 0,-1 1-1 16,2 1 4-16,-1-2 4 0,-1 1 1 0,2 1 2 0,-2-2 3 0,1 1 3 15,-3-1 5-15,6 2 5 0,-6-1 5 0,0-1 3 0,3 1 6 0,-3 1 11 16,2-2 4-16,-2 2 4 0,0-1 3 0,0 0 0 0,0 2 2 0,0-1 0 16,0 0-1-16,0 0 4 0,0 1-3 0,-2-1-4 0,-1 2-3 0,3-2-5 0,0 1-7 15,-2-1-11-15,-2 2-7 0,4-1-8 0,-3-1-6 0,1 2-4 0,-2-2-5 16,2 1-5-16,-1 1-8 0,-1-2-13 0,-1 1-11 0,5-1-16 0,-6 2-17 0,3-2-17 15,-3 2-17-15,3-3-18 0,1 2-13 0,-4 0-17 0,-1-3-16 0,5 2-14 16,-5 0-14-16,2-1-14 0,-1 1-23 0,3-3-29 0,-3 1-59 0,1-1-69 16,1-1-66-16,-1 1-63 0,-1-3-41 0,3 0-33 0,-3 0-42 0,6-2-46 15,-5 1-58-15,1-2-62 0,-1-2-29 0,1 1-12 0,2-2 13 0,-1 0 31 0,-3-2 63 16,3 2 81-16,1-1 76 0,-2 1 77 0,2-2 59 0,-1 1 50 0,3 0 57 0,0 2 63 16</inkml:trace>
  <inkml:trace contextRef="#ctx0" brushRef="#br0" timeOffset="-206892.61">13573 17676 4 0,'3'-3'260'0,"3"0"98"0,-6 1 55 0,5 1 35 0,-5-1 43 16,4 4 44-16,1-1 51 0,-1-1 53 0,-2 2 45 0,1-2 47 0,3 0 25 16,-3 0 18-16,3 0-59 0,-3-2-90 0,-1 2-93 0,2 0-92 0,1-1-52 0,1-1-38 15,-3 1-40-15,1-1-42 0,-2 2-46 0,3-1-51 0,-1-1-50 0,1 2-50 16,2-3-37-16,-5 2-33 0,4-1-45 0,-3-1-49 0,3 0-74 0,-1 2-86 16,-1-3-67-16,-1 2-59 0,-1 0-66 0,-2 1-70 0,4-1-89 0,-2-1-100 15,-2 3-47-15,0 0-22 0,0 0-4 0,0-3 8 0,0 3 31 0,0 0 40 0,0-6 70 0,-2 2 81 16,2 4 68-16,-4-3 59 0,4 3 65 0,-2-3 70 0</inkml:trace>
  <inkml:trace contextRef="#ctx0" brushRef="#br0" timeOffset="-206696.51">13716 17685 22 0,'0'3'215'0,"0"1"16"0,-2-1-9 0,2 1-25 0,0 0-33 16,0-4-50-16,0 0-63 0,-4 6-29 0,4-6-11 0,0 3-7 0,0-3-1 16,0 0-33-16,0 0-45 0,0 0-68 0,0 4-72 0,0-4-17 0,0 0 11 15,0 0 25-15</inkml:trace>
  <inkml:trace contextRef="#ctx0" brushRef="#br0" timeOffset="-196904.55">24800 5424 127 0,'-4'-3'389'0,"-3"0"131"0,-1 0 76 0,3 1 50 0,1-1 32 0,3 2 24 0,-3-1 16 0,2 2 13 0,2 0 13 16,0 0 11-16,0 0 15 0,0 0 13 0,0 0-93 0,2-1-138 0,3-1-128 15,-1 1-125-15,1-1-68 0,4 1-44 0,1-2-28 0,0-1-21 0,3 0-8 16,-2 1-7-16,7-1-7 0,-4-1-8 0,1 1-8 0,3-1-7 16,0-1-6-16,-2 0-4 0,-1 2-2 0,3-2-5 0,-4 1-1 0,4-1 0 15,-3 0-4-15,1 0-5 0,-1 0-3 0,-3 2-5 0,3-2-4 0,-4 1-6 16,1 1-7-16,-1 1-5 0,2-3-8 0,-4 3-4 0,2 0-4 0,-6-1-5 16,4 2-5-16,-3-1-4 0,1 0-7 0,-2 1-10 0,-3-1-14 0,2 0-19 15,1 1-14-15,-5 1-16 0,0 1-14 0,0 0-14 0,0 0-21 0,0 0-24 16,0 0-53-16,0-3-62 0,-2 2-68 0,-1 1-70 0,-1-2-45 0,2 2-33 15,-3 2-17-15,1-2-11 0,-1 0-7 0,-1 1-2 0,-3 2 4 0,0-2 7 16,0 1 17-16,0 1 22 0,0 0 52 0,0 0 64 0,-2 2 72 0,0-4 77 16,-1 2 57-16,1 0 47 0,-2-1 41 0,4 1 35 0,-2-2 29 0,-1 1 27 15,4-1 21-15,-4 1 22 0,6-2 23 0,-3 1 23 0,0 1 23 0,4-1 24 16,-1 0 25-16,1 1 24 0,-2-2 24 0,1 2 23 0,5-1 26 16,-3 1 26-16,0-1 21 0,2 2 21 0,-1-1 6 0,1 2 3 0,-2 1-6 15,1-1-8-15,1 2-13 0,-2 3-18 0,1-1-20 0,1 2-20 16,-3 1-21-16,1 1-27 0,-5 3-28 0,7-2-32 0,-11 4-25 0,8-1-29 15,-4 2-17-15,-2 0-16 0,-2 2-11 0,3-1-11 0,-3 1-11 0,-2-1-8 16,1 1-10-16,0-1-8 0,-1 1-11 0,4-1-11 0,-5-1-13 0,1 0-16 16,1-1-16-16,0-1-16 0,3-1-24 0,-2-1-27 0,6-2-45 0,-6-2-51 15,4-1-62-15,4 0-65 0,-1-3-54 0,1 0-48 0,1-3-45 0,1 0-38 16,3-3-31-16,0 0-32 0,3-3-34 0,1 0-35 0,-2-3-30 0,1 0-30 16,3-3 20-16,-1-1 40 0,0-1 55 0,3-1 64 0,1 0 53 0,-2-1 50 15,2-1 45-15,0 1 42 0,0-1 43 0,0 1 42 0,2 1 47 0</inkml:trace>
  <inkml:trace contextRef="#ctx0" brushRef="#br0" timeOffset="-196087.47">24948 5431 229 0,'9'-4'317'0,"0"1"36"0,-4 1 29 0,1 1 26 0,-3 1 40 0,3 0 42 0,-6 0 57 0,0 0 64 16,5 0 53-16,-5 1 52 0,0-1 12 0,0 3-5 0,0 0-77 0,0 0-111 16,0 0-55-16,-2 2-31 0,-1-1-28 0,1 2-26 0,-2 2-39 0,-1-1-43 15,0 2-57-15,-3 0-65 0,-1 2-59 0,2-1-59 0,-2 2-43 0,0 0-36 16,-2 0-43-16,-2 0-46 0,4 0-58 0,0-1-62 0,2-1-52 0,-2-1-52 15,0-1-33-15,0-1-29 0,5 1-21 0,-3-1-19 0,0-2-10 0,5-1-6 16,-3 0 4-16,1 1 8 0,0-2 27 0,-1 0 34 0,5 0 49 0,-4-1 58 16,3-1 50-16,-3 0 47 0,4-1 38 0,0 0 29 0,0 0 26 0,-2-1 21 15,2 1 19-15,-3-1 15 0,3-1 16 0,0 2 14 0,0-3 12 0,0 3 11 16,0-3 9-16,0 2 7 0,0 1 13 0,0-3 13 0,0-1 12 16,0 4 14-16,0 0 15 0,3-1 20 0,-3 1 29 0,0 0 29 0,2-1 26 15,-2 1 26-15,0 1 30 0,4-1 27 0,-3 3 18 0,3 0 11 0,-4 0-1 16,4 2-7-16,-3-1-10 0,3 2-11 0,0 0-19 0,-3 0-18 15,-1 2-30-15,4-1-35 0,-2 0-34 0,-2 1-32 0,3 0-42 0,1-1-44 16,-2-1-43-16,-2 1-44 0,0 0-45 0,4-1-46 0,-3-1-40 0,-1 0-36 16,0 0-34-16,4-2-28 0,-4 0-23 0,0 0-19 0,4-2-15 0,-4-1-8 15,0 0-7-15,1 1 2 0,-1-1 12 0,0 0 18 0,4-1 32 0,-2 0 35 16,-2-2 33-16,3 0 35 0,-3 0 28 0,4-2 25 0,-2-1 22 0,-2 2 20 16,3-2 9-16,1-1 9 0,-4 2 9 0,2-1 8 0,2 1 10 0,-3-2 6 15,-1 1 5-15,4-1 5 0,-4 2 4 0,5-1 2 0,-5 0 5 0,6 0 5 16,-6 1 5-16,3-1 5 0,1 1 9 0,-2 1 13 0,1 1 7 15,1-1 8-15,-2 1 6 0,-2-1 12 0,3 2 10 0,-1 0 12 0,-2-1 10 16,4 2 10-16,-4-1 7 0,4 1 6 0,-3-1 8 0,-1 2 3 0,0 0 3 16,4-3-2-16,-4 3-2 0,2 0-4 0,-2 0-5 0,0-2-7 15,0 2-7-15,0 0-8 0,0 0-7 0,0 0-9 0,0 0-12 0,0 0-8 16,0 0-9-16,0 0-8 0,0 0-6 0,0 0-3 0,0 0-5 0,0 0 1 16,3-1-1-16,-3 1 3 0,0 0 5 0,0 0 6 0,4 1 12 0,-2 1 9 15,-2-2 9-15,0 3 10 0,3-1 8 0,-1-1 8 0,-2 1 4 0,4 1 0 16,-4 0 2-16,3 1-2 0,-3-1-2 0,2 2-7 0,-2-2-9 0,4 1-11 15,0 1-13-15,-4-2-12 0,1 3-12 0,-1-2-8 0,0-1-10 0,4 3-9 16,-4-1-7-16,2-1-4 0,1 2-2 0,-3-1-1 0,4 1-2 0,-2-2-4 16,-2 2 1-16,3 2 1 0,-1-3 3 0,-2 3 4 0,4 0-2 0,-1-1-4 15,-1 1-1-15,-2-1 0 0,4 2 0 0,-2 0-1 0,-2 0-2 16,3 0-2-16,-3-1 1 0,0 1 4 0,4 0-2 0,-2 0 1 0,-2 0-5 16,0 0-5-16,0 0 1 0,0 0 2 0,3-2-1 0,-3 1 0 0,0-1-1 15,0 1-1-15,0-2 2 0,0 0-1 0,0 0 1 0,0-2 0 16,-3 1 1-16,3-2 1 0,0-1 1 0,-2 2 3 0,2-3 3 0,-4 1 4 15,4 1 5-15,-3-3 6 0,1 1 9 0,-2 1 9 0,-1-1 8 0,1-1 10 16,-1 2 5-16,3-2 6 0,-2-2 5 0,-1 2 7 0,1 0 4 0,3 0 4 16,-7 0 3-16,3 0 2 0,1-1-1 0,-1 1-4 0,3-2-4 0,-2 1-9 15,1 1-8-15,-3-2-7 0,5 1-7 0,-3-2-8 0,4 1-5 0,-4-2-5 16,4 1-5-16,-2-3-6 0,2 1-5 0,2-1-5 0,-2-1-4 0,4-1-1 16,0-1-3-16,-3 0-4 0,5-3-7 0,-3 2-8 0,3-1-13 0,-1-1-10 15,4 2-27-15,-1-2-36 0,-1 1-67 0,0-1-83 0,0 0-71 16,2 1-68-16,0 0-63 0,0 0-64 0,2 1-77 0,-2-1-83 0,0 1-56 15,4-2-39-15,-2 1-13 0,0 1 3 0,-2 1 21 0,5 0 36 0,-5 1 65 16,0 1 80-16,2 1 73 0,-2-1 69 0,4 3 65 0,-4 3 61 16,2-2 80-16</inkml:trace>
  <inkml:trace contextRef="#ctx0" brushRef="#br0" timeOffset="-195055.37">25196 5667 6 0,'-6'0'259'0,"3"0"97"0,3 0 43 0,-2 0 21 0,2 0 17 0,0 0 14 0,0 0 15 0,2 0 18 15,1 0 20-15,1-2 19 0,1 1 19 0,1-2 17 0,-1 0-56 0,4-1-89 16,0 0-89-16,0 0-88 0,2-1-45 0,-2 0-25 0,4 1-14 16,-2-2-14-16,1 0-14 0,-4 2-17 0,1-1-20 0,3 1-21 0,-5-2-17 15,3 1-19-15,-1 1-10 0,0-1-13 0,0 2-11 0,-4-2-14 16,0 3-14-16,3-3-14 0,-6 1-21 0,3 2-21 0,-1-3-22 0,-4 3-19 15,3-1-19-15,-1 0-16 0,-2 0-15 0,0-2-12 0,0 2-9 0,0 0-11 16,-2 0 0-16,-1 0 3 0,3 0 9 0,0 0 13 0,-4-1 18 0,2 1 17 16,-1-2 20-16,3 2 20 0,-2-1 16 0,-2-1 17 0,0 1 13 0,4 1 15 15,-5-2 9-15,5-1 11 0,-4 2 13 0,4 1 10 0,0-2 9 0,-1 2 7 16,-3-1 10-16,4 2 7 0,0-1 5 0,-2 2 7 0,2 1 8 0,-3-3 8 16,3 3 12-16,0 0 21 0,0 0 23 0,0 0 26 0,0 3 25 0,0 1 24 15,0 0 24-15,3 3 27 0,-3 2 31 0,2 1 29 0,-2 0 25 0,4 4 17 16,-4 1 13-16,1 2 8 0,-1 1-5 0,0 0-10 0,4 1-17 15,-4 1-24-15,4 1-24 0,-3 0-23 0,-1 1-26 0,8-1-32 16,-8 2-28-16,2-2-35 0,1 0-23 0,-1 0-19 0,2 0-18 0,-1 0-13 16,-1-3-10-16,3 0-7 0,-1 0-5 0,1-3-2 0,-1 0-3 0,-2-2-3 15,2 1-2-15,-1-4 1 0,-1 1-4 0,2-2-4 0,-1 0-1 0,-1-4-4 16,-2 2 1-16,0-3-1 0,0-1 4 0,4 0 2 0,-4 0 4 0,0-3 1 16,0 0 1-16,0 0 4 0,-4 3 1 0,4-3 1 0,0 0 1 0,0 0-2 15,0 0-2-15,-2 0-1 0,2 0-4 0,0 0-5 0,-7 0-6 0,2 0-5 16,1 0-10-16,-2-1-13 0,5-1-13 0,-7 2-13 0,7-2-12 0,-5 1-12 15,-1 0-13-15,2-1-14 0,-1 1-17 0,1-2-17 0,-3 1-23 0,3-1-26 16,0 2-32-16,-1-3-32 0,1 2-26 0,-2-1-22 0,1-2-18 0,-3 2-12 16,4 0-7-16,-1-2-3 0,-3 1 2 0,6 0 7 0,-3-1 14 15,-3 2 15-15,4-1 25 0,1-1 27 0,-1 1 34 0,-1-1 35 0,1 1 31 16,-1 1 32-16,-1 0 24 0,2 0 25 0,3 0 21 0,-5-1 18 0,1 3 19 16,3 0 20-16,-3-1 20 0,1 1 20 0,-1 1 15 0,3-2 18 15,1 2 14-15,-5 0 14 0,5 0 10 0,-2 0 13 0,4 0 6 0,0 0 9 16,-3 0 3-16,3 0 2 0,0 0-5 0,0 0-5 0,0 0-8 0,0 0-11 15,0 0-8-15,0 0-8 0,0 0-5 0,0 0-2 0,0 0-1 0,0 0-1 16,3-1 1-16,1 1-1 0,-2-2 2 0,1 2 0 0,1-1 0 0,-2 1-2 16,3-2 3-16,-1 1 0 0,-1-1-3 0,3 2-4 0,-4-3-6 0,5 1-7 15,-2 0-5-15,1 0-7 0,-1-1-4 0,2 0-11 0,-1 0-5 0,-1 0-5 16,4-1-6-16,-3 1-6 0,-1-3-5 0,4 3-7 0,-3-3-1 0,3 1 1 16,-4 1 0-16,2-1-2 0,-1 1-1 0,-1-1-3 0,1 1 2 0,1-1 1 15,-5 0-2-15,3 1 1 0,-1 0 1 0,1-1 0 0,0 0 1 0,-1 3 2 16,1-3-1-16,3 1-4 0,-6-1-2 0,1 1-2 0,3-1-2 15,-1-1-1-15,0 0-1 0,-1 2-2 0,1-4 0 0,5 2 0 16,-1-1-2-16,-4-1-1 0,4 1-4 0,-4-1-4 0,4 0-1 0,4 1-1 16,-6 0-1-16,2-1-2 0,-3 1-1 0,3-1 1 0,0 2-1 0,0 0-2 15,-4 0-1-15,4 2 1 0,-3-2 1 0,3 1 3 0,-4 0 3 0,1 1 1 16,3 0 1-16,-2 1-1 0,-5-2 2 0,3 2 2 0,-1 0 1 0,1 0 3 16,-5 0 3-16,6 2 6 0,-6-1 6 0,3 1 4 0,-3 1 4 0,0-2 6 15,0 2 4-15,0 0 6 0,0 0 7 0,0 0 7 0,0 0 4 0,0 0 5 16,0 0 1-16,0 0 0 0,0 0 0 0,0 0-3 0,0 0-5 0,0 0-4 15,0 0-7-15,0 0-5 0,0 3-8 0,0 0-8 0,0-3-5 0,0 3-6 16,-3 0-4-16,3 1-6 0,0 1-2 0,0 0-2 0,0 2-2 0,0-1-2 16,0 2-2-16,3 1 2 0,-3-2-2 0,0 2 2 0,6 0 0 0,-6 0 1 15,7-1 2-15,-7-1 2 0,5 2 4 0,-3-1 5 0,2 1 4 16,1 0 4-16,1-2 1 0,3 4 4 0,-4-4-1 0,4 2 1 0,0 0-1 16,-3 0 1-16,3 0-1 0,0-1 0 0,3-1-3 0,-4-1-1 0,1 0-5 15,0 0-8-15,0 0-4 0,0-3-5 0,0 2-6 0,-2-2-8 0,0 0-14 16,-1-2-16-16,-1 2-21 0,1-2-28 0,-1 1-32 0,-1-2-32 15,-1 2-30-15,-3-2-22 0,2 0-23 0,-2 0-22 0,0 0-29 0,0 0-39 16,0 0-67-16,0 0-85 0,0 0-67 0,0 0-64 0,0 0-45 0,0 0-37 16,0 0-44-16,-2-2-45 0,2 2-36 0,-3-3-30 0,-1 0-5 0,-1 2 10 15,-1-1 27-15,3 1 32 0,1-1 73 0,-4 1 88 0,-1-1 78 0,2 1 80 16,3-1 66-16,-5 2 64 0,1-2 74 0</inkml:trace>
  <inkml:trace contextRef="#ctx0" brushRef="#br0" timeOffset="-194382.53">25496 5529 13 0,'0'-3'269'0,"3"0"101"0,1 1 59 0,-2 1 43 0,-2-1 41 0,5 1 44 0,-5 1 51 0,0 1 58 0,0-1 40 0,4 0 32 0,0 2 24 15,-3-1 20-15,-1-1-52 0,4 3-87 0,0 0-86 0,-3-1-92 16,3 2-49-16,-2 1-32 0,1 0-35 0,1 3-36 0,-2 1-45 0,3 2-51 15,-1 2-32-15,-4-1-28 0,4 3-19 0,-4 2-18 0,0 1-13 0,0 0-16 16,-4 1-8-16,4 2-11 0,-4-1-8 0,-1 1-10 0,3 0-7 0,-5-1-10 16,5 0-14-16,-3 0-20 0,-3-3-21 0,3 1-20 0,1-1-20 0,-1-2-23 15,-1 0-23-15,1 0-23 0,0-3-47 0,1 0-59 0,-1-1-71 0,1-1-83 16,-1-1-67-16,1-1-61 0,4-1-59 0,-2-1-56 0,2-1-71 0,0-5-80 16,0 0-23-16,0 0-3 0,0 0 10 0,2 1 19 0,5-2 45 0,-1-2 56 15,-5 0 72-15,7-2 82 0,-1-1 69 0,-4 0 64 0,7 0 67 0,-5 0 69 16</inkml:trace>
  <inkml:trace contextRef="#ctx0" brushRef="#br0" timeOffset="-193948.39">25622 5658 195 0,'0'-5'417'0,"0"1"82"0,0 1 54 0,2 0 28 15,-2 1 18-15,0 1 24 0,4-1 26 0,-4 0 24 0,4 1 21 16,-3 0 18-16,3-1 14 0,-2-1-41 0,5 0-67 0,-5 0-135 0,7 0-166 16,-4-1-82-16,3-1-40 0,-1 1-26 0,2-1-19 0,-4 2-20 0,4-3-24 15,0 2-21-15,4-1-20 0,-8-1-20 0,4 3-18 0,-1-1-6 0,-1-1 0 16,-2 2 7-16,1 0 11 0,-1-1 2 0,-1 2-1 0,1-1 3 0,1 2 4 16,-3-1 1-16,1 1 0 0,-2-1 1 0,-2 2 2 0,0 0 6 0,0 0 8 15,0 0-2-15,0 0-2 0,0 0-6 0,0 0-2 0,0 0-7 0,5 0-4 16,-5 0-3-16,0 2 0 0,4-1-3 0,-1 1-3 0,-1 1 2 0,5-2-1 15,-7 4-1-15,6-3 2 0,-4 5 1 0,1-3 0 0,3 3 1 0,-3 0 2 16,-1 2 2-16,2 0 1 0,1 1 3 0,-1-1 1 0,-1 2 4 0,-1 1 1 16,-2-2 3-16,4 2 3 0,-4 0 1 0,2-1 4 0,-2 1 2 0,0-2 4 15,0 1 4-15,0-1 3 0,-2-1 1 0,-2 0 5 0,4 0 1 0,0-2-1 16,-2 1-2-16,2-2 2 0,-7 0-4 0,7 0-6 0,-5 0-4 0,5-2-2 16,-4 3-7-16,-1-3-8 0,3 1-5 0,-2-1-7 0,1 1-10 0,-3-1-7 15,4-1-16-15,-1 2-20 0,-1-4-24 0,-1 2-26 0,1-1-21 16,2-1-22-16,-1-1-23 0,1 0-25 0,-2-1-44 0,1-1-52 0,1-1-90 0,-2-1-102 15,-1 1-82-15,1-3-73 0,4-2-66 0,-5 1-66 0,5-3-57 0,-2 0-54 16,-5-2-15-16,5 0 4 0,-2-1 14 0,1-1 22 0,1 0 42 16,-2 1 49-16,2-2 91 0,-1 2 104 0,-1-4 85 0,4 4 74 0,-2-2 78 15,-1 0 81-15</inkml:trace>
  <inkml:trace contextRef="#ctx0" brushRef="#br0" timeOffset="-193784.43">25785 5400 52 0,'0'-5'307'0,"4"1"106"0,-2 2 78 0,-2-1 64 16,0 3 66-16,0 0 62 0,0 0 45 0,3 5 36 0,-3 1 23 0,-3 1 22 15,3 0 13-15,-2 4 11 0,-2 1-75 0,1 0-113 0,1 3-105 0,-4-1-105 16,-1 2-74-16,2 1-65 0,-1 1-65 0,-3-1-67 0,4 3-52 0,-4-2-46 16,0 0-45-16,0 0-43 0,1 0-83 0,1 0-99 0,-2 0-108 0,4-1-106 15,-1-1-120-15,3-1-128 0,-3-1-78 0,5-2-60 0,1-2-25 0,-4-1-9 16,4 0 2-16,0-1 9 0,0-3 17 0,4 0 23 0,-4 0 70 0,0-5 90 16,1 1 95-16,5 1 106 0,-6-2 121 0</inkml:trace>
  <inkml:trace contextRef="#ctx0" brushRef="#br0" timeOffset="-193273.72">25970 5422 70 0,'0'0'397'15,"0"0"213"-15,0 0 98 0,0 0 43 0,0 0 21 0,0 0 11 0,0 2 9 16,0-2 13-16,-4 3 11 0,4 1 9 0,-3-1 8 0,3 2 7 0,-2-2-84 15,-2 1-123-15,4 1-185 0,-2-1-210 0,2 1-97 0,-3-2-42 0,3 1-21 16,0-1-10-16,0 0-13 0,0 0-14 0,3 0-10 0,-1 0-8 16,2 0-8-16,-2 0-8 0,5 0-2 0,-2 0-4 0,1 0-2 0,-1-1-1 15,4 1 1-15,-4-2-1 0,5 2 1 0,-1-3-2 0,0 2 1 0,0-2 2 16,0 0-1-16,-2 0-2 0,0 0-2 0,0 0 1 0,-3-2-2 0,1 2-2 16,3-2-4-16,-6 2-1 0,1-1-7 0,-1 1-8 0,-2 0-5 0,0 0-8 15,0 0-10-15,0 0-12 0,0 0-13 0,0 0-17 0,-2 0-17 0,-1 0-16 16,1 1-16-16,-6 3-12 0,3-1-14 0,-4 0-10 0,4 1-5 0,-4 1-3 15,3 1 2-15,-3 0 4 0,0 1 8 0,4-1 11 0,-4 2 15 0,-1-3 16 16,5 3 18-16,-4 0 19 0,4-2 20 0,-1 0 16 0,1 0 26 0,-2-2 25 16,1 2 27-16,1-1 25 0,1 1 14 0,-1-2 6 0,3 1 6 0,-2-2 2 15,1 0 6-15,3 0 6 0,-2-1 4 0,2-2 5 0,0 4 5 0,0-3 2 16,2 1-2-16,-2 1-6 0,7-2-10 0,-5 1-9 0,1-2-3 0,3 1 1 16,-1-1 1-16,1 0 2 0,-3 0-1 0,6 0-2 0,-3 0-2 0,-1-1-4 15,2 1 0-15,-1-2-4 0,-1 1-3 0,1-1-3 0,-1 1-1 16,-1-1-5-16,1 2-5 0,2-1-2 0,-5-1-4 0,2 0-1 0,-3 2-6 15,-1 0-3-15,4-1-2 0,-4 1-4 0,4 0-4 0,-4 0-4 0,0 0-2 16,0 0-4-16,0 0-2 0,0 0-4 0,0 0-8 0,0 0-13 16,0 0-20-16,0 0-26 0,0 0-45 0,0 0-52 0,0 0-64 0,0 0-69 15,0 0-56-15,0-1-52 0,0 1-45 0,0-3-42 0,2 0-40 0,-2 0-36 16,0 0-30-16,3-2-23 0,-1 2-21 0,-2-3-27 0,4 0 14 0,-4 0 23 16,0 0 52-16,3-1 63 0,-3 1 53 0,0-2 51 0,0 0 45 0,0 1 41 15,0 0 42-15,0-1 40 0,0 1 34 0,2-1 36 0</inkml:trace>
  <inkml:trace contextRef="#ctx0" brushRef="#br0" timeOffset="-191988.02">26062 5488 166 0,'0'-7'288'0,"0"1"52"0,4 1 29 15,-4-1 21-15,0 3 18 0,-4-1 21 0,4 1 17 0,0 3 34 0,0 0 38 16,0-2 50-16,0 2 58 0,0 0 0 0,0 0-24 0,0 0-58 0,0 0-63 16,0 5-32-16,0-1-14 0,0 3-10 0,0 1-6 0,-2 1-12 0,-1 3-12 15,-1 2-23-15,4 1-26 0,-5 1-43 0,3 2-46 0,-6 1-44 0,7 3-40 16,-5 0-28-16,-1-1-19 0,2 3-16 0,1 0-13 0,-1 0-13 0,-1-1-10 16,1 1-11-16,1-1-9 0,-1 2-15 0,1-3-15 0,2-1-18 15,-1 0-17-15,3-1-17 0,0-1-17 0,-4-2-12 0,4-2-14 0,0 0-13 0,0-2-15 16,0-1-16-16,0-1-22 0,4-2-34 0,-4-2-43 0,0-1-50 15,0-1-49-15,0-1-44 0,3-1-41 0,-3-3-30 0,0 0-24 0,2-2-21 16,2 0-22-16,-1-1-14 0,-1-3-14 0,2-2-8 0,-3-1-9 0,7-1 16 16,-3-1 25-16,1-1 37 0,-1-2 45 0,2 1 37 0,-5-2 36 0,7-1 33 15,-3 1 28-15,3-3 39 0,-4 1 45 0,4-1 49 0,0-2 54 16,0 1 53-16,0 0 49 0,2-2 39 0,-2 0 37 0,2 1 27 0,-2-1 24 16,0 2 23-16,0 1 24 0,0 0 20 0,0 0 18 0,-3 3 6 0,-1 1 1 15,0 1-11-15,1 1-9 0,-3 1-7 0,3 1 1 0,-2 2 15 0,-3 1 20 16,3-1 35-16,0 4 42 0,-3-1 36 0,-1 1 35 0,0 1 20 0,4 0 12 15,-4 3 2-15,0 0 3 0,0 0-9 0,0 0-8 0,0 0-13 0,-4 0-19 16,4 0-32-16,-1 0-34 0,-3 1-43 0,4 1-52 0,-4-1-47 0,4 2-45 16,-1 0-28-16,-3 0-24 0,4 0-17 0,-2 2-13 0,-2-1-10 0,4-1-5 15,0 3-4-15,0-1-2 0,0-1-4 0,4 1-2 0,-4 1-2 0,2 0 1 16,-2 0 1-16,4 0-1 0,-3 1 1 0,-1-1 2 0,4 2 4 0,0-1 4 16,-3 0 1-16,3 3 2 0,0-3 0 0,-4 1 2 0,1 1-1 0,3-2 2 15,-2 1 2-15,-2-1-1 0,3 1 2 0,-3-1 3 0,4 1 0 0,-4-2 0 16,2 0 0-16,-2 1 0 0,0-2 0 0,-2 1 2 0,2 0 1 0,-4 0 1 15,4 0 2-15,-3-2 0 0,3 2-1 0,-2 0-2 0,-2 0-3 0,3 0-2 16,1-1-1-16,-8 1-4 0,8 0-5 0,-5-2-5 0,5 1-7 16,-4-1-7-16,3-1-11 0,-3 2-9 0,2-2-11 0,-2 0-10 0,1 0-9 15,1-1-9-15,-2 2-15 0,3-3-13 0,-3 2-14 0,0-1-14 0,4-1-16 16,-5 1-18-16,5-2-12 0,-2 1-8 0,-1 1-4 0,-1-2-6 0,2 0 6 16,-2-2 1-16,1 2 8 0,-3-1 6 0,6-1 14 0,-5 1 13 15,1-1 21-15,3-1 19 0,-3 2 27 0,2-3 32 0,-1 3 29 0,-3 0 28 16,2-1 22-16,1 1 20 0,-3-1 18 0,6 1 16 0,-5 1 14 0,1-2 7 15,4 2 9-15,-5 0 2 0,5 2 1 0,-2-2-1 0,-1 3-7 0,-1-2-7 16,4 1-13-16,-5 0-12 0,5 2-11 0,-2-1-10 0,-6 0-10 0,8 0-12 16,-1 1-11-16,-3-1-9 0,0 2-10 0,4-2-10 0,-1 0-13 0,1 1-13 15,0-1-14-15,0-2-12 0,0 3-15 0,0-1-10 0,1-2-16 0,-1 1-17 16,4 1-16-16,0-2-17 0,-3 1-11 0,3-2-9 0,0 0-5 0,1 0-2 16,-3 0 5-16,5 0 9 0,-1-2 8 0,-1 1 8 0,0-1 11 0,1-1 10 15,3 2 16-15,-2-2 13 0,-5 1 17 0,3-1 16 0,-1 2 16 0,1-1 9 16,-1 1 8-16,-2-1 7 0,1 1 4 0,-3 1 1 0,0-2 4 0,0 2-4 15,6-1-10-15,-6 1-18 0,7-2-30 0,-7 1-35 0,2-1-40 0,-2 0-43 16,5 0-37-16,-1-1-34 0,0 0-30 0,-3-2-31 0,5-1-19 16,-3 2-16-16,3-4-8 0,3 0-2 0,-4 3 9 0,4-4 13 0,0 1 30 15,2-1 33-15,2 2 39 0,-2-2 39 0,1-1 30 0,-1 2 31 0,2 0 29 16,-2-1 26-16,-2 0 20 0,2 2 17 0,-2-2 13 0,-4 1 13 0,2 2 14 16,-1 0 19-16,-1 0 16 0,-1 2 16 0,-2 1 18 0,1-2 21 0,-3 4 21 15,4-3 21-15,-4 4 27 0,0-1 25 0,0 1 33 0,0 0 36 16,0 0 39-16,0 0 39 0,0 0 32 0,0 0 29 0,0 0 14 0,0 0 7 15,0 0 0-15,0 0-4 0,0 0-11 0,-4 1-10 0,4 1-19 0,-3-2-21 16,1 2-28-16,-2-1-32 0,4 1-42 0,-2 1-44 0,-1-2-43 0,-1 2-40 16,2 0-30-16,-1-1-24 0,-1 1-17 0,4 0-10 0,-2 0-9 0,-1-2-5 15,3 2-5-15,0-1-4 0,0-1-4 0,0-1-4 0,0 3-4 0,0-3-1 16,0 3-4-16,0 0-2 0,0-1 0 0,0 2 1 0,0-2 1 0,0 1-2 16,0 1 0-16,3-1 0 0,-1 0 0 0,-2-1-2 0,0 1 2 0,0 1-1 15,0-1-1-15,4-1 1 0,-4 1-1 0,0 0 2 0,0 0 0 0,0 0 2 16,0-1 1-16,0 2 0 0,0 0 0 0,0-1 1 0,-4 2 1 0,4-2-1 15,0 1 1-15,-2 1 2 0,-1-1 4 0,3 1 2 0,-6 1 2 0,6 0-1 16,-3-2-1-16,1 2-1 0,-2-1 2 0,4 1 1 0,-2-3 0 0,-1 1 0 16,3 1 0-16,0-1-2 0,0-2 1 0,0 1-4 0,0-3-1 0,0 3-3 15,0-3 0-15,0 1-1 0,0-1-2 0,3 1 0 0,-1 1-2 0,-2-2-2 16,4 0-2-16,-4 0-3 0,2 0-3 0,1 0-5 0,1 0-7 16,-2-2-9-16,-2 1-10 0,5 0-12 0,-5-1-11 0,4 1-15 0,-4 1-6 15,3-2-6-15,-1 1-10 0,2-1-13 0,-1-1-19 0,-3 3-22 0,2-1-23 16,-2-1-23-16,4 1-17 0,-2-1-17 0,-2-1-11 0,0 2-11 0,3-1-7 15,-3 2-2-15,0-1-9 0,0 1-6 0,0-3 1 0,0 3 5 16,0 0 16-16,0-3 18 0,0 1 24 0,0 2 23 0,0 0 23 0,-3 0 22 16,3 0 22-16,-2-1 22 0,2 1 18 0,0 0 16 0,-4 0 16 0,4 0 11 15,0 1 12-15,0-1 7 0,0 0 7 0,-2 0 7 0,2 0 4 0,-3 0 4 16,3 0 5-16,0 0 5 0,-4 2 2 0,4-2 5 0,0 0 3 0,0 1 6 16,0-1 5-16,0 0 2 0,0 0 6 0,4 2 2 0,-4-2 3 0,3 1 3 15,-3-1 0-15,2 0 3 0,-2 0 1 0,6-1-1 0,-3 1 4 0,3-2 11 16,-3 1 6-16,3-1 8 0,-1 1 3 0,2-1 3 0,-1-1-1 0,-1 2-4 15,4-2-2-15,0 0-2 0,-1 0-3 0,1 0-2 0,0-1-2 0,0 0-1 16,2 1-9-16,-2-1-11 0,0 1-13 0,0-2-10 0,0 2-10 0,-4-1-4 16,4 1-3-16,-3 0 0 0,-1 1-1 0,2-1-1 0,-5 0 1 0,2 2-2 15,-2-2-2-15,-2 1-2 0,0 2-5 0,0-1-8 0,0 1-13 0,0-3-16 16,0 1-18-16,-2-1-21 0,2 1-20 0,-4 1-24 0,2 0-22 16,2-1-26-16,-7 1-27 0,7 1-27 0,-5-2-26 0,1 1-29 0,2 1-26 15,-1-2-24-15,3 2-36 0,-6-1-39 0,3-1-5 0,-3 1 12 0,4-1 14 16,2 2 20-16,-7-2 24 0,5 1 24 0,2 1 25 0,-5-1 28 0,5 1 30 15,0 0 28-15,-7 0 34 0</inkml:trace>
  <inkml:trace contextRef="#ctx0" brushRef="#br0" timeOffset="-191853.44">26460 5731 111 0,'0'3'193'0,"-4"-1"18"0,4-2 10 0,-3 3 6 0,3-2 3 0,0-1 2 0,0 0-2 0,0 2 0 0,0-2-2 0,0 0-2 0,0 0-27 0,0 0-35 15,0 0-60-15,0 0-68 0,0 0-46 0,0 3-35 0,0-3-40 0,0 0-42 16,0 0-39-16,0 0-34 0,0 0-17 0,0 0-7 0,0 0-1 0,0 0 1 15,0 0 4-15,0 0 5 0,0 0 6 0,0 0 11 0,0 0 14 0,0 0 18 16</inkml:trace>
  <inkml:trace contextRef="#ctx0" brushRef="#br0" timeOffset="-191569.15">26389 5890 160 0,'0'2'274'0,"0"-2"36"15,0 3 21-15,2-2 16 0,-2-1 16 0,0 0 13 0,0 1 18 0,4 1 19 16,1-2 21-16,-1 0 23 0,1-2 26 0,1 2-32 0,-3-1-52 0,6 0-51 16,-3-2-45-16,3 1-13 0,0-1 5 0,0 0 5 0,-2 0 7 0,2 0 1 15,0-1-2-15,-3 1-4 0,3 0-7 0,-4 0-14 0,4-2-19 16,-3 2-15-16,-3 0-16 0,3 2-19 0,-1-2-20 0,-1 0-22 0,1-1-21 16,-1 3-21-16,-1 0-21 0,-1-2-17 0,-2 3-14 0,0 0-10 0,4-2-15 15,-4 2-9-15,0 0-6 0,0 0-12 0,0 0-12 0,0 0-18 0,0 0-24 16,-4-3-42-16,4 2-49 0,0-1-61 0,-2 1-66 0,2-1-56 0,-7 1-53 15,7-1-47-15,-2-1-43 0,-1 2-44 0,3-2-48 0,-4 0-52 0,4 0-53 16,-2 0-33-16,-1-2-26 0,3 1 18 0,-6-1 39 0,6-1 55 0,0 2 67 16,-3-4 52-16,3 2 51 0,0-1 46 0,-2-1 43 0,2-1 45 0,0 2 45 15,0-1 56-15</inkml:trace>
  <inkml:trace contextRef="#ctx0" brushRef="#br0" timeOffset="-191194.39">26543 5538 136 0,'0'0'313'16,"0"0"62"-16,-5 1 38 0,5 2 39 0,-4 0 40 0,4 3 54 0,-2 2 65 15,-1-1 54-15,1 4 49 0,-2-2 33 0,1 4 23 0,1 1-29 16,-2 1-55-16,2 0-86 0,-5 1-102 0,5 2-55 0,-1 2-33 0,1-1-37 16,-2 1-39-16,4-1-54 0,-3 2-62 0,3-1-52 0,0 1-49 0,3-3-30 15,1 1-23-15,-4-1-14 0,2 0-13 0,3-1-4 0,-1-2-3 0,-1-2-3 16,3 1-7-16,-1-4-2 0,1 2-2 0,-3-3-1 0,3-1-3 0,-1-1 0 16,2-2 0-16,-5 1-1 0,4-2-1 0,-3-1-2 0,3-1-1 0,-3-1-1 15,3 1-6-15,-1-2-3 0,-1-2 0 0,1 2-3 0,-1-3-3 16,1 0-4-16,1-1-5 0,-3-1-9 0,-1-1-9 0,5-1-11 0,-5-1-11 15,4 0-22-15,-3 0-25 0,1-3-31 0,-2 1-36 0,5-2-35 0,-5-1-36 16,-2 2-27-16,3-3-28 0,-1 2-17 0,-2-3-15 0,4 0-5 0,-4-1-5 16,0 1 4-16,0-2 7 0,0 0 18 0,0 1 25 0,0-2 33 0,0 2 34 15,0-1 41-15,0 1 43 0,0 1 45 0,0-2 43 0,0 2 44 0,0 2 43 16,-4 1 45-16,4-2 44 0,0 2 38 0,0 2 41 0,0-1 27 0,0 4 28 16,0-1 15-16,0 2 17 0,0 3 2 0,0-1 0 0,0 1-6 0,0 3-14 15,0 0-18-15,0 0-24 0,0 0-27 0,0 0-31 0,0 0-32 0,0 1-35 16,4 1-35-16,-1 1-31 0,-1-1-51 0,2 3-57 0,-3 0-79 0,3 1-87 15,0 1-74-15,-2-1-68 0,1 0-71 0,-1 2-73 0,2-1-85 0,-4 0-96 16,0 0-41-16,3 0-19 0,-3-1-5 0,2-1 5 0,-2 1 31 16,4-1 42-16,-1 0 72 0,-3 0 81 0,2-2 71 0,3 1 66 0,-1-1 71 15,0 0 71-15</inkml:trace>
  <inkml:trace contextRef="#ctx0" brushRef="#br0" timeOffset="-190908.04">26885 5691 49 0,'5'0'256'15,"1"0"67"-15,-6 0 39 0,3 0 25 0,3 1 31 0,-3-1 32 16,-1 0 44-16,2 3 53 0,1-3 56 0,-1 2 62 0,0-1 37 0,1 1 33 16,0 1-52-16,1 0-89 0,-1-2-69 0,-1 2-58 0,1 0-31 0,3 0-18 15,-3 2-26-15,-3-2-22 0,5 1-44 0,-2 2-49 0,-3 0-53 0,5 0-52 16,-5 2-33-16,4-2-26 0,-3 1-17 0,3 2-12 0,-3-1-6 0,1-1-5 16,-2 1-1-16,1-1-1 0,-1 1-1 0,2-1 1 0,-4 1-4 0,0-1-2 15,3-1-2-15,-3 2 0 0,0-1 0 0,-3-1-2 0,3 2-2 0,0-2-4 16,-4 1-5-16,2 1-4 0,-1-3-5 0,1 3-8 0,-5-2-5 0,5 0-5 15,-5 0-2-15,1 0-5 0,1 0-2 0,1-1-8 0,-3 1-8 0,0-3-10 16,1 1-9-16,1-1-9 0,0 0-12 0,-3 0-13 0,3-1-11 0,-1 1-11 16,-3-3-16-16,8 1-18 0,-7-1-31 0,-1-1-38 0,4-1-57 0,-1-1-66 15,3 0-66-15,-3-3-62 0,1 0-47 0,1-1-39 0,-1-2-35 0,3 0-33 16,-2-3-33-16,1-1-33 0,3 0-46 0,-2-3-52 0,-2 1 2 0,4-3 26 16,-3 1 53-16,3-2 63 0,0 1 70 0,0-2 71 0,0-1 53 0,3 0 50 15,-3 0 45-15,4 0 46 0,-2 2 44 0</inkml:trace>
  <inkml:trace contextRef="#ctx0" brushRef="#br0" timeOffset="-190730.61">26885 5543 181 0,'5'-14'368'0,"-5"3"91"15,6-1 70-15,-6 5 50 0,3-1 43 0,-3 5 36 0,0 0 32 0,0 3 26 16,0 0 22-16,0 0 24 0,0 0 20 0,-3 1-31 0,1 4-59 16,-2 1-105-16,-1 0-126 0,1 3-82 0,-1 2-60 0,-1 1-45 0,-3 1-40 15,4 2-34-15,-4 0-29 0,0 0-27 0,0 2-25 0,2-2-28 0,-2 1-25 0,0-1-25 16,0 0-26-16,3-1-30 0,1-1-30 0,-4 0-47 0,1 0-55 16,3-1-76-16,0-1-87 0,1 0-68 0,-1-1-61 0,3 0-55 0,-2-2-51 15,0 2-49-15,4-4-47 0,-1 1-59 0,1-2-64 0,0-5-19 0,0 0 6 16,0 0 32-16,0 0 47 0,0 0 71 0,0 0 80 0,1-2 68 0,7 1 60 15,-6-2 55-15,3-2 51 0,4 1 53 0,-4-1 55 0</inkml:trace>
  <inkml:trace contextRef="#ctx0" brushRef="#br0" timeOffset="-190507.44">26852 5707 136 0,'6'-6'306'15,"3"2"51"-15,-2-1 25 0,-5 2 19 0,3-1 12 0,-1 2 19 0,1-1 21 16,-5 2 27-16,6-2 33 0,-3 1 31 0,-3 1 35 0,6-1-18 0,-6 2-44 16,3-1-79-16,-3 1-95 0,2-2-45 0,-2 2-26 0,0 0-16 0,0 0-13 15,0 0-21-15,0 0-26 0,0 0-44 0,4 2-50 0,-4-1-55 16,0-1-61-16,4 3-47 0,-3-1-46 0,-1 2-30 0,0-2-23 0,0 1-15 15,0 1-14-15,0-1-7 0,0 2-7 0,4-2 1 0,-4 1 5 0,4 1 11 16,-4-1 19-16,0-1 24 0,1 2 24 0,3-2 22 0,-2 1 21 0,1-1 21 16,-3 2 14-16,6-1 15 0,-6 1 14 0,5-1 10 0,-5 1 10 15,4-2 8-15,0 3 3 0,-3-3 2 0,3 3 3 0,0-2 0 0,-4 1-1 0,1 0-17 16,-1 0-24-16,0 0-38 0,4 1-45 0,-2-2-68 0,-2 2-79 16,0 0-78-16,0-3-76 0,0 3-34 0,-2-1-20 0,-2 1-8 0,3-2-7 15,-7 4 1-15,7-2 1 0,-7 1 15 0,3-1 24 0,-1 2 37 0,1-1 44 16,0 1 65-16,-3-1 79 0</inkml:trace>
  <inkml:trace contextRef="#ctx0" brushRef="#br0" timeOffset="-189744.77">25829 6535 25 0,'-6'0'304'0,"3"0"136"15,1 0 89-15,-2 0 67 0,4 0 52 0,0 0 48 0,0 0 34 16,-2 0 25-16,2 0 20 0,0 0 19 0,0 0 12 0,0 0 10 0,0 0-62 16,0 0-99-16,0 0-117 0,0 0-132 0,0 0-80 0,0 0-60 0,0 0-45 15,0 0-39-15,2 0-25 0,-2 0-19 0,4-1-13 0,-2-1-16 0,1 2-8 16,3-1-8-16,-1-1-8 0,-1 1-8 0,1-2-5 0,4 0-8 15,-3 0-5-15,3-2-5 0,0-1-12 0,0 2-14 0,0-4-7 0,2 2-4 16,-2-1-4-16,0 1-2 0,0 0-4 0,0-2-2 0,-4 2-2 0,1 2-3 16,-1-1 0-16,1 1 1 0,-3-1-2 0,-3 4-1 0,4-2 4 0,-2 3 4 15,-2 0 0-15,0 0-2 0,0 0-2 0,0 0-1 0,0 0-1 0,0 0 0 16,0 0 0-16,0 0 2 0,0 0-1 0,-2 1-1 0,-2 2 0 0,4 0 2 16,-3 0 1-16,3 0 0 0,-6 2-1 0,6-1 2 0,-2-1 1 0,-1 3-1 15,3 0-1-15,-4-1 0 0,4 1-1 0,-2-2-1 0,2 1 1 0,-3-2-2 16,3 1-2-16,0-1-1 0,3 0-1 0,-3-1-2 0,2-2-2 0,2 1-4 15,-1 1-5-15,-1-1-5 0,4-1-7 0,-3 0-7 0,3-1-6 0,-1-2-7 16,2 1-2-16,2-2 0 0,-2-1-8 0,3 1-10 0,-1-4-10 0,0 1-7 16,1-1-4-16,0-1-4 0,-1-1-4 0,1 1-2 0,-1-2-1 0,1 1-1 15,-1-1 0-15,-4 1 0 0,4-1-6 0,-4 1-4 0,4-1 1 0,-3 1 9 16,1-1 5-16,-5 1 2 0,2 1 4 0,1 0 4 0,-1-2 8 0,-3 2 7 16,-1-1 7-16,6 2 10 0,-6-1 6 0,0 0 11 0,0 1 10 0,3 3 8 15,-3-1 14-15,0 1 12 0,0 1 12 0,0 1 11 0,0 3 8 16,0 0 9-16,-3-2 4 0,3 2 4 0,0 0 3 0,0 0 6 0,0 0 1 15,0 2 3-15,0 1-1 0,-2 1 2 0,-2 1-2 0,4 1-2 16,-1 1-1-16,-3 1 0 0,0 0-2 0,4 3-4 0,-1 1 0 0,-3 2 2 16,4-2 2-16,0 3 4 0,-2-2 2 0,2 2 7 0,0 2 4 0,-3 1 1 15,3-2 4-15,-4 2 1 0,4 2 3 0,0-2 3 0,0 3 4 0,0 0 5 0,-2 0 0 16,2-1-1-16,-4 3-5 0,4 1-3 0,-3 0-5 0,3 0-3 16,-6 0-1-16,6 2-3 0,-5-3-3 0,1 3 0 0,-1-2-4 0,0 0-2 15,1 0 0-15,-1-1 0 0,3 1 0 0,-6-3 6 0,3-2 7 0,-4 1 8 16,4-2 5-16,1 1 5 0,-3-2 3 0,-1-1-1 0,3-1 1 0,-4 0-1 15,4-2 1-15,-4 1-2 0,-1-2-3 0,3 0-3 0,-2-1-6 0,2-3-6 16,-4 2-9-16,2-3-11 0,0 2-8 0,-2-3-10 0,-1 2-4 0,1-2-8 16,2 0-3-16,-6-2-7 0,4 1-6 0,-1-1-7 0,-3-1-7 0,4-1-7 15,-3 1-11-15,1-3-14 0,-1 1-21 0,-1-1-26 0,4-1-35 0,-1 1-39 16,-3-3-39-16,4 0-34 0,-1-2-35 0,3 0-37 0,-2 0-75 0,2-3-94 16,0 1-95-16,0-2-95 0,3-3-91 0,5 1-89 0,1-1-65 0,-4-1-54 15,4-1 1-15,4-1 22 0,-3 0 29 0,3-1 31 0,1 1 35 16,1-2 34-16,3 2 76 0,-4-1 99 0,4 1 98 0,4 1 98 0,-6 1 103 15,6-1 100-15</inkml:trace>
  <inkml:trace contextRef="#ctx0" brushRef="#br0" timeOffset="-189512.51">26328 6603 154 0,'5'0'436'0,"1"-2"166"0,-3 1 79 0,3 1 39 0,-1 0 22 0,-1 1 15 0,1 1 16 0,2-2 14 16,-5-2 13-16,7 2 9 0,-3-1 6 0,3-1 4 0,3 1-111 0,-4-2-158 16,4 1-165-16,-1-1-165 0,2 0-76 0,-2 0-41 0,-2 0-20 0,5 0-14 15,-1 0-18-15,-6 0-18 0,6 2-18 0,-2-4-18 0,-2 4-21 0,0-2-20 16,-4 1-35-16,4-1-43 0,-3 1-60 0,-1 1-64 0,-1 1-64 0,-1-1-62 16,-3 1-56-16,0 0-51 0,0 0-55 0,0 0-57 0,0 0-70 0,-7 2-74 15,5 3-27-15,-3-2 0 0,-2 0 25 0,1 2 41 0,-3-1 55 0,0 2 65 16,2-1 63-16,-2-1 62 0,0 2 55 0,0 0 51 0,0 0 58 0,0 0 59 15</inkml:trace>
  <inkml:trace contextRef="#ctx0" brushRef="#br0" timeOffset="-189340.68">26418 6678 87 0,'0'3'408'0,"0"0"102"0,0-1 61 0,0 2 40 0,4-3 34 15,-2 2 30-15,1 0 30 0,-1-1 22 0,2-1 22 0,1 1 19 16,1-1 14-16,-3 0-15 0,3 1-34 0,1 0-140 0,-5-1-190 0,3 1-98 16,2 1-55-16,-1-3-42 0,-4 3-34 0,5-3-30 0,-2 1-26 0,1 1-31 15,-3-1-28-15,3 0-31 0,-1-1-32 0,-1 0-50 0,1 0-57 16,1 0-87-16,-3 0-97 0,-1 0-79 0,2 0-71 0,-1 0-84 0,-3 0-87 15,0 0-75-15,0 0-72 0,0 0-26 0,0 0-6 0,0 0 3 0,0 0 15 16,0 0 38-16,0 0 47 0,0 0 77 0,-7-1 95 0,7 1 77 0,-5 1 72 16,-1 1 82-16,3 1 90 0</inkml:trace>
  <inkml:trace contextRef="#ctx0" brushRef="#br0" timeOffset="-188734.64">26700 6652 112 0,'-1'0'452'0,"-3"0"118"0,4 0 73 0,0 2 43 0,0-2 26 0,0 0 22 0,0 0 14 0,0 0 17 0,0 0 17 16,0 0 14-16,0 3 13 0,5-3-19 0,-5 0-33 0,4 0-153 0,2 0-207 16,-1 0-105-16,-1 0-61 0,1 0-28 0,2 0-15 0,0-2-8 0,3 1-6 15,-1 1-5-15,0-2-5 0,0 2-7 0,0-1-5 0,2-1-5 0,-1 2-6 16,-1 0-9-16,4-2-6 0,-2 2-12 0,-2 0-11 0,2 0-12 0,-2 0-12 16,0 0-13-16,0 2-17 0,2-2-26 0,-2 0-35 0,0 0-38 15,-4 0-38-15,4 0-37 0,-3 0-36 0,3-2-64 0,-4 1-76 0,4 1-96 16,-5-1-109-16,1 1-96 0,1 0-92 0,-6 0-98 0,7-2-97 0,-7 2-31 15,2-1 4-15,-2 1 19 0,5 0 27 0,-5 0 29 0,4 0 31 16,-4 0 58-16,5 1 75 0,-1 1 99 0,1-1 109 0,-1 4 95 0,-2-2 91 16</inkml:trace>
  <inkml:trace contextRef="#ctx0" brushRef="#br0" timeOffset="-188440.09">27147 6688 292 0,'0'0'423'0,"0"0"61"0,0 0 47 0,0 0 44 16,0 0 47-16,0 2 50 0,0-2 36 0,4 1 29 0,-2 1 25 0,1-2 21 15,1 0 2-15,1 0-6 0,-3 0-119 0,5 0-171 0,1 0-92 0,-5 0-52 16,6 0-43-16,0 0-40 0,0-2-44 0,-3 2-49 0,3-1-37 0,-2-1-32 16,2 0-22-16,0 1-21 0,0 0-12 0,0 1-10 0,0-2-8 0,0 1-9 15,-1-1-5-15,-1 1-2 0,-2 1-8 0,1-2-11 0,-1 1-11 0,-1 1-14 16,-3 0-30-16,3-2-38 0,-4 2-64 0,0 0-82 0,0 0-72 0,0 0-74 15,0 0-60-15,0 0-59 0,0 0-57 0,0 5-58 0,-4-2-67 0,-1 1-73 16,3-1-25-16,-5 2 0 0,2-2 21 0,3 3 32 0,-7-2 67 16,3 1 78-16,-1 1 75 0,-2-2 71 0,4 1 64 0,-1-1 58 15,1 1 57-15,-1 0 61 0</inkml:trace>
  <inkml:trace contextRef="#ctx0" brushRef="#br0" timeOffset="-188094.55">27182 6792 31 0,'-6'3'304'0,"6"-1"67"0,-5 0 33 0,5 1 18 15,-4-1 10-15,4-2 12 0,0 0 7 0,0 0 25 0,4 3 33 16,-4-3 47-16,0 0 54 0,0 1 19 0,3 1 3 0,-1-1-78 0,2 1-117 15,-2-2-51-15,1 1-24 0,1-1-9 0,-2 1-5 0,5 3-3 0,-5-3-3 16,3 1-23-16,-1-1-28 0,-1 2-44 0,-1-1-53 0,4 1-44 0,-3-2-39 16,-3 2-25-16,6 0-19 0,-6-1-10 0,3 1-9 0,-1 0-6 0,-2 0-6 15,0 0-6-15,0 1-6 0,-2-1-2 0,-1 2 1 0,3-1-1 0,-6 0-1 16,3 3 0-16,-3-1 2 0,4-2-1 0,-5 2 2 0,2 0 2 0,-1 0 1 16,1-1 1-16,-2 1 4 0,1 0 4 0,-3-2 6 0,4 1 6 0,-1-1 6 15,3-1 3-15,-3 2 3 0,3-3 3 0,-3 2 0 0,4-3-3 0,-1 2-2 16,3-1-2-16,0-2-7 0,0 0-1 0,0 0 0 0,0 1-3 0,0 2-4 15,5-1-5-15,-1-1-6 0,1 0-3 0,1 1-3 0,1 1-3 0,0-1-2 16,2-1-2-16,0 1 1 0,4-1 1 0,-6-1 2 0,6 0-1 0,-2 0-1 16,1-1-4-16,-1 1-1 0,-2-2-8 0,2 1-12 0,-2-2 1 15,0 1 7-15,4 0 2 0,-8 1 1 0,1 0 1 0,3-1 1 0,-4 1-1 16,1-1 0-16,-3 1-1 0,1 1-1 0,-2-2 2 0,-2 2-1 0,0-1 4 16,0 1 11-16,0 0-11 0,0 0-18 0,0 0-17 0,0 0-19 0,0 0-21 15,0-2-23-15,0 1-34 0,-2-1-42 0,-2 2-82 0,1 0-98 0,1-2-81 16,-2 2-76-16,0-1-72 0,-1 1-70 0,5 0-84 0,-5 0-92 0,-1-1-31 15,1-2-2-15,-2 1 10 0,5-1 15 0,-4 0 33 0,-1 2 41 16,5-4 83-16,-5 2 99 0,2-1 81 0,-1 1 73 0,3 0 74 0,1 0 71 16</inkml:trace>
  <inkml:trace contextRef="#ctx0" brushRef="#br0" timeOffset="-187845.39">27319 6267 334 0,'0'-6'565'0,"0"1"110"0,-2 1 57 0,2 1 33 0,0 0 22 0,0 3 14 0,0 0 16 0,0 0 15 0,0 1 16 15,-3 2 16-15,3 1 20 0,-4 3-42 0,2-1-68 0,-1 1-164 0,1 2-202 16,-2 2-92-16,1-1-41 0,-3 2-20 0,4 0-15 0,-5 2-9 0,5-1-13 16,-5 2-13-16,5 0-13 0,-3 0-19 0,1 0-19 0,-1 2-23 0,-1-2-27 15,3 1-35-15,-1 0-37 0,-1 0-47 0,1 0-47 0,-1-2-44 16,3 2-43-16,-2-3-36 0,1 1-34 0,3-2-64 0,-2 0-82 0,-2 0-99 0,4-3-108 15,-2 2-94-15,2-4-92 0,0 1-82 0,0-2-83 0,0 0-18 16,2-2 13-16,-2-1 25 0,6 0 27 0,-6 0 31 0,3 0 28 0,-3-3 65 16,6 2 79-16,-1-1 98 0,-1 2 110 0,1-1 96 0,4-1 92 0</inkml:trace>
  <inkml:trace contextRef="#ctx0" brushRef="#br0" timeOffset="-187469.09">27485 6616 271 0,'0'-1'516'0,"0"1"104"0,0 0 52 0,4-2 36 0,-2 0 22 16,2 2 22-16,-4 2 17 0,5-2 14 0,-5 0 17 0,4 2 10 0,1-1 7 15,-1 1-47-15,-3-2-72 0,7 1-161 0,-3 1-198 0,0 1-96 0,1-2-44 16,-1 2-30-16,3-2-19 0,-1 4-10 0,-4-3-7 0,6 2-1 0,-3 1-1 16,3 1-1-16,-4 0-1 0,4 0 3 0,-3 1 2 0,3 1-1 0,-4 2-2 15,3-1-2-15,-7 2-1 0,5-1 0 0,-3 2-2 0,3-2-6 0,-3 4-11 16,-1-2-10-16,-2 0-16 0,4 2-8 0,-4-2-10 0,0-2-8 16,0 4-14-16,0-4-8 0,-4 1-8 0,4-1-13 0,-2-1-16 0,2-1-22 15,-3-1-21-15,3 0-32 0,-2-2-28 0,-2 1-28 0,4-1-22 0,-3-1-25 0,3-2-23 16,-2 1-45-16,-2-2-55 0,4 1-92 0,0-2-101 0,0 0-82 15,-1 0-69-15,-3 0-76 0,0-2-81 0,4 2-37 0,0-6-24 16,0 2 2-16,0-2 14 0,0-2 20 0,0 1 18 0,0-1 45 0,0-2 55 16,4 1 91-16,0-2 105 0,-4 2 89 0,1-1 77 0,3-1 93 0</inkml:trace>
  <inkml:trace contextRef="#ctx0" brushRef="#br0" timeOffset="-187250.07">27786 6520 136 0,'0'-3'419'0,"0"0"200"0,0 3 101 0,-2 0 56 15,2 0 34-15,0 0 22 0,-4 0 21 0,1 1 27 0,1 3 34 0,-2-1 40 16,-1 0 36-16,-1 1 29 0,1 2-75 0,-2 0-119 0,-2 3-168 0,-2 0-186 16,2 2-92-16,-2-1-48 0,-2 4-27 0,-1-1-19 0,3 1-26 0,-2 2-30 15,-1 1-32-15,-1-1-36 0,1 0-33 0,3 1-33 0,-2 0-34 0,-1-1-37 16,3-1-44-16,-2 0-42 0,3 0-50 0,-3-1-59 0,6-1-42 0,-6-1-42 16,4 0-44-16,0 0-44 0,2-2-95 0,-1 0-118 0,3-2-99 0,0 0-90 15,1 0-90-15,2-1-94 0,-1-1-39 0,3-1-21 0,0-5 23 0,0 0 38 16,0 0 35-16,0 4 34 0,0-4 40 0,0 0 45 0,0 0 93 15,0 0 118-15,0 0 100 0,0 0 92 0,0 0 103 0</inkml:trace>
  <inkml:trace contextRef="#ctx0" brushRef="#br0" timeOffset="-184946.96">27882 6844 172 0,'-2'-1'368'0,"-2"-1"72"0,4 1 47 0,0 1 31 0,0 0 23 16,0 0 29-16,0 0 29 0,0 0 37 0,0 0 35 0,0 0 31 0,0 0 26 15,0 0-28-15,0 0-54 0,0 0-103 0,0 0-124 0,0 0-63 0,0 0-39 16,6 0-25-16,-3 0-21 0,-3 0-22 0,6 0-27 0,-3-2-26 0,3 2-33 15,-1-2-21-15,2 1-22 0,1 1-13 0,-1-1-11 0,0-1-6 0,2 1-2 16,4-1 1-16,-2 1 1 0,-2 1 1 0,3-2 7 0,-1 1 2 0,0-1 4 16,-2 2 4-16,4-1 1 0,-2 1 4 0,1-2-1 0,-1 1-2 0,2 1 0 15,-6-2-1-15,6 0-1 0,-3 1-4 0,0 1-3 0,-1 0-5 0,0-1-3 16,0-1-6-16,-2 2-7 0,0-1-5 0,2-1-7 0,-3 2-3 0,-1-1-9 16,0 1-2-16,-1 0-3 0,1-2-7 0,-1 2-7 0,-2 0-5 0,2 0-4 15,-4 0-6-15,0 0-4 0,0 0-11 0,0 0-11 0,0 0-28 16,0 0-31-16,0 0-37 0,0 0-37 0,0 0-34 0,0 0-34 0,0 0-67 15,0 0-85-15,-4-1-103 0,4 1-111 0,-6 0-101 0,3 0-100 0,3 0-83 16,-6 0-78-16,-3 1-16 0,4-1 13 0,-4 2 25 0,4-1 31 0,-5 1 31 16,1-1 31-16,2 1 69 0,0-1 86 0,-2-1 103 0,2 1 113 0,-1-1 102 15,3 0 98-15</inkml:trace>
  <inkml:trace contextRef="#ctx0" brushRef="#br0" timeOffset="-184708.57">28138 6618 10 0,'0'0'336'0,"0"0"200"0,0 0 110 0,-1 1 63 0,-3 2 43 0,4 2 30 16,0-1 25-16,0 2 16 0,0 2 21 0,-2 1 16 0,-1 0 27 0,-1 3 24 15,-1-2-40-15,1 5-68 0,-2-1-145 0,1 2-178 0,1 1-90 0,-1-1-51 16,-4 2-33-16,4 0-25 0,3 0-21 0,-7 0-15 0,1 1-20 0,3-1-18 16,0 2-24-16,1-2-29 0,-1-1-34 0,3 1-35 0,-2-2-43 0,1-1-47 15,1 0-52-15,-2 0-52 0,4-1-46 0,-4-2-41 0,4-2-43 0,0 1-43 16,0-2-91-16,0-2-113 0,0 1-104 0,0-2-99 0,0 0-105 0,4-2-108 15,0-1-48-15,-2 0-24 0,-2-3 10 0,9 2 32 0,-4-2 34 16,2-2 35-16,-1-1 37 0,-1 2 39 0,4-4 92 0,-3-1 114 0,3 1 103 16,0 1 103-16,0 0 108 0</inkml:trace>
  <inkml:trace contextRef="#ctx0" brushRef="#br0" timeOffset="-184434.21">28451 6796 73 0,'4'-1'493'0,"1"-2"131"0,-3 1 72 0,5 1 42 16,-5-1 28-16,4 1 20 0,1 1 18 0,-2 0 13 0,1 0 13 15,3 0 13-15,-4 0 14 0,8 0-3 0,-2 0-9 0,1 0-176 0,-1-2-246 16,0 2-122-16,4-1-59 0,-3-1-34 0,-1 2-17 0,4-2-16 0,1 1-11 16,-2 1-11-16,-3-1-12 0,4-1-9 0,-1 1-14 0,1 1-18 0,-1-2-16 15,0 1-14-15,-1-1-10 0,-2-1-9 0,3 2-9 0,-4-1-14 0,2-1-17 16,-5 2-23-16,2-1-33 0,-3 1-29 0,1-1-27 0,-5 1-29 0,5-1-25 15,-7 1-57-15,0 1-63 0,0 0-97 0,0 0-109 0,0 0-92 0,0 0-86 16,0 0-84-16,-3 0-88 0,-1 1-38 0,-2 1-16 0,-3-1 5 0,4 1 17 16,0 1 21-16,-4-1 23 0,0 3 53 0,-1-2 65 0,1 2 95 0,-1-1 112 15,1-1 90-15,-2 3 86 0,-2-1 90 0</inkml:trace>
  <inkml:trace contextRef="#ctx0" brushRef="#br0" timeOffset="-184039.35">28533 6876 48 0,'0'0'304'0,"0"0"108"0,0 0 77 0,0 0 65 0,0 0 59 0,0 0 56 0,3 0 42 16,-1 0 33-16,5 0 26 0,-5 1 19 0,4-1 14 0,1 2 12 0,-2-1-70 15,1-1-109-15,-1 2-103 0,4 1-103 0,-3-2-71 0,1 1-56 16,0 2-53-16,0-1-54 0,1 0-37 0,-5 0-31 0,3 2-20 0,3-1-17 0,-4 1-10 16,-1-2-9-16,-1 3-6 0,3-2-3 0,-4 1-3 0,1-1-3 15,-3 2-4-15,0 0-7 0,0 0-2 0,0-1-4 0,0 0-2 0,-3 3-5 16,1-2-2-16,-4 2-4 0,-1-1-3 0,2 1-1 0,-4 1-4 0,3-2-4 15,-3 2 0-15,0 0 0 0,-2 0 0 0,2-1-3 0,-2-1-1 0,2 1-4 16,-3-1 1-16,4-1 2 0,-4 2 5 0,3-2 5 0,0-2 9 0,3 1 8 16,-3-2 5-16,4 0 8 0,-1 0 2 0,1-2 1 0,1 2 2 0,1-1 1 15,3-1 3-15,0-1 1 0,0 0 0 0,0 0-4 0,0 0-2 0,0 0-6 16,0 0-5-16,0 0-5 0,3 0-6 0,3 0-4 0,-1 0-5 0,2 0-10 16,2-1 2-16,-1 1 6 0,4-2 0 0,-1 0 0 0,-2 1 1 0,6 0 0 15,-6-1 1-15,5-1-2 0,-1 0-3 0,-6 2-3 0,6-2-5 0,-2-1-2 16,-2 3 1-16,0-2 4 0,0 0-2 0,-4 2-6 0,4-1-2 0,-3 1-5 15,-1-1-3-15,2-1-7 0,-5 1-10 0,2 1-11 0,-2 1-20 16,1-1-21-16,-3 1-25 0,4-2-21 0,-4 2-23 0,0-3-27 0,0 3-34 16,0-1-43-16,0-2-80 0,-4 0-96 0,1-2-75 0,3 2-68 0,-2-1-67 15,-2 1-63-15,2-2-70 0,2 0-75 0,-7 0-21 0,5 0 2 16,-1-3 16-16,-1 3 16 0,-1-3 36 0,3 1 40 0,-2-1 81 0,-1-1 99 16,1 0 82-16,2-2 75 0,2 1 74 0,-7-2 74 0</inkml:trace>
  <inkml:trace contextRef="#ctx0" brushRef="#br0" timeOffset="-183680.91">28717 6183 241 0,'-3'-4'535'0,"-1"3"114"0,-1 0 59 0,3 1 34 0,-2-2 26 0,4 2 13 0,-3 2 12 0,1 0 13 0,-2 0 13 15,2 1 12-15,-1 0 17 0,-1 2-37 0,2 0-62 0,-1 2-171 0,-1 0-220 16,4 2-103-16,-2 0-49 0,-1 3-25 0,3 0-16 0,-2 2-4 0,-2-1-5 15,4 2-5-15,0 1-5 0,0 1-6 0,0 0-7 0,4-2-1 0,-2 1-1 16,1 1-2-16,-1-2-4 0,2-1-2 0,1 0-4 0,2 1-3 0,-5-1 1 16,4-2-1-16,-3 1-1 0,3-1 2 0,-1-1 4 0,-1-1 2 0,-1-1 1 15,-1 0 4-15,2-1 4 0,-3 1 5 0,-1-2 5 0,0-1 5 16,4 2 6-16,-4-2 7 0,0-1 7 0,0 0 5 0,0 1 5 0,0-1 3 16,-4-1-3-16,4-1-85 0,0 0-92 0,-1 0 0 0,-3 0 0 0,2 0 0 15,-1 0 0-15,-1-2 0 0,2 3 0 0,-1-1 0 0,-3-2 0 0,3 2 0 16,-3 0 0-16,1-1 0 0,-1-1 0 0,-1 2 0 0,2-3 0 0,-1 2 0 15,-3-1 0-15,4 1 0 0,-1-2 0 0,-3 1 0 0,0-1-119 0,4-1-303 16,-4-1-48-16,3 1-68 0,-3-3-85 0,0 2-86 0,4-1-95 0,-4-3-62 16,5 1-51-16,-1 1-53 0,-1-4-53 0,3 2-3 0,1-3 20 15,-2 0 42-15,4 2 55 0,0-4 43 0,0 2 38 0,0 0 72 0,0-1 83 16,6 1 101-16,-6-2 106 0,7 2 92 0,-5 0 81 0</inkml:trace>
  <inkml:trace contextRef="#ctx0" brushRef="#br0" timeOffset="-183530.78">28681 6386 39 0,'9'-5'271'0,"0"-3"73"0,0 2 37 0,0 0 24 0,-2 2 26 0,1 2 29 15,1-1 30-15,-7 2 33 0,7-3 37 0,-4 3 39 0,4 0 18 0,-4-2 9 16,5 0-73-16,-5 1-110 0,4 1-84 0,-4-1-71 0,4 2-61 0,-3-3-58 16,1 1-79-16,2 1-87 0,-3 0-87 0,-1-1-91 0,0 1-107 0,4-1-114 15,-3 1-90-15,1-1-81 0,-5 1-38 0,3 1-16 0,-5 0-7 0,8 0-2 16,-7 1 23-16,5 2 34 0,-3 0 50 0,-3 1 60 0,6 1 60 0,-6 1 56 16,5 0 69-16,-5 3 78 0</inkml:trace>
  <inkml:trace contextRef="#ctx0" brushRef="#br0" timeOffset="-177606.52">27882 6252 256 0,'-2'-3'416'0,"-2"1"83"0,4 1 57 0,0 1 44 0,0 0 38 0,0 0 31 0,0 0 27 0,0 0 24 0,-2-2 18 16,2 2 18-16,0 0 13 0,0 0-54 0,0 0-81 0,0 0-122 0,0 0-138 15,0 0-82-15,0 0-58 0,0 0-41 0,0 0-39 0,0 0-30 0,0 0-26 16,0 0-25-16,0 0-22 0,2-1-13 0,-2 1-11 0,6 1-8 0,-3-1-7 16,-3 2 0-16,6-1-1 0,1 1 2 0,-5-1-1 0,3 2 0 0,-1-2 1 15,-1 1 1-15,-1 1 1 0,4 0 1 0,-6-1 4 0,3-1-4 0,-3 2 1 16,4-1-1-16,-2-1 1 0,-2 2-1 0,0-3 1 0,0 3-1 0,0-3 1 16,0 3-1-16,0-1 1 0,0 1-1 0,-2 0 1 0,-2-2-1 0,4 2-1 15,-3 0 0-15,1 0 0 0,-2 2 0 0,2-2 0 0,-1 1 0 0,-1-1 2 16,-1 0-2-16,3 0 1 0,2 0 1 0,-7 0 2 0,7-1 1 0,-2-1-1 15,-2-1 4-15,4 0 1 0,0 1 3 0,0-1 3 0,-3 2 1 0,3-2 2 16,0 0 0-16,0 0 0 0,0 0 0 0,0 0 0 0,0 0-1 0,0 0-2 16,0 0-3-16,0 0 0 0,0 0-2 0,0 0-2 0,0 0-4 0,0 0-4 15,0 0-4-15,0 0-2 0,0 0-3 0,0 0-3 0,0 0-3 0,0 0-3 16,0-2 0-16,3 1 0 0,-3 0-2 0,0 1-2 0,6 0-7 0,-3-2-7 16,1 1-10-16,1-1-11 0,-3 1-26 0,5-1-31 0,1 1-78 15,-1-1-99-15,0-1-95 0,2 1-91 0,-2 0-101 0,4 0-109 0,-2 1-78 16,0-2-60-16,0 0-25 0,2 1-6 0,-2 1 4 0,0-1 11 0,-2 2 22 15,3 0 33-15,-3 0 77 0,0 0 100 0,0 2 96 0,0 1 97 16,1 0 101-16</inkml:trace>
  <inkml:trace contextRef="#ctx0" brushRef="#br0" timeOffset="-176760.71">29012 6714 99 0,'2'-5'381'0,"-2"2"159"0,0 0 83 0,0 3 53 0,0-3 32 0,0 3 24 15,0 0 20-15,0 0 17 0,0 0 14 0,0 0 14 0,0 0 9 0,0 0 7 16,0 0-87-16,0 0-127 0,0 0-144 0,0 2-146 0,5-2-78 0,-1 2-44 16,0 2-28-16,1-3-21 0,0 4-14 0,4-1-13 0,-3 2-7 0,6 0-10 15,-4 0 1-15,1 0 4 0,3 3-2 0,-3-1-2 0,2 1-4 0,-2 0 1 16,-3 0-4-16,5 1-1 0,-4-1-3 0,2 0-4 0,-4 2-3 0,1-1-4 16,-1 1-4-16,1-3-4 0,-3 3-11 0,3 0-10 0,-3-2-7 0,1 1-5 15,-2 1-10-15,1-2-7 0,-3 0-10 0,2 0-11 0,-2-2-17 16,0 0-16-16,-2 0-18 0,2-1-15 0,-3-1-20 0,3 0-16 0,-2 0-16 0,2-2-19 15,-4 0-31-15,1 0-33 0,3-2-62 0,-2 1-73 0,-2-1-63 16,1-1-58-16,3 2-39 0,-6-2-29 0,6 1-21 0,-2-1-17 16,-5 0-8-16,5 0-8 0,-1-1-3 0,1-1 4 0,-2-1 19 0,1 2 29 15,1-4 61-15,2 1 77 0,-4-2 77 0,4 0 76 0,0 0 63 0,0-4 56 16,4 3 52-16,-4-2 45 0,2-1 41 0,1 1 38 0,1-2 32 0,-2 0 30 16,1 1 24-16,3 0 19 0,-3-1 18 0,3-1 14 0,-4 0 18 0,5 2 19 15,-2-1 24-15,-1 1 27 0,-2 1 38 0,3 0 40 0,-1 1 34 0,-1 2 29 16,-1 2 14-16,-2-1 10 0,0 2 2 0,0 3-3 0,0 0-4 0,0 0-7 15,0 0-18-15,0 1-16 0,-2 1-33 0,-5 3-35 0,2-1-48 16,-1 2-48-16,-3 2-44 0,-2 1-42 0,-1 1-28 0,-3 2-23 0,1 2-17 16,-4 1-11-16,1 0-16 0,-1 0-13 0,0-2-18 0,4 2-18 0,-2-1-22 0,1-1-23 15,-1-1-51-15,5 0-65 0,0-2-89 0,-2 1-106 16,8-2-87-16,-4 2-81 0,5-4-96 0,-1 2-107 0,3-1-60 0,-5-2-42 16,7-2-12-16,0 1 2 0,0-5 12 0,0 4 16 0,0 1 46 0,0-5 57 15,0 0 88-15,7 1 106 0,-5 1 87 0,3-1 80 0,-1 1 97 0</inkml:trace>
  <inkml:trace contextRef="#ctx0" brushRef="#br0" timeOffset="-176042.96">29470 6850 36 0,'-4'-1'391'0,"0"-2"124"0,4 1 92 0,-1 1 59 0,-3-1 42 0,4-1 28 0,-2 3 23 0,2 0 19 0,0-2 14 0,0 2 13 0,0 0 12 0,0 0-13 0,0 0-23 0,0 0-136 15,0 0-188-15,0 0-113 0,0 0-76 0,0 0-44 0,2-1-28 0,-2 1-13 16,5 0-9-16,-1-1-3 0,1 1-1 0,4 0-1 0,-3-2 2 0,3 2 2 16,0-1 0-16,0 1 1 0,0 0-3 0,0-2-5 0,2 2-6 0,-6 0-9 15,4 0-10-15,4 0-10 0,-6 0-12 0,1 0-10 0,-1 2-11 16,0-2-11-16,0 0-10 0,-3 1-12 0,5-1-9 0,-4 2-7 0,1-2-6 0,1 1-6 15,-5-1-6-15,3 0-6 0,3 1-4 0,-3-1-10 0,-1 2-8 0,-3-2-23 16,5 0-28-16,-3 0-41 0,1 0-42 0,-2 0-40 0,-2 0-35 0,5-2-45 16,-5 2-46-16,4-1-97 0,-4 1-117 0,3 0-113 0,-3 0-103 15,0 0-112-15,0 0-117 0,0 0-36 0,0 0 1 0,0 0 26 0,0 0 39 16,0 0 35-16,2-3 35 0,-2 3 42 0,6-3 45 0,-6 0 100 0,3-1 118 0,1 1 111 16,-2-1 104-16</inkml:trace>
  <inkml:trace contextRef="#ctx0" brushRef="#br0" timeOffset="-175669.23">29898 6681 286 0,'9'-3'480'16,"-7"3"100"-16,7-2 66 0,-3 1 46 0,-1 1 37 0,4 1 30 0,0 1 28 0,-3 1 18 16,3 0 19-16,-4 1 10 0,4-1 10 0,0 2-54 0,4 1-84 15,-6 0-138-15,2 0-167 0,0 1-88 0,4-1-53 0,-6 2-37 0,0 1-28 16,0-2-22-16,-3 2-20 0,2 2-14 0,-1-3-11 0,-1 2-11 0,1-2-9 15,-1 3-9-15,-4 0-3 0,0-1-10 0,0 1-13 0,-4 1-11 0,2-2-9 16,-1 2-11-16,-3 0-9 0,1 0-6 0,-3 0-9 0,1-1-6 0,-2 1-6 16,0 0-2-16,0-2 1 0,-2 0-2 0,-1 1 0 0,3-2-2 0,-2 2 1 15,-2-3-1-15,6 0 1 0,-6 1 2 0,2-1 2 0,2-2 4 0,0-1 6 16,0 2 5-16,4-1 8 0,-4-3 2 0,7 1 5 0,-5-1 2 0,5 0-2 16,-2-1 3-16,4-1 2 0,0-1-1 0,0 0 1 0,0 0-2 0,0 0 0 15,0 0 2-15,0 0 2 0,0 2 3 0,6-1 2 0,-3 1 2 0,1-2 4 16,1 0 0-16,4 1-1 0,-3 1 2 0,3-2 1 0,-2 0 3 0,6 0-2 15,-2 0 2-15,-2 0 1 0,3 0-4 0,-1-2-6 0,4 1-9 0,-3-1-5 16,-1 1-9-16,2 1-6 0,-2-2-4 0,-1 1-7 0,0-1-14 0,-1 2-17 16,0 0-32-16,-4-1-38 0,4 1-44 0,-3 0-43 0,-3-2-45 0,-1 2-42 15,2-1-95-15,-1-1-113 0,-3 2-116 0,0 0-116 0,0 0-121 0,0 0-126 16,0 0-47-16,0 0-15 0,-7 2 20 0,2-1 31 0,-5 1 38 0,0-1 42 16,-3 2 42-16,2-1 42 0,-3 1 94 0,-4-3 114 0,3 3 116 0,-1-3 114 15</inkml:trace>
  <inkml:trace contextRef="#ctx0" brushRef="#br0" timeOffset="-174859.7">26512 8017 329 0,'-7'5'585'0,"2"-2"111"0,-4 0 54 0,7 0 28 0,-2-2 12 0,4 0 11 0,-3 1 7 16,3-2 8-16,0 0 6 0,0 0 7 0,0 0 4 0,0 0-56 0,0 0-88 15,0 0-189-15,0 0-236 0,0 0-110 0,3 0-50 0,1 0-23 0,-2-2-15 16,1 2-9-16,1 0-8 0,1-1-7 0,-3 0-6 0,5 1-6 0,-5-3-6 16,7 3-6-16,-3 0-4 0,-1-2-10 0,-1 1-11 0,1-1-19 0,4 2-19 15,-3-1-34-15,-3-1-43 0,3 1-77 0,-3-1-97 0,3 2-78 0,-1 0-74 16,-1 0-72-16,-2 2-71 0,-2-2-87 0,3 3-99 0,1 0-37 0,-4-3-11 15,0 6 6-15,0-2 12 0,-4 2 32 0,4 0 42 0,-3-2 77 16,-3 4 95-16,1-2 80 0,1 0 71 0,-1 0 72 0,-1 0 72 0</inkml:trace>
  <inkml:trace contextRef="#ctx0" brushRef="#br0" timeOffset="-174697.33">26447 8183 12 0,'-3'5'296'0,"-3"0"140"0,1-1 73 16,1-1 42-16,4 0 33 0,0 0 30 0,0-3 37 0,0 3 41 15,0-3 28-15,0 0 24 0,0 0 17 0,0 0 7 0,0 0-65 0,0 0-98 16,0 0-125-16,0 0-142 0,0 2-70 0,4-1-42 0,-4-1-48 0,3 0-52 15,-1 0-96-15,4 2-115 0,-3-2-114 0,3 0-113 0,1 1-111 0,0-1-109 16,2 0-92-16,0-1-84 0,0-1-40 0,2 2-16 0,-2-1-7 0,4-1-1 16,-2 1 11-16,1-1 21 0,-4-1 57 0,1 1 78 0,0 1 85 0,2 0 88 15,-2 1 95-15,3-2 104 0</inkml:trace>
  <inkml:trace contextRef="#ctx0" brushRef="#br0" timeOffset="-174159.74">26952 8274 295 0,'-4'1'538'0,"4"0"105"0,-2 3 51 0,2-4 29 0,0 0 16 0,0 0 14 15,2 1 15-15,-2-1 12 0,0 0 14 0,0 0 10 0,0 3 11 0,4-3-52 16,-4 0-79-16,0 2-174 0,5-2-215 0,-5 0-100 0,8 0-47 0,-7 0-27 15,5 0-14-15,3 0-16 0,-4 0-10 0,4 0-13 0,0 0-11 0,4 0-14 16,-6 0-11-16,6 0-10 0,-2 0-5 0,-2 0-11 0,5 0-11 0,-1 0-19 16,-2 0-25-16,1 1-59 0,-4-1-72 0,6 2-99 0,-5-2-109 15,0 0-106-15,4 0-101 0,-6 0-93 0,2 0-87 0,0 0-39 0,-3 0-17 16,3 0-1-16,-4-2 5 0,4 2 13 0,-3 2 23 0,-3-2 56 0,3 1 70 16,-1 1 99-16,2-1 109 0,-1 2 104 0,-1 0 101 0</inkml:trace>
  <inkml:trace contextRef="#ctx0" brushRef="#br0" timeOffset="-173889.97">27498 8333 118 0,'0'0'498'0,"2"2"118"0,-2-2 61 0,0 0 28 0,0 0 15 15,0 0 7-15,0 0 11 0,0 2 6 0,0-2 11 0,0 0 10 0,4 1 11 16,-3-1-20-16,3 2-31 0,0-2-180 0,-3 0-244 0,7 0-116 0,-7 0-58 15,8 0-30-15,-3-2-13 0,3 2-9 0,2 0-7 0,-2-1-10 16,0-1-9-16,4 0-16 0,-3 1-18 0,3 0-15 0,-2-1-16 0,0 1-29 0,1-1-28 16,-1 1-53-16,-2-1-62 0,0 1-62 0,-3-1-63 0,3 2-46 15,-4-1-44-15,1 1-35 0,-3 0-36 0,1 0-32 0,-4 0-34 0,0 0-35 16,0 3-37-16,0-3-35 0,-4 3-30 0,-1 1 22 0,-4 0 51 0,5 1 57 16,-3 0 58-16,-2-1 49 0,-4 2 39 0,4 0 36 0,-2-1 38 15,2 1 34-15,-1 1 40 0,-3-2 44 0</inkml:trace>
  <inkml:trace contextRef="#ctx0" brushRef="#br0" timeOffset="-173561.78">27424 8470 6 0,'-9'5'249'0,"2"-1"81"0,-1 0 41 0,3 0 22 0,3 0 19 0,-1-1 17 16,3 2 25-16,0-4 26 0,3 2 37 0,-1 0 42 0,2-1 37 0,1 1 43 15,0-2-39-15,5 2-74 0,-5 0-66 0,8 0-62 0,-4 0-29 0,2 0-19 16,-1-1-10-16,3 1-14 0,-2 0-16 0,2-2-24 0,-3 2-32 0,3-2-38 16,-4 1-39-16,-2 1-35 0,2-1-30 0,0-1-22 0,-3 1-18 0,3 1-18 15,-5-2-11-15,-3 1-4 0,3 0-4 0,1 0-7 0,-5 1-4 0,0-1-4 16,0 1-4-16,0 1-2 0,-1 0-2 0,-3 1-2 0,0 1-2 0,-1-1-4 15,3 1 1-15,-5 1-1 0,-2 1 1 0,3-1 1 0,-3 1 1 0,4-1-1 16,-4-1 5-16,2 2 1 0,-1-1 1 0,-1 1 4 0,4-2-1 0,0 0 4 16,-1-2 0-16,1 1-2 0,1-1 3 0,0-1 0 0,3 2 2 15,1-4-2-15,0 4 1 0,0-2 1 0,1-1-2 0,-1 0-3 0,8 1-2 16,-7 2-1-16,3-2 0 0,2 0-1 0,-1-1 1 0,0 2 0 0,4-1 1 16,-1 0-1-16,-3-2-1 0,4 2-1 0,-3-1-1 0,-1-2-3 0,0 1-1 15,1-1 1-15,3 2-2 0,-2-2-1 0,-5 0-1 0,3 0-1 0,-1 0-4 16,1-2-4-16,-1 2-4 0,-2 0-7 0,1-1-9 0,-3 1-12 15,0 0-25-15,0 0-32 0,0 0-66 0,0 0-81 0,0 0-79 0,0 0-76 16,0 0-78-16,0 0-77 0,0 0-90 0,-3-5-97 0,3 2-41 0,-2-1-14 16,-2 0-2-16,4-1 7 0,0 0 25 0,-1-1 30 0,1 0 66 0,0 0 81 15,0-2 78-15,0 0 79 0,1-1 78 0,-1 0 79 0</inkml:trace>
  <inkml:trace contextRef="#ctx0" brushRef="#br0" timeOffset="-173306.82">27603 7806 9 0,'0'-8'480'0,"0"0"135"0,0 3 70 0,0 0 37 0,0 1 24 0,0 0 18 0,2 2 17 16,-2 2 14-16,0 0 13 0,0 0 13 0,0 0 9 0,0 0 2 0,0 0-6 16,0 0-182-16,0 0-265 0,0 0-126 0,-2 2-64 0,2 2-30 15,-4 0-16-15,4-1-14 0,0 3-11 0,-3 2-10 0,1 1-9 0,-2 1-9 0,3 2-9 16,-3 2-7-16,0 1-8 0,-1 0-6 0,3 1-9 0,-2 1-6 0,-1 0-6 15,-2 0-8-15,5 1-10 0,-2-1-18 0,-1-1-21 0,1 1-24 16,-1-2-24-16,3 0-36 0,-2-1-43 0,1 0-97 0,1 0-121 0,-2-1-106 16,3 1-104-16,1-2-115 0,-4 0-122 0,0-2-55 0,4-1-23 15,0 0 1-15,0 0 11 0,0-3 16 0,4 2 19 0,0-4 33 0,-4 2 39 16,1-1 98-16,3-2 120 0,-2 1 108 0,5-1 104 0</inkml:trace>
  <inkml:trace contextRef="#ctx0" brushRef="#br0" timeOffset="-173021.82">27938 8193 25 0,'-6'3'349'0,"1"1"203"0,-2-1 98 0,-4 3 52 16,5 2 35-16,1-1 25 0,-2 2 21 0,-2 2 16 0,1 1 17 0,-1 0 15 15,-3 1 10-15,4 1 11 0,-4 1-64 0,3 0-98 0,0 1-166 0,3 2-193 16,-3 0-95-16,0-1-50 0,4 1-33 0,-1-2-24 0,1 2-21 16,1 0-20-16,2 0-23 0,2-1-25 0,0 1-26 0,0-2-26 0,2 1-30 0,4-1-36 15,1 1-68-15,0-2-83 0,2 0-94 0,0 0-98 0,6-3-82 16,-1 1-77-16,1-2-101 0,-1 1-110 0,4-3-47 0,-3-2-11 0,5-2 0 16,-2 1 9-16,0-2 22 0,-2 1 24 0,2-1 61 0,0-2 82 0,-2 1 88 15,1-2 97-15,-3 3 83 0,1 0 73 0</inkml:trace>
  <inkml:trace contextRef="#ctx0" brushRef="#br0" timeOffset="-172513.19">27981 8295 103 0,'0'-3'339'0,"0"-2"72"0,0 2 41 0,0 0 41 0,0 2 40 0,0-3 50 0,4 4 52 0,-1-1 41 0,-1 0 37 0,4-1 24 0,1 1 23 15,0-1-24-15,0 2-42 0,0-1-102 0,3-1-127 0,-1 2-61 0,0 2-32 16,1-1-35-16,3 1-35 0,-2 2-41 0,-2 1-50 0,4-1-36 0,-2 4-31 15,1-1-19-15,-5 4-17 0,2-1-11 0,1 2-8 0,-1 2-7 0,-4-2-7 16,4 1-6-16,-4 2-6 0,1-1-6 0,-3 1-6 0,1-2-6 0,-2 2-4 16,-2-1-5-16,4-1-6 0,-4 0-6 0,0-2-11 0,0 1-13 0,0-1-16 15,0-2-20-15,0 0-21 0,0-2-27 0,-4 1-32 0,4-2-61 0,0-2-75 16,0 1-82-16,0-2-86 0,0 0-76 0,0-3-73 0,0 3-86 0,0-3-93 16,0 0-48-16,0 0-28 0,0 0-2 0,0 0 4 0,0 0 24 0,0 0 26 15,0-5 63-15,0-1 75 0,4 0 83 0,-3 0 85 0,3 0 76 0,0 0 75 16,-3 0 88-16</inkml:trace>
  <inkml:trace contextRef="#ctx0" brushRef="#br0" timeOffset="-172342.51">28352 8295 69 0,'0'-5'374'0,"0"2"185"0,0 0 101 16,-4 3 63-16,4 0 40 0,-2 2 29 0,-3 1 24 0,1 0 16 0,-1 1 12 16,0 2 13-16,-5-1 7 0,1 2 7 0,-3 2-82 0,5 0-121 0,-6 0-165 15,-2 1-180-15,5 1-98 0,-5 1-65 0,1 0-47 0,-3 0-41 0,6 0-35 16,-3 0-32-16,3 0-40 0,-1-1-41 0,1-1-86 0,2 2-104 0,0-3-98 15,3 0-99-15,-1 0-103 0,5-2-104 0,-2 0-81 0,4-3-73 16,0-4-24-16,4 3-4 0,2 0 8 0,-1-3 9 0,2-1 25 0,-1-1 31 16,-1-2 77-16,6-1 97 0,-2 0 94 0,0 0 94 0,4-3 101 0,-6 1 105 15</inkml:trace>
  <inkml:trace contextRef="#ctx0" brushRef="#br0" timeOffset="-171988.77">28451 7974 159 0,'4'-6'428'16,"-2"3"95"-16,-2-2 52 0,3 2 40 0,-1 0 38 0,2 0 28 0,-4 3 24 15,3 0 21-15,-3 0 17 0,2-1 16 0,-2 1 12 0,4 1-32 16,-4-1-51-16,2 2-140 0,-2 1-183 0,0-1-89 0,3 0-52 0,-3 1-39 16,0 2-34-16,4-2-31 0,-4 1-23 0,0 2-22 0,0-1-16 0,0 1-15 15,0-1-14-15,-4 2-9 0,4 0-7 0,-3 1-4 0,-3-1-4 0,4 0-1 16,-1 1-4-16,-3 0 1 0,1 1-1 0,1-2 2 0,-5 0-1 15,6 1-1-15,-3 0 1 0,-3-1-1 0,4-1 1 0,-4 0-1 0,3 0 1 16,1 0 2-16,-1-1 5 0,-1-1 5 0,2-1 2 0,-1 2 5 0,3-2 2 16,-3 0 1-16,5 0 1 0,-3-2 2 0,0-1 0 0,4 1 0 0,0-1-1 15,0 0 1-15,0 0-3 0,0 0-2 0,0 0-5 0,0 2-5 0,8-2-2 16,-7 2-2-16,5-2-2 0,-3 0-3 0,3 0-2 0,3 0-4 0,-4 0-6 16,4-2-10-16,4 2-13 0,-6-2-28 0,2 1-34 0,4 1-79 0,-2-1-98 15,1-1-93-15,-4-1-91 0,4 2-125 0,-1 1-138 0,-2-2-60 0,4 1-28 16,-6 1-10-16,6-2-1 0,-4 2 8 0,0 0 10 0,-2 2 28 0,0-1 35 15,-1 1 80-15,-1 2 98 0,1-1 95 0,1 3 92 0</inkml:trace>
  <inkml:trace contextRef="#ctx0" brushRef="#br0" timeOffset="-171685.7">28529 8532 58 0,'-5'1'385'0,"3"1"219"0,-2-1 101 0,1-1 49 0,3 0 29 0,0 0 17 0,0 0 15 0,0 3 11 15,0-3 11-15,0 0 11 0,0 0 10 0,0 0 11 0,0 0-74 0,0 0-112 16,0 0-179-16,0 0-212 0,0 0-100 0,0 0-49 0,0 0-28 0,3 1-16 15,-3-1-13-15,0 2-13 0,6-2-10 0,-3 2-12 0,-1-2-15 0,5 0-19 16,-1 0-22-16,-3 0-26 0,3 0-25 0,-1 0-22 0,-1 0-42 0,1 0-49 16,1-2-95-16,-3 2-113 0,3-2-99 0,-1 2-91 0,-5 0-112 0,6-1-119 15,-3 1-52-15,-3 0-18 0,6-1 2 0,-1-1 13 0,-5 2 16 0,4-1 19 16,1-1 41-16,-5 2 48 0,4-3 97 0,-2 0 114 0,1 2 96 0,3-2 93 16</inkml:trace>
  <inkml:trace contextRef="#ctx0" brushRef="#br0" timeOffset="-171287">28862 8276 328 0,'0'0'489'0,"0"0"77"0,-2-1 48 16,2 1 39-16,0 0 35 0,0 0 34 0,0 0 27 0,-4 1 24 0,1 1 18 15,3 1 16-15,-6 0 6 0,6 2 3 0,-5-1-138 0,5 2-202 0,-4 0-111 16,3 2-64-16,-3 1-43 0,2 0-30 0,-5 0-30 0,5 0-26 15,-2 3-20-15,1-2-19 0,1 1-8 0,-2 1-8 0,3 0-5 0,1 0-1 16,-4 0-1-16,4 1-2 0,0-1 1 0,0 0 1 0,0 2 3 0,4-2 1 16,-3-2 5-16,-1 4 8 0,6-2 6 0,-3-1 2 0,3 2 0 0,-2-1-5 15,1-1-7-15,0 2-7 0,3-3-1 0,-3 1 2 0,0-1 2 0,1-1 2 16,1 0-3-16,-5 0-4 0,3-1-8 0,3-1-9 0,-7-1-11 0,5-1-6 16,-3 1 0-16,1 0 1 0,-2-3 2 0,-2-1 6 0,4 2-2 0,-3-3-5 15,-1-1-3-15,0 0-3 0,0 0 0 0,0 0 1 0,0 0-4 0,0 0 0 16,-1 2-4-16,-3-1-5 0,2 1-4 0,-2-1-6 0,1 1-12 0,-3 1-14 15,1-1-22-15,-4 0-27 0,4 1-36 0,-5 0-39 0,1-1-52 0,0-1-56 16,2 1-48-16,-6-2-46 0,4 0-39 0,-1-2-33 0,-3 1-59 0,6-2-69 16,-6 0-84-16,2-1-91 0,-1-1-54 0,2 0-39 0,1 1-27 0,2-1-20 15,-2 1-11-15,4-2-9 0,-4-2-8 0,0 1-6 0,0-1 13 0,5 1 26 16,-1-1 51-16,-1-1 67 0,3 0 88 0,1 0 98 0,-2 0 73 0,4-1 59 16,0-1 56-16,4 2 55 0,-2 0 58 0</inkml:trace>
  <inkml:trace contextRef="#ctx0" brushRef="#br0" timeOffset="-171151.74">28719 8465 144 0,'9'-8'284'0,"-4"0"45"0,5 2 19 0,-5 0 20 15,4 0 17-15,0 1 18 0,4 0 26 0,-6 0 22 0,2 1 21 0,0-2 15 16,2 1 12-16,-2 1-45 0,4-3-70 0,-3 3-81 0,-1 0-86 0,4-1-56 16,-6-1-48-16,6 2-51 0,-4 1-53 0,2-2-66 0,-2 1-76 15,0-1-101-15,0 2-117 0,-2-1-69 0,2-1-49 0,-1 2-20 0,-1 0-10 16,0 0-4-16,-5 0-2 0,3 2 18 0,-1-1 26 0,-4 2 32 0,5 0 35 16,-5 0 47-16,6 2 52 0,1-1 82 0</inkml:trace>
  <inkml:trace contextRef="#ctx0" brushRef="#br0" timeOffset="-170868.11">29117 8322 58 0,'5'0'315'0,"1"0"109"0,-1 1 77 0,1-1 59 0,-3 2 63 0,3-2 70 16,1 3 43-16,-2 0 38 0,4-1 18 0,-1 3 13 0,-1-2 9 0,2 2 7 15,-2 0-75-15,2 0-115 0,4 3-107 0,-2-1-104 0,1 2-68 16,-4-1-54-16,4 2-55 0,-3-1-62 0,2 2-35 0,-2-1-28 0,0 1-11 0,-3 1-4 15,5 0-1-15,-4 0 2 0,2 1-2 0,-4-1-3 0,1 0-3 16,-1 2 0-16,-1-2-2 0,1 0-1 0,-1-2-2 0,-2 4-1 0,3-4-5 16,-5 2-4-16,4-1-8 0,-4-1-9 0,3 1-7 0,-1-1-7 15,-2-1-6-15,0 0-7 0,0 2-8 0,0-4-13 0,0 1-17 0,-2 0-26 16,-1-1-24-16,3-1-29 0,-4-1-25 0,2 0-23 0,-1 0-42 0,1-2-43 16,-2 1-90-16,1-1-108 0,3 0-90 0,-6-1-81 0,6-2-80 0,0 0-78 15,0 0-65-15,-2-3-58 0,-1-1-14 0,-1-1 7 0,4 0 12 0,0-1 20 16,0-1 33-16,4-2 46 0,-4 0 90 0,3 0 106 0,-3-2 91 0,2 1 83 15,2 1 86-15,-2-4 87 0</inkml:trace>
  <inkml:trace contextRef="#ctx0" brushRef="#br0" timeOffset="-170673.6">29403 8457 52 0,'0'-6'363'0,"0"1"187"0,-4 1 98 0,0-1 58 0,4 4 37 16,0 1 29-16,0 0 20 0,0 0 19 0,-5 0 14 0,5 0 14 0,-2 1 14 16,-5 1 12-16,2 1-63 0,1 0-102 0,-7 0-147 0,6 1-168 0,-8 2-84 15,6 0-46-15,-6 3-34 0,-1 0-29 0,3 2-20 0,-5-1-16 16,-1 2-14-16,-1 2-16 0,4-1-19 0,-4 2-20 0,3 0-30 0,-1 0-35 15,1-1-37-15,1 0-40 0,-2 0-35 0,1-2-32 0,8 0-34 0,-6-1-35 16,8-2-81-16,-1 0-100 0,3-1-87 0,-1-1-82 0,4-1-78 0,0-1-75 16,0-1-76-16,0-4-76 0,4 3-22 0,1-2 1 0,2-4 15 0,-1 2 19 15,3-3 26-15,-2 0 36 0,0-2 78 0,1 0 98 0,1-1 88 0,0-1 84 16,3-1 84-16,-4 2 81 0</inkml:trace>
  <inkml:trace contextRef="#ctx0" brushRef="#br0" timeOffset="-170403.8">29471 8238 290 0,'0'-2'461'0,"8"2"96"0,-8 0 71 0,1 0 54 0,5 2 46 16,-2 0 35-16,-1 0 27 0,3 1 23 0,-5 2 16 0,7-2 16 0,-7 2 17 16,5 2-50-16,1-1-76 0,-1-1-124 0,-1 3-139 0,0 1-76 0,-1 0-47 15,1 2-34-15,1-1-28 0,-3 0-19 0,3 3-18 0,1 0-11 0,-5 0-8 16,3 3-11-16,3 0-14 0,-7 1-8 0,5-1-11 0,-3 2-16 0,1 0-17 15,-2 0-22-15,3 2-18 0,-5-2-22 0,0 1-15 0,0 1-15 0,0-1-7 16,-5 1-18-16,3 1-19 0,-2-2-26 0,-5 2-32 0,4-1-40 0,-4-2-48 16,0 0-38-16,0 0-40 0,-2-2-36 0,2-1-35 0,-6-1-91 0,6-1-115 15,0-1-109-15,-1 0-105 0,-1-3-118 0,2 0-124 0,0-1-48 0,0-2-14 16,5-2 18-16,-1-1 30 0,-1 0 33 0,6-3 36 0,0 0 34 16,0 0 35-16,-4-3 90 0,4 3 115 0,0-5 107 0,4 1 104 0,0 0 124 15</inkml:trace>
  <inkml:trace contextRef="#ctx0" brushRef="#br0" timeOffset="-169985.3">29851 8548 67 0,'6'0'354'0,"-1"-1"158"0,-1-1 81 0,1 1 50 0,-1 1 33 0,1 1 25 0,1-1 20 0,1 0 19 0,-2 0 19 0,1 0 18 0,3-1 12 0,0-1 11 16,-2 2-77-16,6-2-123 0,-2 1-143 0,3-2-153 0,-1 0-82 15,-2 2-49-15,3-2-30 0,0 0-26 0,3 1-19 0,-6-1-18 0,-1 2-19 16,5-2-17-16,-2 1-13 0,-3 1-10 0,5-1-9 0,-6 2-9 0,4-1-12 0,-3-1-13 16,0 1-43-16,-1-1-50 0,0 2-90 0,0 0-104 0,-8 0-91 15,5 0-85-15,-6 0-111 0,0 0-121 0,0 0-59 0,0 0-24 0,0 0-10 16,0 0-1-16,0 0 6 0,0 0 13 0,0 0 38 0,0 0 52 0,0 0 89 15,0 0 107-15,0-3 89 0,0 3 85 0</inkml:trace>
  <inkml:trace contextRef="#ctx0" brushRef="#br0" timeOffset="-169581.81">30562 8313 9 0,'7'0'261'0,"-1"0"94"0,-4 1 50 0,5 0 32 16,-2 1 38-16,1 0 44 0,-1 2 58 0,2-2 64 0,1 2 53 0,-1-1 46 15,-2 2 26-15,1-2 19 0,3 1-55 0,-4 1-89 0,4-1-84 0,-3-1-83 16,3 3-41-16,-4-3-23 0,2 2-34 0,-5-1-36 0,4 2-51 0,-3 0-60 16,1-2-44-16,1 4-43 0,-3 0-25 0,2-2-18 0,-4 1-12 0,3 0-10 15,-1 1-8-15,-2 0-11 0,0 1-5 0,-2-2-8 0,-1 2-6 0,-1-1-6 16,-1 2-6-16,3-1-11 0,-5 3-4 0,-1-3-6 0,-1 2 0 0,2-2 0 15,0 0 0-15,-2 0 0 0,3 1 0 0,-3-2 0 0,2 1 2 0,0-2 1 16,0-1 3-16,1 2 1 0,4-2 7 0,-5 0 4 0,2 0 4 0,3 0 5 16,-2-2 3-16,1 0 0 0,1 1 2 0,-2-2 1 0,4 0-1 0,-3-1 2 15,3 1 2-15,0-1 5 0,0-2 1 0,0 2 3 0,0 1 3 0,3 0 1 16,1 0 1-16,-2-1 3 0,5 2 1 0,-2-1 6 0,1 0-3 0,-1 0-1 16,4-1-5-16,0 1-2 0,-3 0-5 0,6-2-3 0,-4 1-5 0,1-1-7 15,3 0-11-15,-3-1-15 0,2 0-23 0,0 0-27 0,-2 0-32 0,0 0-36 16,-3 0-26-16,3-1-21 0,-4 1-53 0,2-1-69 0,-5-1-99 0,2 2-116 15,-4 0-103-15,0 0-96 0,0 0-97 0,0 0-100 0,-6 0-31 0,-1 0 0 16,0 0 17-16,-6 2 20 0,2-1 24 0,-1 2 24 0,-5 0 53 0,1-1 66 16,-4 1 104-16,0 0 114 0,-7 1 104 0,4-1 96 0</inkml:trace>
  <inkml:trace contextRef="#ctx0" brushRef="#br0" timeOffset="-169005.3">26995 9360 55 0,'-5'0'300'0,"-4"3"87"0,7-3 58 0,-5 1 36 0,1-1 36 0,5 0 34 0,1 0 36 0,-8 2 37 0,8-2 28 0,0 0 23 0,0 0 23 0,0 0 19 16,0 0-66-16,0 0-104 0,0 0-85 0,4 1-76 0,0-1-43 0,-3 0-32 15,5 2-28-15,1-1-25 0,0 1-32 0,2-1-33 0,0 1-22 0,4-1-24 16,-6 1-18-16,6-1-16 0,-2 1-15 0,1-2-16 0,-1 1-13 0,-2 0-13 16,2-1-11-16,-2 0-6 0,0 0-9 0,0 0-6 0,-3 0-12 0,3 0-14 15,-4-1-23-15,1 1-28 0,-3-1-52 0,3 1-64 0,-3 0-78 0,1 0-80 16,-4 0-61-16,2 1-54 0,-2 0-52 0,3 1-49 0,-3 1-49 0,0 0-48 16,-3 2-58-16,1-1-59 0,-5 1-14 0,1 1 11 0,3 0 43 0,-5 0 60 15,-1 1 73-15,0 1 79 0,0-1 63 0,0 1 53 0,-2-1 52 0,2 1 50 16,0-2 49-16,0 1 49 0</inkml:trace>
  <inkml:trace contextRef="#ctx0" brushRef="#br0" timeOffset="-168889.62">26995 9519 67 0,'-9'4'309'0,"2"-1"69"16,-6 2 40-16,4-3 30 0,4 2 24 0,-1 0 24 0,3-1 23 0,-3-1 26 16,3 1 27-16,1-2 27 0,-2 0 30 0,4-1-9 0,0 0-21 15,0 0-84-15,0 0-112 0,0 0-57 0,0 0-35 0,0 0-24 0,6 0-22 16,-6 2-22-16,7-2-22 0,-5 0-37 0,3 3-42 0,4-3-76 0,-1 2-87 16,-1-1-97-16,2 1-101 0,0-1-95 0,0-1-91 0,2 2-111 0,-2-1-120 15,3 1-56-15,-1-2-27 0,2 0-12 0,-6 1-5 0,6-1 8 0,-2 1 16 16,-2-1 45-16,0 2 60 0,0 0 72 0,-4-1 75 0,4 1 77 0,-3 1 78 15</inkml:trace>
  <inkml:trace contextRef="#ctx0" brushRef="#br0" timeOffset="-168470.77">27372 9516 109 0,'0'-3'379'0,"0"3"137"0,0 0 86 0,0-3 58 0,0 1 42 0,5-1 37 0,-1 2 27 0,-1 1 22 0,3 0 14 0,-1 0 13 16,4-2 7-16,2 2 10 0,-2 0-93 0,5 0-139 0,-1-1-137 0,2-1-133 16,3 1-82-16,-4-3-57 0,2 2-41 0,2-1-38 0,-3-2-23 0,5 1-23 15,-6 0-17-15,4-1-11 0,1 2-14 0,-3-3-12 0,-2 1-14 0,3 1-13 16,-3-2-24-16,0 1-28 0,1 1-65 0,-4-1-80 0,-2 2-96 0,2-1-99 15,-2 1-93-15,-2 1-90 0,-2 0-91 0,1 2-92 0,-6 0-40 0,0 0-16 16,0 0 0-16,5 2 4 0,-5 1 20 0,0-3 25 0,0 6 62 0,0-1 79 16,0 1 96-16,0 1 98 0,0-1 95 0,0 2 90 0</inkml:trace>
  <inkml:trace contextRef="#ctx0" brushRef="#br0" timeOffset="-168158.27">27914 9568 100 0,'0'3'394'0,"0"0"171"0,0-3 83 0,0 2 48 16,0 1 28-16,4 0 19 0,-4-2 17 0,2 1 19 0,-2-2 11 0,3 1 14 15,3-1 10-15,-3 0 7 0,-1 1-89 0,5-1-136 0,-1 0-159 0,-1 0-169 16,4 0-82-16,-3 0-42 0,3 0-27 0,-4-1-21 0,4 0-18 0,4-1-18 16,-6 1-15-16,2-2-15 0,0 1-17 0,4-1-14 0,-2 0-25 0,-1-1-29 15,-1 1-61-15,4-2-74 0,-4 2-87 0,-2 0-89 0,2 1-67 0,-3 0-61 16,3-1-60-16,-5 3-58 0,-4 0-74 0,0 0-80 0,0 0-32 0,0 0-9 16,0 0 11-16,0 0 21 0,-4 4 58 0,2 1 76 0,-5-1 81 0,1 2 88 15,1 0 70-15,-4 0 57 0,4 0 61 0,-4 2 62 0</inkml:trace>
  <inkml:trace contextRef="#ctx0" brushRef="#br0" timeOffset="-167814.39">27950 9662 27 0,'-7'2'277'0,"2"1"58"0,1 0 27 16,-1-1 17-16,5-1 8 0,0-1 15 0,0 3 16 0,0-3 28 15,0 2 37-15,3-1 40 0,-1 1 46 0,2 0 12 0,1 0-3 0,2 0-64 16,-1-1-95-16,-1 2-39 0,1-1-13 0,3-1-5 0,3 1 0 16,-4 1-3-16,1-3-4 0,0 2-26 0,0 0-28 0,0 1-39 0,0-1-40 0,-2 1-40 15,0-2-36-15,-1 2-28 0,-1 0-18 0,0 0-19 0,-1 2-13 0,0-2-11 16,-4 1-9-16,2 0-9 0,-2 1-11 0,-2 1-7 0,2 0-5 15,-4 0-2-15,0 2-1 0,-1-1-1 0,1 1 0 0,-1 1 0 0,-4-2-3 16,4 1 2-16,-1 1 2 0,-3-2 1 0,4 2 2 0,-1-1 4 0,-1-2 1 16,0 1 3-16,0-1 3 0,1 0 1 0,1 0 1 0,1-3-1 0,-1 3 1 15,1-3-1-15,2-1 1 0,-1 0-2 0,3 2-2 0,0-4-1 0,0 0 2 16,0 1-2-16,3 2 0 0,-1-1-3 0,2-1-2 0,-1 2-2 0,3-1-1 16,-1 1-1-16,1-2 0 0,1 1 0 0,0-1 0 0,0 2-1 0,0-3-4 15,1 2-1-15,1-2-1 0,-4 1-2 0,1-1-2 0,3 0 1 0,-4 0 1 16,0 0-3-16,3 0-2 0,-6 0 1 0,3 0-1 0,2 0 1 0,-1 0 2 15,-5 0-1-15,3 0-6 0,0 0-7 0,-4 0-10 0,0 0-11 0,1 0-16 16,-1 0-28-16,0 0-34 0,0 0-70 0,0 0-85 0,0 0-79 0,0 0-76 16,0 0-74-16,0 0-70 0,0 0-86 0,-1 0-88 0,1 0-45 0,0 0-21 15,0 0-3-15,-8 0 7 0,3-1 27 0,3-1 32 0,-5 1 70 0,2-2 86 16,3 1 79-16,-6-1 78 0,7 0 71 0,-3-1 69 0</inkml:trace>
  <inkml:trace contextRef="#ctx0" brushRef="#br0" timeOffset="-167501.51">28138 8997 73 0,'0'-8'331'0,"0"4"115"0,0-1 54 0,0 1 27 0,0 4 25 0,0 0 24 0,0 0 42 0,0 0 50 0,0 0 43 0,4 1 39 0,-4 2 27 0,0 0 19 0,0 0-74 0,0 1-113 15,0 3-111-15,0 0-104 0,0 2-48 0,0 2-21 0,0 1-17 0,-4 1-18 16,4 2-34-16,-1 2-46 0,-3 1-36 0,-1 1-32 0,1 1-20 0,-1 0-17 16,1 0-12-16,-2 3-11 0,1-4-8 0,0 2-8 0,-1 0-9 0,-1-1-9 15,0-1-24-15,-1 1-30 0,3-2-23 0,0 0-17 0,-1 0-41 0,-1-2-48 16,5-1-104-16,-1 0-125 0,1 0-111 0,2-3-102 0,-4 2-114 0,1-4-117 16,3-1-51-16,3-1-23 0,1-1 8 0,-4-1 17 0,2 0 13 15,3-3 12-15,-1 0 33 0,1 0 42 0,4-3 97 0,-4 2 125 0,5-1 107 16,-1 1 104-16</inkml:trace>
  <inkml:trace contextRef="#ctx0" brushRef="#br0" timeOffset="-167219.04">28553 9346 37 0,'0'-4'340'0,"0"1"173"16,0 1 83-16,-2 1 48 0,2 1 31 0,0 0 25 0,-4 1 22 0,2 2 22 16,-1-1 21-16,-3 2 18 0,3-1 17 0,-1 2 10 0,-1 1-68 0,-1 0-104 15,3 1-147-15,-3 1-167 0,1 2-80 0,-4 0-45 0,3 3-21 0,-3 0-17 16,4-1-23-16,-1 2-27 0,-3 1-21 0,4 0-23 0,-2 0-14 0,1 0-13 16,3 0-8-16,-3 0-10 0,4-2-7 0,-1 0-3 0,3 1-6 0,3 0-6 15,-1-1-12-15,-2-1-15 0,6 0-7 0,-3-2-7 0,3 1-17 0,1 0-25 16,-5-2-59-16,3-2-76 0,4 1-78 0,-3-1-83 0,3-1-59 15,-4-1-51-15,4-1-64 0,0 1-68 0,0-3-73 0,0 2-73 0,0-4-29 16,0 0-5-16,-1-2 12 0,4 0 20 0,-3 0 61 0,2-1 76 0,-2 0 78 16,-3-2 82-16,3 0 61 0,-4 3 52 0,4-3 66 0,-3 2 73 15</inkml:trace>
  <inkml:trace contextRef="#ctx0" brushRef="#br0" timeOffset="-166933.45">28699 9444 81 0,'4'-3'374'0,"-4"0"94"0,2 1 50 0,1 1 44 0,-1-1 34 15,2 1 34-15,-1 2 35 0,-1 1 26 0,3-1 27 0,-1 1 21 0,1-2 18 16,3 1-14-16,-6 2-31 0,3 0-121 0,2 0-162 0,0 2-80 0,-3-1-48 16,1 2-36-16,3 2-33 0,-6-1-28 0,3 2-32 0,2 2-25 0,-5-1-27 15,3 2-20-15,3 0-11 0,-7 0-16 0,5 2-13 0,-3-3-10 0,3 5-8 16,1-3-8-16,-5-1-5 0,2 2-8 0,-3-1-9 0,-1-1-15 0,4 1-15 15,-4-2-24-15,0-1-30 0,0 1-66 0,4-2-86 0,-4 0-84 0,0-2-82 16,1 1-73-16,-1-3-73 0,0 0-83 0,0 0-89 0,0-5-55 16,0 0-42-16,0 0-10 0,0 0 5 0,0 0 18 0,0 0 26 0,0 0 64 0,0 0 82 15,0 0 80-15,0-5 84 0,0 5 74 0,0-4 72 0,0 0 82 16</inkml:trace>
  <inkml:trace contextRef="#ctx0" brushRef="#br0" timeOffset="-166723.89">28961 9469 7 0,'0'-6'473'0,"0"1"140"0,-1 3 79 0,1-1 44 0,-4 0 33 16,0 1 21-16,-1 4 17 0,1-1 16 0,2 1 16 0,-3 1 12 0,1-1 15 15,-1 3 7-15,0 0 3 0,-3-1-175 0,-1 4-257 0,2-1-135 0,-2 0-75 16,0 3-44-16,-2-1-31 0,-2 1-25 0,4 0-25 0,-5 3-29 0,5-1-31 16,-6-1-32-16,5 2-32 0,-3-3-36 0,6 4-39 0,-6-4-53 0,2 0-59 15,4 1-82-15,0 0-95 0,-2-2-78 0,1 1-69 0,3-2-66 0,3 0-62 16,-1 0-73-16,-1-2-82 0,-1 0-24 0,5-1-3 0,0-1 10 0,0-4 21 15,0 0 37-15,0 0 50 0,0 0 80 0,0 0 93 0,0 5 76 0,0-5 70 16,0 0 71-16,0 0 69 0</inkml:trace>
  <inkml:trace contextRef="#ctx0" brushRef="#br0" timeOffset="-166064.83">29066 9592 141 0,'-2'-1'414'0,"2"1"170"0,0-4 83 0,0 4 42 0,0 0 27 0,0 0 14 0,0 0 12 0,0 0 9 15,0 0 11-15,0 0 7 0,0 0 10 0,0 0 4 0,0 0-101 0,0 0-147 16,0 0-162-16,0 0-167 0,0 0-82 0,0 0-44 0,2 0-21 0,2 0-16 15,-2-1-13-15,1 1-14 0,3 0-14 0,-1 0-16 0,2-1-22 0,-1 1-31 16,-1 0-52-16,4-2-65 0,-3 1-75 0,3-1-80 0,-4 1-69 0,4-1-61 16,-3 1-76-16,3-1-84 0,-4 1-73 0,4-3-71 0,-3 2-28 0,1 0-6 15,-2 1 10-15,1-1 18 0,-1 1 51 0,2-1 63 0,-1 2 74 0,-1-1 83 16,1 1 65-16,-1 1 64 0,2-1 74 0,-1 2 82 0</inkml:trace>
  <inkml:trace contextRef="#ctx0" brushRef="#br0" timeOffset="-165796.77">29376 9547 90 0,'-4'-1'365'0,"4"1"152"0,0-2 79 0,0 2 49 0,0 0 35 0,0 0 29 16,0-1 25-16,0 1 23 0,0 0 20 0,4-2 16 0,-1 2 12 0,-1 0 10 15,2 0-86-15,-1-1-127 0,3-1-142 0,-5 2-144 0,7 0-77 0,-1 0-47 16,-3-1-35-16,5 1-29 0,-4-2-26 0,8 2-26 0,-6-2-17 0,2 1-17 15,0 0-12-15,0-1-14 0,2 1-7 0,-2-1-10 0,0-1-10 0,2 0-11 16,-2 2-16-16,0-1-16 0,-4-1-40 0,4 2-50 0,-3-1-78 0,-3 1-85 16,3-1-72-16,1 1-64 0,-5 1-63 0,-2 0-66 0,0 0-82 15,0 0-92-15,0 0-36 0,0 0-14 0,-2 3 4 0,-5 0 13 0,1 1 37 16,3 1 52-16,-3-1 75 0,-3 2 90 0,2-1 71 0,0 2 63 0,-2-1 65 16,-2 0 65-16</inkml:trace>
  <inkml:trace contextRef="#ctx0" brushRef="#br0" timeOffset="-165467.33">29367 9646 141 0,'0'0'295'0,"0"0"51"0,3 0 28 0,-1 0 23 0,5 2 24 15,2-2 29-15,-7 0 31 0,7 0 31 0,-3 0 33 0,-1 0 31 0,4 0 27 16,-2 0-23-16,0 0-48 0,1 0-70 0,-1 0-78 0,-3 0-34 0,1 0-15 16,0 0-14-16,-1 0-12 0,0 0-18 0,-3 1-23 0,3-1-25 0,0 3-26 15,-4 0-26-15,0-1-20 0,0 2-21 0,0 1-21 0,0 1-13 0,-8 0-12 16,7-1-10-16,-3 3-4 0,-1 1-6 0,-1-1 1 0,-1 1-7 0,2 1-12 15,-5-1-7-15,3 0-4 0,0 0-6 0,2-1-1 0,-4 1-3 16,7-2-1-16,-6 1-2 0,3-2-3 0,3 0-3 0,-5-2-6 16,7 1-8-16,-2-1-10 0,2 1 2 0,0-2 2 0,0 1 4 0,2-2 1 15,-2 1-2-15,4-2-1 0,-1 2-1 0,3-2-1 0,-5 1-1 0,7 1 0 16,-1-1 0-16,-3-1 0 0,5-1 0 0,-4 0-3 0,4 0-3 0,-3 0-3 16,-1 0-3-16,4-1-7 0,-4-1-10 0,3 1-7 0,-3-1-13 0,0 0-16 15,1 0-29-15,-2-1-34 0,-1 0-58 0,3 0-71 0,-5-2-66 0,3 2-63 16,0-1-54-16,-3-1-47 0,3 1-50 0,-2-1-53 0,1 1-68 0,-3-1-77 15,4-1-32-15,-2-1-16 0,-2 1 16 0,0-2 29 0,4 2 56 0,-4-1 68 16,3 1 64-16,-3-3 69 0,0 1 52 0,0 1 48 0,0-2 54 0,2 1 54 16</inkml:trace>
  <inkml:trace contextRef="#ctx0" brushRef="#br0" timeOffset="-165122.43">29538 9150 268 0,'-5'-2'417'0,"3"-1"82"0,2 3 58 0,0 0 53 0,0 0 50 16,0 0 40-16,-7 0 32 0,7 2 24 0,-2-1 20 0,-2 1 13 0,4 1 13 15,-3 0-53-15,3-2-85 0,-2 2-114 0,-2 2-133 0,4-1-78 0,0 2-53 16,-1 0-52-16,1 2-47 0,0-1-36 0,0 1-26 0,0 1-22 0,1 1-13 16,-1 0-10-16,4 0-8 0,-2 0-6 0,-2 1-5 0,3-1-1 0,1-1 0 15,-2 0 3-15,2 0 5 0,-1-2 4 0,-1 3 4 0,2-3 8 0,-3 1 6 16,-1-1 3-16,4 1 5 0,-4-2 1 0,4 0 5 0,-4 0 4 15,0-2 1-15,0 1 3 0,0 1 6 0,0-4 0 0,-4 3-1 0,4-2 0 0,0 2-5 16,-4-2-7-16,4-1-7 0,0 2-9 0,-1-3-8 0,-3 4-6 0,2-2-8 16,-1-2-7-16,-1 2-10 0,-2 0-14 0,3-1-18 0,1 1-27 15,-3 0-32-15,1 0-33 0,-1-2-34 0,1 2-32 0,-1-1-27 16,-1-1-32-16,1 1-36 0,-3-2-77 0,3 0-100 0,0 0-100 0,-4 0-103 16,5-2-95-16,-1 1-92 0,-5-1-63 0,5-2-57 0,0 1-6 0,-4-2 13 15,5 2 21-15,-1-1 20 0,3-1 31 0,-2 1 32 0,0-1 80 0,-1-1 97 16,5 2 104-16,0 4 101 0,0-6 102 0,0 0 102 0</inkml:trace>
  <inkml:trace contextRef="#ctx0" brushRef="#br0" timeOffset="-164974.54">29509 9238 36 0,'9'-5'262'0,"-3"0"62"0,3-1 35 0,0 1 24 0,-4 1 17 0,4 2 12 16,1 1 14-16,-1-2 5 0,0 0 6 0,-4 1 2 0,4 1 1 16,-2-1 0-16,1 1-80 0,1-1-117 0,-4 2-92 0,4-2-81 0,-4 2-65 0,1 0-55 15,-1 0-63-15,3 2-72 0,-7-2-84 0,5 2-94 0,-6-2-41 0,7 0-21 16,-5 1-9-16,3 1-3 0,2-1 1 0,-7-1 6 0,2 2 16 15,4-1 19-15,-6-1 29 0,3 2 33 0,3 1 49 0,-3 0 58 0</inkml:trace>
  <inkml:trace contextRef="#ctx0" brushRef="#br0" timeOffset="-164747.95">29726 9244 165 0,'0'0'326'0,"2"0"43"16,4 2 43-16,-3 1 37 0,-3-1 58 0,6 2 64 0,-3 0 68 0,1 2 72 15,-2 2 42-15,3-1 30 0,2 2 12 0,-5 2 2 0,4-1-91 0,1 1-130 16,-2 1-60-16,1 1-31 0,-1 1-30 0,2 2-28 0,-5 2-48 0,4 0-57 0,1 0-59 16,-5 0-59-16,-2 3-36 0,5 0-24 0,-5 0-14 0,0 1-8 15,0-2-10-15,0 1-5 0,0 0-14 0,-5 0-12 0,3 0-13 0,-2-1-8 16,-1-1-9-16,-1 1-6 0,-3-2-18 0,0 1-23 0,0-1-20 0,0 0-23 16,0-3-21-16,2 0-20 0,-6 0-21 0,4-1-26 0,-2-2-59 0,2-2-75 15,0-1-96-15,0-1-105 0,0-1-100 0,2-1-96 0,0-1-90 0,0-3-89 16,-2 0-29-16,1-2-7 0,3-2 9 0,3 0 13 0,-5-1 19 0,1-2 21 15,5-1 59-15,1-1 77 0,0-1 96 0,0 1 106 0,0-2 100 0,1-2 96 16</inkml:trace>
  <inkml:trace contextRef="#ctx0" brushRef="#br0" timeOffset="-164405.11">29918 9214 277 0,'6'-7'428'0,"-3"2"71"0,3 1 38 16,-3-1 38-16,3 2 35 0,-1 0 35 0,1 0 41 0,-3 2 26 0,1-1 23 16,-2-1 14-16,3 1 12 0,-1 1-56 0,-1 0-88 0,-1-1-123 0,2 1-136 15,-1 1-68-15,-3 0-37 0,0 0-34 0,0 0-35 0,0 0-37 0,0 0-38 16,0 0-25-16,0 0-19 0,0 0-11 0,0 0-8 0,0 3-4 0,0-1-2 16,-3 0-2-16,-1 3-2 0,2-1-3 0,-1 2-2 0,-1 2 1 0,-1-2-1 15,3 1 1-15,-7 2 1 0,3-1 0 0,-3-1 0 0,2 2-3 0,2-1-5 16,-1-1-2-16,1-1-5 0,-1 0-3 0,3-1-3 0,-1-2-2 0,-1 0 1 15,5 0-2-15,0 0 0 0,-2-2-2 0,2-1-2 0,0 3-2 0,2 0-2 16,-2-1-2-16,3-2-2 0,-1 3-8 0,2-2-5 0,-1 1-17 0,-1-1-21 16,4 0-62-16,1-1-79 0,-2 2-94 0,1-2-97 0,3-2-98 0,-4 2-100 15,4-1-89-15,-3-2-87 0,-1 0-40 0,4 0-16 0,-2 0-3 0,1 0 4 16,-1 2 16-16,0-2 18 0,0 0 64 0,0 0 79 0,1 1 93 16,1 1 101-16,-2-1 99 0,0 2 98 0</inkml:trace>
  <inkml:trace contextRef="#ctx0" brushRef="#br0" timeOffset="-162341.61">30067 9799 81 0,'0'0'287'0,"0"3"57"0,0-3 33 0,0 0 19 0,0 2 16 0,3-1 25 0,-1 1 31 0,2-2 41 0,1 0 50 0,2 0 50 16,-5 0 53-16,3 0 0 0,5 0-24 0,-5-2-71 0,4 1-90 0,0-1-45 15,4-1-21-15,-2 0-13 0,-1 1-6 0,-1 0-22 0,6-3-26 0,-6 2-37 0,4-1-43 16,-3 0-47-16,3 2-52 0,-2-1-32 0,0 0-31 0,-2-2-18 0,4 2-13 16,-4 1-11-16,-2 0-11 0,2-1-7 0,0 1-4 0,0-1-7 15,-4 2-2-15,4-1-7 0,-3 1-2 0,3-1-4 0,-4 1-2 0,3-1-4 16,-7 0-1-16,5 2 3 0,-3 0 3 0,1-1-1 0,-2 1-7 0,-2 0-2 16,3 0-4-16,-3 0-4 0,0 0-6 0,0 0-10 0,0 0-13 0,0 0-22 15,0 0-22-15,0 0-65 0,0 0-81 0,0 0-91 0,0 0-90 0,0 0-84 16,0 0-82-16,0 0-91 0,0 0-98 0,-5-1-41 0,-2-2-15 15,1 1-1-15,5-1 10 0,-9 2 16 0,3-1 26 0,0 1 62 0,-2-1 82 16,4 0 87-16,-8 2 85 0,7-1 85 0,-3 0 87 0</inkml:trace>
  <inkml:trace contextRef="#ctx0" brushRef="#br0" timeOffset="-162117.79">30338 9549 226 0,'0'0'358'0,"0"0"76"0,0 0 56 15,0 0 63-15,0 4 71 0,0 2 54 0,0 0 50 0,0 2 29 0,0-2 25 16,-6 2 17-16,6 2 15 0,-3-1-52 0,1 1-78 0,-2 0-97 0,3 1-105 16,1 1-69-16,-4-1-55 0,0 1-63 0,-1-1-67 0,1 0-56 0,4 1-50 15,-5 0-31-15,5 0-22 0,-2 0-16 0,-2-1-16 0,4-1-14 0,-3 2-17 16,3-1-20-16,0-1-22 0,-2 1-33 0,2-2-37 0,0 1-73 0,0-1-86 16,0 0-83-16,2-2-79 0,-2 0-80 0,0 0-80 0,3-1-92 0,-3-6-92 15,0 5-38-15,0-5-13 0,0 4 6 0,0-4 11 0,0 0 30 0,0 0 31 16,0 0 71-16,0 0 89 0,0 0 83 0,0 0 81 0,0 0 79 0,6-3 81 15</inkml:trace>
  <inkml:trace contextRef="#ctx0" brushRef="#br0" timeOffset="-161732.39">30595 9705 33 0,'-6'-2'313'0,"3"0"141"0,-3 1 83 0,3 0 56 16,-3 1 38-16,6 0 31 0,0 0 25 0,-2 2 21 0,2-2 17 15,0 0 13-15,0 0 18 0,0 0 16 0,0 0-63 0,0 0-97 0,2 0-123 0,4-1-131 16,-3 0-75-16,3 1-52 0,1 0-37 0,-2-2-30 0,4 1-22 16,2-1-19-16,0 1-17 0,2-2-14 0,-2 1-17 0,3-1-15 0,2 1-14 0,-1 0-13 15,-4-1-9-15,3 1-7 0,1-1-4 0,-3 2-2 0,-1-2-8 0,4 1-9 16,-3 1-2-16,-1-3 2 0,0 3 2 0,-2 0 2 0,0-1 2 0,4 1 2 16,-6-1-4-16,0 1 1 0,-1-1-7 0,-1 2-8 0,-1-1-11 0,1 1-14 15,-1-2-19-15,-4 2-24 0,0 0-55 0,0 0-74 0,0 0-73 0,0 0-83 16,0 0-69-16,0 0-67 0,0 0-74 0,-8 0-76 0,8 0-63 0,-5 0-49 15,-4 0-16-15,0 0 0 0,3 0 20 0,-4 2 26 0,1-1 56 0,-4 1 69 16,2-1 74-16,2 1 78 0,0-2 69 0,-2 3 63 0,-2-2 78 0</inkml:trace>
  <inkml:trace contextRef="#ctx0" brushRef="#br0" timeOffset="-161146.03">30671 9678 187 0,'0'1'268'0,"0"-1"31"0,3 2 12 0,-3-2 5 0,0 0 4 16,0 0 0-16,2 1-4 0,-2-1 3 0,0 0 6 0,0 0 5 0,0 0 3 15,0 0-53-15,0 0-76 0,0 0-68 0,0 0-60 0,0 0-28 0,0 0-12 16,0 0-5-16,0 0-2 0,0 0-2 0,0 1-2 0,0-1 0 0,0 0-2 16,0 0-5-16,0 0-3 0,0 0-3 0,0 0-3 0,0 0-3 0,0 0-2 15,0 0-1-15,0 0-1 0,0 0-4 0,0 0-1 0,0 0-1 0,0 0-4 16,0 0-10-16,0 0-10 0,0 0-10 0,0 0-9 0,0 0-9 0,0 0-12 15,0 2-16-15,0-2-13 0,-2 2-15 0,2-2-15 0,-3 1-13 0,-1-1-13 16,4 0-10-16,-2 0-13 0,2 0-6 0,-3 0-9 0,1 0-6 0,2 2-7 16,0-2 3-16,-7 0 5 0,7 0 14 0,0 0 10 0,0 1 35 0,-2-1 38 15,2 0 45-15,-4 3 42 0,4-3 41 0,0 0 35 0,0 0 36 0,0 0 35 16,0 0 29-16,0 0 23 0,0 0 16 0,0 0 13 0,0 0 10 0,0 0 8 16,0 0-10-16,0 0-18 0,0 0-19 0,0 0-15 0,0 0-11 0,0 0-7 15,0 2-5-15,0 1-7 0,0-1 0 0,-2 0 5 0,2 1 10 0,0-1 14 0,-3 2 15 16,-1-1 15-16,4 1 22 0,-2 1 21 0,-1 0 16 0,-1 1 15 15,4-2 6-15,-5 2 6 0,3 0 3 0,-2-1 4 0,1 1-3 0,1 0-4 16,-2 0-9-16,2-2-13 0,-1 2-18 0,-1 0-17 0,2-2-23 0,-1 1-25 16,1 0-23-16,2-1-21 0,-4 0-24 0,1 1-22 0,1-2-11 0,2 2-7 15,-4-2-8-15,4 1-5 0,0-1-5 0,0 2-4 0,0-2-4 0,4 1-3 16,-2-1-3-16,1 0-3 0,1 0 0 0,1 0-2 0,1-1 1 0,-1 1 2 16,1 0-7-16,3-2-9 0,0 0-3 0,3 1-2 0,-4-2 1 0,1 0-4 0,0 0 1 15,3 0-2-15,-1 0-3 0,-2-2-3 0,2 2-2 0,-2-1-1 16,4 0-1-16,-6 1-2 0,0-2 3 0,0 1 4 0,3 1 1 0,-3 0-5 0,0-2-2 15,0 2-1-15,-1-1-1 0,-1 1-2 0,0-2 0 0,-1 2-2 0,-2 0-2 16,2 0-5-16,-4 0-6 0,3 0-9 0,-3 0-11 0,0 0-11 0,0 0-23 16,0 0-27-16,0 0-49 0,0 0-62 0,0 0-61 0,0 0-66 0,0 0-52 15,0 0-47-15,-3 0-46 0,-1 0-46 0,-2 0-43 0,5 0-48 0,-7-1-46 16,3-1-50-16,3 1-5 0,-7-3 15 0,4 3 45 0,-2 0 55 0,-3-1 66 16,5 1 64-16,0-1 52 0,-4 1 48 0,7-1 51 0,-5 1 49 0,1-1 50 15</inkml:trace>
  <inkml:trace contextRef="#ctx0" brushRef="#br0" timeOffset="-160951.36">30727 9794 150 0,'0'0'320'0,"0"0"37"0,0 4 26 0,-4 0 17 0,4-1 29 0,0 2 29 0,-4 1 43 0,4-2 50 0,-1 4 54 0,-3-1 61 0,2 2 32 0,-1 0 22 0,-1 2-77 0,4-2-129 0,-5 1-61 0,3 1-32 0,-2 1-22 0,1-2-22 0,-3 0-24 0,6 3-29 16,-2-3-43-16,-1 2-47 0,-1-1-62 0,4-1-61 0,-2 2-48 0,-1-3-38 15,3 0-35-15,0 2-35 0,0-4-44 0,0 2-48 0,0-3-52 0,0 2-58 16,0-2-50-16,0-2-48 0,0 1-40 0,0-2-40 0,0 1-36 0,0-3-43 15,0 1-43-15,0-2-45 0,0 0-40 0,0 0-42 0,0 0 12 0,0 0 32 16,5-3 46-16,-5-1 51 0,4 1 50 0,-4-2 46 0,3 1 41 0,-3-2 37 16,2 0 44-16,-2 0 43 0,0 0 53 0</inkml:trace>
  <inkml:trace contextRef="#ctx0" brushRef="#br0" timeOffset="-160220.45">30577 9381 135 0,'3'-6'293'0,"-3"1"46"0,4-1 19 15,-4 2 12-15,2-1 9 0,1 1 10 0,1 1 8 0,-4-2 14 0,2 2 14 16,-2 0 18-16,3 0 21 0,-1 0-25 0,-2 2-46 0,4-3-68 0,-1 3-73 15,-3 0-29-15,0 1-8 0,0-3-3 0,2 1 6 0,-2 2-2 0,0 0-4 16,0 0-3-16,0 0-4 0,6-1-10 0,-6 1-13 0,0 0-13 0,3 0-16 16,3 0-10-16,-6 0-7 0,5 1-4 0,-5-1 3 0,4 0-1 0,-1 2-2 15,-1-1 3-15,2 1-1 0,-1-1-2 0,-1 0-2 0,-2 3-2 0,6-3-1 16,-6 2-4-16,0 2-5 0,3-1-6 0,1 1-8 0,-4-1-10 0,0 2-7 16,0 0-9-16,0 2-11 0,0-2-4 0,-4 1-3 0,1 1-4 0,3 0-7 15,-6 0-7-15,6 0-5 0,-2-1-4 0,-5 1 3 0,5-1-4 0,-1 1-2 16,-1-2-2-16,-1 1-2 0,3-1-2 0,-2-1-2 0,1 0-1 0,-3 0 0 15,6 0-3-15,-2-1-4 0,-5 0-2 0,5 0-2 0,-1 0 1 0,1-1-2 0,2 0-2 16,0 0 1-16,-4-1-2 0,4-2 0 0,0 0-3 0,0 0-2 16,0 0-4-16,0 0-1 0,0 0-2 0,0 0 1 0,0 0-1 0,4 1-3 0,-4-1-3 15,0 0-4-15,0 0-8 0,0 0-9 0,0 0-14 0,2 0-13 0,3 0-28 16,-1 0-30-16,1-1-44 0,1-1-53 0,-3 1-47 0,3-2-49 0,3 0-37 16,-4-2-32-16,4 0-22 0,4 0-22 0,-6-3-11 0,2 1-6 0,0-1 1 15,4-1 5-15,-2 0 17 0,-1 0 25 0,0 0 40 0,4-2 47 0,-5 1 49 16,4 0 48-16,-2 1 40 0,1-2 34 0,-1 1 28 0,0 1 23 0,-2-2 24 15,0 2 18-15,0 0 17 0,-4 0 18 0,5 0 13 0,-1 3 15 16,-4-1 16-16,0 1 11 0,-1 0 13 0,1 3 11 0,-5-2 14 0,6 2 16 0,-6 0 14 16,3 2 16-16,1-1 20 0,-4 2 22 0,0 0 23 0,0 0 21 0,0 0 22 15,0 0 19-15,0 0 19 0,0 0 19 0,0 0 14 0,0 0 12 0,-7 0 9 16,7 2 2-16,-6-1-1 0,6 2-4 0,-1 0-13 0,-7 2-14 0,7 1-22 0,-3-2-19 16,0 4-22-16,3-1-22 0,-3 1-20 0,4 0-22 0,-2 0-21 15,-1 0-20-15,3 1-17 0,-4 0-14 0,4 1-13 0,0 1-9 0,0-1-9 16,0 0-6-16,0 1-6 0,4 1-5 0,-4-1-4 0,3 1-3 0,-1-2-3 15,-2 2-3-15,4-3-1 0,-3 2-4 0,3-2-1 0,-4 0-1 0,5 0 1 0,-5-2 0 16,4 1 0-16,0-1 0 0,-3 1 0 0,-1-3 0 0,0 0 1 16,4 1 2-16,-2-1 5 0,-2-3 4 0,0 3 6 0,0-2 3 0,0 2 6 0,0-5 3 15,0 3 1-15,0-2-1 0,0 2 2 0,0-3 3 0,0 2 1 0,0-2-3 16,-6 1-2-16,6 1-2 0,-1-1-8 0,-3 1-4 0,0-1-8 0,3-1-8 16,-3 2-14-16,0-2-16 0,-1 1-16 0,3-1-19 0,-5 0-20 0,5 0-24 15,-3 0-19-15,-3 0-20 0,3-1-22 0,0 1-24 0,-1-2-54 0,-1-1-67 16,1 0-79-16,-3 2-81 0,4-4-61 0,3 1-48 0,-5-1-38 0,2 1-35 15,3-1-35-15,-5-1-38 0,1 0-48 0,2 0-51 0,3-1-9 0,-3-1 9 16,2 1 45-16,2-1 63 0,-3 1 79 0,3-1 82 0,0 1 69 0,0-2 60 16,3 1 49-16,-3-1 49 0,2 2 53 0,3-1 54 0</inkml:trace>
  <inkml:trace contextRef="#ctx0" brushRef="#br0" timeOffset="-160076.06">30810 9383 88 0,'9'-8'285'0,"0"2"47"0,0 0 26 0,-4-2 16 0,5 4 11 0,0-1 17 0,-2 1 10 0,1 1 24 0,-2 0 26 0,2 0 25 0,-4 0 28 0,4-1-11 0,0 3-29 0,0-2-66 0,-3 0-80 0,3 2-35 0,-4-2-10 16,4 0-13-16,-3 1-8 0,1 0-10 0,-5 1-15 0,3 0-23 0,3-1-26 15,-7 1-44-15,5 1-53 0,-3-2-62 0,3 1-69 0,1-1-68 0,-5 2-67 16,3 0-61-16,-1-3-58 0,0 3-66 0,-3 0-70 0,-1 0-75 0,0 0-83 16,0 0-33-16,4 5-16 0,-2-2 10 0,-2-3 21 0,0 5 33 0,0 2 41 15,0-1 45-15,-2 1 48 0,-2-1 45 0,4 2 45 0,-1 1 61 0,1-2 66 16</inkml:trace>
  <inkml:trace contextRef="#ctx0" brushRef="#br0" timeOffset="-159859.97">31096 9651 25 0,'3'4'300'0,"-3"1"130"15,0-1 92-15,0-1 71 0,4 2 52 0,-2-1 47 0,-2 1 26 0,3-1 17 0,1-1 11 16,-4 0 8-16,0 2 3 0,2-4-1 0,-2 2-69 0,0 0-107 16,0-3-122-16,3 2-134 0,-1-1-110 0,-2-1-102 0,0 3-109 0,0-1-112 0,4-1-95 15,-4-1-82-15,0 0-69 0,3 2-61 0,-3-2-71 0,0 3-77 16,0-3-70-16,0 0-70 0,0 0-31 0,0 0-10 0,0 0 15 0,0 0 26 15,0 0 55-15,0 0 68 0,0-5 67 0,0 5 66 0,2-7 58 0,-2 2 56 0,0 1 65 16</inkml:trace>
  <inkml:trace contextRef="#ctx0" brushRef="#br0" timeOffset="-159485.78">31289 9489 36 0,'4'-2'277'15,"-2"1"80"-15,-2-1 51 0,3 1 37 0,-1 1 36 0,5 1 39 0,-5 2 43 0,4-1 47 16,1 1 38-16,-2-2 36 0,-1 0 29 0,1 1 18 0,-3 0-62 0,5-1-99 16,-1 2-76-16,-4-1-69 0,5 1-45 0,-5 0-32 0,1 0-33 0,-1 1-34 15,2 1-38-15,-4-1-44 0,5 2-34 0,-5 0-36 0,4 0-20 0,-1 1-13 16,-3 0-11-16,2 0-10 0,-2 2-9 0,0-1-10 0,0 1-7 0,0-2-4 16,-2 1-3-16,-1-1-4 0,-1 2-2 0,-1-1-3 0,1-1-2 0,-1 0-2 15,3 1-5-15,-5 1-8 0,-1-3-2 0,1 3-2 0,0-2-2 0,0 0 1 16,1 0-1-16,-3-1 2 0,4 0 0 0,-4 0 0 0,7-2 2 0,-7 1 1 15,2 0 3-15,1-2 3 0,1 1 0 0,1-1 0 0,-1 0 1 0,3-1 1 16,2-1-2-16,0 1 0 0,0-2-2 0,0 0 1 0,0 0-1 0,0 0-4 16,0 0-1-16,0 0-4 0,0 0-4 0,0 0 0 0,0 0-1 0,0 0-1 15,0 1 1-15,0-1-4 0,2 2 1 0,1-1-2 0,-1-1-3 0,2 0-8 16,1 0-5-16,1 2-11 0,1-2-12 0,-2 0-18 0,1-2-42 0,3 2-53 16,-4-1-79-16,1-1-94 0,3 1-72 0,0-1-60 0,-4 1-69 0,4-2-74 15,4-1-85-15,-8 3-94 0,4-3-36 0,0 2-12 0,-1-1 5 0,1 0 14 16,0 0 40-16,0 0 50 0,-4-1 82 0,4 2 91 0,-3-1 73 0,3 0 59 15,-4 2 72-15,0-1 73 0</inkml:trace>
  <inkml:trace contextRef="#ctx0" brushRef="#br0" timeOffset="-159246.2">31542 9646 51 0,'6'-2'329'0,"-6"2"139"16,3-1 76-16,1 1 46 0,2 0 39 0,-3 0 34 0,-1 1 24 0,3-1 21 15,3 0 17-15,-3-1 11 0,0 0 10 0,5 1 9 0,-5-2-73 0,4 1-110 16,-4-1-126-16,1-1-130 0,3 2-71 0,-4-1-41 0,4 2-39 0,0-1-30 16,-3-1-23-16,3 0-24 0,0 2-14 0,-4 0-14 0,4 0-9 0,0 0-8 15,0 0-8-15,1 0-8 0,-5-1-13 0,0 1-15 0,1 0-27 0,-1 0-26 16,-1 0-56-16,1-1-70 0,-1 1-68 0,-1 0-67 0,-1-2-56 0,-2 2-56 0,0 0-59 16,0 0-65-16,0 0-80 0,0 0-92 0,0 0-34 0,0 0-11 0,0 0 12 15,0 0 20-15,-2-3 52 0,-1 0 68 0,-1 0 65 0,-1 0 69 0,1 1 56 16,4 2 57-16,0-2 59 0,0 2 63 0</inkml:trace>
  <inkml:trace contextRef="#ctx0" brushRef="#br0" timeOffset="-158888.12">31843 9496 19 0,'3'-3'254'0,"1"0"66"16,-2 0 34-16,3 2 15 0,2-1 13 0,-5 1 11 0,2 1 12 0,1-2 14 15,-1 2 19-15,-2 0 22 0,5 0 24 0,-5-1 31 0,3 1-50 0,2 0-78 16,-5 0-52-16,4 0-39 0,1 0-5 0,-5 0 8 0,1 1 11 0,3-1 10 15,-3 3 4-15,-1-3 4 0,5 3-8 0,-5-1-10 0,2 2-20 0,-2-1-25 16,5 2-23-16,-5-1-19 0,-2 1-23 0,5-1-22 0,-5 2-22 0,4 0-19 16,-4 0-20-16,3 0-19 0,-3 2-16 0,0-3-14 0,-3 3-10 0,3 0-10 0,-4-2-6 15,2 1-2-15,-1-1-1 0,1 2-3 0,-5-1-3 0,1 0-3 0,4 0-3 16,-5 0-6-16,2-1-3 0,-1 2-3 0,3-2 0 0,-3 0-1 0,3 0-1 16,-3 0 4-16,4-2 1 0,-1 2 0 0,-1-3 1 0,2 2 1 0,-1-1-1 0,1-1-4 15,2 2 0-15,0-2 0 0,-4 0-1 0,4 0 1 0,-3 1-2 16,3-2 2-16,0 1-3 0,3 0-4 0,-3 0-4 0,0 0 1 0,4-1-2 0,-4 2-5 15,2-1 2-15,-2 0 2 0,5 0 1 0,-5 0 0 0,7-1 0 0,-5 2 1 16,2 0 2-16,1-1-1 0,1 0-1 0,-3 0-1 0,3 1 2 0,-1-2-2 16,2 1 0-16,1 0-2 0,-1 0-4 0,0-1-4 0,0 1-7 0,-1-1-5 15,-1 0-8-15,4 0-11 0,-3-1-10 0,3 1-15 0,-4-1-33 0,1 1-42 16,3-1-72-16,-2-1-85 0,-5 0-69 0,3 0-61 0,2 0-65 0,-1 0-68 16,-6 0-85-16,0 0-99 0,0 0-37 0,0 0-13 0,0 0 0 0,0 0 12 15,-4-1 33-15,-1-1 42 0,-4 2 69 0,0-3 86 0,0 2 69 0,1-3 63 16,-4 3 71-16,-3-2 72 0</inkml:trace>
  <inkml:trace contextRef="#ctx0" brushRef="#br0" timeOffset="-157969.54">27366 10651 282 0,'-4'-3'530'0,"4"3"107"0,0 0 54 0,0-1 29 0,0 1 19 0,0 0 13 0,0 0 10 16,0 0 12-16,0 0 13 0,0 0 10 0,0 0 12 0,0 0-47 0,0 0-72 16,0 0-166-16,0 0-208 0,0 0-100 0,0 0-50 0,0 0-26 0,0 0-16 15,0 0-11-15,0 0-13 0,0 0-10 0,0 0-12 0,0 0-10 0,0 0-13 16,0-2-10-16,0 2-13 0,0 0-8 0,0 0-8 0,4 0-4 0,-4 0-4 16,0 0-4-16,4 0-7 0,-4 0-6 0,2 0-6 0,1 2-13 0,-1-2-13 15,2 1-22-15,-4-1-25 0,5 2-49 0,-5-2-58 0,7 1-73 0,-5 1-78 16,-2-2-60-16,5 2-51 0,-5-2-42 0,4 4-38 0,0-3-33 15,-3 2-31-15,-1 0-35 0,0-1-35 0,0-2-31 0,0 0-32 0,0 6 25 16,-1 0 51-16,-3-2 68 0,0 1 75 0,4-1 58 0,-5 1 51 16,3-1 43-16,-5-1 39 0,2 2 40 0,1-1 40 0,-1-1 45 0</inkml:trace>
  <inkml:trace contextRef="#ctx0" brushRef="#br0" timeOffset="-157795.61">27328 10744 222 0,'-4'2'335'0,"3"-2"50"0,-3 1 31 16,2 1 21-16,2 1 17 0,-3 0 17 0,3-3 16 0,0 1 19 0,0-1 20 15,0 0 46-15,0 0 52 0,0 0-15 0,0 0-49 0,0 0-65 0,0 0-75 16,0 3-35-16,3-1-17 0,-3-1-11 0,2 1-10 0,-2-1-13 0,5 2-15 15,-5-2-18-15,4 1-21 0,2 1-43 0,-3 0-53 0,1-1-46 0,-2 1-41 16,3 0-30-16,2-2-29 0,-5 2-43 0,3 0-44 0,3-1-74 0,-3 1-81 16,1 0-80-16,-1 0-74 0,2-2-75 0,0 2-70 0,-3 0-98 0,5 0-114 15,-3-1-51-15,-1 1-22 0,2-2-4 0,-1 1 2 0,-1-2 22 16,0 1 33-16,1 1 63 0,-2-2 78 0,1 1 75 0,0 1 73 0,4-2 71 16,-1 1 71-16</inkml:trace>
  <inkml:trace contextRef="#ctx0" brushRef="#br0" timeOffset="-157469.77">27623 10824 124 0,'0'-2'353'0,"0"2"75"0,0 0 44 0,0 0 36 0,0 0 24 16,0 0 28-16,0 0 30 0,0 0 32 0,0 0 36 0,0 0 28 0,0 0 31 16,0 0-23-16,0 0-38 0,0 0-104 0,0 0-129 0,0 0-67 0,0 0-41 15,0 0-27-15,0 0-24 0,4 0-27 0,-4 0-28 0,0 0-32 0,0 0-36 16,0 0-30-16,0 0-26 0,0 0-20 0,0 0-17 0,0-1-11 0,0 1-15 16,0 0-7-16,0 0-6 0,0 0-7 0,0 0-10 0,1 1-11 0,-1-1-18 15,4 2-25-15,-2-1-32 0,1 1-58 0,-3-2-71 0,0 1-61 0,4 1-59 16,-4-1-48-16,2 2-43 0,-2-1-39 0,3-1-34 0,-1 2-36 15,-2 0-28-15,0 0-39 0,4 0-35 0,-4-3-17 0,3 3-8 0,-3-3 40 16,2 5 58-16,-2-5 58 0,4 3 59 0,0-1 45 0,-4-2 44 0,0 0 38 16,1 4 39-16,-1-4 37 0,6 1 36 0,-3 1 47 0</inkml:trace>
  <inkml:trace contextRef="#ctx0" brushRef="#br0" timeOffset="-157152.48">27905 10818 16 0,'7'-3'216'0,"1"1"41"0,-5 1 21 16,3 1 14-16,-1 0 10 0,-1 0 11 0,-1 0 10 0,-1 0 10 0,2 0 9 16,-1 1 12-16,-1-1 12 0,-2 0-18 0,6 2-31 0,-6-2-53 0,3 1-65 15,-3-1-23-15,6 2-6 0,-6-2 2 0,0 0 9 0,0 0 9 0,0 0 11 16,3 1 10-16,-3-1 13 0,0 0 15 0,0 0 15 0,0 0 11 0,0 0 13 16,0 0 6-16,0 0 3 0,0 0-1 0,0 0-8 0,0 0-9 0,0 0-11 15,0 0-14-15,0 0-17 0,0 0-19 0,0 0-21 0,0 0-26 16,0 0-27-16,0 0-24 0,0 0-24 0,0 0-20 0,0 0-18 0,0 0-13 0,0 0-13 15,0 0-14-15,0 0-19 0,0 0-22 0,0 0-28 0,0 0-39 0,0 0-43 16,0 0-47-16,0 0-51 0,0 0-43 0,0 0-43 0,0 0-38 16,0 0-33-16,0 0-32 0,0 0-32 0,-3 0-26 0,1 2-21 0,-2-1-12 15,4 2-8-15,-3-1-5 0,-3-1-6 0,4 2 16 0,-1-1 30 0,-1 1 32 16,-1-2 41-16,1 2 33 0,-1-1 34 0,3-1 34 0,-2 0 32 16,-1 1 34-16,1 0 32 0,-1-1 32 0,1 2 30 0</inkml:trace>
  <inkml:trace contextRef="#ctx0" brushRef="#br0" timeOffset="-156875.55">27845 10870 43 0,'-7'2'227'0,"2"-1"37"0,1 1 20 15,-1-1 9-15,3 1 10 0,-2 0 4 0,1 0 8 0,-3 0 7 0,6-1 8 16,-2-1 8-16,-1 2 10 0,-1-1-27 0,4-1-37 0,-2 2-60 0,2-2-66 16,0 0-26-16,0 0-11 0,0 0-2 0,0 0 2 0,0 0 5 0,0 0 2 15,0 0 7-15,0 0 5 0,0 0 7 0,0 0 5 0,2 1 9 0,-2-1 8 16,0 0 5-16,0 0 2 0,0 0 3 0,0 0-1 0,0 0-6 0,0 0-4 16,0 0-10-16,0 0-10 0,0 0-10 0,0 0-14 0,0 0-16 0,0 0-14 15,0 0-19-15,0 0-17 0,0 0-15 0,0 0-13 0,0 0-10 0,0 0-10 16,0 0-4-16,0 0-4 0,0 0-8 0,0 0-6 0,0 0-11 0,0 0-8 15,0 0-13-15,0 0-11 0,0 0-11 0,0 0-15 0,0 0-13 16,0 0-15-16,0 0-11 0,-2 2-16 0,-1-1-9 0,3 1-6 0,0-2-3 0,-4 1 0 16,2 1 3-16,-1-2 6 0,3 1 5 0,-2 1 5 0,-2-2 7 15,1 1 4-15,3-1 3 0,0 2 3 0,0-2 3 0,-6 1 3 0,6-1-2 16,0 0-1-16,0 0-2 0,-2 2-4 0,2-2-3 0,0 0-3 16,0 0-4-16,-3 1-6 0,3-1-1 0,-4 2-4 0,4-2-3 0,0 1-1 15,0-1-9-15,0 0-7 0,0 0-17 0,0 2-17 0,0-2-32 0,0 0-41 16,0 0-9-16,0 0-1 0,0 0 3 0,0 0 8 0,0 0 10 0,0 0 10 15,0 0 15-15,0 0 13 0,0 0 18 0,0 0 20 0,0 0 26 0</inkml:trace>
  <inkml:trace contextRef="#ctx0" brushRef="#br0" timeOffset="-156478.42">27777 10915 48 0,'0'0'207'0,"0"0"27"16,-2 2 16-16,-2-1 13 0,4 0 9 0,0-1 7 0,-2 0 8 0,-5 2 9 15,7-2 7-15,-5 2 8 0,5-2 2 0,-2 1-2 0,-2-1-53 0,1 2-74 16,3-2-33-16,0 0-18 0,0 0-8 0,0 0 1 0,-6 0-1 0,6 0 2 15,0 0 0-15,0 0 3 0,0 0 3 0,0 0 3 0,0 0 2 0,0 0 4 16,0 0 6-16,0 0 7 0,0 0 6 0,0 0 8 0,0 0 11 0,0 0 8 16,0 0 6-16,0 0 8 0,0 0 7 0,0 0 4 0,0 0 0 15,0 0-3-15,0 0-10 0,0 0-8 0,0 0-14 0,0 0-14 0,0 0-16 16,0 0-18-16,0 0-14 0,0 0-12 0,0 0-12 0,0 0-13 0,4 1-9 16,-2 1-11-16,1-1-7 0,1 1-4 0,-2-1 0 0,3 1-3 0,2 0 3 15,-1 0 1-15,3 0 4 0,-2-1 2 0,2-1-6 0,0 3-2 16,4-1-4-16,-2-2-1 0,1 1 4 0,3-1 4 0,-4 0 8 0,3 0 13 15,-1 0 5-15,1 2 5 0,3-2-2 0,-3 1-1 0,1-1-1 0,3 0-1 16,-4 0-1-16,1 0 0 0,3-1-2 0,0 1-4 0,-7-2-6 0,3 1-12 16,1-2-11-16,-1 1-14 0,-1 1-10 0,-2-1-5 0,1 0-5 0,-5 0 0 15,2 0-2-15,1 2-1 0,-5-1-3 0,2-1-3 0,-1 1-1 0,-1-1-4 16,0 2-5-16,-1-1-7 0,-2 1-12 0,1 0-19 0,-3 0-32 0,4-2-38 16,-4 2-59-16,0 0-72 0,0 0-61 0,0 0-61 0,0 0-57 0,0 0-60 15,0 0-64-15,0 0-67 0,0 0-57 0,0 0-53 0,-7 2-14 0,1-1 5 16,5-1 29-16,-7 3 36 0,1 0 57 0,0-1 68 0,-2 0 64 0,2 2 61 15,-2 0 60-15,0 1 59 0,0-1 68 0</inkml:trace>
  <inkml:trace contextRef="#ctx0" brushRef="#br0" timeOffset="-155999.03">27905 11086 123 0,'-2'3'435'0,"-1"0"105"0,1-1 56 0,-2-1 32 0,4-1 18 0,0 0 17 0,4 3 15 0,-4 0 20 0,0-3 22 0,0 0 17 0,2 0 16 0,1 0-19 16,-1 0-38-16,5 0-145 0,-5 0-194 0,4 0-99 0,3 0-56 16,-4 0-27-16,4 0-16 0,0 0-15 0,0-1-18 0,2-1-18 0,-2 1-24 15,0-1-17-15,4 2-15 0,-6-1-14 0,6-1-16 0,-8 1-7 0,8 1-4 16,-6 0-4-16,0 0-1 0,-1 1-1 0,-1-1-4 0,-1 2 1 0,1-1-1 16,-1 2 1-16,-4 0 1 0,0 0 0 0,0 0 0 0,0 2 1 0,-4-1 2 15,0 2 3-15,-1 0 3 0,1 2-3 0,-3 0-4 0,0 0-4 0,0 2-1 16,-6 0 0-16,4 0 0 0,0-1-1 0,-2 0-1 0,0 0 1 0,2 0-2 15,-3-1-2-15,3-1-4 0,1 1-1 0,-4-1-1 0,3-1 4 0,3-1 2 16,-3 1 5-16,0-2 3 0,2 0 0 0,0 0-1 0,1-1-1 0,1-2 1 16,1 2-1-16,-1-1-2 0,1-1 4 0,4-1 4 0,0 0-1 0,0 0-3 15,0 0-1-15,0 0-1 0,0 0 1 0,0 0-4 0,0 0 4 0,0 0-2 16,4 0 1-16,1-1 1 0,-1 1 2 0,-2-2 5 0,1 2 2 0,3 0-2 16,1 0 1-16,-2 0 4 0,1 0 1 0,-1 0 1 0,1 0 5 15,1 0 3-15,-2 0 3 0,1-1 3 0,-1 1 2 0,2 0 1 0,-1 0 3 0,-1 0 1 16,1 0 2-16,-1 0 2 0,4 0-1 0,-2 0 2 0,-1 0 2 15,3 0 1-15,-4 1-3 0,1-1 0 0,3 0-2 0,-4 0-2 0,1 2-2 0,3-2-5 16,-4 0-1-16,2 0-3 0,-1 0-3 0,-1 0-1 0,0 0-7 16,3 0-5-16,-3 0-4 0,1 0 1 0,-3 0-2 0,3 0-2 0,-5 0-1 15,3 0 0-15,1 0 0 0,-1 0-1 0,-4 0-5 0,2 0-5 16,-2 0-8-16,4 0-10 0,-4 0-7 0,0 0-6 0,0 0-15 0,0 0-18 16,0 0-24-16,0 0-28 0,0 0-58 0,0 0-70 0,0 0-74 0,0 0-76 15,0 0-61-15,-4 0-55 0,2 0-54 0,-2 0-56 0,4 0-64 0,-9 0-72 16,4 0-24-16,3 0-4 0,-5-2 14 0,0 2 26 0,-1-1 56 0,3-1 70 15,0-1 75-15,-1 0 76 0,-1 0 64 0,5 0 59 0,-1-1 62 0,1-2 65 16</inkml:trace>
  <inkml:trace contextRef="#ctx0" brushRef="#br0" timeOffset="-155745.67">28194 10627 129 0,'0'-4'414'0,"0"-1"163"0,0 4 80 0,0-2 38 0,0 3 28 0,0 3 22 0,-3-2 24 0,3 2 19 16,-2 0 17-16,-2 2 16 0,4 1 12 0,-1 0 11 0,-3 3-93 0,0 0-145 16,-1 1-152-16,3 4-156 0,-5-1-76 0,2 2-37 0,-1 2-26 0,1-2-24 15,-3 0-20-15,3 1-20 0,0 1-19 0,-1-3-16 0,3 2-21 0,-3 0-25 16,1-1-25-16,1-1-22 0,0-1-31 0,-1 1-34 0,5-1-65 16,-2-1-80-16,-1 0-92 0,-1-1-93 0,4-2-94 0,0 0-91 0,0-2-94 15,0 1-95-15,0-2-34 0,0-2-8 0,0 1 5 0,4-2 12 16,-4-3 23-16,3 4 24 0,-3-4 65 0,2 2 79 0,3-1 90 0,-1-1 95 15,-4 0 94-15,9 0 90 0</inkml:trace>
  <inkml:trace contextRef="#ctx0" brushRef="#br0" timeOffset="-155475.79">28477 10831 344 0,'0'3'571'0,"-2"-1"105"0,-2-1 51 0,2 4 26 0,-5-3 20 15,5 3 15-15,-3 3 11 0,-2-3 15 0,1 3 10 0,1 2 9 0,-4 1 11 16,3 0-57-16,-3 1-88 0,0 1-179 0,0 2-219 0,-2 2-100 0,2-2-45 16,-1 3-24-16,-3 0-16 0,4 1-14 0,0 0-14 0,-2 1-11 0,2-1-13 15,0 3-10-15,3-4-9 0,1-1-9 0,1 3-12 0,-1-4-4 0,5 2-4 16,0-2-5-16,0-1-8 0,4-2-8 0,-3 0-10 0,5 1-7 0,-3-3-11 16,6-2-11-16,-3 1-13 0,3-2-19 0,0-1-22 0,0-1-29 0,2-3-32 15,2 2-65-15,-3-3-76 0,1-2-74 0,5 2-73 0,-1-4-66 16,-4 1-64-16,3 0-86 0,1-4-99 0,-1 1-38 0,1-4-12 0,-1 2 8 15,-1-1 15-15,-2-2 29 0,3 0 32 0,-5 0 62 0,4 1 78 16,-6-1 74-16,6 0 78 0,-8 0 71 0,4 0 72 0</inkml:trace>
  <inkml:trace contextRef="#ctx0" brushRef="#br0" timeOffset="-155219.89">28688 10978 93 0,'0'-4'417'16,"-3"1"105"-16,3 0 61 0,0 3 39 0,0 0 28 0,0-2 30 0,0 2 26 15,0 0 25-15,3 0 22 0,-3 0 16 0,2 0 15 0,4 2-20 0,1-1-31 16,-5 1-142-16,3 1-191 0,4 0-96 0,0 1-54 0,0 1-31 0,0-1-24 16,2 4-23-16,-2-2-25 0,4 1-21 0,1 2-20 0,-3 0-14 0,0 2-14 15,5-1-11-15,-9 2-7 0,8 0-6 0,-6 1-6 0,0 1-7 0,4-2-8 16,-6 5-6-16,-4-3-6 0,7 2-5 0,-9-1-4 0,7 0-7 0,-7 1-10 16,3 1-11-16,-4-3-13 0,0 0-17 0,0 0-20 0,-4-1-41 0,4-1-44 15,-1 0-79-15,-3-2-89 0,0 0-77 0,3-2-71 0,-3 0-67 0,2-2-70 16,-2 2-85-16,1-5-86 0,-3 1-35 0,5-1-8 0,-3 0 8 0,4-3 14 15,-5 2 34-15,5-2 47 0,-6-3 78 0,-1 1 91 0,5-1 75 0,-2-1 71 16,4-1 71-16,-3-1 71 0</inkml:trace>
  <inkml:trace contextRef="#ctx0" brushRef="#br0" timeOffset="-155012.52">28952 11103 96 0,'0'-5'444'0,"0"1"121"15,0 1 77-15,-1-1 48 0,1 4 38 0,0 0 28 0,-4 0 26 16,0 2 19-16,2 0 17 0,-1-1 14 0,1 2 16 0,-5 0-14 0,1 2-23 15,5-1-149-15,-8 1-202 0,1 2-105 0,-3-1-64 0,2 2-45 0,0 1-35 16,-1-2-26-16,-3 4-25 0,-2-2-20 0,5 2-19 0,-3 0-26 0,-2 1-26 16,1 0-31-16,-1 0-34 0,5 0-32 0,-5 2-31 0,2-2-30 0,-1 0-29 15,0 0-41-15,5 0-47 0,1-2-83 0,-4 1-100 0,3-3-80 0,3 2-70 16,1-3-66-16,1 1-60 0,2-1-71 0,2-1-72 0,0-6-23 0,0 5-3 16,2-1 8-16,2-2 16 0,-4-2 32 0,5 0 46 0,4-2 81 0,-3 1 99 15,6-2 82-15,-4-1 72 0,1 2 77 0,3-3 72 0</inkml:trace>
  <inkml:trace contextRef="#ctx0" brushRef="#br0" timeOffset="-154683.33">28990 11273 332 0,'0'-1'564'0,"4"0"102"0,-2 1 51 0,-2-2 24 16,3 2 13-16,3 0 11 0,-3 0 10 0,1 0 10 0,-2 0 10 0,3 0 10 15,3 0 10-15,-7 0-56 0,8 0-83 0,-3 0-176 0,3 0-221 16,3-1-96-16,-4 1-45 0,1-2-23 0,0 2-11 0,3-1-10 0,-1-1-7 16,-2 2-7-16,2-1-8 0,-2-1-8 0,4 2-10 0,-6-1-9 0,6 1-9 15,-4-2-6-15,2 2-3 0,-2 0-4 0,-4-2-4 0,4 2-4 0,0 0-1 16,-3 0-8-16,-1 0-9 0,-1 0-12 0,-1 0-15 0,-1 0-18 0,2-1-20 15,-4 1-40-15,0 0-46 0,0 0-77 0,0 0-87 0,0 0-78 0,0 0-70 16,0 0-74-16,0 0-75 0,0 0-82 0,0 0-84 0,-4-1-34 0,-1 1-7 16,5 0 8-16,-9 0 14 0,5 0 37 0,-3 1 46 0,0 0 78 0,1-1 86 15,1 2 78-15,-1-2 72 0,6 0 72 0,-5 0 78 0</inkml:trace>
  <inkml:trace contextRef="#ctx0" brushRef="#br0" timeOffset="-153366.1">29580 11490 7 0,'11'-5'273'0,"1"0"114"0,-1 1 65 0,-2 1 45 0,6-1 36 0,-2 2 33 16,-3 1 38-16,3-1 38 0,-6 0 33 0,2 2 32 0,0-1 16 0,0 0 16 15,0 1-61-15,0-2-93 0,-3 2-103 0,-1-1-110 0,4-1-63 0,-3 2-43 16,-1-1-37-16,2-1-34 0,-1 2-50 0,-1-1-51 0,1 1-77 0,-1-2-88 16,-1 1-86-16,1 1-88 0,2-2-74 0,-1 1-70 0,-1 1-80 0,-1-2-87 15,-4 2-77-15,2-1-72 0,-2 1-32 0,3-3-12 0,-3 3 4 0,0 0 11 16,0 0 43-16,0 0 57 0,-3-3 67 0,-3 3 74 0,1 1 66 0,-1 1 63 15,-1 2 77-15,-2 1 88 0</inkml:trace>
  <inkml:trace contextRef="#ctx0" brushRef="#br0" timeOffset="-153037.15">29618 11539 169 0,'-4'2'334'0,"4"-2"35"0,0 0 30 0,0 0 19 16,0 3 26-16,4-2 23 0,0 2 37 0,-4 0 42 0,1-1 43 0,3 0 41 15,-2 2 31-15,1-1 22 0,1-2-84 0,-4 4-134 0,2-4-64 0,-2 1-33 16,3 0-24-16,-1 0-20 0,-2 0-21 0,0-2-21 0,0 3-33 0,0-2-38 15,0 2-39-15,0 0-43 0,0 2-32 0,-2-1-32 0,-1 1-17 0,1-1-11 16,-5 3-7-16,1 0-3 0,5 0-3 0,-8 1-1 0,-1-1-2 0,1 2-4 16,0-1-2-16,4-1 0 0,-4 1 0 0,0-4 3 0,3 2 5 15,-3 0 2-15,4-1 4 0,0-1 1 0,1 1 1 0,2-3 2 0,-5 0 0 0,7 1 0 16,-2-1 5-16,2-2 2 0,0 0-1 0,-4 1-6 0,4-1-6 16,0 0-6-16,0 0-3 0,0 0 0 0,6 2-2 0,-6-1-1 0,7 1-1 15,-5-1-1-15,3-1 1 0,-1 2-1 0,1-1-2 0,4 0-7 16,1 1 1-16,-1 0 2 0,0-2 5 0,-2 3 3 0,5-3-1 0,-2 0-4 15,0-3-1-15,-1 3-3 0,0-2-1 0,1-1-2 0,-1 0-5 0,-2 2-4 16,2-2-15-16,-4-2-18 0,2 0-30 0,1 1-34 0,-5 1-66 0,3-1-74 16,1 1-67-16,-5-2-62 0,3 2-51 0,-5-3-47 0,4 3-54 0,-1-1-58 15,-3 1-73-15,0-3-80 0,0 0-26 0,0 1 2 0,0-1 22 0,0-1 32 16,0 0 60-16,0 0 75 0,2-2 63 0,-2 0 64 0,0 0 50 0,4 0 46 16,-2-1 57-16,1-4 58 0</inkml:trace>
  <inkml:trace contextRef="#ctx0" brushRef="#br0" timeOffset="-152723.35">29802 11065 289 0,'-7'-9'420'0,"5"1"64"0,-1 4 53 0,-1-2 47 15,-1 3 49-15,-1 2 51 0,3-1 34 0,-3 2 31 0,4 2 22 0,-5-1 17 16,2 4 2-16,-1-1-7 0,1 4-116 0,1-1-166 0,-1 1-91 0,-1 2-56 16,-1 0-47-16,2 3-43 0,3-1-46 0,-5 1-44 0,5-1-30 0,-2 2-25 15,1-1-20-15,3 1-15 0,0-1-9 0,0 1-5 0,0-2-4 0,3 1-3 16,1-1-3-16,-2 1 2 0,1-2 2 0,1 3 2 0,-2-4 3 0,3 2 2 15,2-2-1-15,-5 1 1 0,2 0-1 0,1-1 2 0,-1-2-1 0,-2 1 3 16,5-2 1-16,-7-1 1 0,2 0 4 0,1 0 0 0,-1-1 1 0,-2-2-2 16,0 1-3-16,0-2 2 0,0-2 0 0,0 0 0 0,0 0 2 0,0 3-3 15,0-3-4-15,0 0-6 0,0 0-4 0,-2 1-7 0,-1-1-11 0,1 1-12 16,-2-1-23-16,1 2-26 0,-3 0-34 0,3-1-34 0,-5-1-32 0,1 2-33 16,2-1-30-16,-1-1-33 0,-3 0-63 0,4 0-78 0,-1-1-97 0,-1-1-101 15,2 1-77-15,-1-1-67 0,3-1-63 0,-3 0-60 0,5 0-34 0,-7-1-25 16,3-3 2-16,1 3 16 0,-1-2 24 0,5 0 25 15,-2-1 62-15,-2 1 82 0,1-4 91 0,3 3 104 0,0 0 81 0,3-2 75 0,1 1 78 16</inkml:trace>
  <inkml:trace contextRef="#ctx0" brushRef="#br0" timeOffset="-152603.65">29699 11212 36 0,'9'-7'266'0,"-3"-1"68"0,3 2 34 0,-4-1 21 0,4 3 21 0,-3 0 21 16,3 3 29-16,-4-1 30 0,4-1 32 0,0 2 29 0,-3-1 16 0,3 1 12 0,-4-3-70 16,4 3-107-16,0 0-80 0,-3-1-67 0,3 2-44 0,0-1-32 0,-4-2-57 15,8 1-66-15,-8 1-74 0,4-1-77 0,-1 2-85 0,1-1-87 16,0 1-101-16,3 0-110 0,-4-2-54 0,1 0-33 0,-4 1-15 0,4 1-5 15,0 0 7-15,-3 0 10 0,1 1 36 0,-5-1 45 0,-2 0 47 0,5 4 45 16,-1-3 55-16,-1 2 60 0</inkml:trace>
  <inkml:trace contextRef="#ctx0" brushRef="#br0" timeOffset="-152389.52">30103 11176 178 0,'7'2'404'0,"2"-1"110"0,-2 2 84 15,0 0 66-15,2 3 59 0,-3 0 37 0,1 2 26 0,-1 1 18 0,-1 1 18 16,0 1 12-16,-1 1 15 0,1 1-33 0,1 0-54 0,1 3-114 0,-5-1-145 16,3 1-97-16,-1-1-77 0,0 2-62 0,-3-2-53 0,3 1-32 0,-4-1-28 15,4 0-17-15,-4 2-16 0,-4-2-14 0,0 1-14 0,3 1-21 0,-3-1-22 16,0-1-34-16,-3 3-35 0,0-3-35 0,1 0-33 0,-3 0-67 0,0 0-86 16,-1-1-117-16,0-1-130 0,1 1-149 0,2-2-153 0,-5 0-77 0,3-2-42 15,3-1-13-15,-3 0-1 0,0-2 13 0,0 1 20 0,4 0 21 0,-5-2 27 16,3-2 64-16,0-1 81 0,2 0 114 0,-1 1 130 0,1 0 150 0</inkml:trace>
  <inkml:trace contextRef="#ctx0" brushRef="#br0" timeOffset="-139824.5">31300 9366 18 0,'0'-5'271'0,"-2"1"98"0,-1-1 51 0,1 1 34 0,2-1 30 0,-4 4 32 0,4-2 33 0,-3 1 38 0,3 1 39 0,-2-1 40 16,-2 1 29-16,1-1 26 0,1 1-53 0,-2-1-88 0,4 2-90 0,0-2-87 15,0 2-47-15,-2 0-30 0,2 0-26 0,0 0-31 0,-3 0-32 0,3 0-37 16,0 0-36-16,0 0-37 0,-4 0-30 0,4 0-22 0,0 0-16 0,0 0-16 15,0 0-8-15,0 0-8 0,0 0-6 0,0 0-5 0,0 0-1 0,0 0 0 16,4-1-3-16,-4 0 0 0,3-1 0 0,-1 1 0 0,2-1-2 0,-2 2 1 16,5 0 1-16,-2-1 4 0,1 1 2 0,3-2 3 0,-4 2 0 0,4 0 2 0,4-1-1 15,-6 1 2-15,6-2-1 0,-2 2 1 0,-2-1-2 0,3 1 2 0,-4-2 0 16,1 2 0-16,0 0-4 0,0-2-7 0,-4 2-2 0,4-1-2 0,-3 1-2 16,-1-1 1-16,2 1-2 0,-5-2 0 0,3 2 0 0,-1-1 0 0,1 1-3 0,-5 0-2 15,8 0-2-15,-8 0-4 0,0 0-5 0,0 0-4 0,2 0-10 0,-2 0-12 16,0 0-16-16,0 0-23 0,0 0-38 0,3 0-45 0,-3 0-58 15,0 0-64-15,0 0-57 0,0 0-51 0,0 0-48 0,0 0-43 0,0 0-41 0,0 0-38 16,0 0-60-16,0 0-68 0,0 0-30 0,0 0-11 0,0 0 24 0,0 0 37 16,0 0 57-16,0 0 62 0,0 0 57 0,0 0 51 0,0 0 48 0,0 0 44 15,0 0 48-15,0 0 45 0</inkml:trace>
  <inkml:trace contextRef="#ctx0" brushRef="#br0" timeOffset="-139495.55">31555 8892 75 0,'-4'-3'296'0,"4"1"60"0,-3-1 34 0,3 2 21 0,0 1 13 0,0 0 17 0,0 0 19 0,0 0 18 0,0-3 22 0,0 3 24 0,0 0 29 16,0 0-8-16,0 0-26 0,-2 1-72 0,-2-1-94 0,3 3-41 0,-3 0-19 16,-1 0-9-16,1 3-4 0,2 2-9 0,-7-1-11 0,2 2-19 0,1 2-18 0,-3 1-26 15,2 0-25-15,-2 1-26 0,4 1-25 0,-8-1-24 0,4 2-22 16,4 0-15-16,-4-1-17 0,7-1-14 0,-7 0-19 0,1 0-29 0,3 0-35 0,0-3-48 16,1 3-52-16,-1-1-62 0,3-2-62 0,-5 1-51 0,1-1-51 0,4 2-55 15,-1-3-59-15,-1 2-77 0,2-1-87 0,-1 1-32 0,-1-2-11 0,2 0 14 16,-1 0 24-16,3 0 46 0,-2 0 51 0,2-2 59 0,-4 0 59 0,1 1 54 0,3-2 47 15,0-1 56-15,-2 1 61 0</inkml:trace>
  <inkml:trace contextRef="#ctx0" brushRef="#br0" timeOffset="-137819.85">31079 9472 204 0,'0'-3'309'0,"0"0"38"0,0 3 19 0,2-3 11 0,-2 2 8 0,0 1 5 0,0 0 6 0,0-2 8 16,4 2 10-16,-4 0 10 0,0 0 15 0,0-2-44 0,0 2-71 0,3-1-67 16,-3 1-69-16,2-1-31 0,2 1-12 0,-2 0-6 0,-2 0-4 15,3-2-7-15,1 1-5 0,-2 1-7 0,5 0-8 0,-5-2-14 0,3 1-12 0,2-1-17 16,-5 1-16-16,2-1-12 0,-2-1-14 0,1 2-10 0,3-1-10 0,-3 1-18 15,3-1-21-15,-3 1-29 0,-1-1-27 0,5 1-35 0,-1-1-34 0,-1 2-45 16,1-1-48-16,3-1-84 0,-4 2-99 0,2-3-45 0,1 2-22 0,1-1-8 16,-4 0 0-16,4 0 13 0,0 0 19 0,-3 1 25 0,3-1 28 0,-4 1 34 0,4-1 36 15,-3 2 43-15,1 0 49 0</inkml:trace>
  <inkml:trace contextRef="#ctx0" brushRef="#br0" timeOffset="-137431.46">31586 9219 159 0,'0'-2'260'0,"0"2"29"16,0-3 17-16,3 2 11 0,-3 1 8 0,0-2 8 0,0 2 8 0,0 0 5 16,0 0 8-16,0 0 9 0,0 0-7 0,0 0-19 0,0 0-66 0,0 0-90 15,0 0-41-15,0 0-25 0,0 0-7 0,0 0-4 0,0 0 10 0,0 0 14 16,0 2 25-16,0 1 23 0,0 1 23 0,0-1 22 0,0 3 12 0,0 0 12 16,0 2 6-16,0 0 2 0,0 3 3 0,-3 0 2 0,3 1 2 0,0 1-2 15,-6 2-14-15,6 0-16 0,-1 0-24 0,-3 0-31 0,0 2-27 0,3-1-28 16,-3 1-24-16,2-1-16 0,-5 1-14 0,5-2-10 0,-2 1-9 0,1-1-12 15,-3 0-16-15,1 0-23 0,0 0-33 0,-1-1-36 0,-1-1-42 0,2-1-42 16,-5 0-40-16,1 0-42 0,2-1-37 0,-2 1-36 0,0-2-33 0,0 1-36 16,-2-1-44-16,2-1-49 0,-4 0-60 0,4 0-68 0,-1 0-12 0,1 0 14 0,-2-2 30 15,2 0 36-15,-4 0 39 0,6 1 37 0,-6-2 37 0,4 1 36 0,-2-1 33 16,-1 0 36-16,4 2 46 0,-4-2 50 0</inkml:trace>
  <inkml:trace contextRef="#ctx0" brushRef="#br0" timeOffset="-137056.83">31155 9292 148 0,'-3'-1'300'0,"3"-2"49"0,0 3 29 0,0 0 20 0,0 0 12 0,0 0 12 0,0 0 12 16,0 0 14-16,0 0 18 0,0 0 27 0,0 1 32 0,-2 2-11 0,-2 0-27 16,1 2-54-16,-3-1-61 0,3 4-32 0,1 2-17 0,-4 2-9 0,-1 2-8 15,2 2-7-15,-4 2-11 0,3 1-12 0,-3 3-17 0,4 0-27 0,-1 2-30 16,1-1-40-16,-2 1-44 0,1-2-35 0,5 1-30 0,-3-1-20 0,0 1-13 15,4-4-22-15,0 0-23 0,0-1-40 0,0 1-45 0,0-3-52 0,0-1-49 16,4 0-52-16,0 0-47 0,-4-1-45 0,1-1-41 0,3-1-54 0,-2 0-54 16,1 0-72-16,1-1-78 0,-2-2-25 0,3-1 2 0,-1 0 26 0,-1 0 42 15,3-2 46-15,-4 0 50 0,5 0 50 0,-5-2 47 0,5-1 47 0,-5 3 41 16,3-3 52-16,2 1 58 0</inkml:trace>
  <inkml:trace contextRef="#ctx0" brushRef="#br0" timeOffset="-135574.77">30262 9701 124 0,'0'-2'285'0,"0"-1"44"0,-2 1 26 0,2 2 17 0,0 0 9 0,0 0 12 0,0 0 6 16,0 0 8-16,0 0 6 0,-4 0 11 0,4 0 7 0,-3 2-35 0,3-1-58 16,-2 1-71-16,-2 0-81 0,3 0-35 0,-3 1-15 0,4 2-3 0,-4-2-2 15,4 2 2-15,-1 3 3 0,-3-2 3 0,2 3 0 0,2 0-4 0,0 0-5 16,-3 0-6-16,3 0-7 0,0 0-7 0,0 2-5 0,3-2-9 0,-3 0-7 16,2-2-5-16,-2 1-9 0,5-2-9 0,-1 1-8 0,0-2-6 0,1 1-4 15,-3-2 1-15,5 1 1 0,-2-2 1 0,1-1 1 0,-1 2 6 0,3-3 2 16,-7 1 5-16,5-1 2 0,1-1 2 0,-2 0 5 0,-3 0 3 0,6 0 5 15,-3 0 5-15,-1 0 1 0,-3-1 6 0,3-1 5 0,-2 1 9 0,-2 1 1 16,3-4 6-16,-3 4 1 0,0-1 2 0,0 1-4 0,0 0-4 0,0 0-6 16,0-1-4-16,0-2 0 0,0 0-7 0,0 1-3 0,-3-1-9 0,3-2-12 15,-2 3-8-15,-2-3-11 0,4 2-8 0,-1-3-5 0,-3 2-5 0,0-1-5 16,-1-1-3-16,1 2-3 0,2-2-2 0,-1 3-2 0,-3-2-4 0,3 2-1 16,-3-2-1-16,5 3-4 0,-3-1-2 0,0 0-5 0,-1 1-8 0,3-1-8 15,-2 0-20-15,1 0-20 0,1 0-32 0,-2 2-38 0,1-2-54 0,1 0-61 16,-2 1-54-16,3 1-55 0,-3-1-45 0,4 2-39 0,-4-2-44 0,4 2-45 15,-1 0-62-15,-3 0-69 0,4 0-32 0,0 0-17 0,-2 2 16 0,2-2 30 16,-7 2 50-16,1-1 56 0,6-1 56 0,-1 3 55 0,1-3 45 0,0 0 40 16,0 0 49-16,0 0 47 0,0 0 69 0</inkml:trace>
  <inkml:trace contextRef="#ctx0" brushRef="#br0" timeOffset="-135327.8">30175 9553 39 0,'-4'-2'290'0,"-1"0"95"0,1-1 54 0,4 1 33 0,-1-1 21 0,1 3 19 0,0 0 20 16,0 0 16-16,0 0 18 0,0 0 20 0,0 0 17 0,0 0 15 15,0 0-68-15,0 0-105 0,0 0-94 0,1-1-92 0,-1 1-46 0,0-2-32 0,4 1-20 16,1-1-16-16,3 2-16 0,-7-2-20 0,5 0-16 0,3-1-20 0,0 1-17 15,-4-1-18-15,4 0-35 0,4 0-41 0,-6 0-55 0,2 0-64 16,0 2-60-16,4-4-57 0,-6 4-63 0,2-1-63 0,0-1-83 0,-3 2-96 16,3-1-44-16,0 0-21 0,-4 2-7 0,4 0-1 0,-3 2 21 0,-1 0 33 15,2-2 50-15,-5 1 60 0,6 1 54 0,-7 1 56 0,3-2 58 0,-2 2 64 16</inkml:trace>
  <inkml:trace contextRef="#ctx0" brushRef="#br0" timeOffset="-134388.9">31152 9091 223 0,'0'-4'322'0,"-2"0"36"0,2 2 22 0,0-1 13 0,0 0 9 0,0 1 8 0,0-1 8 0,0 3 7 0,0 0 9 15,0 0 10-15,0-3-8 0,0 3-10 0,0 0-82 0,0 0-110 0,0 0-53 16,0 0-30-16,0 0-12 0,0 0-5 0,0 0 10 0,2 0 13 0,-2 0 19 16,0 2 20-16,5-1 16 0,-5 2 11 0,7 0 9 0,-5 2 4 0,2-1 2 15,1 4-2-15,-1 0 2 0,1 3 3 0,-3 1 0 0,2 2-1 0,1 1-13 16,-5 1-14-16,7 2-22 0,-7 2-23 0,0 2-18 0,0 0-23 0,0 4-15 15,-7-2-17-15,5 1-14 0,-1 3-12 0,-3-1-11 0,-3 0-10 0,4 0-7 16,-1-2-8-16,-6 2-5 0,3-1-7 0,0-2-6 0,1 0-5 0,-4 0-4 0,1-1-4 16,-2-1-10-16,4-1-8 0,-5 0-8 0,3-2-10 0,-2-1-11 0,-1 0-14 15,-1-1-20-15,4-1-25 0,-3-1-32 0,1 0-41 0,-1-1-41 0,-1-1-43 16,1 1-44-16,-1-2-38 0,1 0-30 0,3-2-25 0,-3 1-21 0,-3 0-23 16,3 0-20-16,-1-2-20 0,1 0-23 0,-1 1-21 0,1 0-24 0,0-3-25 15,-1-1 16-15,1 2 31 0,3-3 36 0,-6 0 41 0,3 0 36 0,0-1 31 16,3 1 30-16,-2-2 31 0,2 0 32 0,0-2 32 0,-1 2 44 0</inkml:trace>
  <inkml:trace contextRef="#ctx0" brushRef="#br0" timeOffset="-133957.95">30350 9198 160 0,'-3'-4'283'0,"-1"2"43"0,-1 0 24 0,-1 1 19 0,3 1 17 0,1 0 15 0,-3 1 14 0,-3-1 19 0,3 2 21 0,1-1 33 16,-1 2 35-16,-4 0-15 0,3 0-36 0,-3 2-43 0,2 2-45 0,-2 1-21 16,0 1-8-16,0 4-3 0,-2 1-3 0,2 1-5 0,-4 3-8 15,4 1-12-15,2 4-15 0,-6 2-26 0,4 2-33 0,-1 2-36 0,1 2-40 0,-1 0-30 16,1 3-32-16,2-1-19 0,-2 0-18 0,2 1-17 0,0-1-10 0,-1 0-10 16,3-1-8-16,3 1-8 0,-1-3-7 0,-1 0-7 0,4-3-10 15,0 1-11-15,0-2-17 0,0-2-29 0,7 0-34 0,-7-2-52 0,2-1-54 16,3-1-62-16,-1-2-61 0,2 0-50 0,3-2-44 0,0-1-47 0,-4-1-48 15,8-1-68-15,-6-1-76 0,6-1-40 0,-3-4-23 0,3 1 11 0,-2-2 26 16,2 0 47-16,1-2 54 0,-3-1 60 0,3-1 60 0,-1-2 52 0,-2 0 43 16,2 0 48-16,-3-2 48 0,5 2 73 0</inkml:trace>
  <inkml:trace contextRef="#ctx0" brushRef="#br0" timeOffset="-131782.96">29945 9792 30 0,'-7'-2'271'0,"2"1"80"0,1-1 47 0,-1 1 26 0,3 1 27 0,-5 0 23 0,7 0 29 0,-6 0 30 15,4-2 35-15,-1 2 37 0,-1-1 27 0,4 1 27 0,-2 0-60 0,-1-2-95 16,3 2-81-16,0 0-76 0,0 0-42 0,0 0-24 0,0 0-23 0,0 0-18 15,0 0-27-15,0 0-29 0,0 0-28 0,0 0-31 0,0 0-24 0,0 0-22 16,3-3-11-16,-3 3-6 0,0 0-3 0,2-2-1 0,-2 2 1 0,0 0 2 16,0-1 3-16,0 0-1 0,0 1 0 0,4-2-3 0,-1 1-1 0,-3-1 0 15,2 2-5-15,-2-1-4 0,0-1-4 0,4 1-2 0,-4 1-5 0,2-2-6 16,-2 1-3-16,0 1-5 0,0-2-2 0,3 0-7 0,1 2-1 0,-2-2 0 16,1 0-4-16,-1 1-5 0,2-2-2 0,-1 0-1 0,-1 1-1 0,5-1-1 15,-5 0 1-15,4 1-1 0,-3 0 1 0,1-1-1 0,1 1-2 0,-3 1 1 16,2-1 0-16,1-1 0 0,-1 2 0 0,1-1 1 0,-1 0 1 0,-2 1-1 15,5-2-4-15,-5 2-7 0,3-1-10 0,-1 1-11 0,-1-1-16 0,-1-1-19 16,3 2-25-16,-1-1-29 0,-4 2-42 0,0 0-42 0,4-2-44 0,-4 2-43 16,0 0-36-16,0 0-33 0,0 0-23 0,0 0-19 0,0 0-17 15,0 0-13-15,0 0-5 0,0 0-4 0,0 0 4 0,0 0 9 0,0 0 19 16,0 0 20-16,0 0 16 0,0 0 13 0,0 0-9 0,0 0-19 0,0 0 2 16,0 0 16-16,0 0 19 0,0 0 19 0,2-4 23 0,1 1 24 0,1 0 19 15,-2-1 22-15,-2 0 23 0,5 0 21 0,-5 0 29 0</inkml:trace>
  <inkml:trace contextRef="#ctx0" brushRef="#br0" timeOffset="-131560.55">30079 9592 180 0,'0'-6'248'0,"-3"2"29"0,3-2 19 0,0 3 14 16,0-3 14-16,0 1 12 0,0 2 12 0,0-3 12 0,0 3 14 0,0 0 13 15,0 0-6-15,0 2-18 0,0 1-48 0,0 0-67 0,0 0-29 0,0 0-12 16,0 0-7-16,0 0-3 0,0 0 3 0,0 0 11 0,-4 0 15 0,4 1 19 16,-2 1 18-16,-1 2 21 0,3 2 4 0,-6 0 3 0,6 3-3 0,-4 2-2 15,-1 1-8-15,3 2-1 0,-5 3-8 0,2 2-8 0,-4 3-14 0,3-1-20 16,1 3-28-16,-4 0-31 0,5-1-30 0,-3 0-32 0,0 1-23 0,1-1-18 15,1 0-15-15,1-1-14 0,-1-1-21 0,1-2-23 0,2-1-32 0,-1 0-41 16,3-3-51-16,-2 0-61 0,2 0-57 0,0-3-51 0,0 0-49 0,0-1-47 16,0-1-47-16,2 1-53 0,-2-2-73 0,3 0-86 0,-1-2-42 0,-2 1-22 15,4-2 9-15,-1-1 26 0,-1 3 48 0,2-3 59 0,-1 0 55 0,-3 0 51 16,2 0 46-16,2-2 48 0,-2 0 49 0,1 3 51 0,1-2 76 0</inkml:trace>
  <inkml:trace contextRef="#ctx0" brushRef="#br0" timeOffset="-127985.66">28585 4921 49 0,'-3'-6'478'0,"-3"-1"131"0,1 1 70 0,1 0 39 0,-1-2 26 0,3 2 15 0,-5 2 16 0,1-1 8 0,6 0 12 0,-2 3 5 0,2-1 7 0,0 3-9 15,0 0-19-15,0 0-183 0,0 0-253 0,0 0-125 0,0-2-67 0,0 2-33 16,2-1-20-16,4-1-14 0,1 1-9 0,0-2-8 0,2 1-5 16,4-1-5-16,1-1-6 0,3-1-2 0,1-1-2 0,2 0-1 0,3 2-2 15,1-4-4-15,-1 1-2 0,1 1-5 0,3-2-5 0,-6 1-4 0,3 1-4 16,-1-1-4-16,1 2-2 0,-1-3-4 0,-3 2-1 0,4 2-4 0,-2-2-4 16,-3 1-8-16,1 0-8 0,0 1-14 0,-2 0-13 0,2-1-31 0,-2 2-40 15,2 0-89-15,2 0-112 0,-8 2-98 0,3 1-91 0,-3 0-119 0,1 0-130 16,1 0-59-16,-9 1-30 0,2 2-8 0,0 0 2 0,-5 3 7 0,-2 0 14 15,-2 0 31-15,0 3 40 0,-6 0 89 0,3 0 114 0,-5 1 97 0,-1 3 93 16</inkml:trace>
  <inkml:trace contextRef="#ctx0" brushRef="#br0" timeOffset="-127402.96">28752 5204 106 0,'-4'2'331'0,"4"-2"77"15,0 0 34-15,0 0 15 0,0 0 8 0,0 0 4 0,0 0 10 0,0 0 14 16,0 0 20-16,0 0 23 0,0 0 20 0,7-2 20 0,-5 1-84 0,3 0-126 16,3-2-86-16,1 0-68 0,-4-2-28 0,4 2-10 0,-2-3-2 0,6-1-2 15,-2-1-5-15,2 1-10 0,-3-1-13 0,5-2-18 0,-1 1-11 0,-1 0-9 16,2-4-3-16,-5 3-1 0,5 1 0 0,-6-1 5 0,4 1 3 0,-4 0 4 15,-2-2 3-15,2 4 6 0,-4-3 4 0,3 3 3 0,-7 0 0 0,5-1-2 16,-6 2-7-16,0-2-8 0,0 3-9 0,0-1-6 0,-2 0-12 0,-2 0-9 16,-1 0-11-16,1 1-7 0,-1 0-9 0,-1 1-7 0,1 1-8 15,0-1-7-15,-4 2-6 0,1 1-7 0,1-1-2 0,-6 2-4 0,8 0-2 16,-8 3-2-16,6-1-5 0,-2 2-1 0,0-1 0 0,0 3 0 16,0 2-1-16,0-1-1 0,2 2-2 0,-1 0-2 0,3 2 0 0,3-1 1 15,-5 1 1-15,7-1-1 0,0 2 3 0,0 0 9 0,4 0-3 0,1-1-5 16,0 1 0-16,3-2-1 0,-1 2 1 0,2 0 1 0,0-1 1 0,4 1 4 15,-3-2-1-15,1 1 1 0,-2-1-1 0,0 1 1 0,4-3-4 0,-6 2-4 16,1-1 0-16,1 0 5 0,-4-2 2 0,-3 2 2 0,5-1 0 0,-5-1 0 16,-2-1 0-16,3 2 2 0,-3-1 1 0,0-1 1 0,-3 0-3 0,1 2 1 15,-2-2 1-15,1 1 0 0,-3-1 1 0,1 0 1 0,-4 0 1 0,3 0-2 16,1 0 1-16,-8 0-2 0,8-1 1 0,-4-1-1 0,0 1 5 0,0-1 4 16,2-1-2-16,-2 0-2 0,0-1-4 0,-1-1 1 0,5 1-2 0,-4-2-2 15,4-2 2-15,-4 1 3 0,3-1 2 0,-1-1 1 0,1 0 0 0,-3 0 0 16,8-1-5-16,-5-1-5 0,3-1 1 0,-1-1 4 0,-1-1 4 15,5 1-2-15,0-4-2 0,0 2 1 0,0-3-2 0,0 0 0 0,0 0-2 16,5-3-1-16,-5 0-1 0,7 0-2 0,-5 0-3 0,3-1-5 16,-1-1-8-16,1 1-8 0,4-1-15 0,-3-1-17 0,1 2-38 0,-1-1-51 15,-5 1-68-15,7 1-78 0,-3 0-64 0,-3-1-61 0,1 3-73 0,3 0-76 16,-2 1-84-16,-4 0-85 0,0 0-33 0,0 1-11 0,-4 2 7 0,4 0 13 16,0 0 40-16,-6 2 49 0,3-2 67 0,1 1 76 0,-3-1 64 0,1 2 63 15,0-1 72-15,-1 1 78 0</inkml:trace>
  <inkml:trace contextRef="#ctx0" brushRef="#br0" timeOffset="-126714.67">28538 4120 108 0,'0'0'307'0,"-2"-2"53"0,-1 1 22 0,3 1 10 0,0-1 2 0,0 1 3 0,0 0 1 0,0-3 3 0,3 1 3 15,-3 2 6-15,2-1 6 0,-2 1-32 0,0 0-50 0,7 0-86 0,-5 0-104 16,-2 0-41-16,6 1-15 0,1 1 2 0,-5-1 5 0,3 1 16 0,-1 0 15 16,1 2 17-16,1 0 20 0,-3 1 19 0,3 1 23 0,1-2 13 0,-5 4 8 15,1-1 4-15,-1 2 2 0,-2 0 1 0,0 3-1 0,0-1-3 0,-2 1-4 16,-1 0-11-16,-3 1-15 0,1 2-17 0,-2-1-16 0,1 1-23 0,-3-2-24 15,2 2-18-15,0-1-16 0,-1-1-13 0,-1 1-12 0,2-4-6 0,0 4-8 16,0-4-6-16,1-1-7 0,4-1-4 0,-5-1-5 0,2-1-6 16,5-1-5-16,-4-1-5 0,4-1-7 0,0-3-4 0,0 0 0 0,0 2-1 15,0-2-1-15,0 1 1 0,4 1-2 0,-1-1 1 0,-1-1 2 0,5 2 5 16,-5-2 2-16,7 0 2 0,0 0 2 0,0 0-4 0,2-2-7 0,2-1-21 16,-2 0-30-16,3-2-40 0,1 0-47 0,3-3-47 0,0 1-47 15,-2-2-42-15,2 0-38 0,0-2-32 0,-1 1-27 0,2-1-24 0,-2 1-22 16,-1-1-9-16,-2 1-4 0,1-1 14 0,-1 1 22 0,1-1 38 0,1 1 45 15,-5-1 47-15,0 1 47 0,-2 1 45 0,0-2 39 0,0 2 35 0,-4 0 35 16,1 2 35-16,1-2 32 0,-5 1 29 0,3 2 27 0,-1 0 21 0,-4 0 22 16,4 3 21-16,-3-1 22 0,-1 1 27 0,0 0 25 0,0 3 26 0,0 0 24 15,0-4 18-15,0 4 15 0,0 0 6 0,0 0 1 0,0 0 2 0,0 0 0 16,0 0-1-16,0 0 1 0,-1 2-3 0,-3 0 0 0,0 1-13 0,4 1-17 16,-1-1-22-16,-3 3-22 0,4 2-20 0,-6-2-18 0,6 3-10 0,-3 0-11 15,3 1-10-15,0 1-7 0,-2 1-9 0,2-2-13 0,2 2-11 0,-2 0-15 16,0 0-9-16,3 0-8 0,1 0-3 0,-2 0-6 0,3 0-5 15,-1 0-4-15,0 0-2 0,-3 0-2 0,7 0-2 0,-7 0-2 0,5-1-2 16,-3-1-2-16,1 1-3 0,-2-3-5 0,1 2 2 0,-1-1 0 16,-2 0 0-16,4-2 0 0,-4-1 2 0,4 2-1 0,-4-4 1 0,1 2 1 15,-1-1 1-15,0-2-1 0,0 0 0 0,0-3 3 0,0 3-1 0,0-3-2 16,-1 1-3-16,1-1 0 0,-4 1-2 0,4 1-1 0,-4-2-3 0,2 2-1 16,-1-1-11-16,-3 1-11 0,3-2-14 0,-3 1-14 0,1 1-24 0,0-1-27 15,-3 1-54-15,3-1-66 0,-1-1-81 0,3 2-88 0,-3-2-63 0,5-2-54 16,-7 1-49-16,7-1-46 0,-3-1-39 0,2 0-39 0,-5 0-35 0,1-1-39 15,3-1-19-15,1-2-15 0,-2-1 36 0,-1 2 58 0,1-2 77 0,4-2 83 16,-5 1 63-16,5-1 53 0,-2-4 50 0,2 2 46 0,0 0 45 0,0 0 46 16,2-2 48-16</inkml:trace>
  <inkml:trace contextRef="#ctx0" brushRef="#br0" timeOffset="-126580.14">28838 4335 178 0,'4'-11'290'16,"0"1"48"-16,-3 2 28 0,3-1 20 0,-2 2 17 0,-2 1 24 0,3 0 24 0,3 1 30 0,-2-1 34 0,-1 2 37 0,3 1 38 0,3-3-19 0,-4 2-39 0,0 0-59 0,6 0-63 0,-2-1-38 0,0 2-19 0,4-1-19 0,-2-1-14 0,2 2-21 0,-3-1-21 0,1 1-34 0,4-2-37 0,-3 2-72 0,3 0-83 0,-1 0-106 0,1 0-114 0,-1 0-98 0,1 1-93 15,-1 1-121-15,4 1-132 0,-3 1-64 0,-1 1-25 0,1 0-16 0,-1 1-5 16,1 1-3-16,-6 2 4 0,5-1 35 0,-5 2 43 0,0 1 71 0,-3 1 79 16,3 1 74-16,-4 1 75 0</inkml:trace>
  <inkml:trace contextRef="#ctx0" brushRef="#br0" timeOffset="-126326.09">29262 4987 100 0,'0'0'407'0,"0"0"193"0,0 0 85 0,0 0 40 0,0 0 15 0,3-1 9 16,-1 1 4-16,5-2 1 0,-5 1 4 0,4-1 4 0,3 2 4 0,-2-2 3 15,-2 1-96-15,1 0-135 0,5-2-172 0,-2 1-192 0,-2 1-82 0,4-2-37 16,-2 1-19-16,0-1-8 0,-2 0-16 0,6 0-18 0,-4 2-66 0,2-2-88 15,-2 0-91-15,3 1-94 0,-1-1-104 0,0 1-106 0,-2 0-85 0,4-1-74 16,-3-2-33-16,3 4-17 0,-6-2-9 0,6-1-2 0,-4 2 12 0,0-1 14 16,-2 0 62-16,1-2 84 0,-1 2 89 0,-4 2 91 0,3-1 102 0,3-1 106 15</inkml:trace>
  <inkml:trace contextRef="#ctx0" brushRef="#br0" timeOffset="-125981.78">29799 4704 228 0,'5'-2'368'0,"1"2"57"0,1 0 28 15,-5 0 25-15,3 0 25 0,-1 0 32 0,1 2 37 0,1-1 39 0,-3 2 39 16,3 0 27-16,1 0 24 0,-5 3-39 0,3-1-72 0,-1 1-93 0,1-2-104 16,1 4-46-16,-3-1-20 0,1-1-18 0,-2 3-18 0,-2 0-31 0,0-1-32 15,0 2-35-15,-2-1-31 0,-2 1-30 0,1 3-27 0,-3-1-18 0,1 0-15 16,-1 0-13-16,1 1-11 0,-4-1-7 0,2 2-8 0,-4-2-5 0,5 0-4 15,-3 0-4-15,0-2-5 0,0 1-3 0,4-2-2 0,-4 0-1 0,3-2 2 16,-3 1 1-16,7-2 1 0,-5-1 2 0,2-1 0 0,3 2-1 0,-5-3-1 16,5 0-1-16,-2-1 0 0,1 0 0 0,3-2-1 0,0 2-2 15,0-2 0-15,0 0 0 0,0 0-2 0,0 0-2 0,0 0-4 0,0 0-1 16,0 0-1-16,3 0-1 0,-3 1 2 0,6-1 0 0,-3 2 0 0,3-2-1 0,-1 0-1 16,2 0-4-16,1 1-10 0,1-1-29 0,3 0-36 0,-1 0-81 15,2-1-102-15,-2 1-80 0,3-2-70 0,1 2-68 0,-1-1-66 0,1 1-91 16,-1-2-104-16,1 2-45 0,3 0-18 0,-4-2-5 0,6 2 3 0,-4 0 25 15,1 0 38-15,-3 0 82 0,1 0 104 0,-1 0 79 0,0 0 70 0,1 0 67 16,1 2 66-16</inkml:trace>
  <inkml:trace contextRef="#ctx0" brushRef="#br0" timeOffset="-124741.61">30819 4810 49 0,'-5'5'354'0,"1"-2"179"0,4 0 81 0,-6 0 39 0,6-3 22 0,6 1 20 16,-2 1 20-16,1-1 22 0,2-1 17 0,-1 0 19 0,4 0 13 0,0-1 14 15,4-1-68-15,0 1-111 0,1-2-149 0,7 0-173 0,-6 0-77 0,4-2-36 16,-2 2-20-16,2-3-13 0,1 2-21 0,-1-2-21 0,0 0-18 0,-2 0-15 16,2 1-14-16,-2-1-14 0,0 0-10 0,-1 0-8 0,-3 0-7 0,4 2-4 15,-3-2-4-15,3 1-4 0,-4-1-2 0,4 2-4 0,-3-1-1 0,-4 1-1 16,3 1-4-16,1-2-5 0,-3 1-11 0,-1 0-14 0,2 0-19 0,-2 3-25 16,0-4-59-16,-4 4-72 0,0-2-83 0,2 1-87 0,-2 1-77 0,-1-1-72 15,-4 2-84-15,5 2-86 0,-7-2-61 0,0 0-49 0,0 0-14 0,0 0 1 16,0 4 15-16,0 1 24 0,-7-1 55 0,1 0 75 0,1 1 81 0,-4 1 88 15,0-1 77-15,-2 2 74 0,-2 1 83 0</inkml:trace>
  <inkml:trace contextRef="#ctx0" brushRef="#br0" timeOffset="-124278.05">31060 4896 73 0,'0'0'321'0,"-4"0"99"0,0-3 50 0,4 3 28 0,0 0 17 16,0 0 14-16,0 0 14 0,0 0 13 0,0 0 21 0,-2-2 26 0,-1 2 26 0,3 0 29 16,-4-1-69-16,4-1-108 0,0 2-92 0,-5-2-87 0,5 1-46 15,-2 1-28-15,2 0-17 0,-4-1-15 0,4 1-14 0,-3 0-13 0,3 0-22 16,-2 1-27-16,-2-1-29 0,4 1-27 0,-1 1-25 0,1 0-18 0,-4 1-15 0,4 0-10 16,-4 0-5-16,4 0-2 0,0 1 4 0,0 2 1 0,0 0 0 15,0 0 1-15,4 2 2 0,0 1 5 0,-4 0 1 0,1-2 3 0,5 4 3 0,-3-2 1 16,3 0 4-16,-1 1 1 0,-1 1 0 0,1-2 1 0,3 0 2 15,-3 1 2-15,0-1 1 0,1 0 0 0,-1-1 1 0,-1 1 2 0,-1 0 2 16,3-2 3-16,-4 0 3 0,1 0 4 0,-3 0 3 0,0 1 0 0,0-2 3 0,0 0 4 16,0 0 2-16,0 0 0 0,-3 0 0 0,1-1-6 0,-2 2 0 15,-1 0-2-15,-1-1-2 0,1-1-5 0,-4 2-5 0,0-1-5 0,0 0-4 16,0 0-2-16,-2 0-5 0,-2-1-3 0,6 1-3 0,-6-2-2 0,3-1 1 0,-3 2-1 16,4-2 2-16,0 0 0 0,-2 0 0 0,6-2 0 0,-1-1 3 0,-3 2 3 15,4-1 0-15,-3-1 0 0,7 0 0 0,1 0 0 0,-4 0 1 0,4 0-2 16,0 0 1-16,4-3-2 0,-3-1 1 0,7-1-4 0,-7 0-1 0,12 0 0 15,-6-3-1-15,2-1-4 0,4 0 1 0,-2-3-4 0,3 2 1 0,1-2-1 16,-1 0 1-16,1 0 1 0,-1 0 1 0,3-2 1 0,-7 2-1 0,1 0 1 16,2 0-2-16,-4 0-5 0,0 2-10 0,-2-1-18 0,0-1-44 0,1 1-55 15,-5 1-81-15,1 0-96 0,-2 1-96 0,1-2-98 0,-3 1-104 0,-3 1-108 16,1-2-47-16,-2 1-22 0,1 1-8 0,1-2 0 0,-4 2 8 0,-1 0 16 16,2 2 44-16,-4-1 55 0,3 1 83 0,-3-1 96 0,4 2 96 0,-4 2 99 15</inkml:trace>
  <inkml:trace contextRef="#ctx0" brushRef="#br0" timeOffset="-123664.64">30819 4306 129 0,'0'-4'363'0,"0"-1"92"0,0 1 42 0,0 2 20 0,0-1 10 0,0 3 6 0,0 0 11 0,0 0 16 0,0-2 17 0,4 1 15 16,-1 1 25-16,-3 0 25 0,2 0-87 0,2 0-135 0,-3 0-100 0,7 1-82 0,-7 1-32 15,-1 1-11-15,6-1-1 0,-6 1 4 0,4 0-4 0,-1 0-9 0,-1 1-10 16,-2 1-12-16,4 1-19 0,-4 1-16 0,0-1-12 0,0 2-10 0,0-3-9 16,-4 3-5-16,4 1-7 0,-2-1-5 0,-1-1-7 0,-1 2-10 0,-2-1-8 15,5-1-5-15,-7 1-4 0,3-1-5 0,3-1-10 0,-5 2-10 0,2-4-6 0,1 2-1 16,-2-1-2-16,5-1-5 0,-3-1-2 0,0 2-2 0,3-3-2 15,1 2-2-15,-4-1-1 0,4-2-2 0,0-1-2 0,0 5-2 0,0-4 2 0,0-1 3 16,4 2-3-16,-3-1-6 0,3 0-4 0,1 1-7 0,1-2-10 16,1 0-13-16,2 0-26 0,-2 0-29 0,2-2-48 0,6 1-54 0,-2-2-51 15,1 2-53-15,1-5-45 0,-1 1-37 0,0-1-33 0,1 0-30 0,-1 0-25 0,1-1-25 16,-1-1-17-16,1 0-9 0,-3 1 1 0,-1 0 5 0,2-1 28 16,-2 1 32-16,-2-1 40 0,0 1 39 0,0-2 41 0,-2 1 44 0,2 1 53 0,-3-1 58 15,1 1 64-15,-2 1 65 0,-1-2 60 0,-2 2 56 0,3 0 48 0,-1 0 43 16,-1 2 42-16,-3-1 37 0,2 2 31 0,-2 0 28 0,0 3 18 15,0 0 9-15,0 0-4 0,0 0-14 0,0 0-20 0,-2-2-19 0,2 2-9 0,0 2-6 16,-7 0 12-16,7 1 18 0,-2 0 15 0,-1 1 14 0,1 2 5 0,-5-1 7 16,5 2 1-16,-2 0-3 0,-1 1-2 0,1 1-3 0,-1-1-6 0,1 2-11 15,2-2-18-15,-1 2-20 0,3-1-35 0,0 0-36 0,0 0-28 0,0 0-24 16,0 0-16-16,3 0-10 0,-1 0-11 0,2 0-11 0,-1 2-13 0,-1-2-7 16,4-2-9-16,-3 2-4 0,1 0-8 0,-2-1-5 0,5-2 2 0,-5 1 1 15,-2-2-2-15,5 1-4 0,-5-1-4 0,0-1-4 0,4 2-2 0,-1-3 3 16,-3 0 0-16,0-1 0 0,0 0 3 0,0-2 3 0,0 3 1 0,0-3 5 15,0 3-3-15,-3-1-4 0,-1-1-5 0,4 1-2 0,-2-1-2 0,-1-1-7 16,1 0-7-16,-5 2-10 0,5-2-19 0,-5 1-17 0,1-1-44 0,1 0-53 16,1 0-77-16,-3-1-90 0,0-1-78 0,1 1-72 0,5-2-76 0,-7 1-73 15,3-2-82-15,-4 0-84 0,3 0-29 0,3 0-9 0,-3-2 7 0,5 0 13 16,-3 0 40-16,0 0 50 0,-1-2 76 0,5 1 89 0,-2-3 76 0,2 3 72 16,-4 0 75-16,4-2 78 0</inkml:trace>
  <inkml:trace contextRef="#ctx0" brushRef="#br0" timeOffset="-123530.03">31094 4296 40 0,'2'-3'259'0,"1"0"47"0,3 1 24 0,-3 0 10 0,1 1 5 0,-2 2 1 0,1 1 2 0,-1-2 1 0,5 2-3 0,-5-2-6 15,4 1-12-15,-3-1-16 0,3 0-103 0,1 2-140 0,-5-2-111 0,3 1-100 16,2 1-79-16,-1 1-71 0,-1-2-30 0,-1 1-14 0,1 1-6 0,-3-1-4 16,2 2 1-16,1 0 4 0,-1-1 13 0,-1 2 17 0,-1-1 24 0,2 2 27 15,-2 0 44-15</inkml:trace>
  <inkml:trace contextRef="#ctx0" brushRef="#br0" timeOffset="-123381.14">31242 4404 37 0,'4'0'252'0,"-4"0"43"0,2 0 24 0,1 0 13 0,1 0 13 15,1 0 5-15,-3-2 5 0,2 2 4 0,1 0 1 0,1 0 4 0,-3 0-1 16,1 0-33-16,1-2-43 0,1 2-91 0,-3 0-110 0,3 0-72 0,-1 0-56 0,1 0-88 16,-3 0-103-16,-3 0-57 0,9 0-39 0,-3-1-17 0,-1 1-10 0,2 0-2 15,-7 0-5-15,6 0 0 0,-1 1 2 0,-5-1 7 0,6 2 16 0,-1 0 27 16,-1-1 34-16</inkml:trace>
  <inkml:trace contextRef="#ctx0" brushRef="#br0" timeOffset="-123142.74">31593 4195 57 0,'0'0'307'0,"0"0"99"0,-4 2 53 0,1 1 33 0,1 0 35 0,-2 4 39 0,4-1 39 16,-1 3 40-16,-7 0 27 0,3 0 13 0,3 2 18 0,-5 2 16 16,-2 1-74-16,3 1-116 0,-3 1-104 0,2 1-96 0,-2 1-53 0,0-2-34 0,0 2-34 15,0 0-36-15,0 0-42 0,2 0-47 0,-1 0-37 0,-1 0-31 0,4 0-48 16,-4-1-54-16,4-1-56 0,3-1-55 0,-6 0-50 0,3-1-52 0,1-2-45 16,3 0-44-16,-3-2-59 0,2-1-66 0,-1 0-72 0,3-2-76 0,-4 0-25 15,4-1 1-15,0-6 24 0,0 3 30 0,0-3 47 0,4 2 51 0,-4-2 49 0,5 0 52 16,0-1 44-16,4-2 43 0,-1-1 59 0,-1-1 65 0</inkml:trace>
  <inkml:trace contextRef="#ctx0" brushRef="#br0" timeOffset="-122811.77">31747 4264 88 0,'0'-6'352'0,"0"2"79"0,-4 0 44 15,4 3 35-15,0 1 30 0,-2 0 44 0,-1 3 49 0,-3 0 42 0,3 2 39 0,-3 1 26 16,-3 0 19-16,4 3-20 0,-4 0-37 0,0 1-111 0,2 1-148 0,-3 2-72 15,-2 1-43-15,3-1-31 0,2 2-31 0,-3 0-43 0,5 0-53 0,-4 0-41 16,4-1-38-16,-3 1-19 0,7-2-14 0,-3 1-14 0,4-1-17 0,0-1-11 0,0 0-5 16,0 0-5-16,5-1-2 0,-1-2-1 0,0 0-1 0,-3 0 1 15,5-2 0-15,1 0-2 0,-5 0 1 0,3-1-5 0,-1-2-8 0,0 2 5 0,-3-3 6 16,5 0 3-16,-6-1 3 0,3-1 2 0,1 1 2 0,-4-2 4 0,0 0-1 16,2 1 5-16,-2-1 3 0,0 0 5 0,0 0 4 0,0 0 3 0,0 0 4 15,0 0 2-15,0 0 2 0,0 0-1 0,0 0 1 0,0 0-2 0,-2-3-3 16,-2 2-5-16,4-2-1 0,-3 0-6 0,1 0-7 0,-2-2-13 0,3 2-16 15,-3-1-27-15,0 1-33 0,-1-4-64 0,3 3-80 0,-5 0-90 0,5-2-91 16,-2 1-88-16,3 1-80 0,-7-1-96 0,3-1-105 0,-4 0-43 0,3 0-21 16,1 2 1-16,0-3 7 0,-3 2 21 0,3 2 29 0,0-2 58 0,-5-1 81 15,7 2 83-15,-3-1 96 0,5 1 85 0,-3 0 83 0</inkml:trace>
  <inkml:trace contextRef="#ctx0" brushRef="#br0" timeOffset="-122656.46">31474 4432 51 0,'-4'-1'281'0,"0"1"71"0,3-3 18 0,-3 1-4 16,0 1-21-16,4 1-28 0,-1 0-48 0,-3 0-60 0,4 0-70 0,-2-2-76 16,2 2-34-16,-7 0-17 0,7 0-88 0,-5 2-119 0,-1-1-86 0,2 2-70 15,-1-1-20-15,0 2 5 0,1-1 21 0,-1 2 28 0,1-1 48 0,-1 2 62 16</inkml:trace>
  <inkml:trace contextRef="#ctx0" brushRef="#br0" timeOffset="-121063.05">30361 11762 196 0,'-1'-5'347'0,"-3"-3"67"0,0 4 49 0,2-2 47 0,2 1 44 0,-3 1 48 0,3-1 49 0,0 1 39 0,-4-1 36 0,4 2 26 15,0 0 22-15,0 3-41 0,0 0-66 0,0 0-90 0,0-3-104 0,0 3-65 16,0 0-47-16,0-2-42 0,0 2-40 0,0 0-47 0,0 0-46 15,0 0-39-15,0 0-36 0,0-2-26 0,0 2-20 0,4 0-14 0,-4 0-11 16,3-2-5-16,3 2-5 0,-1 0 3 0,1 0 7 0,3-1 2 0,3-1-1 0,-1 2 4 16,4-3 1-16,-1 2 4 0,1-2 1 0,3 1 3 0,0-1 1 15,-2 0 1-15,2 2-1 0,0-2-2 0,-1 0-4 0,-3 1-4 0,1 1-9 16,1-2-4-16,-2 1-4 0,-3 1-4 0,0-1-4 0,2-1-5 0,-2 3-2 16,-2-1-2-16,0-1-1 0,3 1-2 0,-4-1-2 0,-1 1-2 0,0-1 1 0,0 1-4 15,-1 1-4-15,-1-2-9 0,1 0-15 0,1 2-12 0,-5 0-12 16,-2-1-16-16,0 1-19 0,3-1-22 0,-3 1-24 0,0 0-48 0,0 0-60 0,0 0-69 15,0 0-74-15,0 0-59 0,0 0-53 0,0 0-42 0,0 0-39 0,-3 1-38 16,1-1-39-16,2 0-51 0,-7-1-53 0,1 1-11 0,1-2 8 0,-1-1 41 16,-1 0 58-16,0 2 66 0,0-2 73 0,1-3 63 0,1 1 57 0,-1 1 52 15,3-3 49-15,-1 3 52 0,2-3 54 0</inkml:trace>
  <inkml:trace contextRef="#ctx0" brushRef="#br0" timeOffset="-120882.42">30662 11515 49 0,'0'-6'297'0,"0"3"92"0,0-1 54 15,0-1 35-15,0 4 32 0,0 1 32 0,0 0 34 0,0 0 38 0,0 0 36 16,0 0 40-16,0 0 28 0,0 0 26 0,0 0-62 0,0 0-95 0,0 0-83 15,-2 0-80-15,-2 1-42 0,1 4-25 0,-3-1-24 0,4 4-25 0,-5 2-29 16,2 1-33-16,1 2-32 0,-3 1-36 0,0 1-25 0,-1 0-21 0,1 1-21 16,0 1-16-16,0-4-17 0,-2 2-17 0,3 0-11 0,1-1-10 0,1-1-8 15,-1 1-10-15,3-1-11 0,-5-1-17 0,1 2-21 0,4-2-21 0,2 0-33 0,-3 0-39 16,-1 0-84-16,4-2-104 0,0 0-84 0,0 0-79 0,0-1-86 16,0 1-85-16,7-2-84 0,-7-1-77 0,0-1-31 0,2-1-8 0,4 1 10 0,-3-3 13 15,1 1 30-15,1-2 35 0,1-1 81 0,-1-1 101 0,4 0 88 0,-3 0 80 16,3-1 86-16,3-1 88 0</inkml:trace>
  <inkml:trace contextRef="#ctx0" brushRef="#br0" timeOffset="-120404.29">30991 11796 413 0,'-7'-2'561'0,"-1"-1"85"0,1 0 48 0,0 2 34 0,1-2 21 0,1 3 18 0,1-2 12 0,-1 0 8 0,5 1 6 0,0 1 5 16,0 0-4-16,0 0-7 0,0 0-164 0,0 0-233 0,0 0-124 0,0 0-75 0,5 0-40 16,1 0-30-16,-3 1-16 0,10-1-12 0,-6 0-9 0,2 0-7 0,6 0-5 15,-1 0-5-15,1 0-2 0,-1 0-4 0,4 0-4 0,-3-1-3 0,5 0-7 0,-2 1-8 16,-4-2-8-16,8 1-5 0,-8-1-5 0,3 1-5 0,-3-1-2 15,4-1-4-15,-3 2-1 0,-1-1-1 0,1 0-2 0,-1 0-3 0,-1 0-5 0,-2 1-7 16,3-1-10-16,-5-1-11 0,4 2-14 0,-6-1-14 0,2 1-34 16,0-1-35-16,-3 1-74 0,3-1-89 0,-4 1-83 0,-1-1-81 0,1 1-85 0,-1 1-81 15,-4 0-86-15,0 0-82 0,0 0-33 0,0 0-9 0,0 0 4 0,0 0 13 16,0 0 29-16,0 0 39 0,0 0 70 0,-4 1 89 0,-1 1 87 0,-1 1 81 16,3 0 84-16,-6 0 84 0</inkml:trace>
  <inkml:trace contextRef="#ctx0" brushRef="#br0" timeOffset="-119811.99">30917 12098 258 0,'-8'5'414'0,"3"-2"65"0,1 0 29 0,3-3 18 15,1 0 15-15,0 0 26 0,1 3 35 0,-1-3 39 0,0 0 45 16,0 0 31-16,4 0 29 0,1 0-46 0,-1 0-77 0,0-1-114 0,1-1-134 0,0-1-62 15,1 2-30-15,3-4-13 0,0 1-8 0,2-1-23 0,-2 1-29 0,4-3-39 16,-6 0-41-16,5 0-28 0,-1-1-21 0,-2 2-17 0,4-1-10 0,-6-1-6 16,2 1-1-16,0-1 1 0,0 1 1 0,-3-1 1 0,3 2-2 0,-4-1-2 15,1 0 1-15,-3 0 1 0,3 0 0 0,1 0-2 0,-5 0 1 0,-2 0-2 16,5 1 1-16,-5 0-1 0,0 0-3 0,0 0-1 0,0-2-4 0,0 4-1 16,-5-2-3-16,5 0-1 0,-2 0-4 0,-2 1-4 0,-1 1-4 0,1-1-4 15,-1 1-2-15,-1 1-5 0,-1 1-3 0,2-1-2 0,-4 2-2 0,3-1-4 16,-3 2 1-16,0 0-1 0,-2 2-2 0,2-1-2 0,0 2 0 0,2 0 0 15,-6 0 0-15,4 2 1 0,0 0-1 0,2 0 0 0,0 1 0 0,1 2 0 0,1-2 2 16,0 1-1-16,1-1 1 0,0 2-8 0,4-1-9 0,0 1 4 16,0-1 7-16,4-1 5 0,0 2 1 0,-3-1 5 0,5 0 10 0,1 0-1 0,2 0-7 15,-3 1-1-15,3-1-4 0,-2 0 1 0,2 1 2 0,0 0 7 16,4 1 8-16,-6-2-2 0,2 0-7 0,3 3-4 0,-2-3-3 0,-3 1-4 0,2 1-8 16,-4-2 1-16,4 2 8 0,-3-1 5 0,-3 1-1 0,3-1 2 0,1 2-1 15,-7-2-1-15,2 2 1 0,-2-2-1 0,0 3 2 0,0-2 0 0,0 0-1 16,0 0 1-16,-2 2 1 0,-5-3-1 0,5 2-1 0,-2-2-1 0,-1 0-2 15,-1 1 1-15,-1-1 1 0,2-1 2 0,-1 1-1 0,-3-1-1 0,8-2 2 16,-9 0 0-16,3 2 0 0,2-4-1 0,-4 1-1 0,3 0 1 0,-3 0-1 16,4-1 2-16,-1 0 2 0,-3-2-1 0,6 2-1 0,-4-3 0 0,-1 2 2 15,7-2-2-15,-5 0 0 0,-1 0 3 0,5 0 3 0,-2-2 3 0,1 2 3 16,1-1 1-16,-2-2 2 0,3 1 2 0,-3-1 2 0,4 0 1 0,0-1-1 16,0-1-1-16,0 1-3 0,4-4 0 0,-3 1 2 0,5-2-2 0,-3 0-2 15,3-4-2-15,3 3-4 0,-4-3-1 0,4 0-1 0,0-1-4 0,4-1-5 16,-6 0-2-16,2 0 1 0,0-1 2 0,2 0 2 0,6 0-7 0,-10-1-7 15,5 1-12-15,-1-2-13 0,-2 1-13 0,6-1-13 0,-3 2-19 0,-1-1-20 16,2 0-33-16,-6 1-39 0,6 1-74 0,-4-1-88 0,2 1-73 0,-2 0-66 16,0 1-53-16,0 1-50 0,-2-1-45 0,2 2-39 0,-2-1-56 0,1-1-64 15,-1 2-13-15,-2-1 3 0,1-1 29 0,-1 1 38 0,4 1 71 0,-3-2 87 16,3 1 74-16,0-3 67 0,0 3 58 0,0 0 57 0,2-1 53 0,-2 1 55 16</inkml:trace>
  <inkml:trace contextRef="#ctx0" brushRef="#br0" timeOffset="-119357.24">31494 11373 3 0,'1'-15'229'0,"3"1"58"0,0-1 27 0,-3 3 16 0,-1-1 14 0,0 2 10 0,4-1 13 0,-4 3 16 0,0-1 17 0,-4 1 18 0,4-2 30 0,0 4 33 0,-1-2-33 16,-3 1-59-16,4 1-39 0,-4 1-28 0,3-2-5 0,-3 2 5 0,2-1 6 15,-1 1 6-15,-3 1 2 0,3-1-1 0,1 0-7 0,-6 3-13 0,3-3-17 0,0 3-21 16,-1-2-24-16,-1 3-30 0,2-1-24 0,-5 1-19 0,5-1-18 0,-4 3-16 16,4 0-14-16,-4 0-14 0,0 0-11 0,1 2-16 0,-4 1-5 0,3 0-7 15,0 1-6-15,1 1-11 0,-1 1-10 0,4-1-7 0,-4 2-6 0,2 0-6 16,1-1-4-16,1 2-7 0,1-1-2 0,2 1-5 0,-1-1-2 0,3 0-1 15,0 1-1-15,0 1-4 0,3-3-2 0,-1 3-1 0,5-1-1 0,-5-2-1 16,4 1-1-16,1 1 1 0,2-2 1 0,-4-2 1 0,4 2 4 0,-1-1 8 16,1-2-2-16,0 1-7 0,-4-1-2 0,4-2-2 0,4 3 0 0,-6-3 0 15,2-1 0-15,0 0 0 0,0 0-2 0,0 0 2 0,0 0-1 0,-2 0 1 16,1-1-6-16,1 1-6 0,-4-2 1 0,1 0 5 0,-1 2 2 0,0-1 2 16,-1 0 1-16,1 1 1 0,-1-2 0 0,-2 2-2 0,-2 0 2 0,0 0 2 15,0-1 1-15,0 1 1 0,0 0 4 0,0 0 1 0,0 0 3 0,0 0 1 0,0 0 4 16,0 0 1-16,0 0 1 0,0 0-1 0,0 0 2 0,0 0 1 0,0 0 0 15,0 0-2-15,0 0 2 0,0 3 6 0,0-1 3 0,0 2 2 0,-2 0 2 16,-2 4 4-16,3-1 2 0,-3 4 2 0,0 1 5 0,3 1 4 0,-3 2 1 0,-1 2 2 16,-1 1 2-16,1 1-1 0,-3 1-1 0,3-1-3 0,1 0-3 15,-1 3-3-15,0-5-6 0,-1 3-3 0,1 0-3 0,-3-2-5 0,7-1-3 0,-7 1 1 16,7-1-5-16,-5-2-5 0,3 0-4 0,-1 0-1 0,-1-2-2 0,3 0-5 16,-2-1-10-16,1-2-15 0,1-1-15 0,-2 0-16 0,4 0-18 0,-2-1-21 15,2-1-44-15,-3 1-53 0,-1-2-98 0,2 0-122 0,2 0-125 0,-3 0-126 16,3 0-101-16,-4-2-91 0,2 1-34 0,-1-1-9 0,3-1 6 0,-2 2 11 15,-2-2 18-15,1 1 18 0,3-4 40 0,-2 3 51 0,-2-1 102 0,4-2 125 16,0 0 127-16,0 4 125 0</inkml:trace>
  <inkml:trace contextRef="#ctx0" brushRef="#br0" timeOffset="-119207.6">31438 11780 97 0,'0'0'300'0,"-2"2"35"0,-6-2-8 0,3 2-31 0,1 1-53 0,3-2-62 0,-5 2-65 0,-1 0-63 0,2-3-28 0,3 2-15 0,-5 0-5 0,-1 0-2 16,1 1-97-16,-2 0-138 0,2-1-68 0,0 2-36 0,-4-1 9 0,2 2 31 16,-2-1 53-16</inkml:trace>
  <inkml:trace contextRef="#ctx0" brushRef="#br0" timeOffset="-116174.78">23685 13359 141 0,'6'-11'511'0,"-6"2"120"0,3 2 60 0,-3 1 31 0,0 1 17 0,0 0 20 0,0 5 15 0,0 0 15 0,0 0 15 0,0 0 12 0,0 0 14 15,0 0-19-15,-3 2-31 0,3 1-175 0,-2 0-233 0,2 2-107 0,-4 0-49 16,4 5-20-16,-3-2-7 0,3 6-4 0,-2 1-7 0,2 2 1 0,-4 2-2 16,4 2-2-16,-2 2 1 0,-1 0 1 0,3 2-1 0,-4-1-4 0,4 1-2 15,0-1-3-15,-2-1-5 0,-1 1-4 0,3-3-4 0,0 1-8 16,-4-3-7-16,4 1-10 0,0-2-11 0,-2 0-8 0,-1-3-10 0,3 2-11 16,0-2-10-16,0 0-12 0,0-2-7 0,0-1-7 0,-2 0-8 0,2 0-7 15,0-1-7-15,-4-3-4 0,4 2-3 0,0-3-3 0,0-1-2 0,-3 0-7 16,3 0-11-16,0-2-13 0,0 1-15 0,0-2-23 0,0 0-29 0,0-3-30 15,0 3-42-15,0-3-37 0,-2 0-38 0,2 0-38 0,0 0-36 0,-4 0-72 16,2 0-87-16,-1-3-89 0,-1 0-94 0,4 2-69 0,-2-4-64 16,-1 1-56-16,3-2-60 0,-2-2-23 0,-2-1-11 0,1 0 17 0,1 0 28 15,-2-1 33-15,1-1 35 0,-3-1 68 0,5 2 85 0,-3-4 93 0,0 2 100 16,-1 0 83-16,-1 2 75 0,3-2 81 0</inkml:trace>
  <inkml:trace contextRef="#ctx0" brushRef="#br0" timeOffset="-115935.96">23633 13509 28 0,'9'-11'270'0,"-4"4"80"0,4-1 59 0,-3 2 51 0,3 2 57 0,0 1 66 16,-4 3 54-16,4-2 51 0,-3 2 38 0,-1 0 30 0,2 2 22 0,-1-2 22 16,-1 3-61-16,-1-2-95 0,1 2-78 0,-3 2-74 0,2-1-49 0,1 2-43 15,-1 0-51-15,1 0-55 0,-1 2-47 0,-2-1-40 0,5 1-24 0,-5 1-16 16,1 0-8-16,-1 1-6 0,2-1-2 0,-1 2 4 0,-1-1 1 0,-2 2 5 16,0-1 2-16,-2 1 3 0,-1 0-3 0,3 1-6 0,-4-1-8 0,2 2-9 15,-1-1-14-15,-3 1-13 0,1-1-15 0,-2 2-15 0,1-3-14 0,1 2-16 16,-4-1-22-16,3-1-25 0,1 2-36 0,-1-4-39 0,-1 2-40 15,-2-1-37-15,4-1-33 0,-4-1-31 0,1 0-54 0,1 2-65 0,-2-4-96 16,2 2-112-16,0-1-99 0,-1 1-94 0,1-2-95 0,2 1-95 0,-4-3-24 16,7 0 6-16,-2 0 26 0,1-1 28 0,3-4 31 0,0 0 27 0,0 0 55 15,0 0 66-15,0 0 96 0,0 0 111 0,3-1 101 0,3-1 94 0</inkml:trace>
  <inkml:trace contextRef="#ctx0" brushRef="#br0" timeOffset="-115782.73">23930 13813 123 0,'3'0'377'0,"1"-1"122"16,-2 1 58-16,-2 0 24 0,0 0 12 0,0 0 6 0,3 0 2 0,-3 0 1 15,4 0-12-15,-4 0-18 0,0 0-38 0,0 0-52 0,0 0-153 0,0 0-202 16,0 0-200-16,2 1-198 0,-2-1-137 0,0 0-106 0,0 0-46 0,-2 3-26 16,-2 0-8-16,1 2-4 0,1-1 10 0,-2 1 14 0,1-1 41 0,1 0 50 15,-2 3 52-15,2 0 54 0,-1-1 72 0,-1 0 79 0</inkml:trace>
  <inkml:trace contextRef="#ctx0" brushRef="#br0" timeOffset="-115654.62">23933 13959 91 0,'0'3'445'0,"0"0"108"0,0-3 58 0,0 3 26 0,0-3 13 15,0 0 10-15,0 0 5 0,0 1 0 0,0-1-2 0,0 0-23 0,0 0-35 16,0 0-83-16,0 0-106 0,0 0-237 0,0 0-291 0,0 0-214 0,0 0-179 16,0 0-84-16,0 0-41 0,0 0-18 0,0 6-12 0,4-1-4 0,-2-1 1 15,1-1 24-15,3 1 31 0,-1 1 60 0,2 0 67 0,0-1 73 0,6 0 73 16</inkml:trace>
  <inkml:trace contextRef="#ctx0" brushRef="#br0" timeOffset="-115009.74">24986 13509 123 0,'0'-7'411'0,"0"2"174"0,-2 0 85 0,-2 1 46 0,4 0 27 0,-3 3 21 0,-3 0 17 0,5 1 15 0,-7 1 14 16,3 0 14-16,-4 4 11 0,0 1 11 0,2 1-93 0,-3 4-137 0,-2 1-156 15,1 3-159-15,-3 3-76 0,-1 1-35 0,1 2-19 0,-1 4-10 0,1 0-10 16,-3 4-7-16,3-1-9 0,3 4-7 0,-2-3-8 0,3 3-9 16,0-2-10-16,1 0-7 0,4 2-8 0,3-2-11 0,2-2-10 0,-3 1-8 15,6-4-12-15,-1 0-14 0,2 1-25 0,1-3-30 0,4-1-34 0,0 0-35 16,-2-2-40-16,2-2-39 0,4-1-91 0,-2-2-115 0,3 0-107 0,-1-4-103 16,-2 2-126-16,3-4-135 0,1-2-58 0,-2-1-25 0,1-1 4 0,-3-2 16 15,3-2 26-15,1-1 27 0,-1-1 36 0,-1-2 37 0,-2-2 92 0,3 1 110 16,-1-2 109-16,-2-1 107 0</inkml:trace>
  <inkml:trace contextRef="#ctx0" brushRef="#br0" timeOffset="-114721.86">25199 13887 127 0,'-3'0'443'0,"3"0"213"15,-2 0 97-15,2 0 39 0,0 0 23 0,2 0 11 0,5 0 11 0,-5-2 9 16,1 1 10-16,3 1 11 0,5-2 7 0,-2 1 7 0,0 1-94 16,5-4-142-16,-1 2-186 0,3-1-207 0,-1 0-90 0,3-2-40 0,0-1-20 15,2 2-9-15,-2-2-9 0,-2-1-8 0,6 3-10 0,-6-2-12 0,2 0-7 16,0 0-8-16,-2 2-10 0,-1-2-10 0,3 3-4 0,-4-2-3 16,-1 1-4-16,-2-1-4 0,0 2-13 0,-2-2-16 0,0 4-19 0,0-2-24 15,-4 2-29-15,-1-1-37 0,-2 1-82 0,1-1-108 0,-3 2-99 0,0 0-97 16,0 0-99-16,0 0-105 0,0 0-77 0,0 0-62 0,-3 2-21 0,-3 1 2 15,1 1 13-15,-1 2 16 0,1-1 30 0,-8 2 35 0,4-1 85 0,0 2 105 16,-2-1 99-16,1 2 99 0,-3 0 102 0</inkml:trace>
  <inkml:trace contextRef="#ctx0" brushRef="#br0" timeOffset="-114357.89">25319 13995 270 0,'3'0'445'0,"-3"0"87"0,2 0 54 0,2-2 45 0,1 2 43 16,-1 0 29-16,-2 0 28 0,5 0 17 0,-5 0 15 0,3-2 8 0,-1 2 6 16,1 0-59-16,-1 0-83 0,1 0-135 0,0 0-155 0,-1 0-84 0,0-1-56 15,1 1-42-15,-3 0-43 0,2 1-30 0,-1-1-27 0,-1 4-16 0,2-3-14 16,-4 2-8-16,1 0-4 0,-1 0-3 0,0 3-1 0,-1 0-1 0,-3 0 0 16,2-2 5-16,-1 4 3 0,-3-2 6 0,1 2 3 0,-3-1 6 0,3-1 3 15,0 0 5-15,-1 0 4 0,-1 2 4 0,2-4 5 0,-1 2 3 0,3-1 2 16,-3-1-1-16,2 1 2 0,3-2-3 0,-3-2-4 0,2 2-4 0,-1-1-5 15,3-2-4-15,0 0-5 0,0 0-2 0,0 0 0 0,3 1-3 0,-1 1-3 16,-2-1-2-16,5 0-1 0,-1 1 0 0,2 0 2 0,1-2-1 16,0 1 4-16,0 1 1 0,0-1 1 0,1-1 4 0,1 0 1 15,-2 0 0-15,0 0-3 0,0-1-2 0,2-1-1 0,-3 1-5 0,3 1-1 0,-2-2-3 16,-1 0-5-16,-1 0-2 0,0 0-4 0,1 1-2 0,1-1-1 16,-5-1-5-16,5 2-10 0,-5-1-11 0,2 1-16 0,-3-1-13 0,3 0-15 15,-4 1-18-15,4 0-26 0,-4-1-49 0,0 1-63 0,1-2-94 0,-1 0-110 16,0-2-93-16,0 2-80 0,0-1-95 0,0-1-100 0,4-1-50 0,-4-1-28 15,2-1-5-15,-2 1 7 0,0-1 14 0,0 1 19 0,0-1 50 0,-2-2 64 16,-2 1 96-16,4 0 110 0,0 0 89 0,-1 0 83 0,-3-3 99 0</inkml:trace>
  <inkml:trace contextRef="#ctx0" brushRef="#br0" timeOffset="-114004.02">25552 13246 24 0,'-4'-3'344'0,"4"1"202"0,-5 1 95 16,3 0 50-16,-2-1 31 0,4 2 23 0,0 0 17 0,-3 3 18 0,3-2 16 16,0 1 17-16,-2 1 10 0,-2 0 8 0,4 0-64 0,0 2-100 0,0-1-161 15,0 2-192-15,0 2-88 0,0-1-45 0,0 2-23 0,0 2-16 0,0 2-10 16,4-1-7-16,-2 2-8 0,-2-1-6 0,3 1 0 0,1-1 1 16,-2 2 7-16,2-2 5 0,-3 3 4 0,3-3 0 0,0 2 4 0,-3-2 2 15,3 1-1-15,-2-2 0 0,-2-2-1 0,3 1-4 0,-3-1 0 0,0 0 0 16,4-3-5-16,-2 1-3 0,-2-2-7 0,0-1-7 0,0 0-7 0,0 0-3 15,0-1-4-15,0-1-2 0,0 0-1 0,0-3-1 0,0 2-4 0,0-2-5 16,0 3-6-16,0-3-10 0,0 1-7 0,0 1-7 0,-6-1-8 0,6-1-8 16,-3 2-18-16,-3-1-19 0,5 1-27 0,-3-2-29 0,-1 1-42 0,-5-1-46 15,7 2-47-15,-4-2-45 0,-2-2-47 0,1 1-46 0,1-1-100 16,0-1-119-16,0-1-98 0,-1-1-86 0,3-1-80 0,0 0-75 0,-5-2-50 0,7 0-41 16,-3-3 7-16,5 1 29 0,-3-4 36 0,0 0 39 0,4 3 45 15,0-6 45-15,0 2 99 0,4-1 123 0,-4 0 97 0,5 2 93 16,1-1 89-16</inkml:trace>
  <inkml:trace contextRef="#ctx0" brushRef="#br0" timeOffset="-113876.41">25557 13249 93 0,'6'-6'338'0,"1"2"103"16,-2-1 74-16,1 1 59 0,-1 2 65 0,3 2 65 0,-3 0 40 0,0 0 34 15,1 0 20-15,1-1 18 0,-2 1 13 0,1 0 9 0,-1 0-89 0,1 0-132 16,3-2-108-16,-4 0-100 0,4 2-70 0,0-2-61 0,-3 0-63 0,3 1-64 16,0-1-43-16,3-1-36 0,-4 2-40 0,1-2-38 0,0 0-89 0,2 0-112 15,-2 1-124-15,0 1-134 0,-4-1-135 0,2 1-137 0,-1 1-62 0,-6 0-31 16,5 1-12-16,1 2-9 0,-6-1 2 0,3 2 0 0,-3-4 17 0,-3 6 23 15,3 2 75-15,0-1 103 0,0 1 122 0,0-1 125 0</inkml:trace>
  <inkml:trace contextRef="#ctx0" brushRef="#br0" timeOffset="-113688.92">25972 13761 193 0,'-6'9'477'0,"3"-2"179"0,1 0 70 0,-2 1 21 16,-1-2-9-16,1 0-20 0,2 0-37 0,-1 2-47 0,1-2-69 0,-5 1-79 16,5 1-81-16,-5-1-84 0,5 2-227 0,-4-1-297 0,-1-1-230 0,2 0-203 15,3 0-80-15,-2-3-25 0,1 2 5 0,1-1 17 0,-2 1 38 0,1 0 48 16,3-2 67-16,3 1 80 0,-3-1 81 0,4 2 84 0</inkml:trace>
  <inkml:trace contextRef="#ctx0" brushRef="#br0" timeOffset="-113202.52">26304 13887 148 0,'-3'-2'443'0,"-3"1"189"0,5-1 87 0,-3 1 38 16,4 1 21-16,-4 1 11 0,4 1 13 0,0-2 14 0,0 0 13 0,4 0 12 15,0 0 14-15,1 0 12 0,4-2-98 0,0 1-146 0,2-3-167 0,3 2-177 16,1-1-74-16,3-2-31 0,2 1-13 0,0-2-10 0,3 0-5 0,1 0-8 16,5 0-8-16,-6-2-11 0,6 1-9 0,-2 1-11 0,-1-2-11 0,1 0-9 15,-4 4-10-15,3-3-11 0,-5 0-8 0,1 2-11 0,-4-1-3 16,0-1-4-16,-2 3-8 0,1 0-9 0,-3-1-17 0,-3 1-17 15,2-1-25-15,-6 2-25 0,2 0-23 0,-4 2-25 0,3-2-32 0,-7 1-40 16,5 1-93-16,-6-1-119 0,0 2-113 0,0 0-113 0,0 0-116 0,0 0-122 16,-6 2-47-16,1-1-10 0,0 2 10 0,-1 0 18 0,-7 2 18 0,4-1 22 15,-1 2 31-15,-3 0 39 0,-2 1 95 0,1 1 122 0,3 0 114 0,-3 1 109 16</inkml:trace>
  <inkml:trace contextRef="#ctx0" brushRef="#br0" timeOffset="-112611.53">26500 14066 22 0,'3'2'255'0,"-3"-2"70"0,0 0 38 0,2-2 22 0,2 2 27 16,-1 2 26-16,-1-2 35 0,4 0 41 0,-3-2 45 0,3 1 43 0,-1 0 34 15,4-2 32-15,-2 0-49 0,-5 0-94 0,7-2-65 0,-3 1-56 16,-1-1-27-16,2 1-12 0,1-2-14 0,-5 1-13 0,3-1-26 0,3 0-32 15,-4 0-33-15,-1 0-39 0,1 0-30 0,1 0-22 0,-3 0-17 0,3-1-7 16,-3 1-10-16,1-2-9 0,-4 4-8 0,2-4-9 0,-2 2-6 0,-2 0-7 16,2 0-7-16,-4 0-5 0,1 2-7 0,1-3-4 0,-5 3-4 0,5 0-5 15,-4 1-6-15,-1-2-6 0,2 2-3 0,3 0-5 0,-7 0-2 0,2 3-2 16,1-1-5-16,-3 1-7 0,4 0-3 0,-4 1-4 0,1 1-2 0,1 1-3 16,-2-2-5-16,4 4-1 0,-4-1-1 0,3 1-1 0,1-1 1 0,-1 2-1 15,1 2 1-15,-2-3-2 0,5 5 0 0,-2-3 1 0,1 1 1 0,3 1-1 16,0 0 1-16,0 1-1 0,0-1 2 0,3 0 2 0,1 2-1 0,1-1-1 15,1-1 0-15,-1 0 2 0,2 2-1 0,1-1 4 0,1-1-2 0,0 0-2 16,0 0 1-16,0 0-1 0,0 2 4 0,-2-3-1 0,2 2 2 16,-3-3-1-16,3 2-1 0,-2-1 1 0,-5 1-1 0,3-2 1 0,-1 0-1 15,-1 3-2-15,-3-2 1 0,0 0 1 0,0 1 1 0,-3 0-1 0,-1 0 1 16,2 0-1-16,-1 0-2 0,-3 0-1 0,-3 0 1 0,6-1 2 16,-5-1-2-16,1 2-1 0,0-1 2 0,0-2 2 0,-1 1-1 0,-1-1 1 15,0 0-1-15,0-2 1 0,4 1-1 0,-4-2-1 0,0 2 3 0,0-2 6 16,3-1 0-16,-3 0-3 0,4 0-1 0,-4-1 1 0,7-1 0 0,-7 0 0 15,2 0-2-15,5-1 2 0,-4-1-1 0,3-1-1 0,-1 0 1 0,2 0-1 16,2-3-2-16,0 0-5 0,2-1 3 0,2-1 4 0,-1-1 2 0,3-2 0 16,-1 1 0-16,1-2 2 0,3 2-1 0,0-4-1 0,0 1 2 0,0 1-1 15,0-2-1-15,-2 2-1 0,6-1-10 0,-2 1-7 0,-2 0-13 0,0 0-16 16,0 0-19-16,0-1-22 0,-2 2-49 0,2 0-59 0,-3-1-86 0,1 2-100 16,2-1-84-16,-7 1-77 0,3-1-84 0,2 1-85 0,-5-1-62 0,4-3-48 15,-3 3-15-15,3-1 1 0,1-2 13 0,-5 2 19 0,1-3 46 16,-1 2 60-16,2-1 87 0,-1-1 100 0,-1 0 83 0,2 0 76 0,-3 0 87 15</inkml:trace>
  <inkml:trace contextRef="#ctx0" brushRef="#br0" timeOffset="-112162.27">26852 13101 70 0,'-5'-12'306'0,"1"0"82"0,-1 1 53 0,0 2 40 0,-1 2 43 0,1 1 38 0,-3 1 49 0,3 0 46 0,0 1 39 0,-4 1 35 16,3 0 19-16,1 2 18 0,-3 1-78 0,-1 0-116 0,4 0-88 0,-4 0-77 15,2 1-50-15,-1 2-34 0,1 0-38 0,0 0-39 0,-2-2-45 0,4 4-50 16,-5 0-36-16,5-1-32 0,3-1-22 0,-5 3-15 0,2-1-10 16,1-1-10-16,4 2-5 0,-2-1-7 0,2-1-2 0,0 2-5 0,2-2-3 15,-2 3-2-15,4-3-1 0,-1 2-1 0,-1-1-4 0,5-2-2 16,-5 1-4-16,7 1-2 0,-3-2-4 0,-1 0-2 0,4-2-4 0,-2 1-1 15,0-1-1-15,3-1-2 0,-5 0 0 0,4 0-3 0,-4 0 3 0,3-1 1 16,-3 1 2-16,-1-2 1 0,1 1 5 0,-3-1 1 0,2 1 5 0,-1 1 5 16,-3 0 1-16,2-2 4 0,-2 2 4 0,0-1 2 0,0 1 7 0,0 0 5 15,0 0 3-15,0 0 1 0,0 0 1 0,0 0 0 0,0 0-2 0,0 0 1 16,0 1 5-16,0-1 8 0,0 2 3 0,-2 2 2 0,2 1-2 0,0-1 0 16,0 2-2-16,0 2-1 0,0 1 0 0,0 1 0 0,0 4 3 0,0-1 3 15,0 2 6-15,-3 2 3 0,3-1-3 0,0 2-7 0,0 0-4 0,-4 0-4 16,4 2 2-16,0-2 1 0,-2 3-3 0,-2-3 0 0,4 1-3 0,-1 1-2 15,1-1-4-15,-4 1-4 0,0-2-7 0,4 0-7 0,-1-2-7 16,-3 1-11-16,4-3-12 0,-4 2-14 0,4-3-23 0,-1 1-28 16,-3-2-59-16,4-2-76 0,-2 0-88 0,-1 0-95 0,3-2-86 0,0 0-82 0,0-2-99 15,0 2-107-15,0-4-44 0,0-4-15 0,0 5 1 0,3-2 11 16,-3-3 19-16,6 1 22 0,-1-1 59 0,0-1 76 0,3-2 87 0,-1 0 94 16,2-2 89-16,0 0 84 0</inkml:trace>
  <inkml:trace contextRef="#ctx0" brushRef="#br0" timeOffset="-111817.77">27276 13258 249 0,'5'-1'341'0,"-1"-2"58"0,1 1 37 0,-1 2 45 0,5 2 47 0,-7 1 56 0,7-2 57 0,-4 4 48 0,0-2 41 0,-1 3 32 0,2-2 25 15,3 4-50-15,-4-2-82 0,4 1-84 0,-4 2-80 0,3 0-48 16,-3 0-28-16,1 1-38 0,-1 3-38 0,2-1-46 0,-1 1-45 0,-1 2-35 16,0 2-32-16,1 1-13 0,1 0-7 0,-5 3 1 0,5-2 6 0,-1 3 3 15,-5 1 2-15,-1 1 4 0,0 0-3 0,0 1 2 0,-5 1-2 16,3 0-1-16,-5 1-4 0,2 0-7 0,-5 1-10 0,1-1-12 0,-1 0-16 16,-3 0-14-16,2 0-18 0,0-1-13 0,-3-1-13 0,-3-1-9 0,7 0-8 15,-5 0-9-15,-3-3-6 0,4 0-12 0,-1 0-10 0,1-1-22 0,-4-1-28 16,3-1-33-16,1 0-38 0,-6-1-44 0,5-2-42 0,-3 0-43 0,2 0-42 15,-2-2-101-15,0 1-127 0,1-2-134 0,3 0-137 0,-8 0-108 0,2-2-98 16,0-1-29-16,-1 2-1 0,5-4 22 0,-6 2 35 0,2-1 38 0,2-4 41 16,-4 2 42-16,0-3 42 0,3-1 102 0,-1 1 127 0,-2-2 137 0,6-1 135 15</inkml:trace>
  <inkml:trace contextRef="#ctx0" brushRef="#br0" timeOffset="-20543.55">27153 11403 91 0,'0'2'324'0,"-6"2"85"0,6-4 41 0,-3 1 17 0,1-1 8 0,-2 2 5 0,4-1 2 0,0-1 4 15,-2 0 2-15,2 0 5 0,0 0 11 0,0 0 8 0,0 0-77 0,-3 2-115 16,3-2-78-16,0 0-57 0,0 0-16 0,0 0 5 0,0 0 8 0,0 0 11 16,0 3 9-16,3-2 6 0,-1 1 3 0,4 0 1 0,-3 0-2 0,1 1-5 15,1 0-8-15,1 0-8 0,3 2-17 0,-4-2-21 0,4 3-15 16,4-2-16-16,-6 1-11 0,6 0-11 0,-2 0-8 0,1 1-4 0,3 0-2 16,-4 0 0-16,3 0 0 0,1 0 0 0,3 2-5 0,0-2-5 0,-2 0-2 15,2 1-5-15,2-1-4 0,2 1-3 0,-2 1-3 0,-1-2-2 16,5 2-1-16,0-2 2 0,-5 1-4 0,5-1-2 0,-1 0-2 0,1 2 0 15,3-2-3-15,-5 1-8 0,1 0-2 0,4 0-2 0,-3 0-2 0,1 1-1 0,2-2 0 16,-1 0-1-16,3 1-5 0,-2 1-3 0,2-2-2 0,-2 1-2 16,2 1-4-16,0-3-1 0,-4 3 2 0,4 0 4 0,2-2 3 0,-2 1 1 15,0 0 2-15,0 1 0 0,0 0 3 0,-1-1-1 0,5-1 1 0,-4 2 3 16,5-2 0-16,-3 0 1 0,0 0 5 0,-2 0 3 0,3 1 0 0,3-2-3 16,-5 1-1-16,1 0-1 0,-2 0-1 0,4 0-1 0,-4-2 1 0,3 2 0 15,-3 0 3-15,0 0 3 0,0-1 1 0,4 1 7 0,-6 0-2 0,2-2-7 16,0 4 2-16,-1-2 1 0,1 0 1 0,-1-2 0 0,0 2 0 0,-2 0 0 15,3 0 0-15,2 0-3 0,-6 0-3 0,4 0 0 0,0-1-4 0,0 1-5 16,-2 0 0-16,0 0 0 0,-2 0 1 0,4 1 2 0,-5-1 1 0,3 0 3 16,-2 0-1-16,2 0 0 0,-5 2 2 0,1-1-1 0,1-1 0 0,0 0-1 15,-1 0 1-15,1 1-1 0,-5 0 0 0,5-1-1 0,-1-1 0 0,-3 2-1 16,4 0-2-16,-2-1-1 0,-3 0-1 0,1 2-2 0,0-3-1 0,2 3-2 16,-2-2 1-16,0 2-2 0,1-4-2 0,-4 2 0 0,4 0-1 0,-4 0-2 15,1 0 1-15,0-1-1 0,-2 1-1 0,6 0-1 0,-6 0 1 0,2 0-3 16,0-2 2-16,-1 2-1 0,1 2 2 0,0-2 0 0,-2 0 2 0,6 0-2 15,-8 1 1-15,3 1-2 0,4-1 3 0,-4 2-1 0,4-1 1 0,-5-1-1 16,4 2 1-16,-2 0-2 0,2 0 5 0,2 0-2 0,-2 0 1 0,0 0 1 16,2 0-2-16,-1 0 5 0,-3 0-1 0,6 0 1 0,-4 0-1 0,3-1 0 15,1 1 3-15,-4 0 2 0,3-2-1 0,-1 2 3 0,1-1-2 0,-6 0 0 16,6 0 2-16,-3 0 1 0,4-1-3 0,-3 1 2 0,-1-2-2 0,0 1 3 16,0-1 2-16,2 0-3 0,-2 2 1 0,0-2-3 0,1-1 2 0,3 2-3 15,-4 0-1-15,0-1-2 0,-1 2 0 0,3-1-1 0,-2-1 0 0,-2 2-1 16,2-1-2-16,-2 1-3 0,-2-1 0 0,6 1-2 0,-7-1-2 0,1 0-4 15,-2 0 1-15,1 0-2 0,-1-1 1 0,-1-1-1 0,-2 1-1 0,1 0 0 16,-1-4-2-16,-2 5 0 0,0-4-5 0,-3 0-6 0,-1 0-12 0,2-1-13 16,-5 2-24-16,4-3-29 0,-3 1-37 0,-3-2-43 0,0 0-49 0,0 0-46 15,0 0-103-15,0 0-129 0,-5 0-145 0,1-3-151 0,-5-1-117 0,2-1-100 16,-6-4-38-16,-1 0-9 0,-4-3 13 0,1-2 22 0,-6-1 37 0,-4-3 45 16,-2-1 45-16,-5-2 49 0,-3-2 104 0,-1-1 129 0,-5 0 145 0,0-1 152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2-02T07:33:43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24242 6126 317 0,'6'1'403'0,"-3"1"49"0,3-1 41 0,-1 1 36 0,3 1 58 0,-3 0 61 15,0 0 42-15,1 1 30 0,-1 1 18 0,4-1 13 0,-3 1-8 0,-3 1-20 16,6-2-112-16,-3 1-152 0,-3 0-79 0,-1 0-40 0,5 0-39 0,-5-1-33 16,2 0-55-16,-2 1-61 0,-2 1-38 0,0 0-27 0,0 0-18 0,-2-1-13 15,-2 2-10-15,2-1-4 0,-1 2-9 0,-3-2-6 0,1 1-6 0,-2 1-3 16,-2-1-3-16,3-1-3 0,-3 2-2 0,-2-1-2 0,2-1-1 0,0 0-2 15,0 0-2-15,4 0 1 0,-4 0-1 0,-2-2 2 0,6 1 1 0,-3 0 1 16,3-1 4-16,-4-1 1 0,3 2 1 0,1-2 2 0,1-2 2 0,3 2-1 16,-3-1-1-16,2 1 2 0,2-3-1 0,0 0 2 0,-4 1 2 0,4-1-1 15,0 0-1-15,0 0-1 0,4 3-1 0,-4-3 2 0,2 2-1 0,-2-1-2 16,5-1 1-16,-1 0 1 0,1 2 2 0,1-2-2 0,3 0 1 16,-4 1 0-16,4-1-2 0,-1 0-1 0,-1 0-1 0,2 0-2 0,0-1-2 15,0-1-1-15,-4 2-1 0,4-1-2 0,-3-1-3 0,3 2 0 0,-4-1-3 0,4-2-2 16,-3 3-4-16,3-3-6 0,-4 3-9 0,2-2-10 0,1-1-28 15,-1 2-31-15,-2-1-73 0,1-1-92 0,-1 1-91 0,-1 0-90 16,1 0-99-16,-1 1-104 0,-2-4-78 0,1 2-69 0,-3-2-26 0,0 5-12 0,0 0 5 16,0-5 7-16,-3-1 23 0,3 1 33 0,-2 1 74 0,-2-1 92 15,2 2 91-15,2 3 89 0,-3-3 101 0,-1 0 105 0</inkml:trace>
  <inkml:trace contextRef="#ctx0" brushRef="#br0" timeOffset="6928.41">24852 3735 153 0,'4'-3'283'15,"-3"0"38"-15,3 1 18 0,-2-1 15 0,1 2 11 0,1-1 11 0,-2 1 12 16,5-1 14-16,-1-1 15 0,-1 0 10 0,0 2 11 0,1-3-41 0,1 2-65 15,2-1-69-15,-4 0-69 0,1 0-36 0,-1 0-16 0,4 1-12 0,-3-1-10 16,-1 3-11-16,4-1-10 0,-1-1-14 0,-3 1-15 0,0 1-10 0,1-2-11 16,-1 2-10-16,2 0-8 0,-1 0-10 0,-1-1-10 0,-1 1-4 0,1 0-1 15,-1 0-3-15,-2 0-1 0,-2 0-17 0,5 0-23 0,-5 0-27 0,0 1-31 16,4-1-36-16,-4 0-44 0,3 2-51 0,-3-2-63 0,0 0-66 16,0 0-72-16,0 0-33 0,0 0-14 0,0 0-7 0,0 0 0 0,0 0 11 15,-3 1 23-15,3-1 27 0,-6 3 29 0,6-3 37 0,-3 1 44 16,-3 3 52-16,3-3 61 0</inkml:trace>
  <inkml:trace contextRef="#ctx0" brushRef="#br0" timeOffset="22244.49">28719 3714 231 0,'-2'3'366'0,"-1"0"35"0,-1-2 15 0,4-1 4 0,-5 3 6 0,5-3 1 0,0 1 2 16,-2 1 5-16,2 0 14 0,-4-1 18 0,4 2 12 0,-3 0 10 16,3 0-88-16,0 1-138 0,0 0-49 0,0 0-15 0,-2 1 5 0,2-1 11 15,-4 2 11-15,4-1 7 0,0 1 6 0,-2-1 3 0,2 2-6 0,0 0-10 16,0 1-17-16,0-1-18 0,0 0-18 0,-3 3-19 0,3-3-15 0,0 4-16 16,-4-4-18-16,4 2-19 0,0 0-9 0,0 0-8 0,-2-1-10 0,2 1-10 15,-3-2-6-15,3 1-5 0,-4-1-7 0,4-1-6 0,0 1-4 0,-2 0-8 16,-1-1-8-16,3-1-7 0,0 0-19 0,0 1-23 0,-2 0-49 0,-2-3-56 15,4 2-64-15,0-1-66 0,-3-1-73 0,3 2-75 0,0-5-97 0,0 4-111 16,-2 1-48-16,2-5-23 0,-4 3-6 0,4-3-1 0,-2 4 15 0,2-4 22 16,0 0 45-16,-3 2 57 0,3-2 63 0,0 0 68 0,0 0 72 0,-4-3 77 15</inkml:trace>
  <inkml:trace contextRef="#ctx0" brushRef="#br0" timeOffset="54443.39">24781 4849 160 0,'0'0'222'0,"-1"3"20"0,1-3 9 0,0 2 10 0,0-2 7 0,0 0 10 16,0 0 6-16,0 0 5 0,0 0 8 0,0 0 7 0,0 0-18 0,0 0-27 15,0 0-53-15,0 0-61 0,0 0-30 0,0 0-15 0,0 0-7 0,0 0-2 16,0 0-5-16,0 0-4 0,0 0-4 0,0 0 0 0,0 0-5 0,0 0 0 16,0 0-1-16,0 0-5 0,0 0 0 0,0 0-2 0,0 0 0 15,0 0 0-15,0 0 3 0,0 0 1 0,0 0 6 0,1 3 2 0,-1-3 6 16,0 0 3-16,0 0 7 0,0 0 1 0,0 0 6 0,0 0 5 0,0 0 4 15,0 0-1-15,0 0 2 0,0 0 1 0,0 0-1 0,0 0-2 16,0 0-5-16,0 0-1 0,0 0-5 0,0 0-7 0,0 0-7 0,0 0-9 16,0 0-7-16,0 0-10 0,0 0-8 0,0 0-3 0,0 0-8 0,0 0-5 15,0 0-6-15,0 0-6 0,0 0-4 0,0 0-5 0,0 0-3 0,0 0-1 16,0 1-2-16,0-1-2 0,0 0-1 0,0 0 0 0,0 0 0 0,0 0-1 16,0 2-1-16,0-2 1 0,0 0 1 0,0 0 1 0,0 0 1 0,0 0 1 15,0 0 0-15,0 0 0 0,0 0 1 0,0 0 4 0,0 0 2 0,0 0 2 16,0 0 2-16,0 0 0 0,0 0 1 0,4 1 2 0,-4-1-1 0,0 0 4 15,0 0 1-15,0 2 1 0,0-2 5 0,0 0 1 0,0 0 5 16,0 0 0-16,0 0 0 0,0 0 3 0,0 0-2 0,0 0 2 0,0 0 0 16,0 0 0-16,0 0 0 0,0 0-2 0,0 0-2 0,0 0-4 0,0 0-2 15,0 0-4-15,0 0-6 0,0 0-5 0,0 0-16 0,0 0-20 16,0 0-35-16,0 0-40 0,0 0-42 0,0 0-45 0,0 0-49 0,0 0-50 16,0 0-67-16,0 0-70 0,0 0-73 0,4-3-66 0,-3-2-30 0,-1 0-13 15,4 1 8-15,-2-2 16 0,2-1 32 0,-1-1 36 0,-1 1 39 0,-2-2 45 16,4 0 45-16,-3 1 51 0,-1 1 67 0</inkml:trace>
  <inkml:trace contextRef="#ctx0" brushRef="#br0" timeOffset="58598.21">23452 2682 162 0,'0'0'235'0,"0"0"20"0,0 0 10 0,0 0 4 0,0-2 1 0,0 2 4 0,0 0 5 0,0 0 2 0,0 0 7 0,0 0 5 0,0 0-16 16,0 0-24-16,0 0-61 0,0 0-74 0,0 2-35 0,0-2-15 0,0 0-6 15,0 0-3-15,0 0-2 0,0 0 0 0,0 0-8 0,0 0-1 16,0 0-8-16,0 0-5 0,0 0-7 0,0 0-4 0,0 0-8 0,5 0-4 16,-5 0-4-16,0 0-2 0,0 1 1 0,4 1 4 0,-2-1-1 0,1 1 2 15,-3 1 3-15,6-2 3 0,-6 3 1 0,7 0 1 0,-5 0 1 0,2 2 1 16,-3-2 1-16,3 3 2 0,1-1-3 0,1-1 1 0,-3 2-4 0,1-1-2 15,-2-1-1-15,3 2 2 0,-1 0-2 0,1-1 1 0,-1 0-1 0,0 0-1 16,-3 0-1-16,3 0-1 0,-2 0 1 0,1 0 0 0,-3-1-2 0,6 1 2 16,-6-2-2-16,5 2 0 0,-5-1-2 0,4 1-1 0,0-2-3 0,-3 0-1 15,-1 1-1-15,4 0 1 0,0 1-1 0,-4-2 1 0,1 1-2 0,3 1-2 16,-2-2 1-16,1 2-1 0,-3-1 1 0,6-1-2 0,-6 2 1 0,5-1-1 16,-1-1 2-16,0 2-1 0,-3-3-1 0,5 2 0 0,-3-1-1 0,1 1 1 15,1-1 0-15,-1 1 0 0,-2-1 1 0,3 1 1 0,-1-1-1 0,-1 1-1 16,3 1 0-16,-4-2-1 0,1 0 1 0,3 3-2 0,-3-3 2 0,-1 1 2 15,2-1-2-15,-1 2-2 0,-1-1 1 0,2-1 1 0,-1 2 0 0,-1-1-2 16,2-1 1-16,-2 1 1 0,1-1 0 0,-3 1 1 0,4-2 1 16,-2 1-2-16,1-1 0 0,-1 2 0 0,2-1 0 0,-4 1 1 0,3-2-1 15,-1 1 0-15,2 1 2 0,-1-2-2 0,-3 1 1 0,2 1 1 0,2-1-1 16,-2 1-1-16,1-2 0 0,-3 1 2 0,4-1-1 0,-2 2 2 0,-2-2 1 16,3 1 1-16,-1-1-1 0,2 1 2 0,-4 0 0 0,5 0 0 15,-5 1 0-15,4-2 2 0,-2 1-1 0,1-1 1 0,-3 2 1 0,6-1-2 16,-6 1 1-16,7-1-1 0,-7 1-1 0,2-1-3 0,1 1 0 0,-1-1 2 15,2 1-1-15,1 1-1 0,-5-2 2 0,6 1-2 0,-3 1 1 0,-3-2 0 16,6 1 1-16,-3 1-1 0,1-3 1 0,-4 1-1 0,2 1 2 0,1-1 2 16,-1 1-1-16,2-1 1 0,-1-1 2 0,-1 1 2 0,-2 0 3 0,4 0 3 15,-2-1 2-15,1 2 2 0,-3-3 0 0,4 3 1 0,-2 0 1 0,1-1 0 16,-1-1-1-16,2 2 1 0,-1-1-1 0,-1 1-1 0,-2-1-1 0,7 0-1 16,-7 1-4-16,2 0-4 0,2-1-2 0,-2 0-2 0,1 1-2 0,1 0 0 15,-2-1 1-15,1-1 1 0,-1 2-1 0,2-1 4 0,-1 1-1 16,-1-1 2-16,5 1 0 0,-7-1 2 0,2 1 3 0,2-1 3 15,-2 0 1-15,1 1 1 0,1 0 2 0,-2-1 3 0,1-1 1 0,-1 2-1 16,-2-2 2-16,4 1 1 0,-4-1 1 0,3 1 0 0,-1 0-1 0,2 0 2 16,-2-1-2-16,-2 0-1 0,3 3-2 0,1-3 0 0,-2 2-1 0,1-1-2 15,1 1 2-15,-2-1-2 0,1 1-1 0,-1-1-2 0,2 1-2 0,-4-1-1 16,3 1 0-16,-1-1-2 0,2 1 1 0,-3-3-1 0,3 3 1 0,-4 0 2 16,4-2 2-16,-2 1 2 0,-2-1 2 0,5 2 5 0,-5-2 1 0,4 1 5 15,-4 1 4-15,3-1 1 0,-1 1-1 0,-2-1 1 0,4 1 0 0,-4-1 1 16,3 1-1-16,-1-2-1 0,-2 1-4 0,0 0-3 0,4 1-5 0,-3 0-4 15,3-1-2-15,-4 0-2 0,4 1-5 0,-2 0-2 0,-2-1-1 16,3 1-1-16,-1-1-2 0,2 1-2 0,-4-2-1 0,3 1 0 0,-1 0 0 16,2 1 0-16,-1 0 2 0,-1-1 2 0,-2 0-1 0,4 1-3 0,-3 0 1 15,3-1-1-15,0 0 0 0,-3 0 0 0,-1 0 0 0,6 1 0 16,-6-1 2-16,4-1-1 0,-4 2 2 0,3-2 2 0,-1 1-5 0,2-1-3 16,-3 0 0-16,-1 2 3 0,4-1 0 0,0 1 1 0,-3-2 1 0,-1 1-1 15,4-1 1-15,0 2 2 0,-3-2 1 0,-1 1-2 0,4-1-1 0,-2 0 0 16,-2 0-1-16,4 2 4 0,-4-2-1 0,3 0 2 0,-1-1 2 0,-2 2 1 15,4-1 1-15,-3 1 1 0,-1-1-1 0,4 1 1 0,-4 0 0 0,4 0 0 16,-3 1-1-16,-1-2 2 0,4 1 0 0,-4-1 0 0,4 0-1 0,-4 0-1 16,1 0-2-16,-1 0-1 0,4 2 0 0,-2-2-1 0,-2 1-1 0,4-1 1 15,-4 2-2-15,3-1 1 0,-1-1-1 0,-2 0 2 0,0 0-1 16,4 2-4-16,-3-1 2 0,-1-1 2 0,4 2-1 0,-4-2-1 16,4 1 0-16,-3-1-1 0,-1 2 0 0,0-2-2 0,4 1 0 0,-2-1 0 15,-2 0 0-15,3 0-1 0,-3 2-1 0,0-4 1 0,4 2-1 0,-2 0-1 16,-2 0 0-16,0 0 0 0,3 0 0 0,1 0-1 0,-4 0-2 0,0 0-2 15,2-1 1-15,-2 0-1 0,4 2 1 0,-3-1-1 0,-1 0 2 0,4 0 2 16,-4-2-2-16,0 2-2 0,4 0 1 0,-3 0-1 0,-1 0 2 0,4 0 2 16,-2 0-1-16,-2 0 2 0,3 0 0 0,-3-1 0 0,0 1 0 0,4 0 0 15,-2 0 0-15,-2-2-1 0,0 2 1 0,3 0 0 0,-1 0 0 0,-2-1 0 16,0 1-2-16,4 1 1 0,-4-1-1 0,4 0 2 0,-4 0 0 0,1 0 0 16,-1 2 0-16,4-2 0 0,-4 1 0 0,4 1 0 0,-3-2 2 0,-1 1-1 15,4-1 1-15,-2 1-1 0,-2 0 2 0,3 0 3 0,-3-1 2 16,4 0 1-16,-2 0 1 0,-2 0 0 0,0 0 4 0,3 0 2 15,-1 2 1-15,-2-4 1 0,4 2 0 0,-4 0 1 0,0 0 2 0,3-1 1 16,-1 1 1-16,-2 0-2 0,0 0-2 0,4 0-2 0,0-1-4 0,-4 2-1 16,0-1-1-16,1 0-2 0,-1 0-3 0,4 1 1 0,-4-1-3 0,2 0-1 15,-2 0-1-15,3 2-2 0,-3-4-2 0,4 4-1 0,-2-2 0 0,-2 0 0 16,3 0 2-16,-1 0-2 0,-2 0 1 0,4 0 2 0,-4-1-1 0,3 2-4 16,-1-1 2-16,2 0 2 0,-4 0-1 0,2 0-1 0,-2 1 0 0,3-2 0 15,-3 1 2-15,4 1 1 0,-4-1-2 0,2 0 2 0,-2 0-1 0,3-1-1 16,-3 1 1-16,4 0-1 0,-4 0 1 0,2-2-2 0,-2 2 1 0,0 0 2 15,3 0 0-15,-1 0 0 0,-2 0-1 0,4 0-1 0,-4 0 1 16,3 0-1-16,-1 0 1 0,2-1 1 0,-2 1 1 0,-2 0 1 0,3 0 1 16,-3 1 0-16,4-1 1 0,-2-1-1 0,1 2 2 0,1-1 1 0,-4 0 3 15,2 0 1-15,-2 0 2 0,5 0 0 0,-5-1 3 0,4 1-2 16,-4 0 2-16,3 0 2 0,-1-1-1 0,2 2-1 0,-2-1 0 0,1 0 2 16,-3 0-2-16,4-2 1 0,-2 2 0 0,-2 0-1 0,3 0 0 0,-1 0 2 15,-2 2-1-15,4-2 1 0,-4 0-1 0,5-1 1 0,-5 2-1 0,4 0 1 16,-1-1-1-16,-1 2 3 0,2-3-1 0,-2 3 0 0,-2-3 0 0,3 2 0 15,-3-1 3-15,4 0 5 0,-2 0 4 0,1 0 7 0,-1 2 2 0,-2-2 3 16,4 0 0-16,-4 1 0 0,3-1 2 0,-1 2-2 0,-2-2 0 0,4 1-3 16,-1-1-7-16,-3 0-13 0,2 0-2 0,-2 0 2 0,0 2-6 0,4-4-4 15,-2 2-3-15,-2 0-3 0,3-1-1 0,-3 1-2 0,4 0-3 16,-2-2-2-16,-2 2 1 0,3 0 2 0,-1 2 7 0,2-2 11 0,-4 0-2 16,5 1-10-16,-5-1-1 0,6 1 0 0,-6 0-1 0,3-1-1 0,1 1-1 15,-2-1 0-15,1 0 0 0,1 2 0 0,-4-2 2 0,2 0-2 0,1 0-2 16,-1 0-2-16,-2-1-1 0,4 2 2 0,-4-1-1 0,3 0-1 15,-1 0 2-15,-2-2 2 0,6 2-1 0,-6 0 1 0,0 0 1 0,3-1 1 16,1 1 2-16,-2 0-1 0,-2 0-2 0,3 0-2 0,-1-1 2 0,-2 2 2 16,4-1 1-16,-1 0-2 0,-1 0 1 0,-2 1-2 0,4-1 0 0,-1 0 1 15,-1 2-1-15,-2-2-3 0,6 1 0 0,-6-1 2 0,3 2 1 0,1-1 4 16,-2 1 1-16,1-3-4 0,-1 3 1 0,-2 0-1 0,4-2 1 0,-1 1-1 16,-1-1 2-16,-2 2 0 0,4-2 3 0,-1 1-2 0,-1-1 4 0,2 1 1 15,-2 1-2-15,1-2-2 0,-3 2-1 0,6-2 1 0,-6 1 2 0,5-1-1 16,-5 0 0-16,4 2-1 0,-1-4-2 0,-1 3-2 0,-2 0 1 15,4-1-1-15,-3 0 1 0,3 0-4 0,-4-2 1 0,4 4 1 0,-2-4 1 16,-2 2 2-16,7 0 0 0,-7-1-3 0,2 1 2 0,-2 0 1 0,5 0 1 16,-5-1 2-16,4 2 0 0,-1-3-1 0,-1 4-1 0,2-2 4 15,-3 0 1-15,3-1 0 0,-4 2-6 0,6 0-9 0,-6-1 1 0,7 0 10 16,-5 1 4-16,1 0 3 0,-1 0 0 0,2-1 2 0,-1 2 1 0,-1-1 0 16,3 1 0-16,-1-1-1 0,0 1-2 0,-3-1 0 0,5 1 6 0,-2-1 6 15,-1 1 0-15,-1-1-6 0,5-1-6 0,-5 2-2 0,2-1-2 0,-3 1-1 16,3-1 2-16,1-1 3 0,-1 2 0 0,-2-2 0 0,5 1 0 0,-5 1 0 15,3-2 2-15,-1 1 2 0,0 1-3 0,1-1 1 0,-1 1-1 0,-3-1 1 16,5 1 2-16,1-1 1 0,-5 1-4 0,3-2-1 0,-1 1-1 0,1 1 1 16,3-1 1-16,-7 1 1 0,5-1-2 0,-3-1 1 0,3 3-1 0,-1-3-1 15,-1 2 1-15,1-1 0 0,-1 2-2 0,1-1 1 0,1-1 1 16,-3 1-2-16,3 0 1 0,-2 0-2 0,1 0 0 0,0-1 0 0,-1 2 0 16,1-1-2-16,1 1 1 0,1-2 2 0,-5 2-1 0,3 0 0 0,3 0-2 15,-3 0 1-15,0 0-5 0,1 0-3 0,-1 2 0 0,2-2 4 0,-1 1 2 16,-1 1 2-16,1-2-1 0,1 1-2 0,-2 1 1 0,1-1 1 15,-1 1-1-15,4-1-1 0,-3 0 1 0,1 1 1 0,0 0 2 0,-3-1 5 16,5 1-2-16,-4-1-3 0,1 1-5 0,3-1 1 0,-4 1-1 0,2-2 1 16,1 1-1-16,-5-1 1 0,6 2-1 0,-3-3 1 0,-1 2-4 0,2-1-2 15,1-1-1-15,-5 2 2 0,6-1 0 0,-3 0 2 0,-1 0-2 0,4 0-2 16,-3-2 1-16,3 2 1 0,-4 0 0 0,4 0 0 0,-3 0-2 0,3 0 1 16,0 2 1-16,-4-4 3 0,4 4 0 0,0-2 0 0,-3-1 1 0,3 3-1 15,0-2 3-15,-4 0 3 0,4 0 0 0,-3 2 2 0,3-1-2 0,-4-1-2 16,2 0 2-16,1 2 3 0,-5-1 0 0,3-1 0 0,-1 2 0 0,2-2 0 15,-1 1 2-15,-1-1 2 0,1 2 1 0,1-1-1 0,-5-1 1 16,3 1-4-16,2 0 1 0,0 0 2 0,-3 1-1 0,1-1-1 0,5 1-2 16,-5-1-2-16,-1 1 1 0,1-3 2 0,0 2 1 0,3 0-5 15,-3-1-3-15,1 2-2 0,-1-2 1 0,2 1-1 0,-5-1 1 0,3 0 1 16,3 0 0-16,-7 2 1 0,5-1 1 0,3-1 1 0,-2 2-2 0,-5-3-4 16,3 3-1-16,4 0 2 0,-3-1 1 0,-3 1-2 0,7-1 0 0,-5-1 1 15,0 2 1-15,3-1-1 0,-3-1 1 0,0 2-1 0,1-1 1 0,3 1-1 16,-4 1-1-16,4-2 0 0,-3 2-4 0,3-1-8 0,-4 1 3 0,4 1 4 15,0-1 4-15,-3 2 1 0,3-1 1 0,0 1-1 0,0-1-1 0,0 2-1 16,-2 2 1-16,2-2 1 0,0 1 0 0,0 1 0 0,0-1 4 0,0 0 4 16,2 3-1-16,-2-3-2 0,0 2-5 0,0-2-2 0,-1 1-1 0,1 1-1 15,0-3-1-15,3 1-1 0,-4 3-1 0,1-4-2 0,0 1 0 16,0 2 0-16,0-1 0 0,-4-1 0 0,6 0 0 0,-2 1-2 0,0 1-1 16,0-1 2-16,-3 1-2 0,3-2-2 0,2 1 1 0,-2-1 1 0,0 2 3 15,0-1 1-15,0-1 1 0,0 2-1 0,0-2 1 0,-2 1 1 0,2 0 1 16,4-1-1-16,-6 1 0 0,2-1 0 0,0 1 3 0,4-3 2 15,-2 3-2-15,-2 0-5 0,1-1 1 0,0 1 2 0,-1-2-2 0,1 1-2 16,-1 0 1-16,1 1 1 0,-1 0 1 0,1 1 1 0,-1-2-1 0,0 1-1 16,1-1-1-16,-1 1 1 0,0-1 2 0,-2 1 2 0,0-2 0 0,2 1-1 15,-3-1-1-15,-1 0 2 0,0-1 0 0,4 1 0 0,-3-2-1 0,3 1 1 16,-4-1 0-16,3 1 0 0,-1-1 0 0,-4 1 0 0,6-2-2 0,-3 0-1 16,-1 1-1-16,3-2-1 0,-7 1-2 0,5-2-4 0,-3 0-5 0,1 1-7 15,-2-2-5-15,1-1-8 0,-1 1-9 0,2-2-8 0,-4-1-13 0,0 0-13 16,4 0-34-16,-3-2-40 0,-1-1-69 0,0 0-83 0,0 0-72 0,0 0-66 15,0 0-70-15,0 0-74 0,0 0-85 0,-5-2-89 0,5-3-36 16,-4-2-12-16,-1-2 5 0,3 0 12 0,-5-5 28 0,0 1 41 0,-2-4 70 16,-1-1 84-16,-2-2 76 0,-3 0 70 0,-1-1 75 0,-6 0 78 0</inkml:trace>
  <inkml:trace contextRef="#ctx0" brushRef="#br0" timeOffset="60240.17">24148 3879 178 0,'-1'0'304'0,"-3"0"26"0,4 0 18 0,0 1 8 0,0-1 4 0,0 0 6 0,0 0 3 16,0 0 6-16,0 0 7 0,0 0 3 0,0 0-5 0,0 0-13 15,0 0-87-15,0 0-121 0,0 0-58 0,0 0-28 0,0 0-15 0,0 0-7 0,0 0-6 16,0 0-4-16,0 0-5 0,0 0-4 0,0 0-5 0,0 2-6 16,0-2-5-16,4 0-6 0,-4 0-2 0,1 1-2 0,-1-1 0 0,4 0 0 15,-4 0 1-15,0 0 2 0,0 0 2 0,0 0 2 0,4 0 2 0,-4 0 2 16,0 0 3-16,1 0 3 0,-1 0 1 0,0 0 4 0,0 0 5 0,0-1 6 16,0 1 1-16,0 0 7 0,4 0 5 0,-4 0 5 0,0 0 7 0,2-2 5 15,-2 2 7-15,0 0 6 0,0-1 9 0,0 1 9 0,0 0 10 0,0 0 11 16,0 0 13-16,0 0 13 0,0 0 10 0,0 0 13 0,0 0 13 0,0 0 9 15,0 0 7-15,0 0 5 0,0 0 4 0,0 0 3 0,0 0 0 16,0 0-2-16,0 0-5 0,0 0-8 0,0 0-14 0,0 0-11 0,0 0-15 16,0 0-14-16,0 0-15 0,0 1-15 0,0-1-14 0,0 0-14 0,0 0-12 15,0 0-13-15,-2 2-9 0,2-2-13 0,0 0-7 0,0 0-9 16,-4 0-4-16,4 0-5 0,0 0-5 0,0 3-4 0,-1-2-4 0,1-1-5 16,0 2 0-16,0-2-2 0,-4 3-1 0,4-3-1 0,0 2-1 0,0-2 1 15,4 4-1-15,-4-3-2 0,1 1-2 0,-1 1-2 0,0-3 2 0,0 1 3 16,4 1-1-16,-2-1-4 0,-2-1-3 0,3 3 0 0,-3-3 4 0,0 0-1 15,6 2 1-15,-6-2-1 0,0 1 2 0,0-1 3 0,7 0 3 0,-7 0 3 16,0 0-7-16,0 0-13 0,0 0 5 0,0 0 15 0,0 0 8 0,0 0 2 16,0 0 1-16,0 0 1 0,0 0 3 0,0 0 3 0,0 0 0 0,0 0 1 15,0 0 1-15,0 0 1 0,0 0 10 0,0 0 14 0,0 0-1 0,0 0-7 16,0 0-6-16,0 0-1 0,0 0-1 0,0 0-2 0,0 0 0 0,0 2-2 16,0-2-2-16,0 0-2 0,-4 0-3 0,4 0-2 0,0 0-4 15,-3 1-1-15,3-1-7 0,-2 0-4 0,2 0-7 0,-4 0-10 0,4 0-7 16,0 0-7-16,0 0-13 0,0 0-14 0,-3 0-18 0,3 0-22 0,0 0-34 15,0 0-40-15,0 0-46 0,0 0-52 0,0 0-47 0,0 0-48 16,0 0-50-16,0 0-51 0,0 0-67 0,0 0-75 0,0 0-42 0,0 0-27 16,0 0 1-16,0 0 15 0,0 0 29 0,0 0 36 0,0-3 51 0,0 3 49 15,0 0 54-15,0 0 48 0,0-3 59 0,0 3 57 0,0 0 75 0</inkml:trace>
  <inkml:trace contextRef="#ctx0" brushRef="#br0" timeOffset="60432.74">24190 3910 183 0,'-4'0'215'0,"4"2"-7"0,0-2-27 0,-1 1-42 0,1-1-47 0,0 0-51 0,0 0-22 0,0 0-11 0,0 0-4 0,0 0-2 15,0 0-26-15,0 0-40 0,0 0-62 0,0 0-71 0,0 0-17 0,0 0 3 16,0 0 33-16</inkml:trace>
  <inkml:trace contextRef="#ctx0" brushRef="#br0" timeOffset="66706.67">4392 1776 310 0,'0'0'526'0,"0"0"94"0,0 0 42 0,-4-2 19 0,4 2 10 0,0 0 14 16,0 0 14-16,-2 0 18 0,2 0 16 0,0 0 11 0,0 0 10 0,0 0-56 0,0 0-83 16,0 0-168-16,0 0-200 0,0 0-92 0,0 0-40 0,0 0-22 0,0 0-9 15,0 0-14-15,0 0-17 0,0 0-14 0,0 0-17 0,0 0-14 0,2 0-11 16,2 0-19-16,-1 0-20 0,-1 2-40 0,2-1-47 0,1 0-71 0,-1 1-81 16,1 0-62-16,-1-1-59 0,1 2-52 0,1 0-57 0,-1 0-65 0,0 0-69 15,3 0-60-15,-7-1-58 0,3 2-18 0,2-1 5 0,-1 2 30 0,-1-3 44 16,-4 3 68-16,3 0 79 0,-3-5 65 0,0 4 57 0,0 2 56 0,0 0 54 15,0 0 65-15</inkml:trace>
  <inkml:trace contextRef="#ctx0" brushRef="#br0" timeOffset="66887.37">4402 1977 211 0,'-1'7'292'0,"1"1"32"0,-4-1 24 16,4-1 17-16,0 2 11 0,0-1 17 0,-2-1 16 0,2 0 27 0,0 1 29 16,-3 0 23-16,3 0 20 0,0 1-45 0,0-1-71 0,0-1-63 0,0 0-53 15,0 0-23-15,0-1-10 0,0-1-5 0,0-1 1 0,0 2-12 0,0-2-14 16,0 1-25-16,0-2-28 0,0 0-24 0,0 2-20 0,0 0-37 0,3 1-46 15,-1-1-54-15,-2 1-56 0,0-2-47 0,4 1-43 0,-3 1-38 0,3-2-34 16,1-1-29-16,-1 0-26 0,2 0-29 0,-1-2-32 0,-1-2-30 0,5-1-32 16,-4 0-19-16,4-1-14 0,-3-2-4 0,3-3 0 0,0 0 16 0,-4 0 23 15,4-2 21-15,-3-1 19 0,3 1 24 0,-4 1 22 0,4-1 32 0,-4 0 26 16,4 0 32-16,-3 1 33 0,3-1 38 0</inkml:trace>
  <inkml:trace contextRef="#ctx0" brushRef="#br0" timeOffset="67319.42">4592 1963 120 0,'9'-10'257'0,"0"1"30"0,0 0 18 0,1 0 12 15,-5 0 9-15,0 0 8 0,4 0 11 0,-3 1 11 0,-1 1 11 0,-1-1 11 16,1 2 1-16,-1 0-1 0,1 2-64 0,-1-1-93 0,-2 2-39 0,1 0-10 15,-3 0 1-15,2 2 7 0,-2 1 6 0,4-2 4 0,-4 2-3 0,0 0-5 16,0 0-8-16,0 0-11 0,0 0-12 0,0 0-12 0,0 0-15 0,0 0-15 16,0 0-27-16,0 0-27 0,0 0-38 0,0 0-40 0,0 3-41 0,-4-1-40 15,4 2-33-15,0 1-30 0,0-1-24 0,0 2-23 0,-2 0-22 0,2 2-18 16,0-1-21-16,0 1-23 0,0-1-11 0,-3 1-3 0,3-1-2 0,-2-1 2 16,-2 0 6-16,1 0 1 0,1-1 8 0,-2-1 3 0,3 1 14 0,-3 1 15 15,0-3 21-15,2 1 22 0,-1-1 35 0,3 2 40 0,-2-2 46 0,-2 1 46 16,4-1 44-16,0 2 44 0,0-2 36 0,4 0 38 0,-2 1 29 0,-2-1 28 15,0 0 17-15,3 0 16 0,-1 0 6 0,-2 0 4 0,4 0-6 0,0 0-8 16,-3 0-21-16,3-2-24 0,-4 3-16 0,2-3-14 0,1 2-10 0,1 0-9 16,-2-1-4-16,-2 1 1 0,3-1 1 0,-3 0 3 0,0 0 0 0,0 1 0 15,0-3 5-15,0 1 4 0,0-1 4 0,0 3 7 0,0 0 1 0,0-1-2 16,-3 0 1-16,1 2-1 0,-2 0 2 0,-1-1-1 0,1 2-4 0,-1-1-9 16,-1 1-7-16,-3 1-8 0,4 0-9 0,-4 0-12 0,4-2-12 0,-5 2-10 15,1-2-9-15,4 1-7 0,-4 0-4 0,5-2-6 0,-5 1-5 0,4-1-6 16,-1-1-6-16,1 1-3 0,1-3-1 0,-1 3-5 0,1-3-2 0,3 1-1 15,-3-1 0-15,0 0-1 0,3-1-4 0,-3 1-1 0,4 0-1 0,0-3 0 16,0 1-2-16,0 2-2 0,-2-1-1 0,2 1 2 0,2-4-1 0,-2 2 2 16,0 0 2-16,4 1 1 0,-3-1 3 0,3-1 3 0,0 0 0 0,-3 2 0 15,7-3 2-15,-3 2 1 0,0-1 1 0,1 0 1 0,-1 0-1 0,3 0 1 16,-3-1-11-16,4 3-17 0,-4 0-23 0,4-2-24 0,-3 1-45 0,3 2-50 16,0-1-63-16,-4-1-71 0,6 1-55 0,-3-2-51 0,-3 1-19 0,6-1-12 15,-2 0-3-15,0 0-2 0,0 0 11 0,-4-1 18 0,4 1 22 0,2-2 25 16,-2 2 41-16,0 0 53 0,2 2 63 0</inkml:trace>
  <inkml:trace contextRef="#ctx0" brushRef="#br0" timeOffset="67737.16">4916 1902 16 0,'-2'-2'285'0,"2"2"116"0,0-1 56 0,0 1 27 0,0 0 15 0,0 0 12 0,2 0 16 0,2-2 18 0,-4 1 21 0,5 1 24 16,-1-2 24-16,1 1 24 0,1-3-50 0,-1 3-84 0,4-2-99 0,0 0-106 16,0 0-46-16,2-1-20 0,-2 0-8 0,0 0-7 0,0 1-13 0,2 0-15 15,-2 0-18-15,0 0-21 0,0 0-20 0,0 2-19 0,-3-2-18 0,3 0-14 16,-4 1-13-16,1 1-7 0,-3-1-9 0,3 1-6 0,-3-1-6 0,-1 2-5 16,2-1-2-16,-4 1-1 0,0 0-1 0,0 0 0 0,0 0 0 0,0 0 1 15,0 0-2-15,0 0-1 0,0 0-1 0,0 3-3 0,-4-2-1 0,4 2-1 0,-5 0 1 16,1 2-2-16,2-1 0 0,-3 4-2 0,-3-1-2 0,-1 4-4 15,4-1-1-15,-6 1-6 0,2 1-1 0,0 1-2 0,0 1-2 0,-2-2 2 0,2 1-1 16,0-1-1-16,0 0 1 0,4 0-1 0,-4-1 1 0,3-1-1 16,1-1-2-16,-1 0-2 0,-1 0-2 0,5-2-1 0,-1 0-1 0,3-1-1 0,-2-2 1 15,2 0-1-15,0 0 1 0,0 0-1 0,0-1 1 0,2-1-1 0,-2 1 1 16,0-2-1-16,3 0 2 0,-3 1 0 0,6 0 3 0,-6-1 2 0,5-1 1 0,-5 2 1 16,4-2 1-16,1 0 2 0,-5 0 1 0,6 0-2 0,-3 0-5 15,1 0-5-15,1 0-20 0,-3 0-21 0,2-2-50 0,-1 2-59 0,3-1-63 0,-4-1-65 16,1 0-56-16,1 1-50 0,-2 0-52 0,1-1-52 0,-1 1-55 0,2-1-62 15,-4 2-54-15,3-4-55 0,-3-1-9 0,0 5 8 0,0-6 45 16,0 0 58-16,0 2 63 0,-3-1 62 0,3 1 56 0,0-2 50 0,-4 3 50 0,4 3 51 16,-2-7 56-16</inkml:trace>
  <inkml:trace contextRef="#ctx0" brushRef="#br0" timeOffset="67887.12">4987 2002 234 0,'-4'-3'323'0,"4"3"37"0,0 0 18 0,0 0 12 0,0 0 10 16,4 0 11-16,-1 0 16 0,-1-1 15 0,2 1 18 0,-4-2 22 0,5 1 19 15,1-1-41-15,-3 1-68 0,3-1-68 0,-1 1-71 0,-1-2-26 0,1 1-9 16,4 2-9-16,-3-2-5 0,-3 1-12 0,6 0-12 0,-3 1-17 15,-1-2-18-15,4 1-30 0,-3-1-31 0,3 1-56 0,-4 1-67 0,0-2-61 0,4 1-54 16,-5-1-57-16,2 1-56 0,3-1-65 0,-6 2-70 0,-3 0-71 0,6-2-72 16,-5 0-35-16,3 0-12 0,1 1 1 0,-5 1 7 0,4-3 31 0,1 1 44 15,-5 2 43-15,4-3 45 0,-2 2 46 0,5-1 47 0,-1 2 61 0,-5-2 67 16</inkml:trace>
  <inkml:trace contextRef="#ctx0" brushRef="#br0" timeOffset="68141.42">5354 1792 19 0,'-6'2'291'0,"6"-1"119"0,-3-1 74 0,1 1 50 0,-2 3 47 0,1-1 48 16,1 0 39-16,2 0 37 0,-4 0 25 0,3-1 24 0,-3 3 14 0,-2-2 9 16,3 2-60-16,-3-1-95 0,3 4-110 0,-3-2-116 0,1 2-68 0,1 0-46 15,-1 2-47-15,1 0-45 0,-1 2-38 0,3-2-40 0,-2 1-24 0,-1-1-23 16,1 1-16-16,4-1-8 0,-1-1-11 0,-3 0-9 0,4 2-8 0,0-3-4 15,4 2-9-15,-4-3-10 0,1 2-11 0,3-1-14 0,-2 1-26 0,1-2-32 16,3 0-67-16,-1 1-76 0,3-2-74 0,-3 2-70 0,0-2-72 0,1-2-71 16,3 2-95-16,-6 0-107 0,3-1-47 0,-1-1-17 0,1 0 0 0,-3 1 9 15,3 0 23-15,-3-2 33 0,3 1 65 0,-3-3 78 0,3 3 72 0,-1-1 72 16,-1-2 71-16,5 2 73 0</inkml:trace>
  <inkml:trace contextRef="#ctx0" brushRef="#br0" timeOffset="69191">5710 1881 234 0,'0'-2'356'0,"0"2"47"0,-3-1 23 0,3 1 10 0,0 0 3 0,3-2 6 16,-3 2 5-16,2-1 8 0,2 1 13 0,-4 0 14 0,0 0 19 0,5-2-48 16,-1 0-71-16,-1 1-80 0,-1 1-84 0,2-1-27 0,1-1-4 0,1 1 8 15,-1-1 11-15,4 1 9 0,-2-1 5 0,0 2 1 0,3-1-2 0,-1-1-11 16,0 2-11-16,-4-1-10 0,4 1-9 0,0 0-12 0,0 1-14 0,-3 1-12 15,3-1-8-15,-4 1-11 0,6 1-7 0,-4 0-6 0,-1-1-8 0,-1 3-3 16,4 0-5-16,-4-1-1 0,1 2 1 0,1 0-4 0,-1 0-7 0,-1 2-5 16,0-2-7-16,-1 1-7 0,1 1-8 0,1-1-8 0,-3 0-6 0,-1 1-5 15,2 0-5-15,0-1-3 0,-3 1-6 0,-1-1-6 0,4 1-6 0,-4-1-2 16,0-1-1-16,0 2 0 0,0-1-1 0,0-1-5 0,0 0-9 0,0 0-14 0,0 0-16 16,0-1-39-16,0 1-52 0,0-2-68 0,0 1-82 0,0-1-67 15,0-1-64-15,0-3-69 0,0 3-69 0,0-3-89 0,0 0-97 0,0 0-40 0,0 0-14 16,0 0 5-16,0 0 11 0,0 0 37 0,0 0 49 0,0-6 70 0,0 2 79 15,4-4 71-15,-3 2 63 0,-1-1 68 0,4-1 69 0</inkml:trace>
  <inkml:trace contextRef="#ctx0" brushRef="#br0" timeOffset="69650.06">6057 1717 174 0,'0'0'315'0,"0"0"50"0,0 0 33 0,0 0 24 0,0 2 26 0,0 0 39 0,-3 2 48 0,3 0 53 0,0-1 58 0,-2 0 44 16,-2 1 36-16,1 3-26 0,1 0-61 0,-2 1-76 0,-1 1-85 0,1-1-44 15,-1 3-22-15,-4 0-22 0,3-1-20 0,1 2-33 0,-4 0-46 0,0 0-49 16,0 0-53-16,0 0-41 0,2 0-38 0,-1 0-23 0,-3 0-17 15,2-1-11-15,4 0-11 0,-4 0-9 0,4 0-8 0,-4-1-4 0,5-1-4 0,-5 2-10 16,3-4-10-16,5 2-18 0,-7-3-18 0,7 0-42 0,-3 0-48 16,-1 0-79-16,1-1-93 0,4 1-80 0,0-2-74 0,-2 0-74 0,2 1-74 0,0-5-84 15,0 6-87-15,0-6-35 0,2 5-12 0,-2-3 5 0,4 2 11 0,-4-4 37 16,5 0 47-16,4-2 79 0,-4 0 92 0,-1 0 81 0,7-1 71 0,-4 0 75 16,0-2 75-16</inkml:trace>
  <inkml:trace contextRef="#ctx0" brushRef="#br0" timeOffset="69896.47">6130 2038 79 0,'0'0'339'0,"0"0"117"0,5 0 56 0,-5 0 24 0,0 0 24 0,0 1 17 16,0 3 28-16,0-4 33 0,0 0 37 0,0 0 35 0,0 3 25 0,0-3 12 15,0 3-77-15,0-3-125 0,0 1-117 0,0 2-116 0,0-3-53 0,0 3-27 16,0 0-21-16,0 0-17 0,4-1-28 0,-4 2-34 0,0-1-39 0,0 0-41 16,0 0-46-16,0 0-46 0,0 0-67 0,0 0-74 0,0 0-75 0,0 0-69 15,0 0-66-15,0 0-62 0,0 0-92 0,0 0-105 0,0-3-58 0,0 0-34 16,0 0-12-16,0 0-3 0,0 0 18 0,0 0 29 0,0 0 59 0,0 0 70 16,0 0 67-16,5-3 72 0,-1 0 64 0,-2 1 62 0,1 0 94 0</inkml:trace>
  <inkml:trace contextRef="#ctx0" brushRef="#br0" timeOffset="70277.32">6372 1869 84 0,'0'2'287'0,"0"5"51"0,-3-4 28 0,3 1 15 0,0 2 9 16,-2-1 12-16,-2 1 9 0,4 0 7 0,0 0 4 0,0 0 4 0,-4 0 6 16,4 0-33-16,0-2-50 0,0 2-84 0,4-2-102 0,-4 1-50 0,4 0-22 15,-2-1-14-15,-2 0-9 0,3 0-9 0,1-3-9 0,-2 2-3 0,3 0-2 16,-1-1-2-16,-1 1 0 0,3-2 2 0,-5-1 3 0,3 1 4 0,2-1 7 16,-3 0 9-16,3 0 9 0,-3-1 14 0,-1 1 13 0,2-1 17 0,-1-2 17 15,-1 1 13-15,2 1 10 0,-3-1 17 0,3-1 18 0,-4 2 12 0,0-1 8 16,0 2 0-16,4-3-3 0,-4 3-10 0,0-3-8 0,0 0-14 0,0 0-13 15,0 0-14-15,-4 0-15 0,4-1-15 0,0 1-14 0,-4-2-21 0,3 2-26 16,-3-2-27-16,2 3-28 0,-1-3-37 0,-1 2-35 0,2 0-59 0,-1 0-69 16,-3 0-59-16,3 0-59 0,3 0-53 0,-6 0-56 0,6 2-60 0,-5-2-62 15,5 0-68-15,-4-1-68 0,2 0-22 0,-1 1-3 0,3-1 19 0,0 4 27 16,-4-5 56-16,4 1 65 0,0-1 57 0,0 5 57 0,0-6 49 0,4 0 52 16,1 0 63-16,-1 3 62 0</inkml:trace>
  <inkml:trace contextRef="#ctx0" brushRef="#br0" timeOffset="70518.97">6662 1698 219 0,'5'1'296'0,"-3"2"37"0,1-2 26 0,3 3 19 16,-3 0 22-16,3-1 26 0,-1 2 32 0,-1-1 39 0,1 1 38 0,1-1 48 0,-3 2 47 16,3-1-25-16,-1 2-61 0,2-1-53 0,-1 2-49 0,-1-2-25 15,1 1-13-15,1 1-12 0,-5-1-12 0,3 1-22 0,2-1-27 0,-5 0-32 0,2 3-35 16,1-1-43-16,-5 0-47 0,4 1-30 0,-2-1-29 0,-2 0-17 0,0 0-17 15,0 0-8-15,0 2-10 0,-2-1-6 0,-2 1-6 0,-1-3-5 0,1 5-5 16,-1-3-7-16,-1 1-4 0,3-1-6 0,-6 0-4 0,3 1-16 0,-3-1-17 16,-2 0-41-16,2 0-47 0,0-1-80 0,0 2-96 0,-2-1-84 0,2 1-80 15,0-2-83-15,0 0-86 0,-2 1-80 0,-1-2-74 0,1-1-36 0,2-1-11 16,-2 2 2-16,2-2 10 0,0-2 33 0,4-1 47 0,-5 0 77 0,7-1 92 16,3-2 84-16,-6 0 79 0,6 0 82 0,-5-2 88 0</inkml:trace>
  <inkml:trace contextRef="#ctx0" brushRef="#br0" timeOffset="77265.62">4891 2815 91 0,'0'0'348'0,"0"0"118"0,0 0 58 16,0 0 36-16,0 0 26 0,0 0 22 0,0 0 25 0,0 0 32 0,0 0 24 0,0 0 23 0,0 0 21 0,0 0 16 0,-4 2-82 0,4-2-124 16,0 3-114-16,0-2-107 0,-2 2-56 0,-1 2-29 0,3-1-23 0,0 2-15 15,-4 1-23-15,4 3-22 0,-2 0-21 0,-1 4-20 0,3-1-13 0,-4 4-15 16,2 1-8-16,-1 0-8 0,1 3-5 0,-2 0-4 0,1 1-4 0,1-1-4 16,-2 2-4-16,4-2-3 0,-5 1-6 0,1-1-4 0,4 0-5 0,-5 0-6 15,5-3-3-15,-6 2-2 0,6-2-4 0,-3 0-3 0,3-2-1 0,-2 1-5 16,2-2-3-16,-4 0-3 0,4-2-9 0,0 1-11 0,-3-2-14 0,3-2-17 15,0 1-33-15,0-4-36 0,0 1-66 0,0-1-78 0,0-1-72 16,0-3-67-16,0 2-55 0,3-2-45 0,-3 0-51 0,4-3-51 16,-4 0-71-16,0 0-81 0,5-2-25 0,-3-2-2 0,2-2 21 0,1-2 34 15,-1-1 64-15,1-3 76 0,-1 0 71 0,1-2 70 0,1 0 54 0,-1-1 44 16,2 0 55-16,-1 0 54 0</inkml:trace>
  <inkml:trace contextRef="#ctx0" brushRef="#br0" timeOffset="77460.88">4954 2989 82 0,'4'-7'282'0,"-2"0"50"0,1 2 28 15,-3 2 22-15,0 3 20 0,6 1 28 0,-6 2 29 0,3 1 38 0,-3 3 44 16,4 0 43-16,-2 2 46 0,1 2-2 0,-1 1-26 0,2 1-67 0,-4 1-86 16,5 1-40-16,-1 0-20 0,-2-2-16 0,1 2-19 0,1 0-24 0,-2-1-27 15,1-1-36-15,-1 2-41 0,2-1-45 0,1-1-45 0,-1 1-35 0,-1-1-31 16,-1 1-23-16,2-2-22 0,1 0-26 0,-5 0-28 0,6-2-40 0,-3 1-46 16,-3-2-60-16,6 0-63 0,-6-1-54 0,3 0-48 15,-1-2-46-15,-2 2-41 0,4-2-42 0,-4-2-44 0,0 0-54 0,0 0-52 0,0-4-35 16,-4 4-28-16,4-4 15 0,-2 3 33 0,2-3 52 0,-3 2 58 15,3-2 53-15,-9 0 48 0,3-2 44 0,1 1 40 0,-1-2 43 0,3 3 43 16,-3-3 57-16</inkml:trace>
  <inkml:trace contextRef="#ctx0" brushRef="#br0" timeOffset="77598.6">4938 3282 210 0,'-4'-7'320'0,"1"3"43"0,-3 0 21 16,6 1 13-16,-3 0 10 0,1 1 5 0,2 2 6 0,0-2 3 0,0 2 6 16,0 0 3-16,0-2 7 0,0 2-55 0,0-2-79 0,2-1-84 0,1 2-83 15,-3-1-41-15,6 1-19 0,-3-2-13 0,3 1-9 0,-1-2-5 16,2-1-7-16,-1 1-13 0,5 1-17 0,-4-3-24 0,0 1-29 0,2 1-36 15,0-2-42-15,0 0-52 0,2 1-52 0,-2-1-80 0,0 0-86 0,-3 0-40 16,3 0-17-16,-4 0-8 0,4-1-3 0,-4 1 7 0,5 0 13 16,-7 0 18-16,6 0 25 0,-3 1 29 0,-1-1 35 0,0 2 49 0,-1-1 50 15</inkml:trace>
  <inkml:trace contextRef="#ctx0" brushRef="#br0" timeOffset="77968.64">5258 3000 196 0,'5'-5'256'0,"1"2"31"0,3-1 21 15,-6 1 12-15,3-3 13 0,3 2 7 0,-4 2 8 0,1-1 11 0,-3 0 10 16,6 1 10-16,-3-1 5 0,-1 0-50 0,1 1-74 0,3 0-54 0,-6 0-43 16,3 1-21-16,-1-1-10 0,3 1-7 0,-7-1-5 0,3 1-5 0,1 1-3 15,-1 0-2-15,-2 0-2 0,1 0 0 0,-3 0-1 0,0 0 2 0,0 0 2 16,2 1 7-16,2 1 12 0,-4-1 9 0,0-1 8 0,0 3 1 0,0 1 1 16,-4 0-2-16,2 0-2 0,2 1-6 0,-3 2-3 0,-3-1-6 0,1 3-4 15,1 0-7-15,-1 2-5 0,-1-1-14 0,-3 2-12 0,4 0-13 0,-4-1-10 16,4 2-1-16,-5-1-3 0,1 0 4 0,0 0 3 0,4 0 1 15,-4 0 3-15,3-1-3 0,1-1-2 0,-2-1-2 0,5-1-6 0,-2-1-5 16,3 0-6-16,-3 0-7 0,4-3-6 0,0 2-8 0,0-3-7 16,4 2-7-16,-3-2-5 0,3 1-5 0,-4-1-5 0,5 0 1 0,-1 2-1 15,1-2 4-15,-3-2 1 0,6 2-2 0,-3 0-4 0,0-1 2 0,1 0 5 16,1 0 2-16,-2-2 2 0,1 2-1 0,-1-2-1 0,4 0 0 0,-3 0 0 16,-3 0-4-16,6 0-8 0,-3-2-17 0,-1 2-17 0,-1-2-35 0,1 0-33 15,1-1-47-15,-3 1-52 0,3-1-44 0,-1 2-45 0,-5-2-51 0,4 1-53 16,-4-1-68-16,3 2-70 0,-3 1-52 0,0 0-48 0,-3-6-8 0,3 1 8 15,0 1 29-15,-4-1 38 0,4 2 43 0,-5-1 47 0,5 1 43 0,-6 0 42 16,6 3 51-16,-3-2 55 0,1-1 67 0</inkml:trace>
  <inkml:trace contextRef="#ctx0" brushRef="#br0" timeOffset="78133.25">5339 3156 64 0,'0'-3'259'16,"0"1"45"-16,0-1 23 0,4 2 15 0,-2 1 12 0,1-2 11 0,3 1 8 15,-3 1 10-15,3-2 8 0,-1 1 6 0,-1-1 9 0,1 2-29 0,1-1-47 16,-3-1-75-16,3 1-90 0,3 1-44 0,-4-3-23 0,-1 3-15 0,1-2-9 15,1 1-11-15,-3-1-11 0,3-1-14 0,-1 3-17 0,-1-3-24 0,1 2-26 16,-1-1-38-16,1 1-39 0,-5-1-55 0,4 1-58 0,-4 1-70 0,0 0-76 16,0 0-34-16,0 0-13 0,0 0-11 0,0 0-1 0,-4-5 6 0,1 2 7 15,1 2 17-15,2 1 17 0,-6-2 31 0,-1 1 35 0,2-1 49 0,-1 2 58 16</inkml:trace>
  <inkml:trace contextRef="#ctx0" brushRef="#br0" timeOffset="78447.28">4934 2911 174 0,'-9'-4'303'0,"-2"-1"46"15,2 2 27-15,4 0 26 0,-4 0 27 0,5 2 35 0,-1-2 41 0,1 1 49 16,2 2 53-16,-1-1 44 0,-1 1 35 0,4 0-26 0,0 0-57 16,0 0-71-16,0 0-76 0,0 0-40 0,0 0-24 0,0 0-24 0,0 0-22 0,0 0-35 15,0 0-43-15,0 0-51 0,0 0-52 0,0 0-44 0,0 0-37 0,0 0-24 16,4-2-21-16,-4 0-12 0,3 1-8 0,-1 1-2 0,2-1 1 15,1 1 3-15,1-2 3 0,3 2 4 0,0-1 4 0,0-1 4 0,2 1 3 16,1 1 3-16,-1-2 1 0,4 1 3 0,-3-1-1 0,-1 1-1 0,4-3-2 16,-3 4-3-16,-1-1-3 0,4 0-6 0,-3 1-6 0,-1-2-3 0,-2 2-5 15,2 0-2-15,2 0-2 0,-3-1 0 0,0 1-2 0,2 0-2 0,-1 0-2 16,-2 0-2-16,2 0-1 0,2 0-7 0,-3-2-11 0,3 2-23 0,-2 0-26 16,-2-1-65-16,2 1-81 0,2-2-85 0,-4 1-90 0,1-2-103 0,-1 1-104 15,2 0-88-15,-2 0-79 0,0-3-35 0,4 4-16 0,-6-4-1 0,2 2 4 16,0 2 21-16,0-3 28 0,2 3 63 0,-2-2 83 0,0 3 87 0,0 0 88 15,2 2 100-15,-2-1 108 0</inkml:trace>
  <inkml:trace contextRef="#ctx0" brushRef="#br0" timeOffset="78880.62">5826 3012 243 0,'4'1'378'0,"-4"-1"57"0,0 0 28 0,0 1 16 0,3 1 10 0,-1 0 11 0,2-2 14 0,-4 0 21 0,0 1 25 0,0-1 24 0,0 0 20 15,5 0-47-15,-1 0-76 0,-3 0-101 0,3 0-112 0,1 0-56 0,-1-1-25 16,-2 1-13-16,2 0-8 0,1-2-14 0,-1 2-16 0,1 0-49 15,0-2-63-15,4 1-81 0,-3 0-88 0,-2-1-78 0,5 1-79 0,-4-1-88 16,0 2-99-16,-1-1-67 0,1-2-53 0,1 0-24 0,-3 1-13 0,-3 2-3 0,6-3 2 16,-6 3 24-16,0 0 39 0,0 0 58 0,0 0 66 0,0 0 66 15,0 0 63-15,-6 3 83 0</inkml:trace>
  <inkml:trace contextRef="#ctx0" brushRef="#br0" timeOffset="79050.83">5840 3135 1 0,'4'1'251'0,"0"1"88"0,-3-1 59 0,3-1 44 16,-2 0 48-16,7 2 52 0,-5-1 52 0,5 1 55 0,-4-2 42 0,0 0 34 16,4-2 20-16,-3 1 16 0,3-1-57 0,0 2-86 0,0-1-89 0,-4-1-84 15,4 1-58-15,1-2-44 0,-5 1-46 0,4 1-50 0,0-1-58 0,-2-1-59 16,2 0-67-16,0 2-71 0,0-2-95 0,2 0-107 0,-2 1-89 0,4-1-82 16,-4 0-89-16,-2 0-94 0,2 0-82 0,0-1-76 0,-3 1-38 0,1-2-15 15,-5 2-4-15,3 0 2 0,-1 2 25 0,-4 1 36 0,0 0 75 0,0 0 89 16,0 0 80-16,0 0 74 0,0 0 89 0,0 0 91 0</inkml:trace>
  <inkml:trace contextRef="#ctx0" brushRef="#br0" timeOffset="81475.71">6877 2707 37 0,'3'-1'285'0,"-1"-2"90"0,2 3 53 0,-4 0 30 0,0 0 25 15,0 0 24-15,2 0 30 0,-2 0 33 0,0 0 49 0,0 1 53 0,0-1 36 0,0 0 33 0,0 3-56 0,0-3-90 16,0 3-85-16,0 0-82 0,0 0-42 0,0 2-24 0,-2-1-22 0,2 2-16 16,-4 2-28-16,2-1-31 0,-1 2-44 0,-1 0-51 0,-1 2-35 0,-1 2-30 15,3-2-21-15,-3 2-16 0,1-1-13 0,-4 0-8 0,3 0-10 0,-1 0-4 16,2-1-4-16,-1-1-5 0,1-1-3 0,-1 0-3 0,-1 0-3 0,2-1-2 16,3-1-2-16,-2 1-4 0,1-2-2 0,-3 0-4 0,6-2-1 0,-5 1 2 15,5-1-1-15,-4 1-1 0,4-2-1 0,0 0-1 0,0-3-1 16,-2 1-1-16,2-1-1 0,0 0 2 0,0 0 0 0,0 0 0 0,2 3 2 0,-2-3-1 15,0 3-1-15,4-2-1 0,-2 3 1 0,1-3 0 0,3 2 4 0,1-1 1 16,0 1 2-16,2 0 2 0,0-2 0 0,2 2 2 0,2 0 1 16,-2-1 1-16,1-1 7 0,3 1 8 0,-4-1-1 0,3 1-4 0,-1-2-4 15,1 0-1-15,-3 0-1 0,2 0-4 0,1 0 1 0,-3-2-2 0,-2 1-2 16,4-1 1-16,-2 1-2 0,-2 1-2 0,2-2-5 0,-4 0-8 16,0 1 1-16,2 0 7 0,0-1 1 0,-3 2 1 0,1-1-1 0,-2-1 2 15,-3 2-2-15,5-1 1 0,-5 1-2 0,2-2-4 0,-3 2-5 0,-1 0-10 16,4-1-13-16,-4 1-16 0,0 0-40 0,0-2-44 0,0 2-85 0,0 0-100 15,4-1-85-15,-4 1-76 0,0-3-83 0,0 3-83 0,0 0-77 0,-4-5-77 16,0 1-26-16,3 1-9 0,-5-2 6 0,3 2 15 0,-3 1 34 0,3 0 48 16,-6 0 82-16,3-1 103 0,1 3 83 0,5 0 78 0,-6-1 81 0,-1 1 87 15</inkml:trace>
  <inkml:trace contextRef="#ctx0" brushRef="#br0" timeOffset="81704.8">7076 2844 42 0,'2'-5'278'0,"-2"2"77"16,0 0 42-16,0 3 28 0,0 0 38 0,3-1 43 0,-3 1 58 0,0 0 68 15,0 4 55-15,0 1 48 0,0 0 29 0,0 3 22 0,-3 1-62 0,3 2-104 16,-2-1-80-16,-2 2-70 0,1 3-33 0,3 0-18 0,-6 2-32 0,2-1-37 16,3 2-57-16,-5 0-66 0,3 0-53 0,-3 1-45 0,3 1-28 0,-3-2-22 15,1 1-16-15,1-1-12 0,-1 2-10 0,-1-3-14 0,3-1-12 0,-3 1-14 16,6-2-17-16,-3 0-22 0,1-2-31 0,2-1-42 0,-4 0-76 16,4 0-94-16,0-3-83 0,0 0-76 0,0-1-74 0,4-2-70 0,-4 0-89 15,2-2-97-15,-2-4-42 0,0 3-15 0,0-3 1 0,3 3 11 0,-3-3 27 16,6 0 39-16,-1-1 74 0,-1-2 94 0,1 0 81 0,-1-2 76 15,-2 2 75-15,1-1 72 0</inkml:trace>
  <inkml:trace contextRef="#ctx0" brushRef="#br0" timeOffset="81974.07">7201 3145 73 0,'1'2'327'0,"-1"-2"106"0,0 0 60 0,0 1 39 0,0 2 46 15,4 0 49-15,-4 0 45 0,0-1 42 0,4-1 29 0,-3-1 21 0,3 0 17 16,1 0 10-16,1 0-77 0,3 0-122 0,-4-1-106 0,4 1-102 0,0-2-53 16,0 1-29-16,1 1-43 0,0-2-47 0,3 1-40 0,-2 1-39 0,2-3-25 15,-3 1-21-15,3 1-13 0,-2-2-13 0,0 0-8 0,1 1-7 16,-1 1-7-16,4-2-6 0,-6 0-6 0,3 0-6 0,-1 1-4 0,-2-1-2 16,2 2-6-16,-2-1-8 0,0-1-10 0,0 2-12 0,-3-1-18 0,3 1-21 15,-4-1-48-15,-1 1-58 0,1 1-85 0,-5-2-95 0,4 0-85 0,-2 1-81 16,-2 1-92-16,0 0-100 0,0 0-62 0,0 0-43 0,-2-3-15 0,2 3-1 15,-4-4 13-15,-1 2 20 0,1 1 45 0,-1-1 62 0,1 2 83 0,-1-1 95 16,5 1 87-16,-9 1 81 0,3 1 92 0</inkml:trace>
  <inkml:trace contextRef="#ctx0" brushRef="#br0" timeOffset="82273.03">7519 2921 76 0,'2'-1'316'0,"-2"-2"91"0,3 3 54 0,-3 0 37 0,0 0 47 16,2 0 55-16,2 2 52 0,1-1 54 0,-1 0 34 0,1-1 25 0,1 4 16 0,3-4 13 16,-4 1-82-16,4 1-122 0,4-1-94 0,-4 1-83 0,2 1-47 15,-2 0-32-15,5-1-41 0,-3 3-47 0,-2 0-48 0,4-1-48 16,-2 2-30-16,1 2-20 0,-1-1-10 0,-2 1-6 0,2 2-7 0,2-1-4 16,-2 2-4-16,-2-1-4 0,0 2-5 0,0 0-5 0,0-1-1 0,-4 1-6 15,4 0-1-15,-3-2-5 0,-1 2-3 0,0-1-8 0,-1-2-2 0,2 0-5 16,-6 1-2-16,5-1 1 0,-5-1-4 0,0-1-4 0,4 1-3 0,-4-2-7 15,0 1-11-15,-4-1-15 0,4 0-17 0,0 0-16 0,-2 0-24 0,-1-1-27 16,1-1-72-16,-2 1-90 0,0-2-96 0,3 0-100 0,-3 0-96 0,0-2-97 16,4-1-87-16,-5 2-82 0,5-2-29 0,-5-2-5 0,-1-1 6 0,3 0 11 15,1 0 21-15,-2-3 28 0,0 2 68 0,3-4 92 0,-3 0 98 0,4 1 99 16,0 0 96-16,0-2 98 0</inkml:trace>
  <inkml:trace contextRef="#ctx0" brushRef="#br0" timeOffset="82428.83">7819 2983 6 0,'0'0'311'0,"-5"2"169"0,1-2 99 0,0 3 69 0,-1-2 48 16,1 4 42-16,3-1 32 0,-5 1 24 0,3 1 18 0,-6-1 15 0,3 3 13 16,-3 0 10-16,0-1-65 0,-2 2-98 0,-1 2-140 0,1-1-156 0,-2 2-94 15,2 0-68-15,-3 0-47 0,3-1-43 0,-2 2-32 0,2-2-28 0,-1 1-28 16,3 0-27-16,-2-2-27 0,2-1-27 0,3 2-46 0,-3-4-52 16,6 2-101-16,-3-1-122 0,1 1-103 0,1-2-94 0,4-1-110 0,-5 2-120 15,5-2-51-15,-6-1-21 0,6 2-4 0,0-4 5 0,0-3 13 0,0 0 16 16,0 0 41-16,0 0 52 0,0 0 95 0,0 0 111 0,0 0 101 0,0 0 92 15</inkml:trace>
  <inkml:trace contextRef="#ctx0" brushRef="#br0" timeOffset="83066.19">7991 2716 21 0,'0'0'302'0,"0"0"141"0,0 0 65 0,0 0 33 0,2 2 26 0,1-1 22 0,-3 1 35 0,6 1 38 0,-6 1 38 0,0-1 36 0,0 2 26 0,0 2 18 0,3 0-56 0,-3 3-96 16,0 0-116-16,0 2-132 0,0 0-57 0,0 1-26 0,0 3-21 0,0-1-17 15,0 1-31-15,0 1-35 0,0-1-36 0,0 2-31 0,0 2-24 0,0-2-18 16,0 0-12-16,0 3-12 0,0-3-6 0,0 1-6 0,0 1-6 0,0-1-4 15,0 1-7-15,0-2-2 0,0 1-4 0,0-1-4 0,0 0-3 0,4-1-4 16,-4-1-2-16,0-1-2 0,2 0-2 0,-2-1-1 0,0-1-2 0,3-1-4 16,-3 0-4-16,0-3-4 0,0 0-10 0,0 0-7 0,2-3-9 0,-2 2-7 15,0-4-11-15,0 0-15 0,0 0-30 0,0 0-38 0,-2-2-77 0,2-2-97 16,0 3-84-16,0 0-83 0,-3-2-88 0,3 0-91 0,0-1-72 0,-6 2-64 16,1-2-27-16,-2 0-8 0,1 0 7 0,-3 0 10 0,4-2 30 15,-4 1 34-15,2 0 81 0,-6-2 95 0,4 1 89 0,-2-1 81 0,2 0 92 16,-2 0 96-16</inkml:trace>
  <inkml:trace contextRef="#ctx0" brushRef="#br0" timeOffset="83543.75">6473 2800 175 0,'0'-1'328'0,"0"-1"35"0,-1 1 27 0,1 1 22 0,0-3 18 0,-4 1 16 0,4 2 21 0,0 0 24 0,0 0 31 0,0 0 35 15,0 0 27-15,0 0 29 0,0 0-72 0,0 0-115 0,0 0-48 0,0 0-16 16,0 0-9-16,0 0-5 0,0 0 5 0,4 3 6 0,-4 2-11 0,1-1-18 16,-1 4-23-16,4 1-27 0,-4 1-34 0,5 4-36 0,-5 2-29 0,4 2-19 15,-2 2-17-15,2 2-10 0,-1 1-13 0,-1 1-16 0,-2 1-16 0,4-1-21 16,-4 2-9-16,0-2-4 0,1 1-4 0,-1-1-2 0,0 0-4 0,0-1-5 15,0-1-2-15,0 1-3 0,0-1-6 0,-1-1-6 0,1-1-6 16,0 1-5-16,0-3-2 0,0 0-4 0,-4-2-2 0,4-1-2 0,0-1-11 16,-2-2-13-16,2-2-12 0,-3-1-12 0,3 0-25 0,0-3-34 0,0 0-80 15,0-1-101-15,0-1-95 0,0-2-92 0,0-2-106 0,0 3-112 16,0-3-76-16,0 0-63 0,0 0-20 0,0 0-4 0,0 0 5 0,0 0 10 16,0 0 27-16,0 0 31 0,-4-5 81 0,2 1 102 0,2 0 95 0,-4 2 95 15,-1-1 105-15</inkml:trace>
  <inkml:trace contextRef="#ctx0" brushRef="#br0" timeOffset="85799.76">4887 4464 285 0,'-2'0'472'0,"-1"0"85"0,-1 1 47 0,4-1 26 0,0 0 15 0,0 0 14 0,0 2 12 0,0-2 13 0,0 0 11 15,0 0 13-15,0 0 13 0,0 0-50 0,0 0-77 0,0 0-134 16,4-2-161-16,-4 2-81 0,5 0-41 0,-1-1-20 0,1 1-11 0,1 0-10 16,-1-2-10-16,4 1-9 0,0-1-8 0,0 0-10 0,0 1-9 0,2 0-11 15,-2-1-10-15,4 1-9 0,-2-1-9 0,-2 1-5 0,2-1-1 16,1 1-4-16,-3-1-5 0,2 1-3 0,-2-1-2 0,0 1-2 0,-3-1-4 15,4 2-2-15,0-2-4 0,-5 1-4 0,4 0-1 0,-5-1-4 0,5 1-1 16,-4 1-3-16,1-2-3 0,-3 1-3 0,3 1-3 0,-3 0-6 0,-1-2-9 16,2 1-18-16,-4 1-21 0,1 0-37 0,-1 0-47 0,0 0-64 0,0 0-68 15,0 0-63-15,0 0-55 0,0 0-50 0,0 0-47 0,0 0-51 0,0 0-52 16,0 0-63-16,-1 1-65 0,1-1-24 0,-6 2-9 0,-1-1 28 0,2 1 39 16,-5-1 60-16,5 2 69 0,-4 0 62 0,-2 0 56 0,2 0 51 0,4 0 49 15,-4 0 51-15,0 0 55 0</inkml:trace>
  <inkml:trace contextRef="#ctx0" brushRef="#br0" timeOffset="86128.76">4976 4465 108 0,'-4'0'299'0,"1"2"52"0,-3-2 29 0,1 0 17 16,5 1 14-16,-4 1 19 0,4-1 18 0,-2 1 27 0,-1 0 32 0,3 0 38 16,-6 1 43-16,6 2 0 0,-3-2-20 0,3 1-62 0,-6 1-86 0,6 1-37 15,-3 0-17-15,1 1-10 0,-2-1-6 0,1 3-11 0,1 0-12 16,-2 1-27-16,2 1-31 0,-1 1-37 0,-1-1-40 0,2 1-41 0,-1 0-41 16,1 0-25-16,-2 0-25 0,1-2-12 0,1 1-11 0,-2-1-8 0,4-1-10 15,-5 0-5-15,5-1-5 0,0-1-2 0,-4 1-1 0,4-2 0 0,0-2-1 16,0 2-2-16,0-1-5 0,0-1 1 0,0 1 1 0,0-1 1 0,0 1 2 15,4-2 2-15,-4 1-1 0,0-1 1 0,0 0-1 0,3 0 2 0,-1-1 0 16,-2 1 2-16,0 0 2 0,4 0 4 0,-4 0 2 0,2-1 4 0,1 0-1 16,1 1 1-16,-2-1 1 0,1-1 2 0,-1 1 4 0,5-1 0 0,-1 1 2 15,-1-2-1-15,1 1 1 0,3-1-1 0,-4 0-1 0,8-1 0 0,-4 1-3 16,2-2 0-16,-2 1 0 0,2-2-1 0,1 0-5 0,-1 1-2 16,2-1-2-16,-2 0-1 0,-2 0-1 0,1-1-1 0,3 1-1 0,-4-2-1 15,0 2 0-15,-2 0-1 0,2-1-4 0,1 1 1 0,-7 0 2 0,6-1-10 16,-3 2-16-16,-1-1-23 0,0 0-29 0,-1-2-53 0,1 2-65 15,-1 0-78-15,-2 0-80 0,2 2-73 0,-1-2-69 0,-1-2-77 0,2 2-79 16,-4-3-70-16,0 2-65 0,0-2-20 0,0 1 4 0,0-1 17 0,0 0 22 16,0 0 54-16,-4 2 65 0,2-1 76 0,-1 1 83 0,-1 1 71 0,4-1 67 15,0 4 81-15</inkml:trace>
  <inkml:trace contextRef="#ctx0" brushRef="#br0" timeOffset="86272.02">5063 4624 205 0,'0'0'325'0,"0"0"32"0,0-1 18 0,0 1 10 0,0 0 8 0,0 0 6 0,0 0 0 0,0 0 4 16,0 0 0-16,0 0 2 0,0 0-11 0,0 0-20 0,0 0-98 16,1 1-132-16,3-1-67 0,1 0-36 0,-1 0-29 0,2-1-29 0,-3 1-33 15,3-2-34-15,3 1-43 0,-4-1-46 0,4-1-64 0,0 2-75 0,0-4-42 16,-2 1-28-16,2-1-14 0,0 1-4 0,1-1-1 0,-1-1 3 16,0 2 14-16,-2-2 15 0,2-2 27 0,0 2 31 0,0 0 39 0,2 0 43 15</inkml:trace>
  <inkml:trace contextRef="#ctx0" brushRef="#br0" timeOffset="86561.71">5415 4435 192 0,'6'-3'276'0,"-3"0"37"0,-3 2 25 0,2-1 22 0,-2 2 22 16,0 0 24-16,0 0 30 0,0 0 44 0,0 0 51 0,0 0 54 0,0 0 60 15,0 0-19-15,0 3-55 0,-2-1-48 0,2 2-45 0,-3-1-28 16,1 2-16-16,-2-1-12 0,-1 2-11 0,1 2-23 0,2-1-21 0,-5 0-39 16,2 3-45-16,-1-2-51 0,3 2-54 0,-3 0-40 0,1-1-31 0,1 1-19 15,-1 0-16-15,1-2-12 0,2 0-9 0,-1 0-9 0,1-1-6 16,-2 1-9-16,4-4-9 0,0 2-5 0,0-1-1 0,4-1-4 0,-2 2-5 15,-2-3-2-15,3 2-2 0,-1-1-1 0,2 1 2 0,1-1 2 0,-1 1-1 16,1-1-1-16,1-1-1 0,-3 1 2 0,3 0 4 0,-1-1-2 0,2 0-5 16,-1-2 1-16,-1 1-2 0,1-1-3 0,-3 1-3 0,3-2-6 0,-3 1-8 15,-1-1-13-15,2 0-15 0,1 0-25 0,-1 0-32 0,-2-1-54 0,1-1-60 16,-3 2-64-16,4-1-66 0,-2-1-57 0,-2-1-53 0,3 0-63 0,-3 0-66 16,0-1-70-16,0-2-75 0,0 0-24 0,0-2-1 0,0 2 18 0,0-1 31 15,-3-1 49-15,3 1 61 0,-2-1 64 0,-2 1 66 0,1-1 58 0,1 2 56 16,-2 0 65-16,-1 0 69 0</inkml:trace>
  <inkml:trace contextRef="#ctx0" brushRef="#br0" timeOffset="86891.28">5045 4284 25 0,'-9'1'340'0,"1"-1"186"16,1 1 102-16,-2 1 57 0,4 0 35 0,-1-1 23 0,3 1 13 0,1-1 14 15,-2 1 10-15,2-2 8 0,2 0 8 0,0 0 4 0,0 0-72 0,0 0-103 16,0 0-161-16,0 0-186 0,0 0-98 0,0 0-60 0,0 0-33 0,0 0-21 16,2 0-17-16,2 0-13 0,-2-2-6 0,1 2-6 0,3 0 0 0,-1 0-1 15,4 0 1-15,0 0 1 0,0 0 2 0,2 0 2 0,2 0 1 0,-3 0 3 16,3 0 3-16,2 0 3 0,-1 0 3 0,-3 0 1 0,2 0-2 0,1 0-4 16,-3 0-4-16,2 0-4 0,-3-1-2 0,-1 1-5 0,4 0-1 0,-2 0-3 15,-2 0-1-15,0 0-1 0,-2 0-2 0,2 0-4 0,0-2-4 16,0 2-1-16,0 0-2 0,1 0-2 0,-5-1 1 0,4 1 1 0,-4-2-2 15,4 0-5-15,-3 1-8 0,3 1-11 0,-4-1-25 0,1-1-34 0,-3 1-79 16,3-2-98-16,-1 1-105 0,3 1-105 0,-7-2-127 0,3 1-139 16,1-1-66-16,-1-1-32 0,-2 1-11 0,-2-3-1 0,3 2 5 0,-3 0 8 15,0 4 26-15,0-7 31 0,0 2 80 0,-3 1 101 0,3 4 106 0,-2-5 104 16</inkml:trace>
  <inkml:trace contextRef="#ctx0" brushRef="#br0" timeOffset="89827.04">24204 3906 147 0,'0'0'227'0,"0"0"24"0,0 0 15 0,0 0 9 0,0 0 8 0,0 0 8 0,0 0 5 0,0 0 7 0,0 0 3 0,0 0 6 0,0 0-15 0,0 0-26 15,0 0-58-15,0 0-69 0,0 0-37 0,0 0-17 0,0 0-11 0,0 0-4 16,0 0-6-16,0 0-2 0,0 0-2 0,0 0-3 0,0 0 0 0,0 0 0 16,0 0-1-16,0 0-3 0,0 0-1 0,0 0 1 0,0 0-1 0,0 0 1 15,0 0-2-15,0 0-3 0,0 0-3 0,0 0-4 0,0 0 0 0,0 0-5 16,0 0-2-16,0 0-2 0,0 0-6 0,0 0-2 0,0 0-5 0,0 0-2 15,0 0-3-15,0 0-2 0,0 0-1 0,0 0 1 0,0 0-1 16,0 0-1-16,0 0 0 0,0 0 1 0,-3-2-1 0,3 2 2 0,0 0 1 16,-2 2 3-16,-2-2 1 0,4 1 1 0,-1-1 0 0,-3 2 0 15,4-1 1-15,-4 1 3 0,3-1 0 0,-3 1 4 0,4-1-1 0,-2 1 0 16,-2 1 1-16,1 0 3 0,1-2-2 0,-2 2-1 0,1 0-1 0,3 0-1 16,-6 0-1-16,6 0-4 0,-5 0 0 0,5 0-3 0,-4 0-2 0,3 2-4 15,-3-2-1-15,-1 0-1 0,1 1-3 0,2-1-2 0,-2 2-2 0,3-1-2 16,-7 1 1-16,7-1-1 0,-3 2 1 0,0-3-1 0,-1 2 2 0,3-1 0 15,-1 2 2-15,-1-3 2 0,-2 2 1 0,5 1 1 0,-3-2 0 0,0 1 1 16,-1-1 2-16,1 1-2 0,3-1 1 0,-3 2-1 0,-1-1 1 0,1 1-2 16,2-2-2-16,-2 2-4 0,-1-1 0 0,1 0 2 0,3 2 1 0,-3-1-2 15,2-2-1-15,-1 2-1 0,-1-1-1 0,-1 1 2 0,1 0-2 0,4 0-1 16,-5-2 2-16,-1 2-2 0,2 0 3 0,3 0 0 0,-3 0 0 16,-1-1-2-16,1 2 1 0,2-1-1 0,-5 0 2 0,5 2 0 0,-1-3 0 15,-3 2-1-15,2-1 1 0,-1 1-2 0,3-1 2 0,-1 0-1 16,-1 0-1-16,-1 0-1 0,3 0 0 0,-5 0 0 0,5 0 0 0,-2 0-1 15,1 0-2-15,1 0 0 0,-2-1 1 0,-1 1-1 0,5 0 2 0,-4-2-1 16,2 1-1-16,-1-1 0 0,1 0 0 0,-2 0-1 0,1 0-1 0,1 1 2 16,-2-2 2-16,4 1-1 0,-2-1-1 0,-1 2 0 0,-1-2 3 0,2 1 2 15,-1-1 2-15,-1 2 2 0,2-2 4 0,-1 1 1 0,3-1 2 0,-2 0 5 16,-2 0 2-16,1 2-1 0,3-2 2 0,-6 0 0 0,6 0 0 0,-2 1 1 16,-1-1-1-16,-1 2-3 0,2-2-1 0,-1 1-4 0,-1 1-1 0,2-1 1 15,-1 1-4-15,-3-1-4 0,6 1-2 0,-3-2-2 0,-3 3 2 16,6-2-1-16,-5 1-2 0,5-1-2 0,-4 1 1 0,-1-1 1 0,5 0 0 15,-2 1-2-15,-2 1 1 0,1-1-2 0,1-1 1 0,-2 1 4 16,1-1-1-16,1 2-1 0,-2-1 0 0,-1-1-1 0,5 1 1 0,-4 0 0 16,-1 2 1-16,3-3 1 0,-2 2-1 0,1 0-1 0,1-1 0 0,-2 1 0 15,1-2 0-15,1 2 0 0,-2-1 0 0,-1 1 0 0,5-2 2 0,-4 1-1 16,2-1 1-16,-1 1-2 0,1-1 0 0,-2 1 2 0,4-1 1 0,-3-1 0 16,1 3 2-16,-2-3 1 0,2 2 0 0,2-2-2 0,-3 1 4 0,-1 0-1 15,2 1 2-15,-1 0 3 0,-1-1 2 0,2-1 2 0,-1 3 2 0,3-3 6 16,-6 3 1-16,6-2 4 0,-3 1 1 0,1 1 3 0,-2-1 5 0,2-1 4 15,-1 2 2-15,-1-1 3 0,4-1 1 0,-5 2 0 0,5-1 4 0,-4 1 1 16,2-2 2-16,-1 1 3 0,1 1 1 0,-2-2-1 0,1 2 3 16,1 0-1-16,-2 0 0 0,-1-1-3 0,1 1-2 0,4 0 1 0,-5-2 3 15,3 2 6-15,2-1-2 0,-7 1-7 0,7-2-6 0,-6-1-5 16,6 2-3-16,-3-1-1 0,1 1-2 0,-2-1 0 0,4 1-1 0,-1-1-2 16,-3 1-4-16,0-1-5 0,4 1-6 0,-5-1-7 0,5 1-2 0,-2-1 1 15,-2 2 1-15,1-1-2 0,3-1-2 0,-2 2-1 0,-2-1-4 0,3 1-5 16,1-1-2-16,-4 2 1 0,0-1 1 0,3 1 0 0,-3-1 0 0,0 2-2 15,4-3 1-15,-2 3-1 0,-1-2 2 0,1 2 2 0,-2-1-2 0,4-1 0 16,-3 2 0-16,1-2 1 0,-2 1 2 0,3 1-1 0,-3-1-1 0,0 1-1 16,3 1 0-16,-3-2 1 0,0 1 1 0,2-1 1 0,-1 1 1 0,1 1 5 15,-2-2 2-15,1 1 2 0,1-2 4 0,-2 1-4 0,3 1 2 0,-3-3-1 16,4 3 2-16,-4-2 2 0,3 2 0 0,-3-2-1 0,2 0 0 16,2-2-2-16,-3 2-1 0,-1 0-1 0,4 0 1 0,-2-1-1 0,-2 1 1 15,1 1 1-15,3-1 1 0,-2 2 1 0,-2-3 1 0,4 2 0 0,-1-1 0 16,-3 1 0-16,4-1 1 0,-4-1-1 0,3 1 0 0,1 0-2 15,-4 0-1-15,4-2 2 0,-2 2 1 0,-1 0 1 0,-1-1 2 0,4 2 3 16,-2-1-1-16,-2 0-1 0,1 0 2 0,3 0 3 0,-6 2 0 0,6-3 1 16,-5 2-1-16,5-1 0 0,-4-2-1 0,3 2-5 0,-3 0-3 0,2 0-2 15,-1 0 1-15,-1 2-2 0,4-4-2 0,-6 4 1 0,6-2-1 0,-1 1 4 16,-3 1-4-16,0-2 0 0,4-1-1 0,-5 2-1 0,5 0 1 0,-4-1 1 16,4-1 1-16,-1 1-2 0,-3-2 0 0,4 1-3 0,-2-1 0 0,-1-1-2 15,3 2 1-15,0-2-4 0,-4 0 1 0,4 0-1 0,-2 0 1 0,-1 1-1 16,3-2 1-16,0 1-1 0,-2-1 1 0,-2 0-1 0,4 1 1 0,0-1-2 15,-4 1 0-15,4 0 0 0,0-2 0 0,-1 2 0 0,-3 0-2 0,4-1 1 16,-2-1-2-16,2 2-2 0,0 0-1 0,-3-1-3 0,-1 1-3 16,4-2-4-16,-2 2-5 0,2-1-8 0,-3 1-5 0,3-2-5 0,-4 1-9 15,4 1-12-15,0 0-10 0,-2-2-10 0,-1 2-13 0,3-1-16 16,0-1-26-16,-2 2-25 0,-2-1-32 0,4 1-31 0,-4-3-31 0,4 3-32 16,-1-3-32-16,1 1-29 0,0-1-33 0,-4 2-34 0,4-2-45 0,0 0-51 15,0 0-55-15,0 0-58 0,-2-3-9 0,2 0 14 0,-3-2 26 0,3 5 33 16,0-7 35-16,0-1 39 0,0-1 37 0,0 2 35 0,0-2 43 0,0 0 42 15,0-2 55-15,0 2 63 0</inkml:trace>
  <inkml:trace contextRef="#ctx0" brushRef="#br0" timeOffset="94161.91">22492 4933 1 0,'0'2'282'0,"-6"-2"63"0,6 1 29 0,0-1 20 0,-5 2 10 0,5-2 14 0,0 0 9 0,0 0 17 0,0 0 16 16,-4 0 19-16,4 0 25 0,0 0 4 0,-2 1-2 0,2-1-68 0,0 0-102 15,0 0-34-15,0 0-6 0,0 0 0 0,0 0 2 0,0 0-1 0,0 0 1 16,0 0-8-16,0 0-7 0,0 0-14 0,0 0-16 0,0 0-21 0,0 0-24 15,0 0-22-15,0 0-29 0,0 0-21 0,0 0-20 0,0 0-19 16,0 0-13-16,0 0-6 0,0 0-6 0,0 0-6 0,0 0-6 0,0 0-5 16,0 0-4-16,0 0-6 0,0 0-4 0,0 0-3 0,2 0-5 0,2 0-1 15,-4 2-1-15,0-2 1 0,5 0 4 0,1 0-3 0,-3 1-6 16,1-1-2-16,-2 0-1 0,5 1 2 0,-2-1-2 0,-3 2 1 0,5-2 1 16,-1 0-2-16,-1 2-2 0,-1-2-1 0,1 1 2 0,1-1 1 0,-1 2 0 15,-1-1 0-15,1 1-2 0,-1-1 2 0,1 1 0 0,-1-2 0 0,-2 1 0 16,3 2 0-16,-1-2 0 0,-1 1 0 0,-1 0 0 0,2-1-1 0,-1 2-4 15,-1 0-1-15,2-1-3 0,-2 1 0 0,1-2 2 0,-3 2-2 0,4 0-2 16,-2-1-1-16,-2 1 2 0,3 0-2 0,-1 0 1 0,-2-2 2 0,0 3 5 16,0 0 1-16,0-1 1 0,0 0 4 0,0 0 1 0,-2 0 1 0,-1-1 2 15,3 3 3-15,0 0 5 0,-6-2 1 0,6 2 1 0,-3 0 2 0,1 1 2 16,-2 0-1-16,2 0 2 0,-5-1 0 0,2 1 2 0,1 1-1 16,-1-2 1-16,-1 1 0 0,1-1 2 0,-1 0 1 0,-1 0-4 0,5 1 1 15,-3-2-2-15,-2 1-2 0,5-2-1 0,-5 1-2 0,5-1-3 0,-2 0 2 16,-1 0 0-16,1-1 0 0,2 1-1 0,-1 0-6 0,1-2-2 0,-2 1-2 15,1-1-1-15,3 1-1 0,-6-1-2 0,6-1 0 0,-3 1-2 16,3-1 0-16,0 2 0 0,0-2-1 0,-2 2-4 0,2-2-1 0,-4 0 4 16,4 0 1-16,0 0-2 0,0 0 1 0,0 0-6 0,0 0 1 0,0 0-3 15,0 0 1-15,0 0-1 0,0 0 2 0,0 0-1 0,0 0-1 0,0 0-3 16,0 0-4-16,0 0-4 0,0 0-2 0,0 0-2 0,0 0 1 0,0 0 1 16,0 0-1-16,0 0 1 0,0 0-2 0,0 0 0 0,0 0 0 0,4-2-2 15,-2 2 1-15,-2 0-1 0,3-2 1 0,3 2 1 0,-3-1 1 0,3 1 4 16,-1 0-1-16,2-1-1 0,1-1 0 0,-5 2-1 0,6-1 2 0,-3-1 1 15,-1 1-1-15,2 1 1 0,1-2 1 0,-5 1 0 0,3 1 0 0,-1-2 0 16,-1 1-2-16,1 1-2 0,2-2-8 0,-5 2-9 0,2-1-15 16,1 1-20-16,-1-2-27 0,-2 2-25 0,3-2-23 0,-1 1-16 0,-1 0-28 15,-1-1-30-15,3 1-66 0,-1-1-81 0,0 1-83 0,-3-2-83 16,7 1-69-16,-6 1-68 0,3-3-65 0,2 2-70 0,0-1-37 0,-3-3-21 16,5 1-2-16,-3-1 7 0,-1 0 23 0,4-2 27 0,-4 3 65 0,3-3 82 15,-1 0 85-15,0 0 85 0,-1 0 77 0,3 1 73 0,-4 1 85 0</inkml:trace>
  <inkml:trace contextRef="#ctx0" brushRef="#br0" timeOffset="95388.63">23566 3658 159 0,'4'-4'330'0,"-4"2"55"0,0-2 28 0,0 2 15 0,0 1 6 0,0 1 7 0,0 0 4 0,1-3 6 16,-1 3 10-16,0-2 13 0,0 2 21 0,4-1-28 0,-2-1-47 0,-2 1-73 15,3-1-87-15,1 2-34 0,-2-2-4 0,3 1 0 0,-1 1 3 16,1-1 3-16,1-1 5 0,-3 1 0 0,3-1-2 0,1 2-8 0,0 0-13 16,-3 0-14-16,5 0-17 0,-4 0-16 0,1 0-18 0,-1 0-16 0,4 3-13 15,-5-1-8-15,1-1-3 0,1 2-3 0,-3-1-2 0,3 1 0 0,-1 0-4 16,-1 1-3-16,1-1-3 0,-1 2-5 0,-1-2-5 0,-1 1-8 0,4-1-6 16,-3 3-8-16,-3-3-4 0,4 3-6 0,-2-1-4 0,1-1-7 0,-1 2-10 15,2 0-6-15,-4-1-5 0,3 1-2 0,-1 0-4 0,-2-2-1 0,0 2-3 16,4-1-1-16,-4 1-4 0,2-2-7 0,-2-1-7 0,0 2-16 0,0-1-16 15,0-1-29-15,0 0-33 0,0 0-50 0,0-3-59 0,0 3-57 0,0-3-57 16,0 2-46-16,0-2-42 0,0 3-41 0,0 0-44 0,0-3-41 0,0 0-44 16,0 0-53-16,0 0-60 0,0 0-3 0,0 0 17 0,3-6 46 0,-3 1 54 15,0-1 56-15,4 0 57 0,-4-2 47 0,2 3 39 0,-2-3 44 0,3 1 43 16,1 1 50-16,-4-2 49 0</inkml:trace>
  <inkml:trace contextRef="#ctx0" brushRef="#br0" timeOffset="95567.84">23814 3567 283 0,'3'-3'381'0,"-3"1"45"0,0 2 34 0,0 0 29 16,0 0 38-16,0 0 40 0,0 0 49 0,0 0 53 0,-3 2 38 0,3 1 29 16,-4 0 3-16,4 0-8 0,-5 1-103 0,3 1-148 0,-2-1-73 0,-1 2-43 15,-2 0-34-15,1 0-27 0,1 2-41 0,-1-1-48 0,1 1-66 0,-4 1-76 16,2-2-93-16,-4 2-101 0,5 0-96 0,-3 0-93 0,0 0-84 0,4 0-77 16,-4 0-105-16,3 0-117 0,1 0-53 0,-2 0-25 0,1-3-8 0,4 2 1 15,-5-3 16-15,5 2 22 0,-1-4 55 0,-1 1 71 0,2-1 79 0,2-3 76 16,0 0 77-16,-5 2 72 0</inkml:trace>
  <inkml:trace contextRef="#ctx0" brushRef="#br0" timeOffset="100676.63">6110 4578 172 0,'0'0'413'0,"0"0"86"0,0 0 48 0,0 0 26 0,0 0 17 0,0 0 20 0,0 0 17 0,0 0 23 0,0 0 21 0,0 0 19 0,0 0 17 0,0 0-34 0,0 0-54 16,0 0-130-16,0 0-167 0,0 0-81 0,0 0-48 0,0 0-25 0,0 0-17 15,0 0-19-15,5-2-16 0,-5 2-21 0,6-1-23 0,-6 1-20 0,3 0-15 16,3-2-11-16,-3 1-11 0,-1-1-5 0,5 0-2 0,-5 1-1 16,4 1-1-16,1-1 0 0,-2-1-1 0,1 2-25 0,-1-1-34 0,-1-1-61 15,1 1-71-15,1 1-65 0,-3-2-65 0,3 2-54 0,-3-1-53 0,-1 1-59 16,2 0-67-16,-4 0-69 0,0 0-70 0,5 1-32 0,-5-1-14 16,4 3 18-16,-4-3 29 0,0 0 59 0,-4 6 71 0,2-1 67 0,-1-1 62 15,-3 1 55-15,1-1 51 0,-2 1 61 0,-2-1 64 0</inkml:trace>
  <inkml:trace contextRef="#ctx0" brushRef="#br0" timeOffset="100841.5">6092 4683 123 0,'0'3'286'16,"0"0"43"-16,0 0 20 0,0-3 14 0,0 4 8 0,0-2 8 0,0-2 8 15,0 1 12-15,0-1 10 0,0 0 12 0,3 3 17 0,-3-3-30 0,2 0-50 16,-2 0-70-16,0 0-80 0,4 2-36 0,-4-2-12 0,0 0-11 0,5 0-5 16,-1 0-8-16,-2 0-9 0,1 0-22 0,3-2-28 0,-1 2-47 0,4 0-52 15,-2-2-68-15,1 1-68 0,1 0-111 0,0-1-130 0,2 2-60 16,1-3-30-16,-3 0-13 0,2 0-7 0,2-1-5 0,-2-2 0 0,-2 0 10 15,0 0 20-15,2-2 31 0,-2-1 39 0,3 0 51 0,-1 2 52 16</inkml:trace>
  <inkml:trace contextRef="#ctx0" brushRef="#br0" timeOffset="101230.46">6611 4170 123 0,'-2'-2'411'0,"-2"1"175"0,1-2 77 0,3 1 33 15,0 2 12-15,0 0 5 0,0-1-1 0,0 1-1 0,0-2-2 0,0 2-2 16,3-3 0-16,-3 3-1 0,0 0-102 0,6-1-146 0,-2 1-161 0,1-2-169 16,0 2-72-16,4-1-29 0,2-1-9 0,6-1 1 0,-1 2 1 0,6-4 2 15,-1 1 0-15,6-2 4 0,2 0 1 0,0-2 3 0,0 1 0 16,4 1 0-16,5-2-2 0,-4-1 1 0,4 2-2 0,-2-1 0 0,2 1-2 15,0-1-3-15,2 1 2 0,-2 0 5 0,4 2-1 0,-3-1-1 16,-1-1-3-16,0 2-1 0,0 0-2 0,4 1 0 0,-4-2 0 0,0 1-3 16,0 1-2-16,0 1-2 0,0-2-4 0,-4 2-1 0,4 0-1 0,-3 0-4 15,1 0-1-15,-2-1 2 0,0 2-1 0,-1-2 2 0,1 1 4 0,-3 0 1 16,0 0-2-16,-2-2-3 0,0 2-2 0,-2 0 1 0,0 0-1 0,-5 0 1 16,1 0-1-16,1 0-1 0,-6 0-3 0,2 2-4 0,-6-2-10 0,1 1-10 15,-1 1-20-15,-5-2-22 0,0 3-23 0,0-2-23 0,-3 1-36 0,-1-1-38 16,-1 2-51-16,-4 0-53 0,0 0-50 0,0 0-50 0,0 0-53 0,-4 0-52 15,-1 0-66-15,-1 2-71 0,-3 1-33 0,-2-2-12 0,-1 1 8 16,-3 2 19-16,1-1 33 0,-1 2 39 0,-3-1 48 0,-2 2 52 0,0 0 53 16,-3 0 50-16,-1 0 54 0,5 2 58 0</inkml:trace>
  <inkml:trace contextRef="#ctx0" brushRef="#br0" timeOffset="101664.65">6701 4293 30 0,'-5'1'275'0,"-1"1"90"0,-1-1 48 0,2 1 30 0,3-1 22 0,-2 1 19 16,1-1 21-16,1 2 26 0,-2-2 26 0,4 1 26 0,0-2 34 0,-1 0 33 16,-3 2-45-16,4-2-83 0,0 3-72 0,0 0-70 0,0 0-31 0,0 1-19 15,0 4-11-15,0-1-14 0,0 2-13 0,0 2-18 0,0 2-21 16,4 1-22-16,-4 0-29 0,1 3-28 0,-1 1-24 0,4 0-23 15,-4 0-16-15,2 3-23 0,1-3-11 0,-3 2-8 0,0-1-9 0,4 0-8 16,-2 1-7-16,-2-2-6 0,0 0-7 0,3-3-4 0,-3 2-5 0,0-2-5 16,0 0-3-16,2-3-5 0,-2 0-1 0,0-2-1 0,0 1-2 0,0-2-2 15,0-2 1-15,0 1-1 0,0-2 2 0,0 0 0 0,-2-2 3 0,2 2 0 16,0-3 2-16,-3 2 2 0,3-2-1 0,0 0 0 0,-2-2 0 0,-2 2 2 16,1-1 1-16,1 1 0 0,-2-2-2 0,-1 1 1 0,1 1-1 0,-1-2 2 15,-4 2 0-15,3-2 0 0,-3 1-1 0,0 0-1 0,2-1 1 0,-6 1 1 16,4-2 0-16,-1 0-2 0,0 1-1 0,0-1-1 0,1 0-1 0,-4 0-1 15,4 0-4-15,-2 0-8 0,2-1-2 0,0 1 1 0,0 0-2 0,3 0-5 16,-3 0-5-16,4 0-13 0,0 0-17 0,-1 0-22 0,-1 0-52 0,5 0-67 16,-1 0-89-16,3-2-100 0,0 2-68 0,0 0-53 0,0 0-64 0,0 0-61 15,0 0-79-15,3 2-86 0,3-2-33 0,3 0-8 0,-4-2 9 16,4 1 14-16,0-3 53 0,2 2 68 0,2-3 91 0,-3 1 100 0,3-3 72 16,-2 0 61-16,3 0 61 0,1-1 61 0</inkml:trace>
  <inkml:trace contextRef="#ctx0" brushRef="#br0" timeOffset="101897.05">6882 4536 61 0,'6'-2'283'0,"-3"-1"63"0,3 2 32 0,-1-1 18 0,2 2 14 0,-1 2 12 0,3-1 12 0,-4 2 11 0,4-1 15 0,-3 2 17 0,3-1 20 0,-4 2 22 16,4-1-59-16,2 2-98 0,-2 0-65 0,-3 0-53 0,3 3-25 15,0 0-15-15,0 2-10 0,-4-2-3 0,4 1-13 0,-3 2-15 0,-1 0-16 16,2-1-20-16,-1 1-28 0,-1-2-38 0,-1 2-47 0,-2-1-55 0,1-2-47 16,1 0-42-16,-2-2-35 0,-2 2-29 0,0-3-38 0,3 0-34 0,-3-1-39 15,0-1-42-15,0-1-65 0,0-3-78 0,0 0-41 0,0 0-20 16,0 0 7-16,0 0 26 0,0 0 26 0,0 0 31 0,0-3 29 0,-3 0 28 16,3 3 29-16,0-6 31 0,0 0 40 0,0 2 43 0,0-2 67 0</inkml:trace>
  <inkml:trace contextRef="#ctx0" brushRef="#br0" timeOffset="102099.52">7107 4492 253 0,'0'0'347'0,"-2"1"52"0,-2 3 30 15,-1-1 31-15,1 3 27 0,4-1 38 0,-5 3 40 0,-1 1 40 0,3 0 36 16,-3 2 21-16,-3-1 13 0,4 2-56 0,-4 0-97 0,3 0-95 0,-3 0-96 16,0-1-74-16,4 1-61 0,-1-3-75 0,-3 0-83 0,6-2-88 15,1-1-87-15,-2 0-85 0,-1-3-83 0,5 0-84 0,-4 0-83 0,4-3-80 16,0 0-75-16,0 0-29 0,0 0-11 0,4-7 16 0,-4 0 27 15,5 0 46-15,-5 0 53 0,6-2 50 0,-3-2 47 0,-3 1 47 0,6-1 47 16,-1-1 62-16,-1 0 70 0</inkml:trace>
  <inkml:trace contextRef="#ctx0" brushRef="#br0" timeOffset="102429.01">7201 4224 15 0,'0'0'246'0,"1"1"63"0,3-1 30 0,-4 0 15 15,0 2 14-15,4 1 11 0,-3-2 13 0,-1 2 12 0,0 0 7 0,4-1 7 16,-4 1 4-16,4 0 2 0,-4 0-69 0,0-1-101 0,1 2-73 16,-1 0-61-16,0 1-31 0,0-1-14 0,-1 1-12 0,-3 1-14 0,4 0-9 15,-4 0-11-15,3 0-10 0,-3 0-5 0,-1-1-2 0,1 2-2 16,2-1 1-16,-5 1-1 0,1-2 8 0,5 1 9 0,-3-2 12 0,0 1 15 16,-1-2 16-16,3 1 21 0,-1-1 20 0,-1-1 25 0,2-1 21 0,-1 2 22 15,-1-1 17-15,2-2 16 0,2 0 9 0,0 1 4 0,0-1-4 0,0 0-9 16,0 0-11-16,0 0-13 0,0 0-19 0,0 0-21 0,0 0-26 0,0 0-24 15,0 0-26-15,0 0-24 0,0 0-18 0,0 0-17 0,0 0-11 0,0 0-9 16,0 0-4-16,2 0 1 0,2 0-2 0,-1 2-3 0,-1-2-3 0,2 0-5 16,1 0-16-16,0 1-24 0,-1-1-34 0,1 2-37 0,-1-2-40 0,2 0-44 15,-1 0-35-15,-1 0-34 0,1 1-45 0,-1-1-51 0,1 2-73 16,-1-2-85-16,-4 0-46 0,5 0-30 0,0 0 4 0,1 1 19 0,-2-1 32 16,1 2 38-16,-1-1 41 0,-3 2 41 0,3-2 39 0,1 1 34 0,-1 3 46 15,-2-2 48-15,1 1 75 0</inkml:trace>
  <inkml:trace contextRef="#ctx0" brushRef="#br0" timeOffset="102758.73">7278 4614 289 0,'0'0'374'0,"0"0"32"16,0 0 14-16,0 0 7 0,0 0 5 0,4 3 2 0,-4-3 9 0,4 1 9 16,-3 1 13-16,3-2 13 0,-2 1-3 0,1-1-10 0,3 0-99 0,-3 0-142 15,3 0-60-15,-1-1-22 0,4 1-9 0,-3 0-3 0,3-2 5 0,-2 2 5 16,0-1-1-16,2 1-3 0,0-2-10 0,0 1-9 0,0 1-13 0,-3-3-11 16,3 3-11-16,0-2-13 0,-4 1-6 0,1-1-8 0,3 1-5 15,-4-1-4-15,-1 1-6 0,1 1-11 0,-1-2-7 0,-2 2-5 0,1 0-4 16,-3 0-2-16,0 0-13 0,2-1-13 0,-2 1-27 0,0 0-35 0,0 0-39 15,0 0-39-15,0 0-37 0,0 0-36 0,0 0-41 0,0 0-42 0,0 0-48 16,0 0-54-16,0 0-63 0,0 0-70 0,-2-2-22 0,2 2-4 0,0 0 20 16,-5-1 29-16,5 1 36 0,0 0 40 0,-7 0 35 0,7 0 36 15,-2-2 41-15,2 2 44 0,0 0 48 0,-4-3 51 0</inkml:trace>
  <inkml:trace contextRef="#ctx0" brushRef="#br0" timeOffset="103162.74">7396 4405 189 0,'0'-3'226'0,"0"3"22"16,4-2 12-16,-3 1 10 0,-1 1 7 0,0 0 5 0,0-3 6 15,0 3 14-15,0 0 7 0,0 0 8 0,0 0-16 0,0 0-29 0,0 0-49 16,0 0-62-16,0 0-25 0,0 0-13 0,0 0-4 0,0 0-1 0,0 0 0 15,0 0 2-15,0 0 2 0,0 0 1 0,0 0 4 0,0 0 6 16,0 0 8-16,6 0 7 0,-6 0 8 0,0 0 10 0,0 0 9 0,0 0 11 16,0 0 12-16,0 2 12 0,0-2 12 0,0 0 11 0,0 0 11 0,0 0 14 15,0 0 8-15,0 0 4 0,0 0-1 0,0 0-7 0,0 1-6 0,0-1-4 16,3 3-9-16,-3 0-11 0,0 0-15 0,0 2-10 0,4-2-13 0,-4 1-14 16,2 4-17-16,-2-2-19 0,0 1-15 0,0 2-14 0,0 0-11 0,3 2-8 15,-3-2-11-15,0 3-8 0,0 0-8 0,0-2-6 0,0 4-6 0,0-2-9 16,0-1-8-16,0 3-7 0,0-2-4 0,-3 2-2 0,3-4-5 0,0 4-4 15,0-4-3-15,0 1-1 0,0-1-2 0,0 1-3 0,0-2-3 0,0 0-3 16,-2-2-6-16,2 1-8 0,0-1-10 0,-4-1-10 0,4 0-20 0,0 0-23 16,0-2-47-16,0 1-62 0,0-2-75 0,0 2-85 0,0-4-66 0,0 2-60 15,0 0-58-15,0-3-61 0,0 0-82 0,0 0-91 0,0 0-35 16,0 0-9-16,0 0 10 0,6 0 17 0,-6 0 47 0,5-2 59 16,2 1 76-16,-5-2 84 0,2 2 65 0,1-2 60 0,-1-2 60 0,1 4 63 15</inkml:trace>
  <inkml:trace contextRef="#ctx0" brushRef="#br0" timeOffset="104793.72">7801 4377 141 0,'0'3'329'0,"-4"-2"60"0,4 0 35 0,-1 1 23 0,1-2 23 15,0 3 14-15,0-3 19 0,0 3 20 0,0-3 15 0,0 2 19 0,0-2 14 16,0 0-36-16,-4 1-57 0,4-1-101 0,0 0-116 0,0 2-59 0,0-2-36 15,0 0-22-15,0 0-20 0,0 0-20 0,0 0-18 0,0 0-18 0,0 0-18 16,0 0-19-16,0 0-14 0,0 0-11 0,0 0-8 0,0 0-1 0,0 0 0 16,0 0 0-16,0 0 0 0,0 0 2 0,0 0-1 0,0 1 4 0,0-1 4 15,0 0 6-15,0 0 7 0,0 0 11 0,0 0 12 0,0 0 9 0,0 0 12 16,0 0 10-16,0 0 8 0,0 0 7 0,0 0 3 0,0 0 5 0,0 0 1 16,0 0-1-16,0 0-2 0,0 0-4 0,0 0-8 0,0 0-8 0,0 0-10 15,0 0-9-15,0 0-11 0,0 0-8 0,0 0-9 0,0 0-5 16,0 0-2-16,0 0-2 0,0 0-2 0,0 0-1 0,0 0-1 15,0 0 2-15,0 0 2 0,0 0 1 0,0 0 4 0,0 0 2 0,0 0 4 16,0 0 1-16,0 0 4 0,0 0 4 0,0 0 3 0,0 0 4 0,0 0 2 16,0 0 2-16,0 0 5 0,0 0 2 0,0 0 0 0,0 0 0 0,0 0-2 15,0 0-3-15,0 0-2 0,0 0 1 0,0 0-4 0,0 0 0 0,0 0-5 16,0 0-4-16,0 0-1 0,0 0-3 0,0 0-3 0,0 0-1 0,0 0-1 16,0 0-1-16,0 0 2 0,0 0 2 0,0 0 5 0,0 0-3 0,0 0-4 15,0 0-4-15,0 0-4 0,0 0-2 0,0 0-1 0,0 0 2 0,-2 2-1 16,2-2-2-16,-3 1-1 0,3 2-2 0,0-1-4 0,0 1-5 0,-4 0-7 15,2 1 2-15,-1 2 3 0,3-1 2 0,-6 2 1 0,6 1 0 16,-4-1-2-16,-1 2-1 0,5 0-1 0,-5 0-1 0,5 0-2 0,-4 0-1 16,2-1 4-16,-1 1-2 0,3-2-2 0,-4 1 1 0,2-1-1 0,2 1 1 15,0-1-1-15,0 1 1 0,-3-1-1 0,3 0-1 0,0 1 0 0,0 0 2 16,3-1-1-16,-3 1 1 0,6-2-2 0,-3 0 1 0,3 0 2 0,-1 0 2 16,4 0-2-16,0-2 0 0,2 1 1 0,-2-2 1 0,4 1 1 15,-2-2 0-15,3-1 0 0,-3 1 1 0,5-2 1 0,-1 0-1 0,-1-2 1 16,1 1-2-16,-5-1-2 0,5-1-2 0,-1 0 2 0,1 0-1 0,-2 0 0 15,-3 0-1-15,-1 0-4 0,0 0 1 0,0 0 1 0,1 0 0 0,-5 0 0 16,4 2 0-16,-4-2 0 0,1 0 0 0,-1 1-2 0,-1 1-1 0,0-2-1 16,-3 1-7-16,3 2-5 0,-4-1-13 0,2-1-11 0,-2 2-33 0,3-3-37 15,-3 3-68-15,0 0-86 0,0-1-70 0,0 1-69 0,0 0-71 0,0-3-74 16,0 3-83-16,-3-5-90 0,1 2-35 0,2-1-14 0,-4 1 4 0,3 0 8 16,-3-2 31-16,0 2 37 0,-1 0 67 0,3 2 85 0,-5-2 74 15,5 0 68-15,-2 1 71 0,-1 0 75 0</inkml:trace>
  <inkml:trace contextRef="#ctx0" brushRef="#br0" timeOffset="105017.85">7982 4392 1 0,'0'0'257'0,"0"0"97"0,-5 0 57 0,5 3 39 0,-4 0 47 0,4 1 47 16,0 1 59-16,0 1 62 0,0 1 41 0,-2 2 37 0,-2 0 22 0,4 2 15 15,-3 1-49-15,-3 1-82 0,6 2-85 0,-5 0-92 0,1 2-53 0,3-2-37 16,-3 3-44-16,-1-2-46 0,1 2-59 0,-2 0-60 0,3 0-45 0,1-1-38 15,-2-1-29-15,3 1-25 0,-3-1-36 0,0 1-40 0,3-2-68 0,-3-1-80 16,2 2-90-16,-1-3-97 0,3 1-94 0,-4-1-97 0,4-2-95 0,-2 1-96 16,-2-3-40-16,4 0-19 0,-3 0-3 0,1-3 3 0,2 0 21 15,0-2 22-15,-4-1 59 0,4-3 73 0,0 0 90 0,0 0 94 0,0 0 93 16,0 0 96-16</inkml:trace>
  <inkml:trace contextRef="#ctx0" brushRef="#br0" timeOffset="105990.35">4911 5668 66 0,'0'2'304'0,"0"-2"84"0,0 0 41 0,0 0 25 0,0 0 15 0,0 0 8 0,0 0 8 0,0 0 11 0,0 0 13 0,0 0 14 16,0 0 21-16,0 1 27 0,0-1-66 0,0 0-106 0,3 2-83 0,-3-1-71 16,2-1-36-16,2 2-19 0,-4-1-8 0,2 2-8 0,1-1-10 0,3-1-8 15,-3 1-11-15,3 1-18 0,-3-2-20 0,3 2-22 0,-1-2-19 0,4 3-17 16,-3-3-12-16,1 1-13 0,0-2-22 0,0 1-32 0,-1 1-45 15,-1-1-49-15,4 1-56 0,-3-2-54 0,-1 0-58 0,2 1-63 0,-1-1-96 16,-1 0-114-16,-5 0-50 0,6 0-26 0,-6 0-9 0,3 0-4 0,-3 0 16 16,0 0 23-16,0 0 40 0,0 0 51 0,0 0 52 0,0 0 53 15,0 0 61-15,-3 3 64 0</inkml:trace>
  <inkml:trace contextRef="#ctx0" brushRef="#br0" timeOffset="106224.65">4876 5902 228 0,'-3'3'362'0,"3"0"34"0,-4-1 20 0,4-2 9 16,0 0 15-16,4 3 16 0,-4-3 16 0,0 1 15 0,0 1 29 15,3-1 36-15,-1 0 23 0,2 1 12 0,-4-2-88 0,5 2-140 0,-1-1-57 16,-2 1-22-16,5-2-11 0,-2 1-7 0,-3 1-11 0,7-1-15 0,-5 1-14 16,5-1-17-16,-4-1-27 0,4 2-36 0,-3-1-28 0,3-1-23 15,-4 1-24-15,4 1-19 0,-3-2-13 0,3 0-13 0,-4 2-22 0,1-2-27 16,3 1-42-16,-6-1-53 0,3 0-54 0,-1 0-56 0,-1 0-49 0,1 0-46 15,-1 2-53-15,-2-2-57 0,1 0-67 0,-3 0-62 0,0 0-52 0,0 0-44 16,0 0-5-16,0 0 12 0,0 0 38 0,0-3 48 0,0 3 53 0,0-6 54 16,0 6 50-16,0-6 46 0,0 0 50 0,0 0 52 0,0 0 66 0</inkml:trace>
  <inkml:trace contextRef="#ctx0" brushRef="#br0" timeOffset="106616.58">5048 5577 94 0,'0'-3'339'0,"0"1"73"16,-3 1 44-16,3 1 22 0,0 0 15 0,3-2 10 0,-3 2 8 15,0 0 6-15,0-1 8 0,0 1 10 0,0 0 14 0,2-2-14 0,-2 2-26 16,4 0-83-16,-1 0-113 0,-1 0-56 0,2 0-31 0,-3 0-17 0,3 0-5 16,1 0-6-16,3 0-3 0,-3 2-5 0,1-2-5 0,3 0-9 0,-4 1-10 15,4-1-20-15,0 2-27 0,0-2-25 0,-2 1-27 0,2-1-13 0,0 2-10 16,-3-1-5-16,3 1-1 0,0-1 0 0,-4-1-4 0,4 3 2 0,-3-1 0 15,3-1 0-15,-4 1-1 0,3 1 2 0,-3 0 5 0,0-2-2 0,1 2-1 16,-1 0 3-16,-1 0 3 0,1 0 2 0,-1 0-2 0,1 0 0 0,-1 2 3 16,1-3-1-16,-5 3 0 0,6 0 1 0,-3-1 4 0,-1 0 4 15,2 3 2-15,0-1 4 0,-3-2 2 0,-1 2 0 0,0-1-2 0,0 1-1 16,0-2 1-16,0 2 1 0,0 0-2 0,0 0 1 0,-1 0 1 0,-3 2-5 16,0-1-4-16,-1 1-4 0,3 0-5 0,-5 2-6 0,1 0-3 0,1 1-6 15,-4-1-5-15,0 2-4 0,3 0-3 0,-4 0-4 0,1 0-8 16,-4 0-8-16,2-1-8 0,2-1-11 0,-2 0-11 0,-2 1-14 0,4-2-16 15,-1 0-22-15,1 0-27 0,0-3-40 0,-1 0-47 0,1 0-61 0,4 0-64 16,-4-3-62-16,4 2-59 0,-1-2-61 0,1-2-60 0,-3 2-83 0,7-1-94 16,-5-1-32-16,6-1-8 0,-9-1 14 0,6-1 21 0,-3 0 41 0,3 1 47 15,1-2 60-15,-2 0 66 0,4-1 61 0,0 4 60 0,0-7 66 0,0 3 69 16</inkml:trace>
  <inkml:trace contextRef="#ctx0" brushRef="#br0" timeOffset="109223.09">6150 5524 97 0,'3'-3'392'0,"-3"2"173"0,0 1 82 0,0 0 39 0,0 0 20 0,0 0 14 0,0 0 14 0,0 1 8 16,0 2 14-16,0 0 12 0,0 0 11 0,-3 2 11 0,1-2-84 0,-2 2-132 15,2 3-155-15,-1 0-166 0,-1 2-78 0,-1 0-37 0,-1 4-18 0,1 1-10 16,-4 0-10-16,5 3-12 0,-1 0-13 0,-4 0-12 0,3 3-12 0,1-1-10 16,-2 1-10-16,1-2-7 0,1 1-4 0,-1-2-7 0,3 0-8 0,-3-2-8 15,3-1-12-15,-3-1-14 0,6-2-22 0,-3-2-28 0,1 1-49 0,2-4-60 16,0 1-61-16,-4-4-64 0,4 1-53 0,4-3-49 0,-4 2-43 0,0-3-40 15,0-1-42-15,5 0-42 0,-1-1-53 0,-2-3-60 0,1 0-25 0,3 0-5 16,-3-4 33-16,3-1 54 0,-1-1 60 0,1-2 60 0,1-2 54 0,-2 2 47 16,1-3 43-16,-1 2 41 0,-1-2 46 0,1 1 49 0</inkml:trace>
  <inkml:trace contextRef="#ctx0" brushRef="#br0" timeOffset="109522.45">6133 5667 255 0,'2'-8'308'0,"-2"1"26"0,4 1 13 16,-4 0 9-16,3 1 5 0,-1 2 9 0,-2-1 14 0,0 2 17 15,4 1 27-15,-4 1 29 0,0 0 18 0,2 0 17 0,1 1-39 0,-3 1-62 16,6 1-19-16,-3 0 0 0,-1 3 7 0,2 0 11 0,1 1 2 0,-1 2-2 15,-2 2-12-15,1 1-17 0,3 1-23 0,-6 0-29 0,3 3-44 0,-3-1-50 16,4 1-55-16,-2 1-61 0,-2-2-58 0,3-1-56 0,-3 2-60 0,0-3-64 16,2-1-52-16,2 0-50 0,-4-1-42 0,0-2-40 0,0-2-34 0,3 1-32 15,-1-4-27-15,-2 1-27 0,0-2-20 0,0 0-19 0,0 0-4 0,0-3 1 16,0 3 10-16,0-2 13 0,0 1 15 0,-2-1 13 0,-1-1 26 0,-1 0 30 16,2 0 42-16,-3 0 48 0,1-1 59 0,-1 1 69 0,1-2 66 15,-1 1 67-15,1-2 62 0,-1 1 59 0,-1 1 52 0,3-2 51 0,-3 1 45 16,3-1 45-16,1 0 28 0,-2 0 23 0,-1 0 2 0,5 0-2 0,-4 0-23 15,4 0-27-15,-2-1-28 0,-1 1-26 0,3-2-21 0,0 2-16 0,3-3-14 16,-1 2-10-16,-2-1-9 0,0-1-13 0,4 2-12 0,-1-2-10 16,-1 1-14-16,4-3-13 0,-3 3-28 0,3-1-33 0,-3 1-46 0,3-1-51 15,-1-1-54-15,1 0-57 0,3 2-68 0,-6-1-74 0,6-1-75 0,-3 2-79 16,-1-3-35-16,1 2-17 0,3-1-8 0,-6 2-3 0,6-1 17 0,-3 0 19 16,-1 0 35-16,-1 0 38 0,1 0 42 0,1 3 47 0,-1-1 59 0,2-1 65 15</inkml:trace>
  <inkml:trace contextRef="#ctx0" brushRef="#br0" timeOffset="109879.11">6412 5605 171 0,'9'-3'265'0,"-5"-1"31"0,1 1 20 0,0 0 12 16,3 0 11-16,-3 0 10 0,-3 1 11 0,5 1 10 0,-1-3 10 0,-3 3 5 16,3 0 6-16,-5-1-51 0,7 1-75 0,-7-1-63 0,5 1-57 15,-2 1-27-15,1-2-15 0,-1 1-9 0,-3 1-8 0,-1 0 0 0,4 0 2 16,0 0 14-16,-4 0 19 0,0 3 24 0,1-2 25 0,-1 4 17 0,-1-1 13 15,-3 1 13-15,0 2 11 0,3 2 14 0,-3-1 13 0,-1 2 10 0,-1 2 7 16,2-1 1-16,-5 2-4 0,4 1-16 0,-4-2-21 0,4 1-23 0,-4-1-26 16,3 2-18-16,-3-2-16 0,4 0-17 0,-1-2-16 0,-1-1-18 0,5 0-14 15,-1 0-14-15,-3-3-11 0,2 2-10 0,3-2-9 0,1-4-9 0,0 3-9 16,0 0-6-16,0-2-6 0,0 0-3 0,1-1-2 0,3 2-1 0,-4-3 2 16,6 2-2-16,-3 2 0 0,-1-2 0 0,2 1 0 0,1-1 0 15,-1 0 1-15,1 0-1 0,0 0 2 0,3 2-5 0,-3-4-5 0,1 2-11 16,-1-1-17-16,-1-1-24 0,1-1-33 0,0 0-42 0,-1 0-53 0,0 0-52 15,-3-1-49-15,3-1-46 0,-2 0-42 0,2 1-52 0,-4 1-50 16,3-3-61-16,-1 2-64 0,-2 1-41 0,0 0-31 0,0-6 4 0,0-1 24 16,-2 2 38-16,2 0 52 0,-3-1 50 0,3 1 48 0,-4 1 45 0,2-2 46 15,2 3 49-15,-4-3 52 0,4 3 66 0</inkml:trace>
  <inkml:trace contextRef="#ctx0" brushRef="#br0" timeOffset="110014.5">6450 5746 231 0,'-2'-3'294'15,"2"0"34"-15,2 0 18 0,2 2 13 0,-4-1 13 0,5 1 12 0,-5-1 13 16,4 0 11-16,-1 1 13 0,-1 1 9 0,3-3 9 0,-1 2-59 0,0 1-91 15,-3-2-72-15,3 1-59 0,-2 1-31 0,2-2-17 0,1 2-21 0,-1 0-20 16,-3 0-32-16,7 0-34 0,-7 0-43 0,7 0-51 0,-7 0-65 0,5 0-71 16,-6 0-78-16,7-1-82 0,-5-1-37 0,3 1-16 0,-1-1-7 15,1 2-7-15,4-2 6 0,-3 2 9 0,1-1 16 0,-1 0 24 0,3-1 32 16,1 2 38-16,-1 0 54 0,1 0 65 0</inkml:trace>
  <inkml:trace contextRef="#ctx0" brushRef="#br0" timeOffset="110176.13">6707 5671 199 0,'0'0'292'0,"0"0"23"0,0 0 15 0,3 0 8 16,-3 0 7-16,4 0 5 0,-4 0 5 0,2 0 4 0,-2 0 3 0,3 0 1 15,-1 0-16-15,2 0-29 0,-1 0-83 0,-1 0-111 0,2 0-51 0,1 0-27 16,1 0-17-16,-3 0-16 0,3 0-22 0,-1 0-25 0,4 0-32 16,-5 0-34-16,1 2-39 0,1-2-43 0,1 1-57 0,-7-1-63 0,2 0-31 15,-2 0-17-15,0 0-8 0,0 0-2 0,0 0 0 0,0 0 9 0,0 0 18 16,0 5 16-16,0-2 29 0,-6 1 29 0,6-1 38 0,-3 1 41 15</inkml:trace>
  <inkml:trace contextRef="#ctx0" brushRef="#br0" timeOffset="110343.67">6745 5727 145 0,'-6'4'298'0,"1"1"35"0,1-1 17 0,2 1 15 16,-1-1 8-16,3 1 5 0,-4-2 6 0,2 0 7 0,2 0 3 0,-3-2 8 15,3-1 1-15,0 0-5 0,0 2-83 0,3 0-122 0,-3 0-57 0,2 0-29 16,2-1-14-16,-1-1-11 0,-1 2-4 0,2-1-9 0,1 1-4 0,1-2-6 16,1 1-13-16,-2-1-22 0,1 0-30 0,-1 0-36 0,4 0-33 0,-3 0-34 15,1 0-31-15,0-1-34 0,0 1-57 0,1 0-71 0,1-2-57 0,-4-1-50 16,4 0-21-16,-2 1-11 0,-1 0 5 0,3-1 11 0,-2 0 23 0,0 0 25 15,-1-2 28-15,-1 2 26 0,1-1 29 0,1 1 29 0,-2 0 54 16</inkml:trace>
  <inkml:trace contextRef="#ctx0" brushRef="#br0" timeOffset="110674.9">7031 5607 159 0,'3'0'263'0,"3"-2"35"0,-3 1 18 15,3-1 15-15,-1 2 14 0,-1 0 13 0,1-1 15 0,1-1 16 0,-3 2 20 16,3-1 17-16,-3-1 17 0,3 1-41 0,-3-1-61 0,-1 1-50 0,2-1-43 16,-3 1-1-16,3 1 14 0,0-2 20 0,-4 2 23 0,0 0 19 0,0 0 19 15,0 0 3-15,0 0 2 0,0 0-3 0,0 0-4 0,0 0-10 0,0 0-11 16,0 0-18-16,0 0-19 0,-4 3-26 0,4 0-32 0,-4 0-32 16,-1 2-32-16,3 1-32 0,-1 1-28 0,-3 1-18 0,-3 1-16 0,6 0-10 15,-7 0-13-15,5 1-4 0,-6 1-1 0,6-1-2 0,-2 1-2 0,-1-1-1 16,1 2-1-16,2-1-2 0,-4 1 1 0,3-2-2 0,1 1-5 0,1-2-5 15,-1 1-4-15,1-1-1 0,2 0-2 0,-1 0-2 0,-1-1-2 0,2-1-2 16,2-1 0-16,-3 2-2 0,3-2-1 0,0-1-3 0,0 2-1 16,3-3-1-16,-3 2 2 0,2 0 0 0,2-1-1 0,1-1-1 0,-1-1-1 15,1 3 0-15,-1-3-1 0,5 2-7 0,-4-2-7 0,4 1-13 0,-3-2-17 16,5-1-42-16,-4 1-57 0,0-1-84 0,2-1-94 0,0 0-74 0,0-1-65 16,0-2-81-16,0 1-89 0,-3-2-75 0,3-4-67 0,0 2-24 0,-2-1-7 15,2-2 6-15,0-2 15 0,-4 2 40 0,5-1 56 0,-1-3 83 0,0 3 98 16,-4 0 71-16,4-1 67 0,-3 2 83 0,3-1 90 0</inkml:trace>
  <inkml:trace contextRef="#ctx0" brushRef="#br0" timeOffset="111092.81">7257 5602 247 0,'1'0'356'0,"3"-3"45"0,-2 3 33 15,5-3 31-15,-1 2 28 0,3-1 29 0,-2 1 24 0,2-2 26 0,0 0 25 16,0 1 31-16,0-3 4 0,2 3-9 0,1-1-91 0,-1-2-133 15,-2 2-68-15,2-2-41 0,2 1-28 0,-2 1-30 0,-2-1-27 0,3 1-27 16,-3-2-26-16,2 2-24 0,-2-1-27 0,0 1-27 0,-1 0-20 0,1 1-17 16,-2-1-10-16,-5 2-12 0,3-1-11 0,-1 1-10 0,1-1-16 0,-5 2-11 15,0 0-25-15,0 0-31 0,0 0-32 0,0 0-33 0,0 0-26 0,0 0-26 16,-5 2-18-16,1-1-11 0,-1 4-9 0,-1-2-9 0,1 3 0 0,-2-2 1 16,1 4 8-16,-5 1 9 0,2-2 22 0,0 4 27 0,4-2 32 0,-8 1 33 15,6-1 29-15,-2 2 26 0,0-1 18 0,0 1 17 0,0-2 19 0,0 1 16 16,3 1 18-16,-3-1 14 0,4 1 14 0,-1-1 12 0,3-1 12 0,-3 0 15 15,3 0 10-15,1-2 10 0,-2 3 11 0,4-3 10 0,0-1 13 0,0 2 14 16,0-2 8-16,0 0 1 0,4 0 1 0,-2 0-1 0,1-2-1 0,3 1-1 16,-3-2-2-16,3 1-4 0,3-1-4 0,-4 0-3 0,1 0-4 0,3-1-6 15,-4 1-11-15,4-3-16 0,-1 3-11 0,-1-3-10 0,0 0-8 0,-2 0-10 16,1 0-9-16,-1 0-11 0,-1 0-6 0,1 0-11 0,1 0-16 0,-3-3-19 16,3 3-34-16,-6-2-43 0,3 1-51 0,-1 1-55 0,-2 0-53 15,4-2-58-15,-4 2-53 0,0 0-52 0,0 0-53 0,-4-3-49 0,4 3-68 16,-2-3-75-16,-1 2-26 0,1-4-5 0,-2 2 16 0,1 0 35 0,-3 0 43 15,1 0 53-15,1 2 52 0,2-2 52 0,-5 0 53 0,5 1 56 16,-1-1 50-16,3 3 52 0</inkml:trace>
  <inkml:trace contextRef="#ctx0" brushRef="#br0" timeOffset="111213.05">7419 5701 10 0,'6'-3'234'0,"-1"0"55"0,-1-1 28 0,1 2 19 0,1 1 10 0,1-1 10 16,-2 1 4-16,1 1 4 0,-3 0 4 0,3-2-1 0,-4 2 3 0,1 0-1 15,3-1-74-15,-3 1-107 0,1 0-95 0,-2 0-86 0,1 1-83 0,-1 1-84 16,-2-2-73-16,0 0-72 0,0 0-32 0,0 0-17 0,0 0-9 0,0 4-3 15,0 0-2-15,-5 1-1 0,3-2 5 0,-2 2 10 0,-1-2 24 0,1 3 34 16,-1 0 55-16</inkml:trace>
  <inkml:trace contextRef="#ctx0" brushRef="#br0" timeOffset="111661.87">5772 6642 31 0,'0'4'297'0,"0"2"117"0,0-1 75 0,-4 2 53 0,4 2 45 0,0 0 42 0,0 0 35 0,0 2 32 0,0 1 21 0,0 1 13 0,-2 0 9 0,-1 3 4 0,-1-1-71 0,2 0-107 15,-1 0-114-15,-3-1-119 0,6 2-75 0,-3-1-53 0,-3 0-54 0,6-2-57 16,-4 1-63-16,3-1-68 0,-3-1-68 0,4-1-68 0,0-1-59 0,-2 1-58 16,2-4-43-16,0 1-41 0,0-1-39 0,0-1-34 0,0-1-38 15,0-1-37-15,0-1-45 0,0-3-46 0,0 0-14 0,0 0-2 0,0 0 33 16,0 0 47-16,2-4 47 0,-2-2 49 0,4-2 43 0,-3 1 39 0,3-1 36 16,-4-1 38-16,6 0 37 0,-3 0 39 0</inkml:trace>
  <inkml:trace contextRef="#ctx0" brushRef="#br0" timeOffset="111946.96">5801 6730 210 0,'1'0'290'0,"7"2"37"0,-3 1 26 16,-1 1 22-16,1 2 19 0,1 2 23 0,-1-1 20 0,-1 1 20 0,1-1 20 15,0 2 13-15,1 2 10 0,1-2-56 0,-1 0-84 0,-3 0-71 0,3 0-65 16,-5 0-37-16,3 0-25 0,1-2-26 0,-1 2-25 0,-2-2-32 0,1 3-40 16,1-3-37-16,-2 1-41 0,-2-2-31 0,4 0-26 0,-4 0-22 15,0-2-18-15,3 1-15 0,-3-1-12 0,0 1-9 0,0-2-4 0,-3-2-5 16,3 2-3-16,0 0 11 0,-4-1 16 0,2-1 18 0,-2 0 19 15,1 1 22-15,1-2 20 0,-2 0 21 0,-1 0 17 0,0 0 24 0,1 0 19 16,2-2 18-16,-1 1 16 0,-1 0 17 0,-2 1 19 0,1-3 11 0,5 1 14 16,-4 1 8-16,3-1 8 0,-3-1 2 0,0 0 2 0,3 0 0 0,1 2-1 15,0-2-9-15,-4 0-7 0,4 0-8 0,4-2-10 0,-4 1-9 0,0-1-12 16,1 1-11-16,3-2-9 0,0 0-16 0,-3 0-18 0,5 0-28 0,-3-2-30 16,3 1-39-16,3-1-40 0,-5 2-50 0,1-1-57 0,4 1-74 0,-4 0-80 15,1-2-38-15,-2 2-16 0,1-1-9 0,0 2-2 0,-1-1 7 0,1 0 9 16,1 2 19-16,-3-3 26 0,3 3 34 0,-3 1 37 0,3-1 48 15,-1 1 57-15</inkml:trace>
  <inkml:trace contextRef="#ctx0" brushRef="#br0" timeOffset="112636.3">6043 6709 226 0,'0'0'286'0,"2"-1"26"0,-2 1 20 0,3 0 13 15,3 1 12-15,-6-1 13 0,0 0 14 0,0 0 16 0,0 0 11 0,3 0 16 16,-3 0-10-16,0 0-19 0,0 0-67 0,0 0-87 0,0 0-40 0,0 0-20 15,0 0-10-15,0 0-7 0,0 0-10 0,0 0-11 0,0 0-8 0,0 0-5 16,0 0-8-16,0 0-11 0,0 0-9 0,0 2-10 0,0-2-9 0,0 0-6 16,0 0-3-16,0 0-1 0,0 0-3 0,0 0 0 0,0 3 2 0,0-3 4 15,0 0-2-15,0 0-3 0,0 1-2 0,0-1-3 0,0 0 1 16,0 0-2-16,0 0-3 0,0 0-6 0,0 0-7 0,0 0-5 0,0 0-4 0,0 0-4 16,0 0-6-16,0 0-9 0,0 0-5 0,0 0-4 0,0 0 2 15,0 0 5-15,0 0 0 0,0 0-1 0,0 3 3 0,2-1 6 0,-2-1 3 16,4 0 5-16,-1 1 5 0,-1 0 2 0,2-1 4 0,-4 2 7 15,5-1 2-15,-5-1 0 0,6 1-2 0,-3 1-8 0,-3-2-1 0,6 0-2 16,-6 1-1-16,5 1-4 0,-5-1-2 0,4-1-1 0,-1 1-7 0,-1-1-3 16,-2 1-3-16,4-1 3 0,-4 1-2 0,2-1 2 0,1 1 3 0,-3-1 8 15,0 0 5-15,4 1 3 0,-2 1 4 0,-2-1 5 0,0 1 4 0,0 0 5 16,0-2 2-16,0 2 0 0,0 2-2 0,0-2-3 0,0 1-1 0,-2 1 0 16,-2-1-3-16,4-1-3 0,0 2-9 0,-3-1-7 0,1-1-7 0,2 2-1 15,0-2-6-15,-4-2-3 0,4 2-5 0,-2 0-2 0,-1 0-2 0,3 0 1 16,-4-2-1-16,4 3-1 0,0-1-5 0,0-2-3 0,0 2 1 15,0 0 2-15,0 0 0 0,0 0-1 0,0 0-1 0,0 2-1 0,4-2 0 16,-4 1 0-16,3-1 0 0,-1 2 3 0,2-1 0 0,-4 1 2 16,5-1 2-16,-5 1-1 0,6-1 2 0,-6-1-1 0,3 2 1 0,3-2 1 15,-6 1 0-15,5-2 0 0,-5 1 0 0,4 0 0 0,-1 0 1 0,-1-2 1 16,2 2-2-16,-2 0-2 0,1-1 1 0,3-1 1 0,-3 1 0 0,-1-1 0 16,2 1-5-16,1-1-1 0,-5 1-3 0,4-2-4 0,-2 0-13 0,-2 0-16 15,0 0-28-15,3 0-37 0,-3 0-55 0,4 0-62 0,-2-2-59 0,-2 1-62 16,0-1-43-16,0-1-40 0,3 2-33 0,-3-2-31 0,0-2-25 0,0 2-25 15,0-1-14-15,0-1-9 0,0-1 8 0,-3 2 10 0,3-1 41 0,-2-1 51 16,-2 1 55-16,1 1 59 0,1-2 55 0,-2 3 54 0,2-3 56 0,-1 3 53 16,-1-1 52-16,2-1 53 0,2 2 41 0,0 0 39 0,-3 2 33 0,3-2 31 15,0 3 26-15,0 0 24 0,0 0 14 0,0-3 13 0,0 3 1 0,3-2-2 16,-3 1-11-16,6 1-10 0,-6-2-13 0,5 2-14 0,-1 0-3 16,-2-1-1-16,1 1 6 0,3-2 9 0,-3 2 8 0,3 0 5 0,-3 0 4 15,3 0-1-15,-1 0-3 0,-1 0-4 0,-2 0-5 0,1 0-3 16,3 0-7-16,-3 0-10 0,3 0-13 0,-3 0-13 0,-1 0-19 0,2 0-20 15,-1 0-33-15,-1 0-41 0,2-2-44 0,-2 2-53 0,-2 0-42 0,3 0-44 16,-3 0-51-16,0 0-50 0,4 0-62 0,-4 0-62 0,0 0-70 0,0 0-65 16,0 0-31-16,-4-2-14 0,1-1 8 0,3 3 21 0,-6-3 30 0,4 1 36 15,-1-1 36-15,-1 0 35 0,-1 2 44 0,5 1 44 0,-6-2 59 0,3 0 63 16</inkml:trace>
  <inkml:trace contextRef="#ctx0" brushRef="#br0" timeOffset="113041.2">5992 6585 136 0,'0'-3'274'0,"0"3"39"0,0 0 18 0,0-3 14 0,4 1 9 0,-4 2 12 0,4 0 15 16,-4 0 15-16,5 0 13 0,-3-1 18 0,1 1 19 0,3-2-33 0,-3 2-53 16,3-2-59-16,-1 2-62 0,1-1-20 0,1 1 3 0,-2 0 8 0,1-1 10 15,-1 1 1-15,4-2 0 0,-5 2-4 0,5-1-3 0,-4 1-10 0,1-2-9 16,3 2-11-16,-4-1-13 0,1 1-14 0,1 0-16 0,-2 0-14 0,1 0-15 15,-3 1-16-15,3 1-15 0,-3-1-9 0,-1 1-11 0,4-2-7 0,-3 1-7 16,-3 2-7-16,6 0-2 0,-3-1-1 0,-3 1-2 0,6 0-1 0,-6-2 2 16,3 2-2-16,-1 0 0 0,-2 2 1 0,0-2-4 0,0 1 3 15,0 1-2-15,0-3-1 0,0 3 1 0,0 0-4 0,0-1-1 0,0 0-2 16,0 1-3-16,0 0-2 0,-2-1-2 0,-1-1-2 0,3 2-3 0,0-2-4 16,-4 0-5-16,4 0-1 0,-2-2-4 0,2 2-2 0,-3 0-2 0,3-3-3 15,0 2-5-15,0-2-1 0,0 1-1 0,0-1-2 0,0 0-3 0,0 0-3 16,0 0-2-16,0 3-1 0,0-3 2 0,0 0-2 0,0 0 0 15,0 0-2-15,0 2-2 0,0-2-2 0,0 1 0 0,0-1-3 0,3 2-5 16,-1-2-4-16,-2 0-5 0,4 1-12 0,-4 1-14 0,3-2-26 0,-3 0-30 16,2 0-42-16,-2 0-47 0,4 0-46 0,-4 0-49 0,2 0-37 0,1 0-41 15,1 0-41-15,-2 0-45 0,1 0-59 0,1 0-66 0,-4 0-48 0,2-3-36 16,1 1 1-16,-3 2 20 0,6-3 35 0,-3 0 45 0,-1 2 48 0,2-3 47 16,1 2 44-16,-1 0 41 0,1 1 44 0,1 1 49 0,3-2 66 0</inkml:trace>
  <inkml:trace contextRef="#ctx0" brushRef="#br0" timeOffset="113316.52">6558 6654 286 0,'0'3'486'0,"0"-3"82"0,0 1 40 0,0-1 25 0,4 3 17 0,-2-1 19 0,1-2 18 0,-3 1 21 0,4-1 21 16,-2 0 16-16,2 0 11 0,1 0-53 0,0-1-83 0,-1 1-149 0,1 0-179 15,4-2-83-15,-3 1-39 0,3-1-24 0,-4 1-18 0,4 1-17 0,0-2-19 16,1-1-21-16,-5 2-23 0,4-1-21 0,0-1-21 0,-4 2-38 0,4-1-41 16,-3 1-65-16,-1-2-69 0,1 1-64 0,-3 1-60 0,3 1-53 0,-3-2-49 15,-3 2-53-15,0 0-54 0,0 0-74 0,0 0-83 0,0 0-37 0,0 0-9 16,0 0 16-16,-3 5 32 0,1-1 58 0,-2-1 68 0,-1 2 64 0,1-1 58 15,-1 1 54-15,1 0 48 0,-1 0 52 0,-1 3 56 0</inkml:trace>
  <inkml:trace contextRef="#ctx0" brushRef="#br0" timeOffset="113490.2">6602 6774 120 0,'0'4'278'0,"0"-4"45"0,0 3 22 0,0-1 15 0,3 1 12 16,-3-2 11-16,6 1 11 0,-2-1 11 0,-3-1 14 0,3 0 7 0,0 0 6 15,-3 0-44-15,5 0-62 0,-3 0-83 0,3-1-87 0,-1 1-56 0,3-2-40 16,-3 1-44-16,0-1-43 0,4-1-43 0,0 0-45 0,0 2-57 0,1-2-57 15,-3 0-72-15,2-2-73 0,0 2-34 0,0-1-17 0,2-1-7 0,1-1-1 16,-1 2 10-16,-2-2 19 0,0 0 27 0,2 1 33 0,-2-1 32 0,4 2 34 16,-2-2 45-16,1-1 47 0</inkml:trace>
  <inkml:trace contextRef="#ctx0" brushRef="#br0" timeOffset="113715.86">7020 6571 16 0,'0'0'257'0,"0"0"76"0,-4 0 47 0,2 0 29 16,-1 3 27-16,-1 0 32 0,2 0 38 0,-1 2 38 0,1-1 49 0,-5 2 53 15,5 2 40-15,-2-2 37 0,-1 1-47 0,-1 2-85 0,-1 0-68 0,2 0-65 16,-1 0-32-16,1 2-24 0,-1-1-23 0,-1-1-23 0,2 2-35 0,-1-2-41 16,3 1-46-16,-3-1-53 0,3 2-37 0,-3-4-38 0,6 2-25 0,-5 0-21 15,5-1-13-15,0 1-14 0,0-2-9 0,0 1-6 0,0-2-8 0,3 1-8 16,-1-1-5-16,2 0-3 0,-2-1-6 0,1-1-6 0,3 1-12 0,-3-2-14 16,3 1-20-16,3-1-28 0,-4-1-43 0,-1-1-53 0,5 1-60 0,-4-1-63 15,1-1-52-15,-1 0-45 0,4-1-47 0,-5-1-47 0,5-1-51 0,-4 0-53 16,1-1-59-16,-1-2-60 0,2 0-9 0,1-2 10 0,-5 1 38 0,3-1 50 15,-1-1 56-15,-1 0 62 0,1 0 54 0,0 0 48 0,-1 0 50 16,2 0 48-16,-3 2 56 0,1-1 61 0</inkml:trace>
  <inkml:trace contextRef="#ctx0" brushRef="#br0" timeOffset="114195.39">7181 6628 249 0,'1'-1'339'0,"3"-1"36"0,2 1 29 0,-1-2 26 15,-1 1 40-15,5 1 47 0,-4-1 43 0,4-1 45 0,0 0 33 0,-3-1 27 16,4 1 3-16,-1-2-6 0,0 1-90 0,2-1-122 0,-2 1-62 0,0-1-35 16,0-1-26-16,1 2-23 0,-5-1-39 0,4 1-46 0,-4-1-46 0,1 2-42 15,-3 2-31-15,1-2-28 0,-2 0-21 0,1 3-18 0,-1-2-9 0,-2 2-5 16,0 0 2-16,0 0-2 0,0 0 1 0,0 0-4 0,0 0-1 0,0 0 2 16,0 0-1-16,-2 2 1 0,2 1-1 0,-3 1-1 0,1 1-1 15,-2 1-1-15,1 0-1 0,-3 1-4 0,3 2-2 0,1 0-5 0,-3 2-2 16,1-1-1-16,-1 1-1 0,1-1 0 0,-2-1 0 0,3 2-1 15,3-1-1-15,-6-1 1 0,6 0-1 0,-3-1 2 0,1 1 2 0,2-3 2 16,0 1-1-16,-4-1 2 0,4 0 1 0,0 0 3 0,4-1 1 0,-4-1 4 16,0 2-1-16,2-3 1 0,1 2-1 0,1-2 2 0,-2-1 0 0,1 0 0 15,3 1-1-15,-2-1 1 0,1-1-2 0,-1 1-2 0,1-2-1 0,0 0 1 16,1 0-4-16,-3 0-1 0,3-2-9 0,-1 1-12 0,-1-1-19 0,1-1-26 16,1 1-44-16,-3 0-54 0,3-1-55 0,-3 0-58 0,3 0-46 0,-3-2-35 15,-1 2-36-15,2-1-30 0,-4 1-27 0,4-2-26 0,-3 2-19 0,-1-2-12 16,0 3-8-16,0-3 1 0,0 1 23 0,0 2 32 0,-1-1 36 0,-3 0 33 15,4 2 31-15,-4-2 28 0,2 3 35 0,-1-2 37 0,-1 2 46 16,4 0 51-16,-2 0 56 0,-1 2 52 0,3-2 55 0,-6 1 52 16,6 1 43-16,-3-1 41 0,1 0 35 0,2 1 33 0,0-2 25 0,-4 2 17 15,4-1 5-15,0-1 3 0,0 2-15 0,0-2-23 0,0 0-24 0,0 0-28 16,-1 3-30-16,1-3-26 0,0 0-24 0,0 0-19 0,0 0-17 0,0 0-11 16,0 0-19-16,1 0-22 0,3-2-29 0,1 1-37 0,-1-1-45 0,-2 1-53 15,1-3-62-15,-1 2-68 0,2-3-30 0,1-1-14 0,-1 1-6 0,-4 0-1 16,5-1-2-16,-5 0 1 0,4 0 10 0,-2 0 11 0,1 0 24 0,3 0 30 15,-3-2 42-15</inkml:trace>
  <inkml:trace contextRef="#ctx0" brushRef="#br0" timeOffset="114419.79">7486 6456 105 0,'0'-3'287'0,"0"0"51"0,0 3 28 0,0 0 18 0,4-2 13 0,-4 2 13 15,0 0 15-15,0 0 22 0,0 0 25 0,0 0 30 0,2 2 33 0,-2-2-8 16,0 0-28-16,0 0-55 0,0 0-72 0,0 0-27 0,0 0-11 15,0 0-7-15,0 0-2 0,0 0-7 0,0 0-7 0,3 1-17 0,-3-1-22 16,0 0-28-16,2 3-31 0,-2-1-32 0,0-1-32 0,4 1-30 0,-4 0-28 16,0 2-22-16,0-3-23 0,0 4-32 0,3-2-38 0,-3 0-63 0,0 1-72 15,0-1-70-15,0 2-67 0,0-1-62 0,-3 0-61 0,3 3-75 0,0-3-84 16,-4 1-68-16,-1-1-58 0,3 1-24 0,-2 1-10 0,1-2 15 0,-3 0 28 16,1 1 53-16,-1 1 66 0,-3-1 63 0,4-1 67 0,-2 2 59 0,-4 0 58 15,5 0 76-15</inkml:trace>
  <inkml:trace contextRef="#ctx0" brushRef="#br0" timeOffset="114824.41">5687 7572 111 0,'-4'3'374'0,"2"0"131"0,-1-2 61 0,1 1 24 0,2-2 14 0,0 0 8 0,0 0 2 0,0 0 0 0,-4 1 0 0,4-1-3 0,0 0 0 0,0 0 1 15,0 0-101-15,0 0-141 0,0 0-137 0,0 0-134 0,6-1-70 0,-6 1-45 16,5-2-39-16,-1 1-38 0,-1 1-40 0,-1 0-38 0,2-3-35 0,1 3-38 16,1 0-43-16,-3-2-46 0,-1 2-62 0,2-1-64 0,-4 1-55 15,0 0-48-15,3-2-11 0,-3 2 5 0,0 0 24 0,2-3 28 16,-2 3 36-16,0 0 37 0,0 0 38 0,0 0 37 0,0 0 43 0,0 0 49 15,0 0 59-15</inkml:trace>
  <inkml:trace contextRef="#ctx0" brushRef="#br0" timeOffset="115017.98">5660 7658 49 0,'-2'4'283'0,"2"-3"54"0,-4 2 26 0,4-3 12 0,4 2 7 16,-4 1 8-16,0-3 10 0,0 1 13 0,2 1 20 0,-2-2 24 0,3 0 25 15,3 1-4-15,-6-1-22 0,7 0-76 0,-5 2-104 0,3-2-43 0,2 0-19 16,-1 0-9-16,-1-2-6 0,4 2-5 0,-3-1-9 0,3-1-14 0,0 1-19 15,0-2-26-15,-2 1-32 0,2-1-43 0,0 0-53 0,-4 1-53 16,5 0-50-16,-1-1-49 0,-4-2-47 0,4 2-55 0,-4 0-58 0,3 0-81 16,-3 0-87-16,-3-1-49 0,5 1-29 0,-5-2-12 0,2 1-2 15,-4 1 18-15,0 3 25 0,0-6 35 0,0 1 40 0,0 1 41 0,0-2 43 16,0 1 48-16,0 5 57 0</inkml:trace>
  <inkml:trace contextRef="#ctx0" brushRef="#br0" timeOffset="115303.61">5833 7433 124 0,'2'-1'297'15,"-2"0"54"-15,4-1 33 0,-3 1 24 0,3 1 25 0,1 1 24 0,-1-1 24 16,1 0 25-16,5 0 26 0,-5 0 27 0,4 0 28 0,0 0-13 0,0 0-33 16,0 0-63-16,2 0-82 0,-2 0-36 0,2 0-19 0,2 0-18 15,-4 0-17-15,1 0-18 0,-1 2-20 0,2-1-19 0,-2 0-20 0,4 1-18 16,-6 0-17-16,2 1-32 0,0 0-35 0,0 0-25 0,-3 0-18 15,3 1-10-15,-4-1-7 0,-1 2-6 0,1-1-1 0,1 1 0 0,-3-1 0 16,-3 2-3-16,4 0-1 0,-2 0-10 0,-2 2-9 0,-2-1 1 0,-2 2 4 16,1 0-2-16,1 0-2 0,-5 3-7 0,1-1-8 0,1-1-14 0,-1 2-17 15,-3 0-22-15,0 0-28 0,0 0-50 0,-2 0-58 0,2-1-68 0,-1-1-75 16,1 0-64-16,-4 0-59 0,2 0-70 0,2-1-69 0,-6 0-83 0,6 0-82 16,-5-1-35-16,5-1-7 0,-2 1 11 0,-2-3 19 0,8 0 43 0,-4 0 58 15,0-2 66-15,3-2 70 0,1 1 66 0,5-2 58 0,0 0 68 0,-4-2 75 16</inkml:trace>
  <inkml:trace contextRef="#ctx0" brushRef="#br0" timeOffset="116081.48">6701 7545 13 0,'0'1'267'0,"0"-1"96"0,-1 0 48 0,1 0 27 16,0 0 28-16,0 3 28 0,1 0 32 0,3-1 34 0,-2-1 39 0,1 1 41 0,-3-2 30 0,6 0 25 0,-1 1-49 0,2-1-81 15,-1 2-82-15,3-1-80 0,0 1-38 0,-4-1-18 0,6 2-18 0,-2 0-18 16,0 0-26-16,0 2-32 0,0 0-37 0,-1 2-35 0,1 0-31 0,0-1-24 16,0 3-19-16,0 0-20 0,-4 0-18 0,4 0-15 0,-3 0-10 0,-1 1-8 15,2 1-9-15,-5-2-8 0,4 2-7 0,-3-1-6 0,1-1-13 0,-2 0-16 16,1 0-22-16,-3-2-27 0,2 1-51 0,-2 0-64 0,0-2-63 0,0-2-71 16,0 2-61-16,0-1-59 0,0-1-68 0,0-1-73 0,0-3-81 15,0 0-83-15,0 0-30 0,0 0-7 0,0 0 14 0,0 0 22 16,0 0 48-16,0 0 60 0,-2-3 68 0,2-1 74 0,0-2 59 0,-3 0 58 15,3 0 68-15,0-2 72 0</inkml:trace>
  <inkml:trace contextRef="#ctx0" brushRef="#br0" timeOffset="116275.81">6953 7539 121 0,'0'0'433'0,"0"-2"118"0,0 2 79 16,0 0 55-16,0 0 43 0,-4 0 31 0,4 3 25 0,-2 0 20 0,-1 1 18 15,-1 1 12-15,2 0 10 0,-3 2-26 0,1-1-43 0,-1 3-147 0,-2 0-197 16,1 0-112-16,-3 0-77 0,4 3-55 0,-4-1-41 0,1 0-32 0,1 2-29 15,-2-3-26-15,2 1-31 0,0-2-28 0,1 0-30 0,1-2-49 16,1-1-59-16,2 0-87 0,-1-2-99 0,3-2-79 0,-4 0-71 16,4-2-80-16,0 0-82 0,0 0-83 0,0 0-80 0,0 0-32 0,4-6-5 15,1 0 8-15,-1 0 14 0,1-2 43 0,-1-1 50 0,1-1 85 0,-1-1 92 16,1 1 78-16,1-1 69 0,-1-1 80 0,-1 2 83 0</inkml:trace>
  <inkml:trace contextRef="#ctx0" brushRef="#br0" timeOffset="116560.95">7031 7347 40 0,'3'-3'267'0,"1"-2"62"16,-2 4 37-16,1-1 28 0,-3 1 25 0,6 1 23 0,-6 0 28 0,0 0 31 15,5 0 32-15,-5 1 33 0,0-1 29 0,4 2 31 0,-4-2-53 0,1 0-93 16,-1 0-63-16,4 1-53 0,-4-1-32 0,0 0-23 0,0 0-22 16,0 0-22-16,0 0-27 0,0 3-30 0,0-3-31 0,-4 3-34 0,4 0-29 15,-1 0-29-15,1 0-23 0,-4 1-23 0,4 0-12 0,-5 0-9 0,5 1-6 16,-6-1-6-16,6-1-2 0,-3 3 1 0,1-3-2 0,-2 2 0 15,1-2 0-15,3-1 0 0,0 2-2 0,-2-3 1 0,-2 2-2 0,4-3-2 16,0 2 1-16,0-2-2 0,0 0 0 0,0 0 1 0,0 0 2 0,0 0 2 16,4 1-1-16,-2 1 2 0,-2-2-1 0,0 0-4 0,3 1 2 0,1 1 2 15,-2-2-4-15,1 0-2 0,3 1-20 0,-3 0-29 0,3-1-49 0,-5 2-59 16,3-2-61-16,2 0-58 0,-3 0-55 0,3 2-51 0,-3-2-64 0,3 1-64 16,-6-1-71-16,0 0-71 0,5-1-27 0,-5 1-10 0,5-2 13 0,-1 2 27 15,-4 0 47-15,0 0 61 0,9 0 55 0,-9 0 60 0,6 0 52 0,-3 2 50 16,3 1 65-16,-6 0 67 0</inkml:trace>
  <inkml:trace contextRef="#ctx0" brushRef="#br0" timeOffset="116784.72">7107 7588 51 0,'-2'3'290'0,"2"0"80"0,0-3 55 0,0 2 40 15,2 1 49-15,-2 1 44 0,3-1 46 0,3-1 47 0,-1-1 35 0,-1 1 25 16,-1-2 18-16,3 1 17 0,-1-1-70 0,0 0-109 0,5 0-87 0,-5 0-79 15,2 0-54-15,0-1-40 0,1-1-45 0,-1 1-45 0,2-1-43 0,0 0-48 16,0 1-32-16,-4 1-27 0,4-1-26 0,1-1-28 0,-5 1-34 0,0-1-39 16,4 1-56-16,-3-1-58 0,1 1-70 0,-1-1-77 0,-1 1-80 0,0-1-84 15,-1 1-98-15,-4 1-108 0,5-2-48 0,-5-1-19 0,6 0-4 0,-6 3 6 16,0 0 21-16,0-4 30 0,0 4 48 0,0-5 60 0,0 5 68 0,0-5 76 16,-6 1 80-16,6 4 84 0</inkml:trace>
  <inkml:trace contextRef="#ctx0" brushRef="#br0" timeOffset="116994.97">7244 7440 51 0,'0'-3'320'0,"0"3"129"0,0 0 89 0,0 0 74 16,0 0 56-16,0 0 53 0,4 1 32 0,-3 2 25 0,-1-1 16 0,4 1 13 16,-4 3 7-16,0-2 6 0,4 2-78 0,-4 2-115 0,1 1-121 0,-1 0-127 15,0 1-87-15,0 2-76 0,0 0-54 0,0 0-53 0,0 0-35 0,-1 2-32 16,1-1-29-16,0 1-28 0,-4-2-42 0,4 0-48 0,0-1-73 0,0 0-86 15,0 0-76-15,0-2-72 0,0-2-73 0,4-1-72 0,-4 0-92 16,0-6-96-16,1 5-43 0,-1-5-16 0,0 0 5 0,0 0 10 0,0 0 33 16,6 0 41-16,-6-3 68 0,3-2 85 0,3-1 73 0,-2 1 72 0,-4-2 73 15,5-2 74-15</inkml:trace>
  <inkml:trace contextRef="#ctx0" brushRef="#br0" timeOffset="117279.66">7553 7299 24 0,'0'1'361'0,"0"2"96"0,0 0 57 0,0 0 43 0,0 2 33 16,-3-1 42-16,1 0 39 0,2 3 32 0,-4-1 28 0,2 1 20 0,-1 1 16 15,-1-1-10-15,2 2-23 0,-1-1-127 0,-1-1-180 0,2 1-93 0,-1-1-56 16,1 2-40-16,-2-1-34 0,4-1-38 0,0 1-43 0,0-1-30 0,0-1-27 16,4 2-16-16,-2-3-13 0,1 3-9 0,3-3-7 0,-1 0-3 15,-1 2 2-15,5-1 1 0,-4-2 3 0,4 1 0 0,0 1-2 0,0-2 2 16,2 0 3-16,-2 0-1 0,2 0-1 0,-2-2-2 0,0 1-7 0,0-2 1 15,0 1-1-15,-1-1-1 0,1 1-3 0,-2-2-4 0,0 0-5 16,-3 0-8-16,1 0-7 0,-1 0-13 0,1 0-17 0,-1 0-30 0,-2 0-35 16,-2 0-54-16,3-2-63 0,-3 2-68 0,0 0-70 0,0-1-67 0,0 1-70 15,0 0-72-15,0 0-75 0,0 0-59 0,-3-5-53 0,1 1-14 0,-2-1 4 16,-1 1 23-16,1-1 28 0,2 2 58 0,-5-3 62 0,5 3 67 0,-1-1 70 16,-3-1 68-16,3 1 69 0,-3-2 75 0</inkml:trace>
  <inkml:trace contextRef="#ctx0" brushRef="#br0" timeOffset="117475.21">7671 7381 123 0,'-4'8'374'0,"4"0"104"0,-3 2 84 15,3-2 68-15,-2 3 65 0,-2 0 39 0,4 1 28 0,-5 0 20 0,5-1 14 0,-4 2 8 16,2 0 4-16,-1-1-37 0,-1 2-55 0,4-1-124 0,-2-3-157 0,-1 3-112 16,3-1-88-16,0-2-83 0,0-1-80 0,0 2-84 0,0-2-83 15,0-2-98-15,0 1-102 0,3-2-81 0,-1 1-75 0,2-1-79 0,-1-1-83 16,-1-1-75-16,2-2-67 0,-4-2-25 0,5 2-5 0,4-2 8 0,-3-2 14 15,-1-1 41-15,4 0 56 0,-3-3 79 0,3 0 87 0,0-2 74 0,-4 2 69 16,4-3 77-16</inkml:trace>
  <inkml:trace contextRef="#ctx0" brushRef="#br0" timeOffset="117645.93">7977 7423 51 0,'5'0'299'0,"-1"0"99"0,-4 0 46 0,1 0 19 0,3 0 9 0,-2 2 6 16,1-2 1-16,1 1 2 0,-4-1 0 0,2 0-1 0,1 2-5 16,-3-2-9-16,0 0-99 0,6 0-142 0,-3-2-131 0,-3 2-129 0,6 0-83 15,-2 0-62-15,-3 0-64 0,3 2-67 0,-4-2-61 0,0 0-58 0,0 0-30 16,0 0-11-16,0 0 1 0,0 0 5 0,0 0 19 0,-4 4 23 16,4 1 29-16,-1-1 29 0,-3-2 41 0,4 2 40 0,-4 1 58 0</inkml:trace>
  <inkml:trace contextRef="#ctx0" brushRef="#br0" timeOffset="117816.07">7953 7534 264 0,'0'3'333'0,"0"0"35"0,0-1 22 0,0 1 22 0,4-2 24 0,-3 2 27 15,-1-1 28-15,4-1 35 0,-2 1 31 0,-2-1 30 0,3 1-1 0,1-2-11 16,-2 1-84-16,2 1-116 0,1-2-60 0,-1 1-31 0,-3-1-26 0,5 0-22 16,-3 0-37-16,3-1-44 0,-3 1-74 0,3-2-88 0,-3 1-86 0,3-1-87 15,3 2-87-15,-4-3-88 0,1 2-101 0,-3-3-110 0,1 3-47 0,1-2-19 16,-3 2-9-16,2-2-6 0,1 1 14 0,-1 1 17 0,1-1 43 0,-5 2 53 15,6-1 57-15,-3 1 57 0,3 0 66 0,-1 1 69 0</inkml:trace>
  <inkml:trace contextRef="#ctx0" brushRef="#br0" timeOffset="118877.88">8581 7229 135 0,'-4'2'295'0,"0"1"50"0,-1 0 30 0,5 2 28 0,-5-1 33 0,5 2 33 0,-4-1 36 0,2 2 48 0,-2 1 47 0,1-1 46 0,1 1 44 16,-2-1-18-16,-1 2-42 0,1 2-68 0,3-1-81 0,-3 2-39 0,2 0-24 15,-1 2-25-15,-1 1-24 0,2 0-32 0,-1-2-34 0,3 2-44 0,-2 0-50 16,-2 2-44-16,4-2-43 0,0 0-30 0,0-2-26 0,4 0-18 0,-2 1-12 15,1-2-10-15,-1 1-11 0,2 0-12 0,1-1-15 0,-1-1-23 0,1 2-28 16,0-3-56-16,1-1-66 0,1 0-74 0,-1-1-77 0,3-1-69 0,-4-1-65 16,0 0-80-16,4-1-90 0,1-3-66 0,-5-2-55 0,0 0-19 0,4-2-3 15,-3 0 15-15,3-2 24 0,0-1 53 0,-4 0 64 0,4-2 74 16,-3 1 81-16,1-1 66 0,-2-1 66 0,5 0 81 0</inkml:trace>
  <inkml:trace contextRef="#ctx0" brushRef="#br0" timeOffset="119159.85">8778 7399 311 0,'0'3'516'16,"-2"-1"92"-16,-2-1 43 0,4-1 17 0,0 0 9 0,4 2 1 0,-4-2 0 15,0 0 5-15,0 0 3 0,0 0 7 0,0 3 10 0,0-3-52 0,2 1-80 16,-2 1-155-16,3 0-188 0,3 0-85 0,-3 1-39 0,3 2-14 0,-1-2-4 15,-1 1 0-15,5 1 2 0,-4 1-3 0,1 0-4 0,3-1-9 0,-4 3-9 16,4-2-12-16,-3 2-12 0,-1-2-10 0,2 1-7 0,-1 1-6 0,-1-1-4 16,-1-1-6-16,1 2-7 0,-1-1-17 0,-2 1-22 0,3-2-34 0,-1 0-40 15,-4 0-50-15,3-2-54 0,-1 2-53 0,-2-2-50 0,0 0-43 0,4 0-43 16,-4-2-51-16,0 1-50 0,0-3-72 0,0 0-78 0,0 0-33 0,0 0-11 16,0 0 21-16,0 0 33 0,-4-3 49 0,2 0 51 0,-1-2 52 15,3 1 51-15,0-2 44 0,0 0 43 0,0 0 48 0,0 0 53 0</inkml:trace>
  <inkml:trace contextRef="#ctx0" brushRef="#br0" timeOffset="119375.91">8928 7401 42 0,'-4'6'373'0,"1"0"109"0,-3 1 77 0,6-1 61 0,-5 1 52 16,1 1 38-16,-1 0 32 0,1-1 21 0,-1-1 17 0,3 3 12 0,-5-1 10 15,1 1-19-15,1-2-30 0,-1 2-136 0,-1 0-182 0,2-1-107 0,-1-1-76 16,3 2-62-16,-3-1-56 0,1-2-48 0,1 0-45 0,-1 0-53 0,1 0-58 15,2-2-74-15,-1 1-84 0,3-2-75 0,0-2-71 0,-2 2-63 0,2-3-62 16,0 0-62-16,2 3-65 0,-2-3-62 0,0 0-64 0,0 0-19 0,0 0 0 16,3-3 25-16,-1 1 38 0,2 0 62 0,-1-1 74 0,-1-2 68 0,2 2 68 15,1-2 64-15,-1 3 61 0,1-3 63 0</inkml:trace>
  <inkml:trace contextRef="#ctx0" brushRef="#br0" timeOffset="119600.63">9018 7476 151 0,'8'-2'274'0,"-5"0"40"0,6 1 27 15,-3 0 26-15,-1 1 29 0,4 0 37 0,-3 0 41 0,3 0 33 0,-4 0 28 16,4 1 25-16,-4-1 26 0,5 0-33 0,-5 0-53 0,4 0-59 16,-2 0-58-16,0 0-32 0,-3 0-17 0,5-1-22 0,-3 1-23 0,-3 0-32 15,3-2-32-15,-1 2-25 0,0-1-19 0,-1 1-21 0,1-2-25 0,-1 1-18 16,2 1-21-16,-1-2-14 0,0 1-15 0,-1 1-10 0,1-2-9 16,-1 2-6-16,1-1-5 0,-5 1-16 0,0 0-22 0,6-2-41 0,-6 2-45 15,0 0-57-15,0 0-61 0,0 0-57 0,0 0-56 0,0 0-62 0,0 0-62 16,0 0-72-16,0-3-80 0,0 3-53 0,0-4-39 0,-2-1-9 0,-2 1 5 15,4-1 26-15,-1 2 36 0,-3-1 53 0,0-1 61 0,3 1 54 0,-3-1 56 16,0 2 60-16,4 3 63 0,-5-3 75 0</inkml:trace>
  <inkml:trace contextRef="#ctx0" brushRef="#br0" timeOffset="120095.36">9190 7330 139 0,'0'3'352'0,"-3"0"81"0,3 0 59 16,0 0 58-16,0 2 60 0,0-2 49 0,0 1 45 0,0-1 32 0,0 2 19 15,0-2 16-15,0 1 12 0,0 1-37 0,0-1-56 0,0 1-110 0,0-1-131 16,0 1-79-16,-4-1-59 0,4-1-56 0,0 0-56 0,0 0-50 16,0 2-46-16,0-2-28 0,-2 1-24 0,2-1-15 0,0 2-14 0,0-1-7 0,0 0-4 15,0 0-4-15,0 2-2 0,2 0-2 0,-2-2 0 0,0 1 0 0,0-1-2 16,0-1 1-16,4 2 1 0,-4-3-2 0,0 3 1 0,0-2 1 16,0 2 1-16,0-2-1 0,0 1-1 0,0-1 1 0,0 0 0 0,0 0-2 15,0 2-1-15,0-3-1 0,0 2-2 0,0-1 0 0,0 0 4 16,0 0 1-16,0 0-1 0,0-3-2 0,0 3-2 0,0-1 0 0,0-2 4 15,0 4 1-15,0-1-1 0,0-3 2 0,0 3 3 0,0-3-1 0,-4 1-2 0,4-1 0 16,0 0 0-16,0 0-2 0,0 0 1 0,0 0-1 0,0 0 1 0,0 0-1 16,4 3-1-16,-4-3 0 0,0 0 0 0,0 0-3 0,0 0-3 15,0 0 0-15,0 0 0 0,0 0 0 0,0 0 0 0,0 0 0 0,0 0 0 16,0 2 0-16,0-2 0 0,3 1-1 0,-1-1-1 0,2 1-1 0,-3 1 2 16,3 0-1-16,1-1 4 0,-1-1 1 0,0 2 0 0,1-1 1 0,1-1 2 15,-1 2 0-15,0-2-1 0,4 0 2 0,-1 1 1 0,-1-1 1 0,2 0 1 16,0 0 2-16,0 2 0 0,2-2 2 0,-2 0 1 0,0-2 3 0,0 2 1 15,2-1 1-15,-2 1-1 0,4-2 2 0,-6 1 5 0,2-1-1 0,0 1 1 16,0-1 1-16,2 2 3 0,-2-3 0 0,0 2 1 0,-4-1 1 0,4 1-2 16,-3-1 3-16,1 1 1 0,-2-1 1 0,1 1-2 0,-3-1-3 0,-1 1-2 15,2-1 1-15,1 2-2 0,-5 0-2 0,0-2-2 0,0 2-2 0,0 0 0 16,4-1-3-16,-4 1-2 0,0 0-4 0,0 0-3 0,0 0-6 0,0 0-4 16,0 0-11-16,0 0-11 0,0 0-23 0,0 0-32 0,0 0-71 0,0 0-88 15,0-1-83-15,-4-1-79 0,4-1-74 0,-3 2-73 0,1-2-80 0,2 0-83 16,-4-2-49-16,-1 1-40 0,1-2-9 0,-1 1 3 0,-1-1 20 15,3 2 28-15,-3-1 70 0,3 1 89 0,-3-1 80 0,1 1 82 0,-1-1 74 16,3 2 72-16,1 0 84 0</inkml:trace>
  <inkml:trace contextRef="#ctx0" brushRef="#br0" timeOffset="120299.75">9391 7384 87 0,'0'3'356'0,"0"-1"136"0,0 2 86 0,-4-1 64 0,4 0 51 0,0 2 38 0,-1-2 30 0,-3 1 22 0,4 2 20 0,-4-1 14 0,2 1 13 0,2 1 11 15,-3 1-87-15,3-1-127 0,-6 1-128 0,6 1-126 0,-3-2-83 0,3 4-63 16,-2-2-46-16,-2 1-37 0,3-1-31 0,1 2-26 0,-4-1-20 0,4 2-11 16,0-1-13-16,-4-1-10 0,4 1-7 0,0-1-10 0,0-1-10 0,0 0-15 15,0 0-12-15,0 0-13 0,0-1-14 0,0-2-15 0,4 1-21 0,-4-1-23 16,0-1-53-16,4-1-70 0,-3 1-75 0,-1-2-79 0,0 0-67 0,0-2-55 16,0-1-63-16,4 2-59 0,-4-2-71 0,0 0-71 0,0 0-25 0,0 0-1 15,2-5 13-15,-2 1 21 0,0-1 52 0,0-2 68 0,3 1 75 0,-3-2 78 16,0-1 68-16,4 0 61 0,-2 2 65 0,1-4 70 0</inkml:trace>
  <inkml:trace contextRef="#ctx0" brushRef="#br0" timeOffset="120589.25">9621 7257 33 0,'3'1'379'0,"1"1"102"0,-2-1 60 0,-2 1 47 0,3-1 43 0,-1 2 35 16,-2 0 33-16,0 0 25 0,4 0 25 0,-1 2 20 0,-1 1 15 15,2-2-8-15,-2 4-24 0,1-3-129 0,3 3-183 0,-1 0-94 0,-1 1-54 16,1 0-42-16,2-2-37 0,-1 4-32 0,-1-2-28 0,1 3-24 0,-3-2-23 16,3 0-17-16,-1 3-16 0,-1-3-10 0,-1 3-9 0,-1-2-7 0,4 1-8 15,-6 0-8-15,3 0-2 0,-3 0-7 0,0 0-4 0,0-1-4 0,-3-1-4 16,3 2-4-16,-2-3-4 0,-2 2-8 0,-1-3-8 0,1 2-8 0,-1-2-11 16,-1 0-14-16,3-2-17 0,-3 1-31 0,3 0-38 0,-3-3-62 0,1 1-72 15,-1-3-72-15,-3 3-67 0,6-2-58 0,-3-1-52 0,-3-2-56 0,4 0-52 16,-1 0-65-16,-3-2-72 0,4 1-22 0,-4-4 1 0,5 1 22 0,-1-2 34 15,1 0 60-15,-1 0 73 0,-1-2 70 0,3-1 70 0,3 2 59 0,-6-4 56 16,6 1 59-16,0-1 61 0</inkml:trace>
  <inkml:trace contextRef="#ctx0" brushRef="#br0" timeOffset="120879.07">9682 7149 216 0,'0'-3'314'0,"6"0"44"0,-6 1 25 0,3-1 19 15,3 3 20-15,-6 0 24 0,3-1 27 0,-1 1 20 0,2-2 22 0,-1 1 21 16,-1 1 20-16,2-3-42 0,-1 3-73 0,-1-2-61 0,2 1-60 0,-2 1-26 16,-2 0-8-16,3-2-11 0,-3 2-12 0,0 0-15 0,0 0-22 15,6 2-16-15,-6-2-14 0,0 1-15 0,0-1-11 0,3 3-11 0,-3-3-11 16,0 3-15-16,0 0-19 0,0 0-13 0,0 0-12 0,0 0-8 0,0 2-6 16,-3-3-2-16,3 3-5 0,0 0-4 0,-2 1-4 0,-2-2-7 0,4 1-8 15,0-1-8-15,-3 1-6 0,3-1-5 0,-2 1-5 0,2-2-5 0,-4 1-4 16,4-1-3-16,0-1-3 0,0-2-1 0,0 3-4 0,0-3-2 0,0 3-7 15,0-3-7-15,0 3-7 0,0-3-14 0,0 3-16 0,0 0-28 0,0-3-32 16,0 1-47-16,0-1-49 0,4 2-53 0,-2 0-53 0,-2 0-45 0,3-2-45 16,-3 2-52-16,6-1-54 0,-6-1-75 0,0 0-86 0,3-1-29 0,3-1-3 15,-3-1 20-15,-1 2 26 0,3-2 46 0,-1 0 51 0,2-2 53 0,-3 1 52 16,3-1 46-16,-1 1 47 0,2-1 52 0,-1 1 59 0</inkml:trace>
  <inkml:trace contextRef="#ctx0" brushRef="#br0" timeOffset="121116.99">9854 7252 67 0,'0'3'354'0,"0"0"152"0,0-1 75 0,0 1 38 16,4-2 22-16,-1 0 16 0,-1 1 10 0,-2 0 10 0,5-1 10 0,-5 1 7 15,4-1 4-15,0-1 3 0,-3-1-82 0,3 1-121 0,2 0-143 0,-1-2-151 16,-1 1-74-16,1-1-39 0,0 0-22 0,4 1-12 0,-3 0-17 0,-2-1-13 15,5 1-18-15,-4-2-18 0,0 1-33 0,3 1-43 0,-3-1-59 0,0-1-71 16,-1 1-62-16,2 1-60 0,-5 0-65 0,7-1-71 0,-8 2-81 0,0 0-85 16,1-3-36-16,-1 3-16 0,0 0 1 0,0 0 9 0,0 0 25 0,0 0 38 15,-5-1 56-15,0-1 69 0,5 2 62 0,-6 0 56 0,-1 2 69 0,1-1 70 16</inkml:trace>
  <inkml:trace contextRef="#ctx0" brushRef="#br0" timeOffset="121287.11">9906 7366 147 0,'0'5'332'0,"4"-2"55"0,-4 0 30 16,4-1 19-16,-3 2 17 0,-1-1 13 0,4-2 15 0,-2 1 11 0,-2-2 9 16,0 1 5-16,4 1 4 0,-4-2-46 0,3 0-65 0,-1 1-103 0,2-1-116 15,-3 0-67-15,3 0-45 0,1 0-46 0,-1 0-52 0,0 0-51 16,1 0-55-16,0 0-61 0,1 0-63 0,-2 0-87 0,-4 0-89 16,5-1-44-16,0-1-17 0,1 1-9 0,-3-1-4 0,3 1 11 0,-6 1 15 15,3-3 27-15,-3 3 32 0,4-4 39 0,-4 4 41 0,0 0 53 0,0 0 54 16</inkml:trace>
  <inkml:trace contextRef="#ctx0" brushRef="#br0" timeOffset="122028.02">10149 7269 289 0,'-2'-2'438'0,"-2"2"63"0,4-2 41 0,0 2 31 0,-3-1 23 0,3 1 21 0,0-1 15 0,0 1 9 16,0 0 7-16,0-3 8 0,0 3-5 0,0 0-7 0,0 0-131 0,0-2-184 15,0 2-93-15,3-1-53 0,1 1-36 0,-2 0-22 0,3 0-20 0,2 0-14 16,-1 1-10-16,-1-1 0 0,4 2-3 0,0 1 3 0,2-2 2 16,-2 2 1-16,0 2 5 0,2-2 6 0,-2 3 0 0,4 0-1 0,-6 0-1 15,2 1-2-15,0 2-1 0,0-1-3 0,0 2-2 0,-3-1-7 0,-1 2-6 16,1-1-6-16,1 1-6 0,-5-1-4 0,1 1-10 0,3-1-8 0,-3 1-7 15,-1-1-7-15,-2-1-5 0,0 0-7 0,4-1-10 0,-4 0-14 0,0 0-17 16,0 0-20-16,0-2-32 0,0 0-36 0,-4-2-55 0,4 0-62 16,0 0-62-16,-2 0-62 0,-1-2-63 0,3 1-58 0,0-2-65 0,0-1-74 15,0 0-58-15,0 0-53 0,-6-3-17 0,3 0 7 0,1 0 24 0,-2-2 33 16,4 0 52-16,-3-1 61 0,3-1 64 0,-2-1 61 0,2 0 63 0,2 1 60 16,1-2 66-16</inkml:trace>
  <inkml:trace contextRef="#ctx0" brushRef="#br0" timeOffset="122223.31">10397 7243 127 0,'0'-1'380'0,"0"1"115"16,-6-2 76-16,6 1 57 0,-3 2 43 0,1 1 40 0,-2 1 30 0,-1-1 24 16,1 2 18-16,2 0 18 0,-5 1 12 0,2 0 11 0,-1 3-95 0,1-2-141 15,-1 2-118-15,-1 1-109 0,-4-2-71 0,2 4-54 0,4-3-42 0,-8 3-38 16,6 1-29-16,-6-1-25 0,4 1-19 0,-2-1-19 0,2 2-16 0,-2-1-19 16,2-1-19-16,0 2-17 0,0-3-26 0,0 1-26 0,0-1-43 0,4-2-48 15,-1-1-75-15,3 1-87 0,-3-4-74 0,6 0-69 0,-3 0-67 0,3-1-72 16,0-3-86-16,0 0-91 0,0 0-35 0,0 0-11 0,3-5 7 15,3 2 12-15,-3-3 41 0,1-1 44 0,1-1 73 0,1-1 86 0,-1-1 74 16,-1 1 68-16,1-3 71 0,4 1 71 0</inkml:trace>
  <inkml:trace contextRef="#ctx0" brushRef="#br0" timeOffset="122552.29">10438 7120 57 0,'2'-3'296'0,"2"-1"87"0,-1 2 56 0,-1 1 42 15,-2 1 39-15,4 0 40 0,-4 1 33 0,0-1 33 0,0 0 21 0,0 0 18 16,5 2 12-16,-5-2 9 0,0 0-76 0,0 0-115 0,0 0-92 0,0 0-81 16,0 0-53-16,0 0-40 0,0 0-37 0,4 1-38 0,-4-1-33 0,0 3-31 15,0 0-20-15,0-1-14 0,0 1-14 0,0 1-9 0,-4 1-9 0,4-1-8 16,-4 2-5-16,3 0-8 0,1 0-6 0,-4 2-8 0,2-2-2 0,-1 0-7 16,-3 0-2-16,3 0-2 0,1 0-3 0,-2 0-2 0,1 0 1 0,-3-3-2 15,4 1 3-15,-1 1 5 0,-1-2 1 0,4 0 1 0,-2 0 4 0,-1-2 2 16,3-1 2-16,0 3 2 0,0-3-1 0,0 0 1 0,0 0-1 0,0 0 1 15,0 0-1-15,0 0 1 0,0 2-1 0,3-1-1 0,-1-1 2 0,-2 2 2 16,4-2 2-16,1 1 0 0,1 1 3 0,-3-2 2 0,3 1 4 16,-3 1 1-16,6-2-2 0,-3 0-7 0,-1 1-20 0,1 1-23 0,3-2-40 15,-4 1-48-15,2-1-51 0,-1 0-51 0,-1 0-50 0,4 0-47 16,-3 0-56-16,-1 0-58 0,2 0-80 0,-5 0-86 0,3-1-35 0,-1-1-13 16,1 1 15-16,-1 1 19 0,2-2 39 0,-1 1 46 0,-5 1 51 0,7 0 50 15,-7 0 50-15,7 0 45 0,-3 0 56 0,-4 0 63 0</inkml:trace>
  <inkml:trace contextRef="#ctx0" brushRef="#br0" timeOffset="122802.68">10520 7377 39 0,'0'4'289'0,"-4"-1"97"0,4 0 54 0,0 2 34 0,0-2 34 0,4-1 32 15,-1 2 37-15,-1-1 34 0,2-2 31 0,-4 1 33 0,5-2 26 0,-1 1 23 16,1-1-66-16,1 0-101 0,-1 0-93 0,-1 2-89 0,5-2-45 0,-4 0-25 15,4-2-28-15,-4 2-29 0,5-1-32 0,-1 1-32 0,0-2-32 0,-2 1-28 16,2-1-27-16,0 2-22 0,0-1-13 0,0-1-8 0,-4 0-11 16,5 1-8-16,-1 0-7 0,-4-1-4 0,0 1-9 0,4-2-5 0,-3 1-5 0,-1 2-2 15,-1-1-8-15,1-1-7 0,-1 1-12 0,-4-1-17 0,5 2-27 0,-5 0-32 16,0 0-52-16,0 0-59 0,0 0-60 0,0 0-64 0,0 0-55 16,0 0-53-16,0 0-56 0,0 0-61 0,0 0-72 0,0 0-80 0,0 0-26 15,-5-3-6-15,1 0 19 0,3 0 32 0,-3 2 46 0,4 1 59 16,-6-3 59-16,1 1 65 0,1 1 54 0,-1-1 55 0,-2 1 60 0,7 1 58 15</inkml:trace>
  <inkml:trace contextRef="#ctx0" brushRef="#br0" timeOffset="123031.46">10652 7275 21 0,'0'-2'268'0,"0"2"86"16,0-3 53-16,0 3 37 0,0 0 42 0,0 0 45 0,0 0 53 0,0 3 56 16,1-1 46-16,-1-2 40 0,0 4 29 0,0-1 23 0,0 0-57 0,-1 2-90 15,1-1-80-15,-4 1-80 0,4-1-44 0,0 2-31 0,-4 0-36 0,4 0-41 16,0 3-52-16,-1-1-55 0,-3-1-45 0,4 2-40 0,0 0-26 0,-4 2-25 15,3-1-17-15,1 1-14 0,0-1-14 0,-4 0-14 0,4 1-19 0,0 0-17 16,0 1-23-16,0-3-26 0,0 0-44 0,0 0-56 0,0 0-71 0,0-4-80 16,4 2-64-16,-4-3-61 0,1 1-56 0,-1-3-56 0,4 2-56 0,-4-3-58 15,0-1-54-15,0 0-46 0,0 0-10 0,4-3 8 0,-3 0 37 0,3 0 52 16,-4-1 69-16,4-2 80 0,-3 1 63 0,-1-2 62 0,4 1 56 16,-2 0 57-16,-2-2 61 0</inkml:trace>
  <inkml:trace contextRef="#ctx0" brushRef="#br0" timeOffset="123285.29">10863 7135 57 0,'0'-1'343'0,"0"1"154"0,0 0 83 0,0-3 56 0,0 3 33 0,0 0 27 16,0 0 21-16,0 0 21 0,0 0 16 0,0 3 15 0,0 0 13 0,0 0 11 15,-2 1-74-15,-1 1-110 0,3 0-136 0,-4 3-149 0,4 0-78 0,-2 1-49 16,-1 0-32-16,1 1-24 0,-2 1-23 0,1 1-20 0,1 0-17 0,-2 0-17 15,2 0-13-15,-1 1-9 0,-1 0-12 0,-1 1-10 0,5 0-7 0,-6-1-5 16,3 1-7-16,3-2-8 0,-6 1-8 0,6 1-5 0,-3-4-8 0,3 0-11 16,-2 3-12-16,-2-4-15 0,4 0-26 0,0 0-31 0,-1-2-50 0,1 1-57 15,-4-1-59-15,4-2-61 0,0-1-49 0,0 0-39 0,0 0-44 0,0-4-40 16,0 1-43-16,0-1-42 0,0 0-50 0,0 0-54 0,0 0-6 0,5-5 16 16,-5 0 45-16,6-3 56 0,-6 1 58 0,3-2 62 0,3-1 52 0,-3-1 44 15,3 0 46-15,-1-1 47 0,2 0 51 0,1 0 53 0</inkml:trace>
  <inkml:trace contextRef="#ctx0" brushRef="#br0" timeOffset="123630.35">11048 7107 172 0,'-4'6'401'0,"4"0"106"0,-2 0 77 16,-1 3 55-16,-1 0 47 0,2 0 32 0,-3 1 27 0,1 2 17 0,-1-1 18 16,-2 2 11-16,1 1 13 0,1 2-38 0,-1 1-62 0,1 1-125 0,-2-2-158 0,1 2-99 15,1 2-75-15,-4-2-57 0,3 0-43 0,3 0-33 0,1-2-26 16,-2 1-19-16,1-2-18 0,1-1-12 0,-2-3-10 0,4 1-8 0,0-3-8 15,0 0-2-15,4-1-5 0,-2-2-3 0,-2 0-6 0,3-2-2 0,1-1-2 16,-2 0-4-16,1 0 1 0,3-2-2 0,-3-1-2 0,3 0-1 0,-1 0-3 16,1-1-3-16,-3-2-1 0,3 0-1 0,-1 0 2 0,2-1 0 0,-1-1 0 15,-1-1 2-15,1 0 2 0,-3 0 2 0,3-1 2 0,-1 1 1 0,-1-2 3 16,-1 2 1-16,-1 0 2 0,-2 0 2 0,4 0 2 0,-4 2 1 0,0-1-1 16,0-1 2-16,0 2 2 0,-4 1 1 0,4-2-2 0,-2 2 1 0,-1 0-1 15,-1-1 1-15,4 2-1 0,-2-1 1 0,-1 0-4 0,-3 0-4 0,3 2-4 16,-3-2-13-16,3 1-13 0,1 1-18 0,-2-1-20 0,-1 1-34 0,-1 1-38 15,3-2-53-15,1 2-57 0,-2 0-54 0,1 2-54 0,-3-2-40 0,1 1-38 16,1 1-41-16,2-2-39 0,-1 3-41 0,-3-2-41 0,6-1-41 0,-3 3-40 16,1-2 6-16,2-1 27 0,-4 4 47 0,4-4 55 0,-3 3 51 15,3-3 53-15,0 0 44 0,0 0 39 0,0 0 43 0,0 0 46 0,0 0 51 0</inkml:trace>
  <inkml:trace contextRef="#ctx0" brushRef="#br0" timeOffset="124544.76">11196 7353 36 0,'4'-2'296'0,"-4"2"113"0,0 0 69 0,0 0 46 0,1 2 41 0,3-1 41 0,-4 1 36 0,4-1 38 0,-4-1 28 15,0 0 24-15,0 0 23 0,0 0 16 0,0 0-62 0,0 0-99 16,2 0-105-16,-2 0-101 0,0 0-61 0,0 0-42 0,0 0-39 0,0 1-35 16,0-1-33-16,0 0-34 0,0 0-27 0,0 0-20 0,0 0-20 0,5 0-18 15,-5 0-12-15,0 0-6 0,0 0-8 0,0 0-4 0,0 0-6 0,0 0-1 16,0 0-4-16,4 0-1 0,-4 0-1 0,3 0-1 0,-3 0-1 0,0 0-3 16,0 0 0-16,0 0 2 0,2 2-2 0,-2-2-3 0,0 0-2 0,0 0-1 15,0 0-1-15,0 0-4 0,0 0-1 0,0 0 0 0,0 0-3 0,0 0-1 16,0 0-1-16,0 0 2 0,0 0 2 0,0 0-1 0,0 0-1 0,0 0 2 15,0 0-4-15,0 0-2 0,0 0 1 0,0 0 3 0,0 0 1 0,0 0 2 16,0 0 0-16,0 0 0 0,0 0 0 0,0 0-3 0,0 0-1 0,0 0-5 16,0 0 1-16,0 0 2 0,0 0 2 0,0 0 1 0,0 0-2 0,0 0-2 15,0 0-2-15,0 0-2 0,0 0 1 0,0 0-2 0,0 0 0 0,0 0 0 16,0 0 0-16,0 0 0 0,0 0 0 0,0 0-2 0,0 0-1 0,0 0 0 16,0 0 0-16,0 0 2 0,0 0-2 0,0 0-2 0,0 0 1 0,0 0-1 15,0 0 1-15,0 0-1 0,0 0 1 0,0 0-2 0,0 0 0 0,0 0 0 16,0 0 0-16,0 0 0 0,0 0 1 0,0 0 1 0,0 0-1 15,4 0 1-15,-4 0-1 0,0 2 1 0,1-2-1 0,3 0 1 0,1 1-1 16,-1-1 2-16,-2 0 0 0,1 2 0 0,3-2 0 0,-2 0-1 0,1 0 1 16,0 0 1-16,-1 0 2 0,1 0 5 0,4 0-1 0,-3 0-1 0,-2 0-1 15,5-2-2-15,-4 2-2 0,4 0 1 0,-4 0-1 0,5 0 2 16,-5 0 3-16,4 2 8 0,0-2 2 0,-4 0 4 0,4 0-2 0,1 0-2 16,-1 0 4-16,-2 0 1 0,2-2 0 0,-4 2 1 0,4 0 4 0,-5-1 0 15,1-1 1-15,1 2 0 0,-3 0-6 0,3-2-5 0,-3 2-4 0,-1 0-4 16,2 0-1-16,-1-1-1 0,-3 1 0 0,2 0 0 0,-2 0 0 0,4-1 0 15,-4 1-1-15,0 0-1 0,0 0 1 0,0 0 1 0,0 0 0 0,0 0-2 16,0 0-1-16,0 0-1 0,0 0-13 0,0 0-11 0,0 0-17 0,0 0-18 16,0 0-17-16,0 0-19 0,0 0-30 0,0 0-33 0,0 0-80 0,-4-2-95 15,2 2-88-15,-1-1-81 0,-1 1-73 0,4 0-72 0,-5 0-64 0,-1-2-66 16,6 2-36-16,-3-1-24 0,-6-1-4 0,7 1 11 0,-3-1 25 0,-3 1 31 16,3-1 77-16,3-1 98 0,-2 2 86 0,1-2 83 0,-3 0 74 0,6 3 73 15,0-3 76-15</inkml:trace>
  <inkml:trace contextRef="#ctx0" brushRef="#br0" timeOffset="125651.93">11419 7356 78 0,'0'0'299'0,"-4"1"96"0,4-1 58 0,0 0 40 0,0 0 38 0,0 0 32 0,0 0 29 0,0 0 26 0,0 0 29 0,0 0 31 16,0 0 19-16,0 0 17 0,0 0-69 0,0 0-110 0,0 0-97 0,0 0-86 15,0 0-53-15,0 0-37 0,0 0-28 0,4-1-29 0,-3 1-29 0,3-2-30 16,-2 1-24-16,1-2-23 0,3-2-19 0,-3 0-17 0,3 1-13 0,3-2-9 16,-4-2-5-16,1 1-5 0,3-2-4 0,0 0-6 0,-4-1-4 0,4-1-5 15,-3 0-3-15,1 1-3 0,-2 0-2 0,1-1-1 0,-1 2-1 0,2 0-1 16,-5 0 2-16,4 0 2 0,-3 1-1 0,-3 1 1 0,4 1-2 0,-4-1 0 16,2 2-2-16,-2-1 2 0,0 1 0 0,-2 1 0 0,2 0 0 0,-4-1 0 15,4 1 2-15,-3-1 2 0,3 1 4 0,-6 1-1 0,6-2 1 0,-5 2 1 16,5 0 0-16,-4 2 1 0,2-2 1 0,-1 1-1 0,-1 1 1 15,2-1 1-15,-1 2 0 0,1-1-2 0,-2 1-2 0,1 0-5 0,1 0-1 0,-2 0-3 16,-1 1-4-16,1-1 1 0,4 2-3 0,-5 1-1 0,1-2-1 16,2 1 0-16,-1 0 0 0,-3 2-1 0,3 0-4 0,1-1 2 0,-2 2 2 15,4-1 2-15,-2 2 1 0,-1-1-2 0,3 1 0 0,0 0 0 0,0 0 0 16,0 0 0-16,3 0 1 0,-1 0-1 0,2 1 3 0,1-1 2 16,1 2-1-16,-1-1 1 0,4 1-2 0,-2-1-2 0,1 2 1 0,-1-1 4 15,0-1 1-15,2 2 2 0,0 0 0 0,0 0 2 0,0 0-1 0,-3 0 1 0,3 0-1 16,0 0 1-16,-4 0 1 0,1 0 3 0,-1-1 6 0,-1 1 9 15,-1-2 0-15,-1 2-2 0,2-1-1 0,-2-1 1 0,-2 1 1 0,3-2 1 16,-3 1 4-16,0-1 4 0,0 2 1 0,-3-4 0 0,3 2 1 0,-2-1 2 16,-2 0-6-16,4 0-7 0,-5 0-1 0,5-2 4 0,-6 3-1 0,3-4-1 15,-3 3-1-15,3-2-2 0,1 0-2 0,-5-1-5 0,5 1-2 0,-2-1-3 16,-1 0-2-16,1 0-1 0,-1-1-1 0,-1 1-1 0,3-1 1 0,1-1 1 16,-2 0-2-16,-1 0-1 0,5 0 0 0,-4 0-1 0,4-1-4 0,-2-1-1 15,-1 1-1-15,3-1-4 0,0-2-2 0,-4 1-5 0,4-2-3 0,0-1-5 16,4-1-5-16,-4-1-8 0,3 0-11 0,-1-2-8 0,2 1-16 0,-1-1-17 15,3-1-29-15,-4 1-36 0,5-1-43 0,-2 1-48 0,1 1-47 0,-1-4-41 16,-1 5-38-16,1-3-34 0,1 2-27 0,-3 0-25 0,3 0-20 16,-1 2-23-16,2-2-11 0,-1 1-12 0,-1 1 4 0,1-1 2 0,-3 0 4 15,3 0-1-15,-3 0 20 0,-1 1 24 0,2-1 30 0,-1 1 33 0,-1-2 30 16,2 3 31-16,-2 0 31 0,1 0 28 0,-3 0 29 0,6 1 30 0,-6 2 31 16,3-1 33-16</inkml:trace>
  <inkml:trace contextRef="#ctx0" brushRef="#br0" timeOffset="125891.84">11697 7150 177 0,'7'0'257'0,"-1"-1"30"0,-4 1 19 0,1-2 13 0,3 2 8 15,-3 0 12-15,-3 0 10 0,6 0 16 0,-3 0 14 0,3 0 15 0,-3 0 13 16,3 0-43-16,-1 0-68 0,1-1-45 0,1 1-34 0,0 0-4 0,0-2 10 16,0 1 10-16,3 1 14 0,-5-2 11 0,4 2 7 0,-2 0 7 0,-1 0 9 15,-1 0 6-15,1 2 4 0,-3-1 1 0,3 1-2 0,-1 1-6 0,-1 0-13 16,-1 1-16-16,-1-1-23 0,2 2-17 0,-3 1-16 0,3-2-13 0,0 4-17 16,-2-2-16-16,-2 1-23 0,3 1-17 0,-1-1-15 0,-2 2-14 0,0 0-15 15,0 2-10-15,4-3-11 0,-4 2-6 0,0-2-3 0,0 2-9 0,0 0-9 16,0-1-5-16,0 0-3 0,0 0-7 0,0-1-7 0,0 1-10 0,0-3-12 15,0 1-18-15,0-1-20 0,0-1-32 0,0-1-38 0,0 1-50 0,0-2-53 16,0 0-56-16,0-3-54 0,0 0-52 0,0 3-51 0,0-3-59 0,3 1-58 16,-3-1-67-16,0 0-74 0,0 0-21 0,2-4 4 0,-2-2 23 0,4 0 34 15,-4-2 48-15,1-1 56 0,3 0 54 0,0-3 53 0,-3 0 55 16,3 2 50-16,1-1 60 0,-1 1 64 0</inkml:trace>
  <inkml:trace contextRef="#ctx0" brushRef="#br0" timeOffset="126057.46">12035 7134 54 0,'4'-2'319'0,"-4"2"120"0,0 0 68 0,0 0 42 0,0 0 38 0,0 0 35 0,0 3 35 16,-4 2 30-16,2-1 27 0,2 1 21 0,-3-1 16 0,-3 2 10 16,3-1-76-16,-3 1-112 0,1 1-117 0,0 2-121 0,-5 0-65 0,5 0-43 15,-4 0-40-15,0 2-44 0,0-1-55 0,0 1-56 0,-2 1-71 0,-2-2-80 16,3 2-77-16,0 0-75 0,0-1-67 0,-3 1-62 0,2-2-67 0,-2 2-67 16,-1-1-83-16,0-1-86 0,-1 1-37 0,1-1-9 0,-5-1 11 0,3 0 20 15,-2 0 44-15,-2 0 59 0,-3 0 61 0,-1-1 65 0,-5-2 59 0,2 1 58 16,-2 1 62-16,-5-1 69 0</inkml:trace>
  <inkml:trace contextRef="#ctx0" brushRef="#br0" timeOffset="127000.36">6690 7821 61 0,'-9'6'298'0,"0"-2"81"0,0 2 48 15,4-3 34-15,-4 2 29 0,0-1 29 0,3-1 39 0,1 0 47 0,-4 0 36 0,5-1 31 0,-1-1 25 0,3-1 21 16,-2 0-69-16,1 0-107 0,1 0-83 0,2 0-72 0,-4-1-40 0,4 1-29 16,0-2-26-16,0 2-26 0,0 0-35 0,0 0-46 0,0-1-36 0,0 1-31 15,0 0-25-15,0-3-21 0,0 1-15 0,0-1-12 0,6 0-9 0,-6 2-8 16,3-4-5-16,3 1-4 0,-1-4-2 0,4 1 1 0,0-2-2 0,0-3 2 16,6 0-3-16,-1-2-5 0,1-1 2 0,-1-3 3 0,4 2 0 0,2-4-1 15,-2 1-1-15,2-1 1 0,0-1-1 0,2 0-2 0,-2 1-7 16,0-1-8-16,1 1-17 0,-1 0-18 0,0 1-33 0,0-2-42 0,-2 1-67 15,2 2-86-15,-2-1-68 0,2 1-64 0,2 0-74 0,-6 1-82 0,2 1-85 16,2-3-94-16,-5 3-36 0,3 1-15 0,0 0 7 0,-2 2 14 16,-2-1 35-16,1 2 41 0,-2 2 67 0,-3-1 81 0,3 1 70 0,-2 2 63 15,-2 2 75-15,0 2 79 0</inkml:trace>
  <inkml:trace contextRef="#ctx0" brushRef="#br0" timeOffset="127883.61">9959 7660 141 0,'0'0'426'0,"0"-2"172"0,0 2 77 0,-2-1 40 0,2 1 19 0,-4 1 8 16,4-1 10-16,0 0 10 0,0 0 9 0,0 0 11 0,0 0 10 0,4 0 11 16,-2-2-98-16,1-1-149 0,3 0-159 0,-1-2-164 0,4 0-74 0,0-2-36 15,0 0-14-15,2-4-10 0,2-1-7 0,1 0-8 0,1-1-9 0,3-2-11 16,-2-2-10-16,2-1-10 0,2-2-10 0,2 1-10 0,-2 0-4 0,0-1-5 16,0-1-3-16,3 2-2 0,-5-2 4 0,2 1 1 0,-2 2-3 0,0-1-6 15,-1 1-3-15,1 1-3 0,-4 1-6 0,1-1-6 0,-3 2-8 0,-1 2-7 16,0-1-12-16,-2 1-18 0,0-1-25 0,0 2-31 0,0 1-50 0,-3 1-64 15,-1 1-65-15,-1 2-64 0,1-1-62 0,-1 4-60 0,-2-2-66 0,-2 3-70 16,0 3-71-16,-2-5-70 0,-2 2-21 0,-1 0 2 0,5 3 17 0,-6 0 23 16,-1 0 47-16,2 1 54 0,-4 1 67 0,-2 1 73 0,2 0 66 0,0 2 59 15,0-1 72-15,-2 1 77 0</inkml:trace>
  <inkml:trace contextRef="#ctx0" brushRef="#br0" timeOffset="129301.12">7844 8721 4 0,'0'5'267'0,"0"0"110"0,0 0 55 0,0-1 31 0,0-2 18 0,0 1 13 0,4-2 12 0,-4-1 11 16,0 0 15-16,0 0 13 0,0 0 20 0,0 0 18 0,0-1-47 0,2 1-74 16,2-2-87-16,-1 1-95 0,-1-2-41 0,2-2-23 0,1 1-10 0,-1-1-1 15,1-2-8-15,0-3-2 0,4 0-10 0,-3 0-14 0,3-2-12 0,0-2-16 16,0-1-20-16,2 0-20 0,-2-2-14 0,0 1-13 0,-4 1-7 0,4 0-11 15,1 2-4-15,-5-3-6 0,4 3-3 0,-4 3-3 0,-1-1 1 16,-2 1 2-16,1 2 0 0,1 1 2 0,-2-1-1 0,-2 2 2 0,0 2 2 0,0-1-1 16,-2 1 3-16,-2-1 1 0,4 1-2 0,-3 1-3 0,-3 0-2 15,1 1-4-15,1-1-4 0,-1 0-7 0,0 2-2 0,-5-1-7 0,5 2-4 16,-4-2-4-16,4 2-4 0,-4 0-2 0,-1 2-2 0,5-2-5 0,-4 3-2 16,4-1-2-16,-4 1-2 0,5 0-1 0,-5 0 0 0,3 1-1 0,1-1-1 15,1 2 2-15,-1-1 0 0,3 1 0 0,-1-1 0 0,-1 1-3 16,4 1-1-16,-2-2 1 0,2 2 1 0,0 0 2 0,0-1-1 0,2 2-2 15,2-1 1-15,1 0 2 0,-1 2 0 0,1-1 2 0,4 2-1 0,-4-1 1 16,5 2-1-16,-1-1 4 0,0 0-1 0,1 2 2 0,0-2 0 0,0 0 2 16,-1-1-1-16,0 2 1 0,1 0-1 0,-1-1 1 0,-2-2-1 0,2 3 1 15,-2-3 1-15,-2 2 1 0,1-1 2 0,-1-1 0 0,-1-1 0 0,1 2 2 16,-5-2 1-16,4 1 1 0,-2-1 4 0,-2 0 5 0,0 0 2 0,0 2 2 16,0-2 4-16,-2 0 2 0,-2 0 1 0,1 0 0 0,1 0 2 0,-3 0 1 15,1-2 0-15,-2 2 1 0,1 0 1 0,-2-2-2 0,1 1 0 0,3 0 0 16,-3-1-3-16,1 0-3 0,0 0-2 0,1-1-2 0,-2-2-1 0,3 2 2 15,-3-3 0-15,6 2 3 0,-5-2-3 0,1 0-3 0,4 0-3 0,-5-2-1 16,5 2-2-16,-4-3-3 0,3 0 0 0,1 2-2 0,0-4-2 0,-4 1-4 16,4-1-1-16,0-3-4 0,0 1-7 0,0-4-5 0,0 3-7 0,0-4-1 15,4 1-10-15,-3-2-11 0,3-1-15 0,1-1-12 0,3 2-35 0,-3-1-43 16,0 1-62-16,1-1-70 0,3 1-66 0,-4-1-61 0,4 0-61 16,-3 4-59-16,3-3-77 0,-4 2-82 0,4-1-50 0,-3 0-31 0,3 0-8 15,-2 2 4-15,0-2 32 0,2 1 42 0,0-1 63 0,-3 2 68 0,3-2 68 16,0 1 62-16,-4 2 66 0,4 0 64 0,-3 0 82 0</inkml:trace>
  <inkml:trace contextRef="#ctx0" brushRef="#br0" timeOffset="129519.01">8233 8401 73 0,'2'5'270'0,"5"-3"51"0,-5 3 30 0,2-2 24 0,1 2 23 0,1-1 24 0,-1-1 27 0,2 3 33 0,-1-1 35 0,3 1 37 0,-4 1 37 0,4-1-8 0,0 1-25 16,-3 1-65-16,3 0-81 0,0-1-41 0,-2 1-21 0,0-1-19 0,-1 2-19 15,3 0-23-15,-4 0-27 0,4 1-30 0,-3 0-35 0,-1 0-37 0,4 1-38 16,-3-1-34-16,-1 1-36 0,2-1-41 0,-1 1-49 0,-1-1-54 0,-1 0-55 16,-3 0-54-16,3-2-50 0,0 0-42 0,-2 0-35 0,-2-1-41 0,3-1-38 15,-3 0-42-15,0 0-40 0,0-6-61 0,0 5-71 0,0-2-16 0,0-3 10 16,-3 3 32-16,-3 0 46 0,6-3 45 0,-4 1 47 0,4-1 38 0,-5-1 36 16,3-1 38-16,2 2 40 0,-3-3 40 0,3 0 42 0</inkml:trace>
  <inkml:trace contextRef="#ctx0" brushRef="#br0" timeOffset="129723.54">8454 8499 36 0,'4'-6'286'0,"-4"1"94"0,0 0 60 16,0 4 49-16,0 1 43 0,0 0 46 0,0 0 40 0,0 0 38 0,-4 1 31 15,2 1 27-15,-1 1 23 0,-1 0 15 0,2 0-63 0,-1 2-101 0,-3-1-89 16,1 4-84-16,-4-2-59 0,3 3-40 0,-3 0-42 0,4 0-45 16,-4 3-39-16,0-2-38 0,0 0-35 0,3 3-32 0,-3-3-34 0,4 1-36 15,-1-1-45-15,-1 1-51 0,2-2-73 0,-1 0-89 0,3-2-77 0,1 1-74 16,-2-1-73-16,4-1-71 0,0-1-90 0,0-5-97 0,0 6-44 0,0-6-15 15,4 4 4-15,-4-4 16 0,2 0 28 0,-2 0 40 0,7-2 66 0,-5-2 77 16,3 0 75-16,2-1 69 0,-1-2 71 0,-4 1 71 0</inkml:trace>
  <inkml:trace contextRef="#ctx0" brushRef="#br0" timeOffset="129918.75">8635 8520 34 0,'3'0'256'0,"3"3"56"0,-2-2 25 0,-3 1 13 16,3-1 4-16,0 1 3 0,-3 1 0 0,5-2 0 0,-6 1 0 16,3-1-2-16,1 1-1 0,-2 0-6 0,1 0-82 0,-3-2-121 0,6 3-85 15,-6-1-74-15,5-1-50 0,-5 1-36 0,4 1-36 0,0-2-36 0,-3 1-43 16,3-1-45-16,-4-1-37 0,2 3-30 0,1-1-14 0,-3-2-2 0,6 3 4 16,-3-2 9-16,-3-1 15 0,6 3 16 0,-2-1 22 0,-4-2 28 0,1 3 33 15,3 1 32-15</inkml:trace>
  <inkml:trace contextRef="#ctx0" brushRef="#br0" timeOffset="130083.19">8702 8664 222 0,'0'4'303'16,"-2"1"34"-16,2-1 17 0,0-1 9 0,0 2 4 0,0-2 11 0,0-2 6 15,0-1 9-15,2 3 10 0,-2-3 9 0,0 3 12 0,0-1-56 0,3-1-86 16,1-1-74-16,-2 2-71 0,1-1-32 0,-1 1-15 0,2-2-10 0,1 0-6 16,-1 0-16-16,1 0-25 0,-1 0-35 0,1 0-37 0,-1 0-52 0,1 0-58 15,1 0-62-15,-1-2-61 0,-1 1-60 0,1-1-62 0,1-1-26 0,-1 2-14 16,2-3-5-16,-1 2-1 0,-1-1 9 0,1-2 13 0,1 2 26 0,-2 0 28 15,1 0 42-15,-1 2 49 0,2-1 53 0</inkml:trace>
  <inkml:trace contextRef="#ctx0" brushRef="#br0" timeOffset="130486.18">9243 8254 94 0,'0'-3'380'0,"0"0"160"0,-4 2 80 0,4 1 46 0,0 0 30 0,0 1 22 16,-4 1 16-16,3-2 14 0,1 3 13 0,-4-2 18 0,4 2 9 0,0 0 10 16,0 2-85-16,-2-1-128 0,-1 3-146 0,3 1-152 0,0 3-77 0,-4 1-45 15,4 0-27-15,-2 1-16 0,-2 2-15 0,3 0-16 0,-3 2-14 0,0-1-14 16,4-1-14-16,-5 3-11 0,5-1-8 0,-5 1-8 0,5-2-7 0,-4 1-4 16,2-1-10-16,-1 1-7 0,-1-2-16 0,2-1-17 0,2 0-21 0,-4 0-24 15,4-2-42-15,-1-2-50 0,1-1-65 0,0-1-70 0,0-1-62 0,0-1-56 16,1-1-53-16,-1-2-52 0,0 0-51 0,4-1-52 0,-4-2-51 0,0 0-54 15,2-4-10-15,2-2 8 0,1 0 34 0,-1-1 49 0,-3-4 65 0,7 1 70 16,-7-1 62-16,7-2 56 0,-3-1 54 0,1 2 52 0,-1-1 58 16,0-1 56-16</inkml:trace>
  <inkml:trace contextRef="#ctx0" brushRef="#br0" timeOffset="130770.26">9440 8181 189 0,'0'4'356'0,"-2"2"80"0,-2-1 65 0,1 2 63 0,3 4 65 15,-2-1 45-15,-2 2 37 0,4 0 25 0,-5 2 19 0,-1 0 16 0,3 3 9 16,-3 0-38-16,3 1-68 0,-3 1-102 0,-3-1-122 0,4 2-80 0,-1-1-61 16,3 1-65-16,-3-1-63 0,3 1-44 0,1-4-38 0,-2 1-25 0,4-1-20 15,0-1-13-15,0-2-13 0,0 0-13 0,4-3-12 0,-2 1-3 0,1-2 2 16,1-2-1-16,-2-1-4 0,1 0 0 0,3-1-3 0,-1-1-1 0,-1-1-1 16,1 0-1-16,-1-1 2 0,-2-1-2 0,5-1-2 0,-5 0 1 0,1 0 1 15,3 0 0-15,-6-3-2 0,5 3 4 0,-5-2-1 0,4 1 2 0,-2-2 2 16,1 0 1-16,-3 2 1 0,4-2 1 0,-4-2-4 0,0 2 2 0,0 0 6 15,0-1 2-15,0 1-2 0,-4-2 0 0,4 2-2 0,-3 0 1 0,1 0-1 16,2 0-1-16,-4 0-1 0,2-1-7 0,-1 0-8 0,-1 2-25 0,2-1-27 16,-1 0-58-16,1 0-71 0,-2 0-71 0,1 1-69 0,1-1-61 0,-2 0-54 15,-1 2-61-15,5-2-65 0,-4 0-74 0,-1 0-80 0,5 0-30 0,-6 0-7 16,6 3 15-16,0-3 28 0,0 3 55 0,0-6 65 0,0 6 71 16,0-6 71-16,0 1 60 0,2 1 56 0,2 1 63 0,0-2 63 0</inkml:trace>
  <inkml:trace contextRef="#ctx0" brushRef="#br0" timeOffset="130995.25">9492 8415 138 0,'0'0'278'0,"0"0"45"0,0 0 25 0,4 0 21 0,-1 0 21 15,-1 1 37-15,2-1 45 0,1 2 48 0,-1-1 52 0,-2-1 37 0,3 2 29 16,2-2-28-16,-1 0-53 0,-1 0-69 0,1 0-73 0,1 0-39 0,-2 0-22 16,1 0-16-16,3 0-16 0,-4-2-35 0,1 2-39 0,3 0-50 0,-4-1-50 15,2-1-37-15,-1 2-30 0,-1-1-26 0,4-1-22 0,-3 1-31 0,3-1-35 16,-4 2-53-16,-1-3-57 0,1 2-58 0,1-1-56 0,-1 1-46 0,-1 1-42 15,1-2-41-15,-1 1-43 0,1-1-51 0,-1 1-54 0,-4 1-58 0,0 0-61 16,2-3-10-16,-2 3 14 0,0-5 39 0,0 5 52 0,0-6 52 0,0 2 52 16,-2-1 45-16,2 1 37 0,0 4 40 0,-4-5 41 0,4 5 51 15</inkml:trace>
  <inkml:trace contextRef="#ctx0" brushRef="#br0" timeOffset="131444.31">9829 8167 141 0,'1'-2'304'0,"-1"1"41"0,0 1 28 0,0 0 25 0,0 0 29 16,0 0 33-16,4 1 39 0,-4 1 47 0,0 1 43 0,0 0 44 0,0 2 25 16,0 0 16-16,-4 0-78 0,4 1-115 0,0 1-60 0,-1 1-31 0,-3 0-25 15,4-1-19-15,-5 2-25 0,5 0-29 0,-4 0-36 0,2 0-43 16,-1 0-44-16,1 2-43 0,-2-2-29 0,4-2-25 0,-3 2-18 0,3-1-15 16,0-1-8-16,-2-1-2 0,2 1-4 0,2-2-4 0,-2 1-4 0,3-1-2 15,-3-1 0-15,6 1 2 0,-6-1 0 0,5-1 2 0,-1 2-1 0,1-3 2 16,0 3 1-16,4-2 3 0,-3 0 0 0,3 0-2 0,0-1 1 0,-4 0-1 15,4 0-1-15,1 0 0 0,0-1-4 0,-1 1-2 0,0-2-2 0,1 0 1 16,-1 0-2-16,0 0-3 0,-4 0 0 0,4 0-2 0,-4 0-1 0,5-2-1 16,-5 2-1-16,0 0-1 0,1-1-7 0,1-1-7 0,-2 2-8 0,1-2-10 15,-2 2-11-15,-3-1-19 0,3 1-22 0,0-1-24 0,-3 1-32 0,-1 0-34 16,0 0-48-16,0 0-52 0,0 0-48 0,0 0-46 0,0 0-34 0,0 0-29 16,-1-3-25-16,1 0-20 0,-4 1-13 0,4-1-9 0,-4 0-1 0,3 0 3 15,-3-1 5-15,-2 1 7 0,6-2 17 0,-5 1 21 0,1-1 22 0,-1 1 25 16,1-1 28-16,-1-1 34 0,1 2 25 0,3-1 26 0,-3 2 23 0,2-3 24 15,-2 3 44-15,4-1 53 0,0 1 103 0,-3 0 125 0,3 3 83 16,0-5 67-16,0 3 47 0,0 2 41 0,0 0 24 0,3-2 16 0,-3 2 19 16,0 0 20-16,0 0 20 0,0 0 25 0,0 0 9 0,0 2 3 0,0 2-42 15,0 0-58-15,0-1-22 0,0 3-5 0,-3-1-5 0,3 2-4 16,0 0-6-16,0 1-8 0,0 2-14 0,-2 0-12 0,-2 0-20 0,4 1-25 16,0-1-46-16,-1 2-60 0,-3 0-79 0,4 0-94 0,-4-1-86 0,3 2-90 15,-3-2-74-15,4 1-69 0,-5 0-69 0,5 0-70 0,-4-2-71 0,-1-2-72 16,1 1-32-16,-2-2-11 0,5 0 9 0,-3 1 22 0,-1-2 42 0,-3 0 55 15,3 0 56-15,-4-1 59 0,3 0 56 0,-3 2 57 0,-1-1 62 0,1-2 68 16</inkml:trace>
  <inkml:trace contextRef="#ctx0" brushRef="#br0" timeOffset="131979.45">8487 9187 250 0,'-6'0'440'0,"3"-1"84"0,1-1 50 0,-6 2 32 0,8 0 29 0,-1 2 19 0,-3-1 20 0,2-1 12 0,-1 0 16 15,3 0 9-15,0 0 8 0,0 0-53 0,-4 0-83 0,4 0-134 0,0 0-163 16,0 0-83-16,0 0-47 0,0 0-30 0,0 0-27 0,4 2-17 0,1-2-15 15,-1 1-10-15,1 1-10 0,4-1-7 0,-3 2-4 0,4 0 1 0,3 0-1 16,2 2 3-16,-5 1 2 0,5 0 4 0,3 0 1 0,-4 1 2 0,1 2 0 16,-1-1 1-16,-1 1-4 0,1 0-3 0,-3 0-4 0,2 0-4 0,-2 1-2 15,-2 1-2-15,0-1 1 0,2-1-2 0,-4 2-7 0,-2-1-2 0,1-1-5 16,-1 2-3-16,-1-2-5 0,1-1-5 0,-1 2-8 0,-2-3-9 0,-2 2-12 16,3-3-21-16,-3 0-21 0,0 0-44 0,0-3-50 0,-3 2-56 0,3-2-62 15,0-2-55-15,0-1-50 0,0 0-43 0,0 0-45 0,-2 0-38 16,-2-1-32-16,4-2-26 0,-3 0-22 0,1-2-28 0,-2-1-27 0,4 0 9 15,-5-1 24-15,5-1 47 0,-4 1 62 0,2-3 51 0,2 2 49 0,-3-1 47 16,3 0 44-16,-2 0 39 0,-2-2 39 0,4 0 37 0,0 3 34 0</inkml:trace>
  <inkml:trace contextRef="#ctx0" brushRef="#br0" timeOffset="132146.94">8700 9225 99 0,'0'-6'301'0,"0"0"59"0,0 1 34 16,0 2 28-16,0 3 23 0,0 0 27 0,0 0 25 0,0 0 33 0,0 0 33 16,0 0 41-16,-4 2 40 0,4-1-8 0,-1 2-29 0,-3-1-73 0,0 2-90 15,-1-1-45-15,1 3-25 0,2-1-15 0,-3 2-14 0,1 1-19 0,-1 1-22 16,0 0-27-16,-3 1-29 0,3 1-36 0,-1-1-39 0,-3 2-30 0,0 0-28 15,4 0-22-15,-4-1-21 0,4 2-14 0,-5-1-10 0,1 0-15 0,4 0-16 16,-4 0-22-16,4 0-23 0,-1 0-43 0,-1-3-52 0,1 0-76 0,5 0-85 16,-3 0-77-16,-1-3-72 0,5 0-78 0,0-1-75 0,0-5-81 0,0 0-83 15,0 0-33-15,1 4-10 0,-1-4 7 0,0 0 13 0,8-3 37 0,-3-2 47 16,0 1 73-16,1 0 84 0,-2-2 75 0,1-2 73 0,4 2 76 0,-4-1 80 16</inkml:trace>
  <inkml:trace contextRef="#ctx0" brushRef="#br0" timeOffset="132398.01">8897 9247 156 0,'0'2'429'0,"0"-2"157"0,0 0 67 0,0 0 31 0,4 1 12 0,-4 0 6 0,3 1 3 15,-1-2 4-15,2 0-2 0,-4 2 0 0,5-2 0 0,1 0 1 16,-3 1-113-16,3-1-159 0,-1 2-158 0,4-2-152 0,0 1-69 0,-3-1-29 15,3 0-13-15,0 2-3 0,-4-1-12 0,4-1-13 0,0 0-17 0,0 2-18 16,-3-2-33-16,3 1-36 0,-4 1-44 0,1-2-49 0,-3 0-41 0,3 1-43 16,-1-1-33-16,-1 1-32 0,-4-1-31 0,0 0-25 0,2 2-18 0,-2-2-14 15,0 0-10-15,0 0-4 0,0 0 6 0,0 2 11 0,-2-1 14 0,-2 1 10 16,4-2 14-16,-2 1 12 0,-1 1 22 0,-3-1 24 0,3 2 25 0,-3-1 29 16,3 1 23-16,-3 0 25 0,1-2 23 0,1 2 27 0,-1 0 24 0,-1-1 25 15</inkml:trace>
  <inkml:trace contextRef="#ctx0" brushRef="#br0" timeOffset="132565.1">8968 9324 133 0,'-6'2'282'0,"3"3"38"0,-3-2 19 0,6 0 12 0,-5 0 9 0,5-1 4 15,-4-2 7-15,4 0 8 0,0 0 8 0,0 0 12 0,4 2 5 16,-4 2 3-16,5-3-68 0,-5 1-96 0,6-1-39 0,-3 2-12 0,3-1-2 16,-1-1 7-16,2 1 2 0,-1 1 4 0,-1-3-4 0,1 1-4 0,-3-1-9 0,3 0-12 15,-1 2-17-15,2-2-18 0,-1 0-42 0,-1 0-49 0,1 0-62 16,-3 0-62-16,3 0-60 0,-1-2-55 0,-1 2-60 0,-2-1-60 0,1 1-70 16,3-2-74-16,-6 2-50 0,0 0-37 0,3-3-15 0,-3 3-1 0,0 0 18 15,0 0 26-15,0 0 39 0,0 0 40 0,0 0 38 0,0 0 43 16,0 0 46-16,6 2 54 0,-3 1 66 0</inkml:trace>
  <inkml:trace contextRef="#ctx0" brushRef="#br0" timeOffset="133013.7">9411 9267 127 0,'0'0'398'0,"0"0"145"0,0 0 68 0,0 0 31 0,0 0 15 16,3 1 12-16,-1 0 8 0,2-1 6 0,-1 2 8 0,-1-2 10 0,4 2 15 16,1-1 16-16,2 1-88 0,-2-1-136 0,2-1-136 0,6 2-138 0,-3-2-63 15,3 1-26-15,-1 1-16 0,6-2-7 0,-2 0-5 0,-1 0-6 16,4-2-6-16,-1 1-9 0,0-2-15 0,4 1-17 0,-3-3-16 0,1 3-13 16,2-3-8-16,-1 2-5 0,-1-3-4 0,-2 3-2 0,3-1-2 0,-3-1-2 15,0 1-2-15,2-1-1 0,-6 1-3 0,2-1 0 0,0 2-1 0,-3 0-1 16,-1-1 1-16,-3 2-1 0,2-1-1 0,-6 0-1 0,2 2-4 0,0-1-2 15,-4 2-8-15,-1-1-9 0,1-1-18 0,-1 2-24 0,-2 0-40 0,-2 0-52 16,0 0-68-16,0 0-76 0,0 0-67 0,0 0-65 0,0 0-69 0,0 0-73 16,0 0-77-16,-2 3-77 0,-3 2-34 0,-3-2-7 0,3 1 11 0,-1 1 17 15,1-1 41-15,-4 2 52 0,0 0 69 0,0 0 75 0,3 2 70 0,-3-1 64 16,0 1 70-16,-1 1 74 0</inkml:trace>
  <inkml:trace contextRef="#ctx0" brushRef="#br0" timeOffset="133585.95">9735 9468 334 0,'-6'1'442'0,"6"-1"51"15,0 2 29-15,0-2 18 0,0 0 9 0,-3 1 5 0,3-1 4 0,0 0 2 16,0 0 1-16,0 0 2 0,0 0-7 0,0 0-13 0,0 0-125 16,3-1-173-16,-3-1-83 0,6 1-44 0,-6-2-19 0,5 0-11 0,-1-1-3 15,1 0-2-15,-1-2 0 0,1 2 1 0,4-2 1 0,-3-2-1 16,-1 2-3-16,2-1-8 0,-1-1-4 0,-5 2-5 0,7-1-5 0,-3-1-2 15,-1 2-1-15,-2-1 1 0,3 1 5 0,-5 0 4 0,4 0 5 0,-4 1 3 16,3 1 2-16,-3-1 5 0,0 1 0 0,0 1 1 0,-3-2 0 0,3 2-1 16,-4 1-6-16,4 0-2 0,-2 0-8 0,-1-1-8 0,-3 3-8 0,6-1-8 15,-5-1-7-15,1 2-4 0,-1 0-8 0,1 0-5 0,-1 2-5 0,1-2-3 16,-1 1-3-16,-1 1-2 0,1-1-1 0,-3 2-1 0,3 0-4 0,3 0-1 16,-5 0-1-16,2 2-1 0,3-1 1 0,-5 2-2 0,5-1 1 0,-4 1 2 15,3 0 0-15,-1-2-1 0,2 2 1 0,-1 1 0 0,-1 0 0 0,2-1 0 16,2 1 0-16,-3-1-2 0,3 2 1 0,0-2-1 0,3 1 1 0,-3-1 1 15,2 2 0-15,2-2 0 0,1 0 1 0,-1 0 2 0,-1 1 2 0,3-2 1 16,-1 1 0-16,1 0 1 0,-1 0 1 0,4 0 1 0,-5-2 1 0,5 2 2 16,-4 0 0-16,6 0-1 0,-7 0-1 0,5-1 1 0,-4 1-2 0,1 0 0 15,1 0 6-15,-2-2 10 0,1 2-2 0,-3 0-7 0,3 0-4 16,-5 0-1-16,-1-1-1 0,4 2 2 0,-4-1 0 0,4 0 0 0,-4 0 0 16,-4 0 0-16,4 2-1 0,-4-4-1 0,4 2-5 0,-1 0-10 0,-3 0 1 15,-1 0 5-15,1 0 2 0,-1-1-1 0,-1 1 1 0,1 0 3 16,-3 0 0-16,3-2 1 0,0 1 2 0,-4-1 0 0,3 1 0 0,-3 0 0 0,4-1-1 15,-4-1-1-15,0 0 2 0,3 0 2 0,-3-2-1 0,0 1 4 0,4-1-2 16,-4-1 0-16,0 0-2 0,3 0 1 0,-3-1-1 0,4-1 1 16,-1-1-2-16,3 2 1 0,-3-4-1 0,3 2-2 0,1-1 1 0,2-1-1 15,-4-1-1-15,4 0 2 0,0-1-2 0,0-1-3 0,4-1-2 0,-2 0-1 16,1-1-1-16,3-1-2 0,-3 1-6 0,3-1-9 0,-3-1-12 0,3 2-16 16,-1-2-19-16,1 1-20 0,-3 0-29 0,3 1-30 0,-3 0-35 0,3-1-40 15,-3 2-34-15,-1 0-37 0,2-1-31 0,-1 2-30 0,-1-1-23 0,2 0-22 16,-2 1-18-16,1 0-16 0,-3 0-21 0,0-1-20 0,0 2-38 0,0-2-41 15,0 1-1-15,-3 0 23 0,3 0 30 0,-2-2 33 0,-2 2 32 0,2 0 33 16,-1-1 26-16,-1 0 29 0,2 0 33 0,-1 0 32 0,-1 0 40 0,2 0 43 16</inkml:trace>
  <inkml:trace contextRef="#ctx0" brushRef="#br0" timeOffset="133834.99">9563 8905 168 0,'0'0'384'0,"-6"0"91"0,6 2 60 0,0-2 49 0,0 3 39 0,0 0 36 0,0-1 28 0,-3 3 24 0,3-2 18 0,-2 2 15 15,2 0 10-15,-4 2-37 0,4 0-63 0,-3 2-118 0,1 2-147 16,-2-1-90-16,4 2-58 0,-2 2-49 0,-1-1-39 0,3 1-35 0,-4-1-26 16,4 2-27-16,-2 0-24 0,2-3-25 0,-3 2-23 0,3-1-32 0,0-1-34 15,-4 2-43-15,4-4-49 0,0 0-53 0,0 1-56 0,0-4-50 0,0 1-47 16,0 0-43-16,4-2-46 0,-4-2-45 0,0-1-44 0,0-3-61 0,0 0-68 15,0 0-16-15,0 0 10 0,0 0 34 0,3-3 44 0,-3-1 49 0,2-2 55 16,-2-2 51-16,4 0 43 0,-4 0 48 0,5-2 45 0,-5 0 44 0,6 0 51 16</inkml:trace>
  <inkml:trace contextRef="#ctx0" brushRef="#br0" timeOffset="134149.45">9724 8863 165 0,'2'2'324'0,"1"-1"59"0,1 1 38 15,-2-1 30-15,1 2 24 0,-1-1 27 0,2 0 28 0,-4 2 26 16,3-1 30-16,-3 1 26 0,2-1 29 0,-2 1-31 0,0 1-61 0,0 0-83 16,0-1-97-16,0 2-49 0,0 0-32 0,0-1-22 0,0 1-24 0,0 0-22 15,0 0-24-15,0-2-22 0,0 2-26 0,0 0-22 0,0-1-27 16,0 0-16-16,0-1-14 0,-2 0-9 0,2 1-6 0,-3-2-4 0,3 1-4 16,0-1-3-16,0 0-4 0,0 0-1 0,-4-1-5 0,4 1-8 0,0-3-11 0,0 3-2 15,0-3 1-15,0 2 1 0,0-2 2 0,0 4-1 0,4-3-3 16,-4 2-1-16,0-1-4 0,3-1-1 0,-1 1 0 0,2 1 0 0,-4-1-1 15,5 0 2-15,-1 1 7 0,1 0-10 0,-1 0-16 0,1-1-24 0,-3 1-30 16,5-1-43-16,-1 2-53 0,-5-3-58 0,7 1-65 0,-6 1-54 0,5 0-53 16,-2-2-56-16,1 1-59 0,-1 1-82 0,-1-2-90 0,1 0-37 0,0-1-10 15,1-1 11-15,3 1 24 0,-5 0 40 0,5-1 51 0,-4-2 58 0,4 0 64 16,-3 0 56-16,3 0 49 0,0 0 59 0,0-2 61 0</inkml:trace>
  <inkml:trace contextRef="#ctx0" brushRef="#br0" timeOffset="134380.32">10082 9044 48 0,'3'4'287'16,"-1"-1"83"-16,-2-2 51 0,0 1 38 0,4-1 34 0,-4 1 34 0,4-2 34 16,-3 1 37-16,3 1 31 0,-2-2 25 0,1 1 21 0,3 1 16 15,-3-2-69-15,-1 1-108 0,5-1-86 0,-5 0-81 0,4 0-51 0,1 0-33 16,-5 0-32-16,7 0-34 0,-4 0-35 0,-1 0-35 0,5-1-29 0,-4 1-28 15,1-2-18-15,1 2-17 0,-2-1-16 0,1 1-14 0,-1-2-22 0,1 1-28 0,1 1-44 16,-2 0-52-16,-3-2-55 0,2 1-54 0,-1-1-51 0,-1 2-46 16,-2 0-55-16,0 0-52 0,0 0-57 0,0 0-59 0,0 0-51 0,0 0-50 15,-5-1-6-15,-1 1 11 0,1 1 38 0,-2-1 50 0,1 3 53 0,1-1 53 16,-1 1 47-16,-3 2 49 0,4-1 52 0,-2 2 54 0,1 1 56 0</inkml:trace>
  <inkml:trace contextRef="#ctx0" brushRef="#br0" timeOffset="134553.17">10096 9211 57 0,'4'5'313'15,"-4"-2"62"-15,2 1 33 0,-2-1 15 0,3 0 11 0,1-1 10 0,-2 2 7 16,1-2 10-16,-1 1 14 0,2-2 20 0,1 2 19 0,-1-1-14 0,-2-1-27 16,5 1-97-16,-5-1-126 0,1 0-57 0,3 1-22 0,-3-2-17 0,3 2-14 15,-3-2-18-15,-1 1-17 0,2-1-38 0,1 0-42 0,1 2-57 0,-3-2-58 16,3 0-58-16,-3 0-60 0,3 0-57 0,-3 0-62 0,-3 0-82 16,0 0-95-16,6-2-41 0,-4-1-13 0,-2 3-2 0,0 0 8 0,3-2 24 15,-3 2 29-15,0 0 36 0,0 0 39 0,0 0 42 0,0 0 41 0,0 0 51 16,0 0 53-16</inkml:trace>
  <inkml:trace contextRef="#ctx0" brushRef="#br0" timeOffset="135360.53">10500 9105 40 0,'-4'0'298'0,"4"0"106"0,-4 1 65 0,4-1 45 0,0 0 36 0,0 0 29 0,0 0 28 0,0 0 27 0,0 0 27 0,0 0 29 16,0 0 21-16,0 0 23 0,4 2-61 0,0-2-96 0,-3 0-96 15,3 0-95-15,2 0-54 0,-1 0-37 0,2 0-29 0,-1 0-25 0,4 0-20 0,0-2-21 16,2 2-23-16,-1-1-22 0,3-3-22 0,1 3-24 0,-1 0-16 16,1-2-10-16,3 0-13 0,-4 0-10 0,5-2-6 0,-5 3-7 0,0 0-5 15,1-3-3-15,-1 2-3 0,-3 0-5 0,2 0-2 0,-2 1-2 16,3 0-2-16,-5-1 1 0,0 0-4 0,0 1-2 0,0 1-2 0,-3-1 0 0,3-1-2 16,-4 3-1-16,1-1-3 0,-3-1-1 0,3 0-5 0,-6 2-3 0,5-1-6 15,-5 1-8-15,0 0-11 0,0 0-13 0,4-1-19 0,-4 1-21 16,0 0-51-16,0 0-60 0,0 0-90 0,0 0-104 0,0-2-92 0,0 2-90 15,0 0-101-15,-9 0-112 0,5 0-46 0,-1 2-19 0,-4-2 0 0,3 1 9 16,1 0 17-16,-4 3 22 0,0-3 45 0,0 2 63 0,-2 2 90 0,2-1 104 16,0 0 92-16,-2 3 93 0</inkml:trace>
  <inkml:trace contextRef="#ctx0" brushRef="#br0" timeOffset="139528.72">10695 9223 111 0,'0'0'371'0,"0"3"76"0,-4-1 40 0,4-2 21 0,0 0 16 0,4 3 21 0,-4-1 30 16,2 0 32-16,-2 0 38 0,3-1 27 0,-3 1 26 0,6-1-16 0,-6 1-41 15,5-1-110-15,-5 1-146 0,4 1-64 0,1-2-30 0,-1 0-15 0,1 1-11 16,-1 1-21-16,1-1-23 0,-1 1-30 0,1-2-32 0,-3 2-26 0,6 0-26 16,-7-2-17-16,3 3-14 0,1-1-11 0,-1 0-10 0,-2 1-10 0,1-1-9 15,-3 2-6-15,0-1-6 0,0 2-2 0,0 1-2 0,0 1-4 0,-3 0-2 16,1 1-4-16,-2 0 1 0,-1 1-1 0,1 1-1 0,-1-1 2 0,1 0-1 15,-1 3 2-15,-1-3 0 0,-3-1 3 0,4 0 6 0,0 0 2 0,-3-1 1 16,3-1 3-16,-1 1 1 0,-3-1 4 0,4-1 4 0,0-1 4 0,-3-1 5 16,3 1 2-16,-1-1-1 0,3-1 2 0,1 0-1 0,-2 0-4 0,3-1-2 15,-3-1-2-15,4-1-2 0,0 0-4 0,0 0-1 0,0 0-2 0,0 0 0 16,0 0-6-16,0 0-9 0,4-1-3 0,-3 1-5 0,5 0 1 0,-3-2-1 16,3 0 1-16,-1 1-1 0,3 0 1 0,-3-1-1 0,6-1 4 0,-2 2 2 15,-4-4-1-15,8 2-6 0,-8 0 2 0,4-1 1 0,2 1 1 16,-2-2 1-16,-3 2-1 0,3-1-1 0,-4 1-1 0,4-2-1 15,-5 2-1-15,1 0 0 0,1 0-4 0,-3 2-8 0,3-2-9 0,-3 1-6 16,-3 1-11-16,2-1-11 0,-2 2-17 0,0 0-21 0,0 0-35 0,0 0-41 0,0 0-82 16,0 0-97-16,4-1-88 0,-4 1-81 0,0-5-80 0,0 2-84 15,-4-3-72-15,2-1-65 0,2-1-22 0,0-1-3 0,0 1 8 0,-3-2 16 16,3 1 32-16,-2-1 44 0,-2-1 80 0,1 2 100 0,3-1 88 0,-6 2 80 16,5-1 86-16,-3 0 84 0</inkml:trace>
  <inkml:trace contextRef="#ctx0" brushRef="#br0" timeOffset="139972.85">10572 8568 111 0,'0'-6'383'0,"0"0"147"0,0 1 74 0,0 2 35 0,0 0 21 0,0 3 12 0,0 0 10 0,0 0 8 16,0 0 11-16,0 0 14 0,0 0 12 0,0 0 10 0,0 0-86 0,4-1-135 15,-4 1-139-15,1-2-143 0,-1 2-68 0,4-2-36 0,-4 2-17 16,0 0-9-16,5 0-8 0,-5 0-7 0,0-1-10 0,6 1-9 0,-6 0-10 16,0 0-10-16,0 0-7 0,4 0-4 0,-4 0 0 0,0 0 2 0,3 1 1 15,-3-1 3-15,2 2 0 0,-2-2 2 0,0 3 0 0,0 0-1 0,-2 2-1 16,2 0-1-16,-3 2-2 0,-1-1-2 0,2 1-1 0,-2 1-3 0,-1-1-4 16,1 1-4-16,-1 1-5 0,1-2-7 0,3 1-1 0,-3-1-4 15,2-1-2-15,-1 0-3 0,3 0 4 0,0-1 8 0,-4-1-3 0,4 1-6 16,0-1-4-16,4-1-5 0,-4 2-2 0,0-2 2 0,5 0 2 0,-5 1-2 15,5 0 1-15,-1 1 1 0,1-2-1 0,1 2 2 0,1-2-6 0,-1 1-9 16,3-1 3-16,0 0 6 0,-2 0 5 0,2-1-1 0,0 1 1 0,0-1-4 16,-4 0 4-16,4 1 1 0,-3-1 3 0,3-1 4 0,-4 1 2 0,-1-1 2 15,1 1 5-15,1-1 8 0,-3 1 8 0,-3-1 10 0,4 1 13 0,-2-2 17 16,-2 0 14-16,0 0 10 0,0 4 7 0,-2-1 5 0,-2 2 0 0,4-2-3 16,-5 2-1-16,1 0-2 0,-1 1-4 0,0 1-7 0,-4 3-8 0,-1-3-14 15,1 2-15-15,4 0-18 0,-8 0-27 0,8-1-28 0,-4 1-31 0,-2-2-24 16,6 0-26-16,-4 0-23 0,-1-1-44 0,5-2-60 0,1-1-97 0,-1 0-118 15,1 0-110-15,-1 0-107 0,5-3-102 0,-5 2-103 0,5-2-33 0,0 0-3 16,0 0 9-16,0 0 15 0,-4-3 21 0,4 3 20 0,4-6 44 0,-4 0 56 16,5 0 97-16,0 1 121 0,3-1 111 0,-3 0 106 0</inkml:trace>
  <inkml:trace contextRef="#ctx0" brushRef="#br0" timeOffset="142236.34">5001 10606 94 0,'0'3'409'0,"0"0"198"0,-3-1 93 0,3-2 44 0,0 0 22 0,3 3 17 0,-3-2 12 0,0-1 13 0,0 0 8 16,0 5 8-16,0-4 7 0,0-1 7 0,0 3-86 0,0-3-134 0,0 3-176 16,-3-1-196-16,3 1-93 0,0-1-42 0,0 2-26 0,-2-3-13 15,2 2-16-15,0 0-14 0,0 0-15 0,0 1-18 0,0 0-21 0,2 0-26 16,-2 1-49-16,0-1-60 0,3 1-84 0,-3 1-92 0,0 0-76 0,0-1-67 15,0 2-68-15,4-1-71 0,-4 1-82 0,0-1-86 0,0 0-35 0,-4 0-10 16,4 0 4-16,0-1 13 0,0-1 42 0,0-4 56 0,0 6 81 0,-3-1 94 16,3-1 75-16,0-4 67 0,0 6 71 0,0-6 68 0</inkml:trace>
  <inkml:trace contextRef="#ctx0" brushRef="#br0" timeOffset="142400.85">5012 10813 67 0,'0'2'310'0,"0"1"91"15,0-3 46-15,0 3 31 0,0 0 31 0,4 0 30 0,-4 1 42 16,0-1 49-16,0 0 38 0,3 2 40 0,-3-3 25 0,0 2 20 0,0 0-77 15,0-1-118-15,2 2-96 0,-2-3-90 0,0 3-51 0,0-2-34 0,0 2-52 16,0-1-57-16,4 1-109 0,-4-1-129 0,0 1-119 0,0-1-118 0,3 1-113 16,-1-1-109-16,2-1-96 0,-4-3-86 0,0 5-42 0,5-2-17 15,-5-3-3-15,6 1-2 0,-3-1 21 0,3 0 27 0,-1-1 66 0,-1-2 82 16,1 0 81-16,0 0 78 0,-1 0 89 0,5-2 91 0</inkml:trace>
  <inkml:trace contextRef="#ctx0" brushRef="#br0" timeOffset="142550.79">5381 10780 72 0,'5'0'298'0,"1"2"70"0,-1 1 51 0,-5-2 44 0,4 2 45 0,1 0 46 16,-5 2 42-16,4-1 42 0,-2-1 21 0,1 2 9 0,1-1 6 15,-2 1 0-15,1-2-123 0,-1 3-175 0,2-3-140 0,1 1-124 0,-5-1-97 16,7 2-87-16,-5-1-106 0,4 1-110 0,-3-1-131 0,3-1-137 16,-3 0-64-16,3 0-32 0,-1-1-13 0,4-1-7 0,-3-1 33 0,-3-1 51 15,6 1 53-15,-3-4 52 0,-1 2 49 0,1-3 44 0,3 2 59 0,-2-1 68 16</inkml:trace>
  <inkml:trace contextRef="#ctx0" brushRef="#br0" timeOffset="142984.59">5611 10699 43 0,'3'-1'333'0,"-1"-1"154"0,2-1 91 0,-4 2 56 16,5-1 39-16,-1 1 34 0,1-1 22 0,1 1 20 0,-3-1 12 0,3-1 9 15,-3 2 7-15,3-2 8 0,-1 0-73 0,4 0-107 0,-3 0-138 0,3 0-151 16,-4-2-78-16,4 2-45 0,0-1-40 0,0 1-37 0,-3 0-25 16,3 0-19-16,-4 0-12 0,4 1-9 0,-3-1-6 0,3 2-6 0,-6-1-8 15,3 1-2-15,-5-1-2 0,3 2 1 0,2 0-4 0,-6 0-4 0,0 0 4 16,0 0 13-16,0 2 5 0,0-2 2 0,0 1 1 0,0 2 1 0,0 2 1 16,-2-1-1-16,-2 4-1 0,0-1 0 0,3 2-4 0,-3 3-5 15,-1 0-6-15,-1 2-5 0,-1 2-5 0,2-1-10 0,-1 2 4 0,1-1 5 16,-4-1-4-16,5 0-7 0,-1 0-5 0,-1-1-2 0,1-1 1 0,-2 1-4 15,5-4 1-15,-2 1-1 0,2-1 1 0,-1-2-2 0,3-1 0 0,-4 1 0 16,4-2-5-16,0 0-8 0,0-2 1 0,4 1 7 0,-4-1 4 0,0 1-1 16,5-2 2-16,-1 1 0 0,-2-1 2 0,1 1-1 0,3 0 1 0,-3-3 2 15,3 2 1-15,-1 0-2 0,2-1 1 0,-1-1 1 0,-1 1-1 0,4-2 1 16,-3 0 1-16,3 0 0 0,-4 0 1 0,0-2 1 0,3 1-1 16,-3-1 1-16,1 2-1 0,-1-1 1 0,-1-1-4 0,1 1-2 0,-1-1-10 0,-3 1-8 15,3 1-17-15,-4-4-18 0,5 4-39 0,-5-1-50 0,0 0-80 16,4-1-98-16,-4 1-88 0,0-1-81 0,0 2-84 0,2-4-86 15,-2 4-76-15,-2-5-68 0,2-1-26 0,-4 0-7 0,4 2 8 0,-1-2 16 16,-3 0 36-16,0 0 48 0,-1 0 83 0,1 1 96 0,3-1 90 0,-5 2 79 16,3-1 85-16,-3 2 86 0</inkml:trace>
  <inkml:trace contextRef="#ctx0" brushRef="#br0" timeOffset="143134.59">5730 10827 63 0,'0'0'296'16,"0"0"57"-16,0 0 27 0,0 0 19 0,0 0 16 0,4-3 24 0,-3 1 30 15,3 2 33-15,2-1 38 0,-3-1 40 0,3 2 41 0,-1-1 1 0,2-2-17 16,-1 1-83-16,-1-1-111 0,1 2-50 0,-1-1-25 0,4-1-17 0,-5 2-16 15,5-1-32-15,-4-1-39 0,0 2-78 0,5-1-97 0,-5-1-106 0,4 2-116 16,-4-1-103-16,4 0-98 0,-3 0-109 0,3 0-114 0,-5 1-61 0,5-2-39 16,-4 1-16-16,4-1-7 0,-3 2 3 0,3-1 8 0,-4 0 46 15,4 1 57-15,-4 0 71 0,4-1 70 0,-3 2 70 0,3 2 68 0,-4-1 97 16</inkml:trace>
  <inkml:trace contextRef="#ctx0" brushRef="#br0" timeOffset="143616.16">6466 10666 183 0,'-3'3'459'0,"-1"-1"106"0,-1 1 64 0,-1 1 43 0,3 1 33 0,-3-1 29 0,1 2 22 16,1 0 21-16,-1 3 18 0,-1 0 13 0,-1 2 14 0,2-1-31 0,-1 4-54 16,-3-1-143-16,4 2-183 0,-1 2-95 0,-3-1-54 0,6 2-40 0,-7 2-30 0,5-2-24 15,3 1-24-15,-1-1-20 0,-3 2-19 0,6-1-15 0,0-1-13 16,0 2-17-16,6-2-17 0,-3 0-20 0,3-2-26 0,-1 2-24 0,4-2-27 15,0 0-29-15,0-3-29 0,2 1-53 0,0-1-62 0,2-1-85 0,1-1-94 16,1-4-81-16,-1 0-76 0,0 1-90 0,5-3-95 0,-1-2-51 0,-2-1-33 16,2-3-5-16,2 0 7 0,-2-1 22 0,2-2 24 0,-2-1 49 0,2 2 63 15,-2-3 83-15,2 0 96 0,0 2 82 0,-2 0 78 0,2 0 92 0</inkml:trace>
  <inkml:trace contextRef="#ctx0" brushRef="#br0" timeOffset="144059.96">7031 10963 16 0,'0'-4'261'0,"0"4"86"0,0-2 53 0,0 2 44 0,3 0 51 0,1 2 56 15,-2-1 48-15,3 1 50 0,2-1 32 0,-1-1 26 0,-1 2 21 0,4-2 16 16,2 0-55-16,2-2-89 0,-2 2-76 0,3-3-71 0,-1 2-48 0,1-3-35 15,4 2-46-15,-2-3-50 0,-1 2-47 0,3-1-44 0,-4 0-33 0,5 0-23 16,-3-2-22-16,-3 2-16 0,1-2-16 0,0 1-14 0,1 1-13 0,-6-2-10 16,2 0-10-16,1 1-8 0,-1 1-12 0,-2-1-12 0,0 1-20 0,-3-1-20 15,3 2-38-15,-4 0-45 0,1 0-63 0,-3 1-70 0,1 1-66 0,-2 0-63 16,-2 1-60-16,0 0-56 0,0 0-60 0,0 0-60 0,0 0-65 0,0 0-65 16,-6 1-17-16,1 0 2 0,-4 3 29 0,5-1 41 0,-5 1 63 0,4 1 70 15,-6 1 64-15,2 1 64 0,3 1 59 0,-3-1 57 0,0 2 59 16,0 0 62-16</inkml:trace>
  <inkml:trace contextRef="#ctx0" brushRef="#br0" timeOffset="144405.06">7197 11043 144 0,'0'0'292'0,"0"0"36"0,0 0 22 15,4-3 22-15,-3 1 24 0,7 2 21 0,-3-1 31 0,0-1 33 16,4 2 40-16,1 0 40 0,-5-1 28 0,4 1 24 0,2-2-62 0,-2 2-99 16,0-2-43-16,-4 2-16 0,4 0-14 0,-3-1-13 0,-3 1-13 0,3 0-15 15,-1 0-26-15,-1 1-28 0,1-1-34 0,-1 2-33 0,-4 0-33 0,5-1-27 16,-5 1-22-16,0-1-16 0,4 2-15 0,-4 0-12 0,0 1-8 0,-4 1-8 15,4 0-5-15,-3 1-7 0,1-1-7 0,-2 3-5 0,-1 1-5 0,0 0-5 16,-1 0-5-16,-1 0-5 0,1 1-5 0,-3 1-5 0,4-2-1 0,0 0 0 16,-5 0 0-16,7-1 2 0,-3-1 1 0,-3-1 4 0,4 0 2 0,0 0 3 15,1-2 0-15,2 0-1 0,-2 0-1 0,-1-1-1 0,5 0-3 0,-4-3-4 16,4 0-4-16,0 2-4 0,0-2-4 0,0 0-8 0,0 1-2 0,4-1 1 16,1 2-1-16,1-2 1 0,-2 0-2 0,5 0 0 0,-4 0 0 0,4 0 1 15,0 0 1-15,-2 0 2 0,2 0 1 0,0-2 1 0,0 1 3 0,1-1 3 16,0 1 0-16,-1-2-3 0,-3 1-2 0,3-1 1 0,0 0-1 15,-4 1-1-15,4 0-1 0,-3-1-2 0,-3 1-3 0,3-1-3 0,-1 0-8 0,-1 2-5 16,1-3-13-16,-1 2-14 0,-2 0-26 0,1-1-33 0,-3 2-71 0,0-2-88 16,0 0-88-16,0 1-84 0,0-2-86 0,0-1-86 0,0 1-86 15,-3-3-86-15,1 0-33 0,-2-2-12 0,4 0 4 0,-5-1 9 0,1-1 23 16,2-1 30-16,-5 0 71 0,5 0 90 0,-7 2 87 0,6-4 84 0,-3 2 87 16,-3-2 89-16</inkml:trace>
  <inkml:trace contextRef="#ctx0" brushRef="#br0" timeOffset="144808.96">7121 10398 126 0,'0'-2'368'16,"0"-1"101"-16,0 3 47 0,0 0 20 0,0 0 7 0,0 0 4 0,0 0 4 0,0 0 2 0,0 0 4 0,0 0 8 15,4 0 15-15,-1 1 19 0,-1 1-82 0,2 0-132 0,-3-1-106 0,3 2-93 16,0 0-44-16,-3 0-20 0,3 1-6 0,-4 3 0 0,2-1-2 0,2-1-2 15,-4 3-4-15,0 1-8 0,0 0-15 0,0 2-20 0,0-1-19 0,-4 0-16 16,2 1-9-16,-2 1-6 0,3-1-5 0,-3 1 1 0,-1-1-4 0,1 0-1 16,2 0-3-16,-1-1-1 0,-1-1-1 0,-1-1 1 0,5-1-2 15,-6 1-3-15,6-4 0 0,-3 2-2 0,3-1-1 0,0-2-1 0,0 1 1 16,0-1 3-16,3-1 0 0,-3 0-2 0,4 2 1 0,1-3 4 0,-3 2 4 16,5 0 1-16,-1 0 4 0,-1-1 3 0,4 0 4 0,2 0 7 0,-2 0 7 15,4-1 6-15,-2 1 3 0,-1-1 4 0,3 1 9 0,-4-1 8 0,6 1 8 16,-6-1 9-16,1 1 7 0,-1-1 8 0,1 1 8 0,-5 1 3 0,0 0 7 15,1-2 5-15,-3 2 2 0,3 0 1 0,-3-1 0 0,3 2-2 16,-6 1-4-16,4-2-2 0,-4 1-7 0,0 2-10 0,0 0-9 0,-4 0-9 16,4 1-8-16,-6 1-8 0,3 0-11 0,1 1-11 0,-2-2-16 0,-1 0-15 15,1 3-21-15,-1-3-24 0,0 2-45 0,1-1-60 0,-2-1-87 0,3 1-101 16,-3-4-92-16,6 2-88 0,-5 0-111 0,5-1-116 0,-4-1-55 0,4-4-21 16,0 0-6-16,4 6 3 0,0-1 14 0,-3-1 15 0,5-2 45 0,-3 0 54 15,3 2 87-15,3-3 99 0,0 2 93 0,2 2 87 0</inkml:trace>
  <inkml:trace contextRef="#ctx0" brushRef="#br0" timeOffset="145047.21">7844 11019 117 0,'0'4'540'0,"0"1"131"0,0-3 64 0,0 3 34 0,0-2 18 0,0 0 11 0,0 0 10 0,0-1 6 0,0-2 7 0,0 0 3 16,0 2 1-16,0-2-21 0,0 4-37 0,0-4-200 0,0 0-278 0,0 3-131 16,0-3-65-16,0 3-39 0,0 0-30 0,0-2-32 0,0 2-35 0,0-3-67 15,0 3-79-15,4 0-82 0,-4-1-87 0,0 1-75 0,2-2-73 16,-2 1-79-16,4-1-79 0,-4-1-64 0,0 0-54 0,0 0-18 0,0 0-1 16,0 0 15-16,0 0 23 0,0 0 58 0,3-3 73 0,-3 3 80 0,2-4 83 15,-2-2 76-15,4 1 71 0,-4 2 78 0</inkml:trace>
  <inkml:trace contextRef="#ctx0" brushRef="#br0" timeOffset="145376.15">8005 10842 84 0,'0'6'359'0,"-3"-2"148"15,3 2 83-15,0 0 58 0,0 0 39 0,-2 0 31 0,-2 2 17 0,4-1 14 16,0-1 10-16,0 2 8 0,0 1 4 0,0-2 5 0,0 1-87 0,0-1-130 15,0-1-135-15,4 2-141 0,-2-3-81 0,1 2-54 0,1-3-35 0,-2 1-28 16,3-1-16-16,3 1-10 0,-3-4-11 0,0 2-8 0,1-1-3 0,3-1-4 16,-4-1 0-16,4 0 0 0,0-1 0 0,-3-1-1 0,3-1-4 15,0 0-1-15,0 0 0 0,-4-1-1 0,4-1 1 0,-3 2 0 0,-1-3 1 16,4 2 2-16,-5-1 2 0,1-1 1 0,-1 3 3 0,-2-1 3 0,-2 1 3 16,3-2 4-16,-3 2 4 0,0 3 2 0,0-1-1 0,-3-3-1 0,3 2-1 15,-2 0-1-15,-2 1-4 0,-1-2-4 0,1 1-7 0,-1 1-6 0,-1-1-15 16,-3 1-18-16,4-1-21 0,-4 1-21 0,0-1-33 0,3 2-37 15,-3-1-73-15,0 1-85 0,4 0-82 0,-4 0-81 0,3 0-76 0,-3-2-75 16,6 2-92-16,-6-1-99 0,2-1-40 0,-3-1-12 0,7-1 7 0,-3-1 10 16,1 1 26-16,-2-1 34 0,5-1 69 0,-3-1 85 0,1-1 84 0,0 0 78 15,3 1 76-15,1-2 78 0</inkml:trace>
  <inkml:trace contextRef="#ctx0" brushRef="#br0" timeOffset="145615.28">8262 10582 75 0,'11'-3'311'0,"-2"2"85"16,0 1 69-16,-3 1 68 0,3 0 66 0,0 4 70 0,0 1 44 0,-4-1 34 16,6 0 21-16,-2 0 15 0,0 1 13 0,0 1 12 0,2 1-77 0,-2 0-117 15,4-1-88-15,-2 2-73 0,-2 0-61 0,1 2-53 0,0-1-62 0,-1 3-64 16,0 0-41-16,0 2-26 0,-4 0-19 0,4 1-11 0,-3 0-14 0,-1 2-11 16,-1 0-8-16,-4 4-10 0,1-5-10 0,-2 5-10 0,1-3-10 15,-4 2-8-15,-1-1-7 0,-1-1-7 0,1 1-9 0,-4-1-9 0,0-1-16 16,0 0-20-16,0-1-21 0,-1-1-21 0,-4-1-47 0,3 0-56 0,-1-1-97 15,1-1-113-15,-4 0-105 0,3 0-96 0,1-1-109 0,-4-2-111 0,1-1-47 16,-1-1-19-16,1-1 2 0,1 1 11 0,-1-4 16 0,-1 2 20 0,1-1 45 16,3-4 57-16,-2 1 95 0,4-1 117 0,2-1 102 0,0-1 100 15</inkml:trace>
  <inkml:trace contextRef="#ctx0" brushRef="#br0" timeOffset="145764.75">8505 10963 69 0,'1'5'299'0,"-2"-1"74"16,1 2 8-16,-4-3-23 0,0 3-44 0,4-1-57 0,-1 1-83 0,-3-2-96 16,-1-1-41-16,-1 2-22 0,3-3-7 0,-7 3-5 0,5-2-88 0,0 0-126 15,-4 2-89-15,0-4-74 0,-1 2-7 0,3 0 23 0,-2-1 45 0,-3-1 57 16</inkml:trace>
  <inkml:trace contextRef="#ctx0" brushRef="#br0" timeOffset="171550.74">26384 1944 103 0,'-7'-2'398'0,"1"1"88"0,4-1 46 0,-5 1 25 0,2-1 21 0,1 1 27 0,2 1 25 16,-1 0 28-16,-3 0 29 0,3 0 23 0,3 0 19 0,0 0-22 0,-6 0-35 16,6 0-132-16,-5 0-175 0,5 1-82 0,-4 1-39 0,4-1-26 0,-5 1-17 15,5 1-23-15,-2-1-24 0,-5 3-26 0,7 0-28 0,-6 1-22 0,3 1-18 16,-3 1-9-16,1 2-8 0,1-1-4 0,-1 2-3 0,-4 2-3 0,3-1-1 15,5 2-1-15,-8-1 6 0,5 1 1 0,-5 1 1 0,3 1 3 0,3 1 3 16,-3-2 1-16,5 1-1 0,-7 1 0 0,7-2-3 0,-3 1 0 0,0-1-3 16,3 0-1-16,1-1-2 0,-4-1-6 0,4 2-6 0,4-3-5 0,-4 2-4 15,1-2-4-15,3-1-5 0,0 0-3 0,-3 1-5 0,7-1-5 0,-7-1-13 16,3-1-28-16,1 0-34 0,-1 0-82 0,1-3-97 0,1 2-91 0,-2-2-84 16,1 0-92-16,0-2-95 0,1-1-77 0,1 0-78 0,0 0-29 0,-3-2-15 15,5 1 0-15,0-2 3 0,0 0 26 0,-4-2 37 0,1 1 78 0,-1 0 99 16,4-1 92-16,-3 2 86 0,-1-1 92 0,2 1 94 0</inkml:trace>
  <inkml:trace contextRef="#ctx0" brushRef="#br0" timeOffset="171867.86">26467 2248 91 0,'0'-4'318'0,"0"-1"70"16,4 2 40-16,-1 0 27 0,-1 2 26 0,4 1 28 0,-3 0 28 0,6 0 32 15,0 0 33-15,2 1 34 0,-2 1 25 0,2-1 20 0,5 2-78 0,-5-3-124 16,4 0-85-16,-1 0-64 0,1 0-36 0,-1 0-24 0,1 0-26 0,-1 0-27 16,-1-1-28-16,-2-1-32 0,3 1-33 0,-1 1-32 0,-2-2-25 0,1 1-22 15,-1 1-15-15,2 0-11 0,-6-2-17 0,2 0-20 0,-4 2-42 0,4-1-52 16,-1 1-61-16,-7-1-68 0,3 1-62 0,-2 0-64 0,-2 0-65 0,0 0-72 15,0 0-75-15,0 0-80 0,0 0-36 0,0 0-17 0,-6 1 1 16,5 0 11-16,-7 3 37 0,-1-3 50 0,4 2 62 0,-4 0 67 0,2 2 63 0,-2-1 61 16,3 1 67-16,-6-1 71 0</inkml:trace>
  <inkml:trace contextRef="#ctx0" brushRef="#br0" timeOffset="172210.99">26587 2310 234 0,'0'1'300'0,"3"-1"40"0,1 2 27 0,-2-2 20 16,5 1 15-16,-5 1 16 0,1 1 12 0,3-2 21 0,-3 2 20 0,3 2 23 0,-4-2 26 16,5 1-42-16,-2-1-67 0,-1 0-58 0,-2 2-50 0,3-2-28 0,-1 1-16 15,-1-1-14-15,-1 2-9 0,-2-2-9 0,0 1-10 0,0-1-13 0,0 2-16 16,0-2-22-16,-2 3-24 0,-1-3-26 0,-1 1-25 0,-1 0-18 16,3 3-13-16,-5-3-12 0,1 2-9 0,-3-1-6 0,4 1-3 0,-4-2-3 15,3 2-3-15,-3-3 1 0,0 2 2 0,4-1 4 0,-4 1 7 0,3-2 8 16,1 0 13-16,-1 0 6 0,-1 0 3 0,5-2 5 0,-1 2 5 0,-1-3 0 15,2 2 1-15,2-2 2 0,-3 1-6 0,3-1-5 0,0 0-5 0,0 0-5 16,0 0-4-16,3 1-8 0,-1 1-9 0,2 0-6 0,-1-2-3 16,-1 1-3-16,5 1-3 0,-1 1-1 0,-1-2-4 0,1 1 2 0,3-1 2 15,-4 1-1-15,4-1 2 0,-3 0-2 0,3 1-1 0,-4 0-3 0,2-2-3 16,-1 0-1-16,-1 0-1 0,1 0-1 0,1 0-3 0,-5 0-6 0,3 0-10 16,-1 0-28-16,-1 0-32 0,-1 0-62 0,-2 0-70 0,4-2-75 0,-4 2-74 15,0 0-77-15,1-2-74 0,-1 2-94 0,0 0-99 0,0 0-45 0,-5-4-20 16,5 1-5-16,-2-1 5 0,-1 1 21 0,-1 1 32 0,-1-1 59 0,3 0 73 15,-2 2 73-15,-1-2 72 0,1 0 77 0,4 3 76 0</inkml:trace>
  <inkml:trace contextRef="#ctx0" brushRef="#br0" timeOffset="172793.21">26818 1743 37 0,'4'-4'301'0,"-4"2"116"0,0 2 63 0,0-3 40 0,0 3 30 0,0 0 29 0,0 0 29 0,0 0 28 0,0 0 29 0,0 3 30 0,0-3 21 0,0 2 19 0,-4 0-62 0,0 0-103 16,4 1-105-16,0-2-107 0,-5 2-58 0,1 2-36 0,3-1-26 0,-3 4-24 16,-1-1-22-16,1 4-29 0,-2-1-25 0,5 2-29 0,-7 2-17 0,3-1-16 15,1-1-11-15,3 3-10 0,-3-1-9 0,4-2-4 0,-2 1-3 0,2-2 2 16,0 2-4-16,0-2-5 0,2 0-4 0,-2 2 1 0,0-3-1 0,4 1 1 16,-3-1-2-16,-1 1-2 0,4-2-1 0,0 0-3 0,-3 0 2 0,-1-2 4 15,0 2 1-15,4-1 1 0,0-3 1 0,-4 2 0 0,0 0 1 0,1-1 2 16,-1-1 3-16,0-1 0 0,0 1 3 0,0-1 6 0,0-1 5 0,0 0 4 15,0 0 1-15,0-3 1 0,0 2-1 0,0 1 2 0,0-3 0 0,0 1-1 16,-1 1-1-16,-3-1-4 0,0-1-1 0,3 1-4 0,-7-1-8 0,7 2-14 16,-8 0-14-16,5-2-14 0,-3 1-19 0,-1-1-17 0,1 0-19 0,-5-1-20 15,3 1-19-15,-1-2-20 0,5 0-43 0,-4 1-50 0,0 0-68 0,-2-1-77 16,2-2-62-16,4 1-52 0,-4-2-33 0,3 2-26 0,1-1-18 0,-2-1-17 16,1-1-11-16,4 0-6 0,-1 0 1 0,-1 2 2 0,4-4 34 0,0 1 45 15,0-1 70-15,4-1 79 0,1 2 71 0,1-4 67 0,1 2 51 0,2 0 50 16,-2-1 45-16,2-1 41 0,0 2 37 0,2 0 36 0,-2 2 29 0,0-1 28 15,0 1 22-15,2 0 16 0,-2 2 13 0,4 0 11 0,-4 1 8 0,-2-1 11 16,2 1 3-16,0 1 5 0,-4 0 2 0,4 0 2 0,-3 1-1 0,1 1-2 16,-1-3-10-16,-1 3-9 0,0 1-11 0,3-1-14 0,-7 1-14 0,5-2-13 15,1 2-30-15,-1 0-38 0,-1-1-50 0,0 1-54 0,1 0-70 0,-3 0-75 16,3 0-101-16,-6 0-113 0,9 0-49 0,-4 0-26 0,-1 0-10 0,1 1-4 16,1 1-2-16,-3 0 0 0,1 2 14 0,-2-1 21 0,-2 1 33 0,3 1 42 15,-3 1 54-15,2 1 59 0</inkml:trace>
  <inkml:trace contextRef="#ctx0" brushRef="#br0" timeOffset="173017.33">26965 2280 126 0,'-4'6'411'0,"0"-2"171"0,3 1 78 0,-3-1 39 0,0 1 22 0,4 1 19 0,-2-2 15 0,-1 2 10 0,1-3 7 0,-2 2 8 15,4-1 2-15,-3 2 2 0,1-1-103 0,-2-1-150 0,4 2-166 0,-1 0-174 0,-3-1-106 16,0 1-74-16,3 0-101 0,-3 0-113 0,0 0-102 0,4 0-104 16,-2 0-122-16,-1 0-141 0,3 1-61 0,-2-2-28 0,-2-1-14 0,4 1-6 15,0-5 2-15,0 5 6 0,0-5 27 0,4 4 38 0,-2-1 76 0,-2-3 96 16,5 1 90-16,4 1 92 0</inkml:trace>
  <inkml:trace contextRef="#ctx0" brushRef="#br0" timeOffset="173318">27153 2260 286 0,'0'-3'456'0,"0"3"74"0,-2-1 32 0,2 1 13 0,0 0 3 0,0 0 12 16,0 0 17-16,2 0 23 0,-2-2 24 0,7 2 20 0,-5-1 20 16,1 1-50-16,-1 0-78 0,7 0-130 0,-3-2-154 0,3 2-70 0,-2-1-31 15,0 1-10-15,2-2-6 0,0 0-11 0,2 2-18 0,-2-1-19 0,0 0-24 16,0-1-20-16,2 1-16 0,-2-1-17 0,0 2-13 0,0-3-10 0,0 2-5 16,-3 1-6-16,-1-2-9 0,4 1-26 0,-3-1-29 0,1 2-59 0,-5-2-63 15,1 1-68-15,3 0-69 0,-3 1-76 0,-1-2-79 0,-2 2-94 0,0 0-99 16,0 0-48-16,0 0-21 0,0 0-6 0,0 0 4 0,-2-4 20 0,-1 1 32 15,3 3 55-15,-4-2 66 0,-1 1 66 0,5 1 67 0,-9 0 77 0,3 1 77 16</inkml:trace>
  <inkml:trace contextRef="#ctx0" brushRef="#br0" timeOffset="174496.1">27142 2332 31 0,'0'0'261'0,"0"0"63"0,0 3 35 16,2-3 22-16,-2 2 21 0,3-1 16 0,1-1 21 0,-2 0 24 16,5 1 26-16,-5-1 27 0,3 2 30 0,-1 0 30 0,1-1-48 0,1 1-83 15,1-1-61-15,-2 1-50 0,1-1-25 0,-1 2-13 0,2-1-13 0,-5 0-15 16,4 2-17-16,-3-3-19 0,3 2-21 0,-1 0-23 0,-1 0-23 0,-1 2-24 16,-1-2-22-16,5 0-20 0,-7 0-11 0,2 0-10 0,-2 0-4 0,4 0-2 15,-4-1 2-15,2 2 1 0,-2-1 3 0,-2 0 3 0,2 1 1 0,-4-1 1 16,4 0-2-16,-2 2-3 0,-1-2-4 0,-1 1-2 0,-1 0-6 0,1 0-3 15,-1 2-4-15,-1 0-5 0,-3-2-6 0,4 2-8 0,-4 0-3 0,0 0-8 16,3-1-7-16,-3 1-2 0,4-2-5 0,-4 0-3 0,3 0-3 0,-3 0-3 16,6-1 0-16,-3 0-2 0,-3 0 1 0,4-2-1 0,3 1 1 0,-2 0-1 15,-1-1 1-15,1 1-2 0,2-2 0 0,2 0-2 0,0 0 1 0,0 0-2 16,0 0 0-16,0 0-2 0,0 0 1 0,0 0-1 0,0 0 1 0,0 0-2 16,0 0 0-16,0 0 0 0,0 0 0 0,0-2 0 0,2 1 0 0,2-1 0 15,-2-1 0-15,1 0 0 0,3 0 1 0,-1 0 1 0,2-1-1 0,-1 0 4 16,-1 0-2-16,4 0 1 0,-3-1-1 0,3 0-1 0,-4 1 1 0,1 0-2 15,3 1 4-15,-6-2-1 0,3 2 1 0,-1 0-1 0,-1 0 2 0,-1 0 0 16,-1 2 0-16,-2 1 2 0,0 0-1 0,0-2-1 0,0 2-1 0,0 0 1 16,0 0 0-16,0 0 1 0,0 0 1 0,0 0-1 0,0 0-1 0,0 0 2 15,0 0-1-15,0 0 2 0,0 0 0 0,0 0-3 0,0-3 2 0,0 3-1 16,0-1 2-16,0 1 2 0,-2-2-2 0,2 2 0 0,-7-2-2 0,7 1 2 16,0 0-1-16,-2-1-2 0,-1 1-2 0,1-1-4 0,2 1-1 0,-4-1-1 15,4 2 1-15,-3 0-1 0,1-1-1 0,2 1-1 0,-4 0-1 0,4 0 1 16,0 0-4-16,-3 0-4 0,3 0-4 0,0 0-5 0,-2-2-9 0,2 2-12 15,0 0-17-15,0 0-23 0,0 0-29 0,0 0-36 0,0 0-40 0,0 0-38 16,0 0-40-16,0 0-36 0,0-1-28 0,0 1-21 0,0 0-17 0,0 0-11 16,0 0-6-16,0 0 1 0,0 0 7 0,0 0 13 0,0 0 24 0,0 0 25 15,0 0 36-15,0 0 35 0,0 0 36 0,0 0 36 0,0 0 29 0,2 0 25 16,-2 0 21-16,0 0 17 0,0 0 14 0,0 0 12 0,0 0 12 0,0 0 11 16,0 0 9-16,0 0 10 0,0-2 11 0,0 2 9 0,3-2 8 0,-3 0 5 15,0 0 8-15,0 1 9 0,4-2 6 0,-4 3 7 0,2-2 9 0,-2 1 8 16,0 1 9-16,0-3 5 0,3-1 9 0,-3 4 8 0,0-1 9 0,0 1 10 15,4-1 10-15,-4 1 11 0,0-2 10 0,0 2 7 0,2-3 12 0,-2 3 14 16,0 0 16-16,0 0 19 0,0 0 17 0,0 0 19 0,0 0 11 0,0 0 7 16,0 0 6-16,0 0 2 0,0 0-6 0,0 0-5 0,0 0-7 0,0 0-6 15,0 0-11-15,-2-1-13 0,2 1-19 0,0 0-21 0,0 0-25 0,0 0-24 16,0 0-19-16,0 0-19 0,0 0-15 0,-7 0-14 0,7 0-8 0,0 0-11 16,-6 0-8-16,6 0-6 0,-3 0-10 0,3 0-9 0,-6 0-4 0,4 0-4 15,-1 0 1-15,-1 0-2 0,4 1 0 0,-5-1-3 0,5 2-2 0,-2-1-1 16,-2 1-1-16,1-1-1 0,1-1-1 0,-2 1-3 0,4 1 2 0,-3 0-1 15,3 1 1-15,-2-2-2 0,2 1-2 0,-4-1-1 0,4 2 0 0,0-1 0 16,0 0 2-16,0 2 2 0,0 0 2 0,0 1 2 0,4-1 1 0,-2 1 0 16,1 1 1-16,-3 1 1 0,6-1-1 0,-3 2 1 0,3-1 2 0,-3 1 2 15,-1-1-1-15,2 1-2 0,1-1-2 0,1 2 1 0,-3-1-4 0,3-1 1 16,-3-1-2-16,3 2 0 0,-3-1 0 0,-1-1 0 0,5 2 0 0,-5-3 0 16,2 3 0-16,-2 0 1 0,1-2 1 0,1 1 1 0,-2-1 3 0,1 2 1 15,-1-2 2-15,-2 1 3 0,4-1 2 0,-1 0 1 0,-3 0 0 0,2 0-2 16,-2 0 2-16,0-1 0 0,0-1 2 0,0 1-1 0,0-1-2 0,0-1-1 15,0 1 1-15,0 0-2 0,0-1-2 0,0 0-1 0,-2 0-1 0,-1-2-4 16,3 2 2-16,-4 0-1 0,-1 0 1 0,-1 0-2 0,3 0-1 0,-3 0 0 16,1 0 0-16,-1 0 0 0,1 0 0 0,-4 0-1 0,2-1-1 0,-1 1 1 15,1 0-2-15,0-2-2 0,0 1 1 0,-2-1-1 0,1-1 1 0,-1 1 1 16,0-1 1-16,4 0 1 0,-1-1-1 0,-3 1-1 0,2-3-1 0,2 3-4 16,-1-3 1-16,1 2 2 0,1-2-1 0,2 1-1 0,-5-1-1 0,7 1 1 15,-2-2-1-15,-1 1 1 0,3 0-1 0,0 0-2 0,3-2 1 0,-1 1 1 16,-2 0 1-16,7-1 1 0,-5-1 1 0,4 0-2 0,1 2 2 0,0-4 2 15,0 1-1-15,2 1-1 0,-1-2 1 0,1 1-4 0,3-1 2 0,-4 2 0 16,1-1-1-16,3 1 1 0,-3-2 0 0,-1 2-2 0,1 2 4 0,-2-2-2 16,0 0-2-16,0 1 1 0,-1 0-1 0,-1 1 4 0,-1 0-1 0,-2 1 1 15,3 0-1-15,-5 1 1 0,4-1 1 0,-4 3-2 0,0 0 1 0,0-3-1 16,3 0-4-16,-3 3-3 0,0-3-6 0,-3 0-4 0,3 0-8 0,0 0-9 16,-4 0-12-16,4 0-11 0,-2-1-17 0,-1 1-20 0,3 0-29 0,-2-1-34 15,-2 2-43-15,1-1-47 0,3 0-41 0,-6 0-40 0,4 0-29 0,2 1-29 16,-7-1-19-16,7 0-15 0,-5 2-12 0,5-2-8 0,-2 0-5 0,-2 1 1 15,1-1 10-15,3 1 11 0,0 2 14 0,0-2 18 0,0 2 6 0,0-3 3 16,0 3-10-16,0 0-12 0,0-6 3 0,3 3 14 0,1-2 19 0,-4 2 17 16,2-1 19-16,3 1 17 0,-1-2 23 0,-1 2 22 0,3-1 27 0,-1 2 32 15,1-1 38-15</inkml:trace>
  <inkml:trace contextRef="#ctx0" brushRef="#br0" timeOffset="175123.59">27614 1617 246 0,'0'-11'357'0,"0"2"61"0,0 0 41 0,0 3 37 0,4 0 28 0,-4 1 42 0,0 3 44 0,-4-3 39 0,4 4 40 0,-2-2 33 15,-2 1 25-15,1 1-44 0,-3-1-81 0,3 0-91 0,-3 2-94 0,5-1-54 16,-7 1-39-16,3 0-30 0,-1 1-29 0,1-1-39 0,-2 2-40 0,0 1-38 15,-1 0-36-15,1 0-27 0,-2 0-24 0,0 1-17 0,0 3-11 0,0-1-8 16,0-1-6-16,2 2-6 0,-1 0-3 0,-1 1-2 0,4-2-1 0,0 1-4 16,-1-1-1-16,1 2-4 0,1-2-3 0,0 0-4 0,3 0-4 0,-3-2-1 0,2 2-1 15,2-1-2-15,0-1-2 0,0 1-2 0,0-1-4 0,0 1 1 16,0-2-2-16,0 0 0 0,2 1-3 0,2-1-2 0,-3 0 1 0,3-1-4 0,0 1 1 16,-3 0-2-16,5-2-2 0,-2 2-1 0,1-3 0 0,4 2 2 15,-4-1 2-15,3 0 1 0,-1-1-1 0,0 0 1 0,0 0 1 0,1-1 0 0,1 0 1 16,-4-1 1-16,4 2 1 0,-7-3 1 0,3 2 4 0,3-1 1 0,-7 1 0 15,5-1 0-15,-3 1 0 0,-3 1 0 0,0 0 1 0,0 0-1 0,4-2 2 16,-4 2-2-16,0 0 1 0,0 0 1 0,0 0 2 0,0 0 2 0,0 0 2 16,0 0 2-16,0 3 7 0,0 2 2 0,0-2 5 0,-4 1 2 0,4 2 2 15,0 0 4-15,-3 3 2 0,3 0 2 0,-6 2 3 0,6 1 3 0,-1-2 0 16,-3 2-1-16,0 0-2 0,-1 2-3 0,3-4-5 0,-2 2-5 0,1 0-5 16,-3 0-3-16,6-1-2 0,-1-1-1 0,-3 1-4 0,0-2-2 0,4 1 0 15,-1-1-2-15,-3 0-2 0,4 0-8 0,0 2-6 0,-4-4-9 0,4 1-9 16,-1-2-15-16,1 1-18 0,0-1-36 0,-4 0-44 0,4 0-71 0,0-1-87 15,0-1-71-15,0-1-61 0,0 2-58 0,0-3-57 0,0 2-55 0,0-1-56 16,0-3-56-16,0 0-56 0,0 0-15 0,0 0 6 0,0 0 30 0,4 3 40 16,-4-3 73-16,0 0 87 0,5-2 67 0,0-1 62 0,3 0 60 0,-7 0 57 15,8-1 60-15</inkml:trace>
  <inkml:trace contextRef="#ctx0" brushRef="#br0" timeOffset="175452.66">27898 1614 213 0,'0'-3'345'0,"2"0"39"0,1 0 26 0,-1 1 23 16,-2 1 30-16,4 1 34 0,-1 0 50 0,-1 1 55 0,2 1 51 0,-2 1 52 0,1 0 22 15,1 0 9-15,-2 1-90 0,3 1-135 0,-1-1-58 0,-1 1-25 16,-1-1-18-16,5 4-16 0,-7 1-24 0,2-2-32 0,2 4-41 0,-2-1-48 0,-2 2-46 15,3 0-45-15,-3 2-25 0,0 2-13 0,0-1-7 0,0 2-7 16,0-2-4-16,-3 1-1 0,3-1-1 0,-6 2 1 0,6-1 2 0,-2-1 7 0,-5 2-2 16,5-2-3-16,-5 0-4 0,2 0-1 0,-1-2-7 0,3 2-7 15,-3-2-8-15,-3 3-6 0,4-4-7 0,-4 1-10 0,0-1-8 0,1 2-8 0,-1-2-9 16,-3 0-12-16,4 0-16 0,-8-1-23 0,5 0-24 0,-3 3-28 0,1-4-29 16,-3 2-27-16,1 0-78 0,-3 0-97 0,0-1-120 0,2 0-131 15,-2 0-142-15,0 1-148 0,-2-1-65 0,2-1-30 0,2-1-2 0,-3 2 11 16,1-2 19-16,2 0 25 0,2-2 22 0,-1 1 29 0,1-2 75 0,1-2 98 15,4 0 122-15,0 1 132 0</inkml:trace>
  <inkml:trace contextRef="#ctx0" brushRef="#br0" timeOffset="-151091.58">22915 4561 85 0,'3'-3'331'0,"-3"2"103"0,0 1 50 0,0-3 28 0,0 3 21 0,0 0 18 0,0 0 24 0,0 0 29 0,0 0 29 0,0 0 31 16,0 0 23-16,0 0 20 0,0 0-72 0,0 0-114 0,0 0-107 0,0 0-100 15,0 0-49-15,0 0-25 0,0 0-17 0,0 0-15 0,0 0-23 0,0 0-26 16,0 0-24-16,4 0-29 0,-4 0-19 0,2 0-15 0,3 1-15 0,-1 1-14 15,0-2-4-15,-3 0 0 0,5 1-1 0,-3 1 1 0,3-1 0 0,-1 1-2 16,-1-1 1-16,1-1-2 0,2 2-3 0,-1-1-3 0,-4 0-2 16,5 1-1-16,-5 1-2 0,3-1-2 0,-1 1-2 0,1 0 0 0,2-2-2 15,-5 2-2-15,4 0-1 0,-3 0 1 0,1-1-2 0,-2 1-3 0,1 0 0 16,-1-2 0-16,2 2 0 0,-4 0 0 0,0 0 0 0,3 0 1 0,-1 0 2 16,-2 2 2-16,-2-2 2 0,2 1 1 0,-3 1-1 0,3-2 1 0,-4 1 2 15,2 2 7-15,-1-1 1 0,1 1 0 0,-2-2 1 0,-1 1 1 16,1-1 1-16,2 1 3 0,-5-2 3 0,2 1 4 0,1-1-1 0,2 0-1 15,-1 0-2-15,-3-1 1 0,6 1 1 0,-3-2 1 0,1 1 0 0,-2-1 0 16,4-1 3-16,0 1 0 0,0-1-2 0,0 0-1 0,0 0-3 0,0 0-4 16,0 0 2-16,0 0 4 0,0 0-1 0,0 0-1 0,0 0-3 0,0 0-3 15,0 0-1-15,0 0-4 0,0 0-1 0,0 0-1 0,0 0-1 0,4-1 1 16,-2 1 0-16,1 0 2 0,1 0 1 0,1 0-1 0,-3 0 1 0,7 0 4 16,-2 1 0-16,-1-1-2 0,-1 0 2 0,6 0 3 0,-4 0-1 0,1 0-2 15,1-1-1-15,0 1 1 0,0 0 0 0,-4-1-2 0,4-1-2 0,-3 2-2 16,3-1-3-16,-4 1-2 0,2-3-1 0,-1 3-2 0,-1-2 0 0,1 1-2 15,-1 1-1-15,-1 0 2 0,-1-2-3 0,-1 1-1 0,2 1-4 0,-4 0-2 16,3 0-2-16,-1-2-2 0,-2 2-7 0,0 0-9 0,0 0-22 0,0 0-31 16,0 0-33-16,0 0-40 0,0 0-86 0,0 0-111 0,0-3-131 0,0 0-142 15,0 3-131-15,-5-4-126 0,1-2-56 0,-1 1-26 0,-1-1-7 0,1 3 4 16,-2-1 20-16,1-1 28 0,-3 2 34 0,2 2 35 0,0-1 89 0,1 2 110 16,1 2 132-16,-1-1 143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2-02T07:36:23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13511 1110 174 0,'-7'3'224'0,"0"0"21"0,-4-2 17 0,-7-1 13 0,-2 2 9 15,-7-2 8-15,1-2 9 0,3 2 9 0,-6 0 11 0,2-1 12 0,2-1-16 0,-3 2-26 16,9-1-50-16,4-1-62 0,4 2-24 0,4-1-8 0,2-1-1 0,-1 1 5 15,2-1 3-15,-1 0 1 0,0 1 2 0,1 0-1 0,2-1 2 0,-1-1 6 16,-3 0 2-16,3 2 3 0,-3-4 10 0,3 2 10 0,3 0 10 0,-6 0 13 16,6 0-3-16,-5 0-4 0,5 2-6 0,-4-2-3 0,4 1-5 0,-2-1-1 15,2 3-10-15,0 0-13 0,0 0-13 0,0 0-12 0,0 0-16 0,-3-1-20 16,3 1-19-16,0 0-26 0,0 0-13 0,0 0-12 0,0 0-7 0,0 0-10 16,0 0-7-16,0 0-6 0,0 0-6 0,0 0-3 0,0 0-3 0,0 0-1 15,0 0-4-15,0 0-2 0,0 0-1 0,0 0-1 0,0 0 0 0,0 0-3 16,0 0 2-16,0 0-1 0,0 0 2 0,5 0 2 0,-5 0-1 0,4 0 1 15,1 0 1-15,-1 0 1 0,-2 1 1 0,5-1 3 0,-2 0 2 0,1 2 1 16,3-2 1-16,-4 1 1 0,8 1 1 0,-6-2-1 0,2 1 1 0,4-1-2 16,-2 2 1-16,-2-2 1 0,1 0-1 0,-1 0 2 0,4 1-1 0,-2-1-1 0,-2 0 2 15,2 0 0-15,-2 0 0 0,0 2 0 0,4-2 0 0,-3 1 0 0,1-1 2 16,-2 0 1-16,6 2 0 0,-6-2 0 0,5 1 1 0,-1-1 1 0,1 0 1 16,-3 2 0-16,4-1 0 0,3-1 1 0,-4 2 0 0,1-2 1 0,-1 1 1 15,1 0 3-15,-1-1 1 0,1 0 4 0,3 2 4 0,-4-2 3 0,1 0 3 0,-1 0 1 16,1 0 2-16,-1 0 1 0,-1 0-2 0,-2 0-4 0,1 0 1 15,-1 0 1-15,-2 0 0 0,0 0-2 0,-3-2-1 0,3 2-3 0,-4 0-3 0,-1 0-3 16,1 0 0-16,-5 0-2 0,6-1 1 0,-6 1-2 0,0 0 1 0,0 0 4 16,0 0-2-16,0 0-2 0,0 0 1 0,0 0-2 0,0 0-3 0,0 0-5 15,0 0-19-15,0 0-28 0,0 0-46 0,0 0-56 0,5-1-58 0,-5 1-59 16,0 0-60-16,0 0-53 0,4 0-62 0,-4 1-59 0,0-1-69 0,0 0-71 16,0 0-30-16,0 6-12 0,-6 0 11 0,1-1 24 0,-4-1 42 0,-4 1 52 15,2-4 57-15,-7-1 63 0,0 0 56 0,-2-3 54 0,0-3 61 0,0-3 61 16</inkml:trace>
  <inkml:trace contextRef="#ctx0" brushRef="#br0" timeOffset="2247.69">17239 1023 4 0,'-5'-2'230'0,"1"-1"48"0,2-1 25 0,-1 0 16 0,-3 2 12 0,2 0 11 0,3 1 11 0,-3-2 5 16,2 0 8-16,-1 1 9 0,3 1 3 0,-4 1 4 0,4 0-61 0,0 0-95 15,0 0-62-15,0 0-43 0,0 0-21 0,0 0-11 0,0 0-9 0,0 0-10 16,0 0-7-16,0 0-5 0,0 0-5 0,0 0-5 0,0 0-4 0,0 0-3 0,0 0-1 15,0 0-1-15,0 0-3 0,0 0-5 0,0 0-1 0,0 0 0 0,0 0-5 16,0 0-1-16,0 0 0 0,0 0-1 0,0 0-2 0,0 0-1 0,0 0 0 16,0 0-4-16,0 0-1 0,0 0-1 0,0 0-2 0,0 0 0 0,0 0-2 15,0 0 1-15,0 0-1 0,0 0 0 0,0 0 4 0,0 0 7 0,4 0 7 0,-1 0 8 16,-3 0 10-16,2 0 8 0,3 0 14 0,-1 0 17 0,0 1 9 0,1-1 3 16,1 2 11-16,-1-2 10 0,2 0 7 0,0 1 5 0,1-1-3 0,-1 2-5 15,0-2-3-15,0 1-1 0,2-1-6 0,-1 0-8 0,-1 0-12 0,0 2-15 16,0-2-3-16,1 0 1 0,-3 1-6 0,4-1-8 0,-3 0-7 0,3 0-4 15,-4 2 0-15,0-2 0 0,1 0-2 0,1 1-2 0,-1 0 0 0,-1-1 1 16,4 2-2-16,-4 0-2 0,1-2-3 0,3 1-10 0,-4 1-1 0,4-1-1 16,-1-1-1-16,-1 0-1 0,0 2-2 0,0-1-2 0,1-1 2 0,-3 0 0 15,4 2-3-15,-4-2-3 0,1 1-2 0,-1-1 4 0,3 0-2 0,-3 0 1 16,-3 0 1-16,5 0-1 0,-5 0 5 0,1 0 1 0,3 0 2 0,-6 0 3 16,5 0 0-16,-5 0 0 0,0 0 2 0,0 0 2 0,4 0 3 0,-4 0 1 15,0 0 2-15,0 0 5 0,3 0 2 0,-3 0 3 0,0 0 1 0,0 0 2 0,0 0 1 16,0 0-2-16,0 0 0 0,0 0-1 0,0 0 0 0,0 0-1 0,0 0-2 15,0 0 0-15,0 0-1 0,0 0-5 0,0 0-4 0,0 0-5 0,0 0-5 16,0 0-4-16,0 0-3 0,0 0-4 0,0 0-8 0,0 0-12 0,0 0-33 16,0 0-44-16,0 0-60 0,0 0-69 0,0 0-68 0,0 0-67 0,0 0-63 0,0 0-61 15,0 0-93-15,0 0-106 0,0 0-51 0,0 0-21 0,8 0-5 0,-5 0 6 16,3-3 28-16,-3 0 42 0,3-1 58 0,-1-2 67 0,-1 0 65 0,-1-3 69 16,-1-2 61-16,-2 0 63 0</inkml:trace>
  <inkml:trace contextRef="#ctx0" brushRef="#br0" timeOffset="4656.66">27346 4299 232 0,'0'0'295'0,"0"0"25"0,0 0 16 0,0 3 10 0,0-3 10 0,0 1 7 0,0-1 7 0,0 0 10 0,0 3 12 0,0-3 13 16,2 3-6-16,-2-3-18 0,0 2-66 0,0-2-83 0,0 3-31 0,0 0-6 16,0-3 3-16,0 0 9 0,0 1 11 0,4 1 9 0,-4-2 15 0,0 3 11 15,0-3 5-15,0 1 3 0,0-1 3 0,3 1-2 0,-3-1-2 0,0 0-5 16,0 0-10-16,0 0-12 0,0 2-8 0,0-2-8 0,0 0-12 16,0 0-12-16,0 0-15 0,0 0-17 0,0 3-13 0,0-3-15 0,0 0-13 15,0 0-15-15,0 3-14 0,0-3-13 0,0 0-10 0,0 2-8 0,0-2-10 16,0 3-12-16,0-3-7 0,0 3-7 0,-3-2-4 0,3-1-4 0,0 3-4 15,0 0-7-15,0-1-2 0,0 1 1 0,0 0-1 0,-4 0 0 16,4-2-1-16,0 2-2 0,0 0-2 0,0-1 2 0,0-2-1 0,0 4 2 16,0-4-2-16,0 3-2 0,0-3 1 0,0 2 5 0,0-2 0 0,0 0-4 15,0 0-1-15,0 0 2 0,0 0-1 0,4 3 1 0,-4-3 0 0,0 0 0 16,0 0-2-16,0 1 1 0,0-1 1 0,0 0 1 0,0 0 1 0,0 0-1 16,0 0-2-16,0 0 1 0,0 0-2 0,0 0 1 0,0 0 1 0,5 0 1 15,-5 0 1-15,0 0 1 0,0 0-2 0,0 0 2 0,0 0 0 0,0 0 0 16,0-1 0-16,0 1-1 0,0 0 2 0,0 0 2 0,0 0 2 0,0 0-1 15,0 0 4-15,0 0 1 0,0 0 1 0,0 0 4 0,0 0 2 0,0 0 2 16,0 0 2-16,0 0 1 0,0 0 0 0,0 0 1 0,0 0 2 0,-2 0 0 16,2 0 0-16,0 0 2 0,0 0-2 0,0 0-2 0,0 0-2 0,0 0-1 15,0 0-2-15,0 0-5 0,0 0 0 0,0 0-2 0,0 0-1 0,0 0-1 16,0 0-4-16,0 0-1 0,0 0-1 0,0 0-2 0,0 0-2 0,0 0-2 16,0 0-1-16,0 0 1 0,0 0-2 0,0 0 0 0,2 1 0 0,-2-1 0 15,4 1-2-15,-4 1 2 0,1 0 0 0,-1-1 0 0,4 1 0 16,-4-1 0-16,4 1 0 0,-2-1-1 0,-2 1-1 0,0-2 1 0,3 1-1 0,-3-1 1 15,2 0-1-15,2 0 1 0,-4 0-1 0,3 0-1 0,-3 0 0 16,2 2 2-16,-2-2 1 0,0 0 0 0,4 0 0 0,-4 0 1 0,0 0 1 0,0 0-1 16,0 0 1-16,0 0-1 0,0 0 2 0,3-2 0 0,-3 2 2 15,0 0-1-15,0 0 2 0,0 0-1 0,0 0-1 0,0 0 1 16,0 0-1-16,0 0-2 0,0 0 2 0,0 0 1 0,0 0-1 0,0 0 1 16,0 0-1-16,0 0 2 0,0 0 2 0,0 0-1 0,0 0 1 0,0 0-1 0,0 0 1 15,0 0-2-15,0 0 1 0,0 0 1 0,0 0 1 0,-3 0-2 0,3 0 1 16,0 0-1-16,0 0 1 0,0 0-2 0,0 0-2 0,0 0-2 15,0 0-1-15,0 0 2 0,0 0 0 0,0 0 0 0,0 0-1 0,0 0-1 16,0 0-1-16,0 0 2 0,0 0-4 0,0 0-1 0,0 0-1 0,0 0-2 16,0 0-3-16,0 0-3 0,0 0-2 0,0 0-2 0,0 0-4 0,0 0-1 15,0 0-3-15,0 0-1 0,0 0-2 0,0 0-3 0,0 0 0 0,0 0 0 16,0 0 0-16,0 0 0 0,0 0 0 0,0 0-2 0,0 0 1 0,0 0 1 16,0 0 0-16,0 0 3 0,0 0 1 0,0 0 2 0,0 0 3 0,0 0 2 15,0 0 1-15,0 0 3 0,0 0 3 0,0 0 2 0,0 0 1 0,0 0 4 16,0 0 4-16,0 0 2 0,0 0 1 0,0 0-1 0,0 0 1 0,0 0 1 15,0 0-2-15,0 0-1 0,0 0-1 0,0 0 1 0,0 0 1 0,0 0 1 16,3 0-2-16,-3 0 1 0,0 0-1 0,0 0 0 0,0 0 2 0,0 0-2 16,0 0 1-16,0 0 2 0,2-1 3 0,-2 1 2 0,0 0-1 0,0 0-2 15,0 0-1-15,0 0 2 0,0 0 2 0,0 0 2 0,0 0 2 0,0 0 2 16,0 0 1-16,0 0 0 0,0 0 3 0,0 0 1 0,0 0 2 16,0 0 0-16,0 0 1 0,0 0 4 0,0 0-2 0,0 0 0 0,0 0-3 15,0 0-3-15,0 1-3 0,0-1-6 0,0 0-2 0,0 0 4 0,0 0-2 16,0 0-2-16,0 0-1 0,0 0 0 0,0 0-3 0,0 0 0 0,0 0 0 15,0 0 0-15,0 0 0 0,0 0-1 0,0 2 4 0,0-2 4 16,0 1-1-16,0-1-3 0,0 0 0 0,0 0-1 0,4 0-2 0,-4 0 1 16,0 0 1-16,0 0-2 0,0 0 0 0,0 0 0 0,0 0 0 0,0 0 0 15,0 0 0-15,0 0-2 0,0 0 2 0,0 0 0 0,0 0 0 0,0 0 0 16,0 0 0-16,0 0-1 0,0 0-4 0,0 0-5 0,0 0-14 0,0 0-17 16,0 0-35-16,0 0-47 0,0 0-66 0,0 0-79 0,-4-1-63 0,4-1-60 15,0 1-52-15,0 1-52 0,-2-3-48 0,2 0-48 0,0 0-61 0,0-1-68 16,0 4-26-16,-3-5-7 0,3 0 27 0,0 5 40 0,0-6 68 0,3 1 76 15,-3 1 64-15,0 4 58 0,0-4 54 0,2-1 52 0,-2 5 48 0,4-3 49 16</inkml:trace>
  <inkml:trace contextRef="#ctx0" brushRef="#br0" timeOffset="4844.55">27431 4341 184 0,'0'0'299'0,"0"0"30"0,0 0 18 0,0 2 7 0,0-2 6 0,0 0 3 0,0 0 3 0,0 4 1 0,0-4 1 0,-3 1 1 0,3-1-18 0,0 0-27 0,0 2-102 16,0-2-137-16,0 0-83 0,0 0-65 0,0 0-53 0,-4 3-52 0,4-3-66 16,0 0-74-16,0 0-32 0,0 0-16 0,0 0-7 0,0 0-3 0,-2 1 3 15,2-1 5-15,0 0 13 0,0 0 18 0,0 0 28 0,0 0 30 16,0 0 41-16,0 0 42 0</inkml:trace>
  <inkml:trace contextRef="#ctx0" brushRef="#br0" timeOffset="22188.08">28395 3277 228 0,'-5'2'459'0,"1"-1"88"0,-1 2 47 16,-1 0 35-16,1 2 27 0,0 1 28 0,-5 1 27 0,1 2 22 0,0 2 22 16,-1 1 15-16,0 1 13 0,-2 1-41 0,3 1-70 0,-2 1-142 0,2 1-177 15,0-1-88-15,0-1-45 0,2 0-31 0,-1 2-29 0,3-2-26 0,-1-2-27 16,1 2-23-16,1-1-19 0,3-1-17 0,1 0-15 0,0 1-9 0,0 0-9 16,0-2-5-16,0 0-7 0,1 0-9 0,5-1-13 0,1 2-22 0,-5-4-26 15,7 1-70-15,-4 2-86 0,4-1-82 0,0-1-83 0,0 0-83 0,1 0-84 16,-3-2-90-16,2 0-94 0,0-2-41 0,0 0-20 0,0-1 1 0,0-1 5 15,-2 1 19-15,2-4 27 0,-1 1 65 0,-3-1 87 0,0 0 83 0,1-1 85 16,3 0 83-16,-4-1 84 0</inkml:trace>
  <inkml:trace contextRef="#ctx0" brushRef="#br0" timeOffset="22441.09">28424 3534 7 0,'0'0'378'0,"0"-3"103"0,0 3 60 0,4-2 53 0,-4 1 49 16,5 1 39-16,-1 0 34 0,1 0 23 0,1 0 19 0,1 0 11 0,0 0 9 15,2 0-10-15,4 0-18 0,-2 0-143 0,1 0-195 0,-4 0-101 0,4 0-53 16,-1 1-54-16,-2 1-49 0,4-2-39 0,-6 0-34 0,2 1-23 0,0 1-17 16,0-1-12-16,0-1-7 0,0 2-8 0,-1-1-7 0,1 0-5 0,-2 1-6 15,0 0-18-15,0-2-22 0,-5 1-58 0,4 1-76 0,-3-2-76 0,3 1-79 16,-6 1-71-16,3-2-70 0,-3 0-85 0,2 1-93 0,-2-1-59 0,0 0-47 15,0 0-20-15,-5 3-4 0,-1 0 10 0,3 0 18 0,-3 2 55 16,-3-2 76-16,2 1 79 0,0-1 79 0,-2 0 71 0,-2 2 68 0,5-2 84 16</inkml:trace>
  <inkml:trace contextRef="#ctx0" brushRef="#br0" timeOffset="22769.38">28477 3663 169 0,'3'0'328'0,"-3"0"38"0,6 0 33 0,-3 1 24 0,-1-1 29 0,2 2 28 16,-4-1 36-16,5 0 37 0,-1 1 45 0,-1 0 44 0,-1-1 26 0,2 2 21 16,-2 0-88-16,1-1-133 0,-3 1-63 0,4-2-34 0,-2 2-27 0,-2-2-25 15,3 3-23-15,-1-3-25 0,-2 1-32 0,0-2-34 0,0 4-40 0,-2-1-36 16,2 0-33-16,-3 2-27 0,1-2-11 0,-2 3-5 0,1-2-5 0,-3 1-5 16,4 1-3-16,-5 1-1 0,2-1-3 0,-1 0-4 0,-3 0-4 15,6 0-1-15,-5-1-6 0,1 1-4 0,2-2-4 0,3 1-2 0,-5-1-5 16,7-1-2-16,-2 0 1 0,-2 0-1 0,4-3 1 0,0 0 1 15,0 3 0-15,4-1 3 0,-2 1 1 0,-2-2 1 0,3 1 2 0,1-1 2 16,1 2 0-16,-3-1 2 0,5-1 1 0,1 2 1 0,-1-1 2 0,0-2-2 16,0 1-2-16,2 1-2 0,-1-2-3 0,-1 0-2 0,0-2-4 0,2 2-4 15,-2-1-11-15,1-1-14 0,-1 0-26 0,-2 1-33 0,1 0-62 0,-1-1-77 16,1-1-74-16,-3 2-73 0,1-2-77 0,-2 1-78 0,-2 2-94 0,7-3-99 16,-7 0-47-16,0 3-18 0,2-4-1 0,-2 4 8 0,0 0 23 0,-2-6 31 15,2 1 61-15,-4 2 78 0,1-1 73 0,3 1 72 0,0 3 79 0,-6-5 78 16</inkml:trace>
  <inkml:trace contextRef="#ctx0" brushRef="#br0" timeOffset="23294.1">28676 3061 115 0,'0'-4'498'0,"0"1"114"0,0-2 52 0,0 2 25 0,0 0 11 0,0 3 11 0,0 0 14 0,0 0 11 0,0 0 15 0,0 0 15 0,0 0 15 16,0 0-14-16,-4 3-32 0,4 0-175 0,-5 2-244 0,5 1-111 0,-2 1-45 15,-2 1-22-15,1 1-10 0,3 1-10 0,-2 1-7 0,-2-1-15 0,4 2-12 16,0 0-15-16,0 2-15 0,4-1-9 0,-2-1-6 0,1 2-6 0,-3-2-3 15,6 1 0-15,-3-2-2 0,-1 2-2 0,2-2-2 0,1-1 3 0,-1 1 3 16,-1-2 1-16,-1 0 5 0,4 0 3 0,-6-2 5 0,7 0 4 0,-7 1 3 16,2-2 3-16,-2 0 3 0,5-1 1 0,-5-1 7 0,0 1 4 0,4-3 10 15,-4 2 7-15,0-1 5 0,0-3 5 0,0 0 4 0,0 0 8 0,0 1 4 16,0-1 3-16,0 3 0 0,0-3-2 0,0 0-3 0,0 0-8 0,0 0-15 16,-4 0-22-16,-1 0-33 0,3 0-34 0,-2 0-40 0,-1-1-38 0,-1 1-31 15,-3-2-35-15,2 1-34 0,-4 1-43 0,2-3-50 0,0 1-74 0,-2-1-85 16,2 0-63-16,-2 0-55 0,2-1-22 0,4 1-6 0,-4-2 0 0,2 1 10 15,1-1 11-15,1-1 14 0,1 0 14 0,4-1 21 0,4-1 33 16,-4 1 41-16,5-2 76 0,1-2 89 0,1 2 75 0,2-1 71 0,-2 0 51 16,2 0 40-16,0 1 38 0,4-1 35 0,-6 2 31 0,2-1 30 15,4 3 29-15,-6 0 32 0,6 0 31 0,-4 2 33 0,2 1 35 0,-2-2 32 16,0 4 27-16,-4-1 20 0,8 1 14 0,-8-1 8 0,4 2-4 0,-2 0-6 16,1 2-12-16,1-2-17 0,-4 1-20 0,4-1-23 0,-3 2-31 0,-1-1-33 15,4-1-47-15,-4 1-55 0,5 3-88 0,-5-4-104 0,4 3-104 0,-4-2-103 16,4 1-108-16,-3-1-111 0,3 2-91 0,-4-3-82 0,-1 3-40 0,0 0-16 15,1-1-11-15,-3 2-1 0,-2 1 8 0,3-1 14 0,-3 2 53 0,-3 2 75 16,1-1 80-16,-2 2 84 0,4 1 98 0,-1 1 102 0</inkml:trace>
  <inkml:trace contextRef="#ctx0" brushRef="#br0" timeOffset="23530.85">28905 3729 52 0,'-5'7'378'0,"3"-1"212"0,-2 0 93 0,1 0 45 0,-3-1 18 0,6-1 8 0,0 1 6 0,0-1 1 0,-1 1-5 0,1 0-1 0,-8 2-22 0,8-1-29 16,-5-1-143-16,3 3-193 0,-1-2-257 0,-1 2-283 0,-2-1-186 0,3-1-141 16,1 2-104-16,-2-2-85 0,-1-2-40 0,1 0-19 0,3 1-6 0,1-5 1 15,0 5 19-15,0-5 28 0,0 0 60 0,0 0 76 0,1 3 77 0,7-3 75 16,-1 0 94-16,0 0 98 0</inkml:trace>
  <inkml:trace contextRef="#ctx0" brushRef="#br0" timeOffset="23779.49">29104 3579 102 0,'4'-2'360'0,"-2"0"122"0,1 1 68 16,-3 1 42-16,4 0 37 0,-2 1 36 0,3 1 26 0,-1 0 27 0,1-2 18 16,1 0 17-16,1 0 11 0,2 0 14 0,-2 0-89 0,2 0-129 0,0 0-126 0,0 0-114 15,2 0-68-15,-2 0-39 0,4 0-37 0,-2 0-33 0,1 0-31 16,-4 0-23-16,4 0-22 0,-1 0-12 0,-2 0-14 0,4 0-13 16,-2 0-14-16,-2 0-16 0,-4 0-19 0,8 0-24 0,-8 0-58 0,4 0-71 15,-7 0-82-15,4 0-84 0,-3 0-76 0,3 0-78 0,-6 0-99 0,0 0-108 16,0 0-53-16,0 0-29 0,0 0-9 0,0 0 3 0,0 0 12 0,0 0 20 15,0 0 56-15,0 0 72 0,-6 1 80 0,3 1 84 0,-3-1 81 0,4 1 73 16</inkml:trace>
  <inkml:trace contextRef="#ctx0" brushRef="#br0" timeOffset="24546.72">29151 3679 22 0,'0'2'280'0,"0"-2"106"0,-3 1 48 0,3 1 21 16,0-2 11-16,0 3 5 0,0-2 5 0,3 0 7 0,-3-1 15 0,4 2 15 16,-4-2 17-16,0 2 21 0,0-1-57 0,0-1-89 0,2 2-94 15,1-2-98-15,-1 1-42 0,-2 1-19 0,4-1-8 0,-1 1-2 0,-1-1-7 16,-2-1-4-16,4 2-4 0,-2-1-4 0,1 0-11 0,-3 1-10 0,4 0-8 16,-2-1-4-16,1 1-2 0,1 1 2 0,-2-2 1 0,-2 1 5 0,3-1 1 0,-1 2 3 15,2-3 2-15,-1 3 3 0,-3-3-2 0,2 2-8 16,-2-1-4-16,4 1-4 0,-2-1-5 0,-2 1-6 0,0-1-5 0,3 1-5 0,1-1-3 15,-2 2-3-15,-2-2 1 0,3 3 0 0,-1-1 1 0,-2 0-2 16,4 0-3-16,-1 1-6 0,-1-1-2 0,-2 2-1 0,4-2 0 0,-4 1-2 16,3-1-1-16,-3 1-1 0,2 0-2 0,-2 0 0 0,0-1 0 0,0 2-2 15,0-3 0-15,0 3-4 0,-2 0 2 0,2-1 2 0,0-1-2 0,-3 2-2 16,-1-1 0-16,2 1 1 0,-1-2-1 0,-1 1-3 0,-1-1-3 0,-1 2-3 16,3-2-3-16,-3 0-1 0,4 0-2 0,-5-1-3 0,0 0-2 0,0 1 1 15,1 0-2-15,3-1-3 0,-3-2-2 0,-3 3-4 0,4-3-1 0,3 1-1 16,-5-1 1-16,1 0-1 0,3 0 1 0,-3 0-1 0,1-1-1 0,1 1 0 15,2-2 0-15,-1 1-1 0,3-1-1 0,0 2 1 0,-2-1-2 0,2-1-3 16,0 2 0-16,0-3-2 0,0 0 2 0,0-1-1 0,2 1-1 0,-2 0 1 16,5-2-2-16,-5-1 0 0,4 2-2 0,1-2 2 0,1-1 0 0,-3 2 0 15,3-3 0-15,1 2 0 0,0 0 0 0,0-1 2 0,-5 2 1 0,7-1-2 16,-3 0 1-16,1 3-2 0,-5-3 0 0,3 3 0 0,-1 0 0 16,-1 0 1-16,-1 2 2 0,2-2-1 0,-2 1 1 0,1 2 1 0,-3-2 2 0,0 2-1 15,4-1-4-15,-2 0-5 0,1-1 4 0,-1 1 4 0,-2 1 5 16,0 0 0-16,0 0 0 0,4-2-1 0,-4 2-1 0,3-1 1 0,-3 1-4 15,0 0 1-15,0 0-1 0,0 0 4 0,0 0 2 0,0 0 7 0,0 0-4 16,2-3-5-16,-2 3-1 0,0 0 1 0,0 0-1 0,0-3 1 0,0 1 1 16,4-1-2-16,-4 0 2 0,3 2 2 0,-3-2-2 0,0-2 0 15,2 2-2-15,-2-1 2 0,0 1-1 0,4-2-4 0,-4 1 1 0,2-1 1 16,-2 1 0-16,0 1 0 0,0-2 0 0,0 1 0 0,0-1-2 0,-2 2 1 16,2-1 1-16,-4 1 1 0,4 0-1 0,0 1 0 0,-2-1 0 0,2 0 2 15,0 2-1-15,0 1 1 0,-3-2-2 0,-1-1 0 0,4 2 0 0,-2 1 0 16,2 0 1-16,-3-2 2 0,3 2 0 0,0-1-1 0,0 1-1 0,0 0-1 15,-4 0 0-15,4 0 2 0,-2 0-1 0,2 0-2 0,0 0 1 0,-3 0 0 16,3 0 0-16,0 0 1 0,0 0-1 0,-2 0-3 0,2 0 0 0,0 0-1 16,0 0 1-16,0 0 1 0,0 0 1 0,0 0-1 0,0 0-1 0,0 0-3 15,0 0-1-15,0 0-5 0,0 0-8 0,0 0-7 0,0 0-9 0,0 0-10 16,0 0-26-16,-4 1-32 0,1-1-53 0,3 2-65 0,-6-2-62 0,6 1-64 16,-2 1-50-16,-1 1-45 0,-1-2-39 0,-1 2-42 0,3 0-38 0,-2 2-44 15,1-2-56-15,1 0-60 0,-2-2-7 0,4-1 15 0,-3 4 46 0,3-4 62 16,-2 4 62-16,2-4 63 0,0 0 53 0,0 6 44 0,2-2 46 0,-2-1 40 15,3 1 49-15,1 1 51 0</inkml:trace>
  <inkml:trace contextRef="#ctx0" brushRef="#br0" timeOffset="25099.14">29274 3687 67 0,'-3'-3'252'0,"-1"0"45"0,4 0 29 0,-2 0 16 0,-1 1 9 0,1 1 9 0,2-1 9 0,-7 0 12 16,7 0 12-16,-6 0 10 0,4 2 17 0,-1-1-21 0,-3 1-36 16,3 0-58-16,-1 0-63 0,-1 0-24 0,-1 0-8 0,1 1 9 0,-1-1 15 15,-1 3 16-15,2 0 12 0,-1-1 8 0,1 1 4 0,-2 0-4 0,1 0-3 16,4 0-12-16,-5 1-12 0,5-1-16 0,-1 0-19 0,1 2-18 0,2-2-21 16,-4 0-19-16,1 1-22 0,3-1-21 0,0 2-23 0,0-2-14 0,0 1-15 15,0 1-8-15,0-1-8 0,3 2-5 0,1 0-4 0,-4 0 0 0,2 0-3 16,3 1-3-16,2 1-2 0,-5 0-1 0,4 1-3 0,1-2-1 0,-2 1-2 15,1-1 1-15,-1 0 5 0,2 1 9 0,-1 1 9 0,-1-1 6 0,1-1 1 16,-1 0 1-16,-1 1-1 0,1 0 1 0,2-2-1 0,-5 1 2 0,4 0 0 16,-6 0 3-16,3-1 3 0,1 0-5 0,-4 0-4 0,2 0-7 15,-2-2-10-15,0 0-2 0,0 1-1 0,-2 1 2 0,2-3 2 0,-7 3-1 16,7-1 2-16,-6 1 2 0,4-2 0 0,-5 1-2 0,5 1-3 0,-5-3 0 16,2 1 2-16,-1 2-4 0,-3-3-1 0,4 2-4 0,-4-2-4 0,3-2-1 15,-3 3-1-15,4-2-2 0,-1 1-2 0,-3-1-2 0,4 1-2 0,-4-3 0 16,0 1 0-16,0 1 0 0,3-1 1 0,1 1-1 0,-2-2 0 15,1 0 3-15,1-2 3 0,-1 2 2 0,3-1-1 0,-3-1 2 0,3 1 5 16,1 1-1-16,-2-2 1 0,4-1-1 0,0 2 1 0,0 1-1 0,-3-2-1 16,3-1 0-16,3 0-1 0,-3 2-5 0,4-4-8 0,1 2-1 0,-3-1 2 15,5-1-2-15,2-1-2 0,-3 0 1 0,3 0-1 0,2-1-1 0,0-3-1 16,-2 3-4-16,3 0-7 0,-1-1 2 0,2-1 7 0,-2 2 4 0,1-1 7 16,-1 1-2-16,0-1-3 0,-2 2 0 0,0-2 0 0,4 3-2 0,-6-3 2 15,0 2 0-15,1 0 0 0,1 0 5 0,-2 0 4 0,-5 0-5 0,3 2-8 16,-1-1-4-16,-1-1-1 0,-1 2-13 0,2-1-19 0,-4-1-28 0,2 2-34 15,-2-1-59-15,-2 1-73 0,2-3-73 0,-4 0-77 0,4 1-68 0,-5 1-65 16,5 0-78-16,-6-1-77 0,1 0-64 0,-2 0-53 0,1 0-12 0,-3 0 7 16,0 1 22-16,4 2 31 0,-4-1 58 0,1 1 70 0,1-2 76 0,-2 2 77 15,7 0 68-15,-3 0 67 0,1 0 79 0</inkml:trace>
  <inkml:trace contextRef="#ctx0" brushRef="#br0" timeOffset="25547.3">29509 3186 54 0,'-1'-6'286'0,"-7"-2"77"0,7 2 44 0,-3 0 30 0,2 2 28 0,-5-2 28 15,7 1 35-15,-6 1 35 0,5 1 42 0,-3 0 45 0,0 0 30 0,-1 1 23 16,1 1-65-16,-1-1-110 0,0 2-83 0,1 0-71 0,-1 0-42 0,3 2-27 15,-6-2-29-15,3 3-28 0,0 0-32 0,-1 0-35 0,3 0-37 0,-1 3-44 16,-1 0-28-16,3 0-24 0,-2-1-17 0,0 3-10 0,4-2-6 0,-1 2-3 16,1-1-1-16,0 0 1 0,1 1-2 0,-1-2-1 0,4 2-1 0,0-2-2 15,-2 0-3-15,3-1-3 0,-1 0-3 0,1 0 0 0,2-2 0 0,-1 1 0 16,-1-1-2-16,1-1-2 0,-1 1-4 0,2-2-1 0,-1-1 0 0,-1 2 0 16,0-2-1-16,-1 0-2 0,1-2 1 0,1 1 2 0,-2 1 0 0,-1-3 2 15,-1 3 2-15,2-2 1 0,-3 0 2 0,3 1 4 0,-4 0 4 0,4-1 0 16,-4 2 1-16,0 0 1 0,0-1 2 0,0 1 5 0,0 0 2 0,0 0 1 15,0 0 0-15,0 0-2 0,0 0 4 0,0 0 2 0,0 0 5 16,1 3 6-16,-1-1 3 0,0 3 3 0,0 1 3 0,-1 0 8 0,1 3 3 0,-4 0 1 16,4 2 0-16,0 0 2 0,-4 3 1 0,4 0 1 0,-5 1-2 15,5 0-5-15,-2 0-5 0,-1 0-7 0,-1 0-5 0,4-2-1 0,-2 0-6 16,-2 1-10-16,4-2-13 0,-1 0-13 0,1-1-27 0,-4-1-34 16,0-1-60-16,3 0-67 0,-3 0-72 0,0-1-74 0,4-2-68 0,-1 1-63 15,-3 0-78-15,2 0-84 0,-1-3-62 0,3-1-56 0,0-3-20 0,-4 4-1 16,4-4 19-16,0 0 28 0,0 0 56 0,0 0 70 0,0 0 71 0,0 0 72 15,7 0 69-15,-7 0 66 0,7-1 77 0</inkml:trace>
  <inkml:trace contextRef="#ctx0" brushRef="#br0" timeOffset="25845.28">29808 3348 39 0,'2'6'319'0,"1"-3"141"0,1 3 89 0,-4-2 66 0,2 2 47 0,1 2 38 0,-1-1 35 0,2 1 24 0,-4 2 21 0,3 1 19 0,-1 1 13 0,-2 1 11 15,4 1-66-15,-2-1-102 0,-2 2-120 0,3 0-126 0,-3 0-80 0,4 2-55 16,-2-2-43-16,-2 1-33 0,0 1-24 0,0-1-21 0,0 1-12 0,0-1-9 16,-2 2-4-16,2-1-4 0,-4 1-4 0,1 0-7 0,3-2-8 0,-6 1-9 15,1 1-7-15,1-2-7 0,-1-1-5 0,-1 2-3 0,-3-2-7 0,4 0-7 16,-4-2-13-16,-2 1-11 0,2-1-25 0,-4-1-28 0,-1 0-31 0,-1 0-27 15,1-1-29-15,-1-1-28 0,-3 1-53 0,4-2-63 0,-6 0-104 0,2 0-121 16,-6-2-103-16,4 1-99 0,-3 1-100 0,-1-2-102 0,1-1-34 0,1 1-2 16,-5 0 11-16,4-1 22 0,-3-1 21 0,3 2 24 0,1-4 51 0,2 0 64 15,4 0 102-15,-2-2 119 0,3-1 106 0,3 0 98 0</inkml:trace>
  <inkml:trace contextRef="#ctx0" brushRef="#br0" timeOffset="25982.33">29410 3952 365 0,'0'0'489'16,"0"0"65"-16,0 0 35 0,0 0 22 0,0 0 13 0,0 0 9 0,0 0 2 0,0 0 3 16,0 2-7-16,-2-2-13 0,-1 1-51 0,1 1-68 0,-2-1-205 15,-1 2-262-15,1-1-177 0,-1 2-140 0,-1 1-125 0,-1-1-119 0,-4 1-58 16,6-1-28-16,-4 2-14 0,0-1-5 0,3-1 5 0,-3 1 10 16,4-1 40-16,-4 1 52 0,5-2 56 0,-1 0 59 0,-1 0 69 0,3-1 75 15</inkml:trace>
  <inkml:trace contextRef="#ctx0" brushRef="#br0" timeOffset="30483.05">25371 4386 165 0,'0'0'260'0,"0"0"30"0,0 0 16 0,0 0 10 0,0 0 9 0,0 0 10 0,0-2 7 0,0 2 7 16,0 0 8-16,0 0 6 0,0 0-9 0,0 0-16 0,0 0-68 0,0 0-83 15,0 0-44-15,0 0-20 0,0 0-11 0,0 0-6 0,0 0-1 0,0 0-4 16,0 0-1-16,0 0-4 0,0 0-2 0,0 0 5 0,0 0-2 0,0 0-3 16,0 0 5-16,0 0-1 0,0 0 4 0,0 0 3 0,0 0 7 0,0 0 6 15,0 0 4-15,0 0 8 0,0 0 6 0,0 0 6 0,0 0 5 0,0 0 5 16,0 0 5-16,0 0 8 0,0 0-2 0,0 0-6 0,0 0-6 0,0 0-3 16,0 0-4-16,0 0-8 0,0 0-10 0,0 0-7 0,0 0-8 15,0 0-11-15,0 0-8 0,0 0-10 0,0 0-15 0,0 0-11 0,0 0-7 16,0 0-3-16,0 0-5 0,0 0-4 0,0 0-4 0,0 0 0 15,0 0 0-15,0 0-6 0,0 0-3 0,0 0-2 0,0 0 1 0,0 0 1 16,0 0-2-16,0 0 2 0,0 0 0 0,0 0 0 0,0 0-1 0,0 0 2 16,0 0-4-16,0 0-3 0,0 0 1 0,0 0 5 0,0 0 3 0,0 0 2 15,0 0 1-15,0 0 0 0,0 0 3 0,0 0 0 0,0 0 4 0,0 0-3 16,0 0 1-16,0 0-1 0,0 0 1 0,0 0 1 0,0 0 0 0,0 0 0 16,0 0-3-16,0 0-3 0,0 0-2 0,0 0-1 0,0 0-5 0,0 0-1 15,0 0-1-15,0 0-1 0,0 0-2 0,0 0-2 0,0 0-2 0,0 0-1 16,0 0 0-16,0 0-1 0,0 0 1 0,0 0 0 0,0 0 1 0,0 0 1 15,0 0 1-15,0 0 1 0,0 0 2 0,0 0 2 0,0 0 1 0,0 0 1 16,0 0 4-16,0 0 2 0,0 0 1 0,0 0 0 0,0 0 0 0,0 0-2 16,0 0 0-16,0 0 0 0,0 0 0 0,0 0-3 0,0 0 0 0,0 0-2 15,0 0-1-15,0 0 0 0,0 0-1 0,0 0-2 0,0 0-3 0,0 0-2 16,0 0 1-16,0 0-2 0,0 0-2 0,0 0-2 0,0 0-2 0,0 0 0 16,0 0 0-16,0 0 1 0,0 0-1 0,0 2-1 0,0-2-4 15,0 0 1-15,0 0-2 0,0 0-2 0,0 0 1 0,0 0 2 0,0 0 1 16,0 0-2-16,0 0 1 0,0 0-2 0,0 0-1 0,0 0-2 0,0 0-1 15,0 0 2-15,0 0 2 0,0 0 2 0,0 0-1 0,0 0 0 0,0 0-3 16,0 0-4-16,0 0-13 0,0 0-11 0,0 0-28 0,0 0-31 16,0 0-52-16,0 0-65 0,0 0-64 0,-4 1-68 0,4-1-51 0,0 0-47 15,0 0-44-15,0 0-41 0,0 0-48 0,0 3-49 0,0-3-54 0,0 0-59 16,0 0-5-16,0 0 16 0,0 0 46 0,0 0 62 0,0 6 65 0,0-6 66 16,0 0 50-16,0 3 47 0,0-3 44 0,0 0 41 0,0 0 51 0,0 0 53 15</inkml:trace>
  <inkml:trace contextRef="#ctx0" brushRef="#br0" timeOffset="33588.53">24895 4270 111 0,'-5'-2'311'0,"0"1"70"0,-1 1 36 0,-1-1 24 0,-2 1 20 0,3 0 22 0,-3 1 20 0,4-1 26 16,-4 1 34-16,3 1 39 0,-3 1 37 0,4 0 41 0,0 0-77 0,-4 2-126 16,5-3-84-16,-2 3-64 0,-3 0-34 0,4-1-19 0,1 2-18 0,-1 0-16 15,0 2-22-15,1 1-24 0,-2 0-31 0,5 0-32 0,-3 0-34 16,-1 1-36-16,1-1-17 0,2 2-5 0,2-2-4 0,-3 0-4 0,-1 0-6 16,4-2-7-16,0-1-3 0,0 0-3 0,0 0-7 0,0 0-5 0,4-1-8 15,-1 1-8-15,-3-2-9 0,2-1-7 0,3 2-8 0,-1-2-7 16,0-2-4-16,-3 2-8 0,5 0-4 0,3-3 1 0,-4 2-6 0,3-2-5 15,1 0-2-15,-4-2 4 0,4 0 3 0,-2 0 2 0,2-1 4 0,0-2 8 16,0 1 4-16,1-1 6 0,-5-1 4 0,6 2 7 0,-2-2 7 0,-2 1 6 16,-1 1 5-16,-1-2 2 0,0 3 2 0,1-1-3 0,-3 0 3 0,3 3 3 15,1-2 2-15,-7 1-1 0,2 1 1 0,1-1 1 0,-3 2 0 0,0 0 0 16,0 0 3-16,2 2 3 0,-2-2 6 0,4 3 9 0,-4 0 12 0,0-2 12 16,4 3 8-16,-3 1 7 0,-1 0 6 0,4 2 6 0,-4-1 4 0,2 2 1 15,-2-1 1-15,0 2 1 0,3-1-1 0,-3 1-5 0,0-2-5 0,0 2-7 16,0-1-12-16,0-1-10 0,-3-1-19 0,3 2-23 0,0-1-42 15,0-1-54-15,0 0-60 0,0 0-68 0,0-1-58 0,0-1-56 0,0 1-58 16,0-1-68-16,0-4-85 0,0 0-95 0,0 6-44 0,0-6-21 16,0 0 3-16,0 0 10 0,0 0 35 0,0 0 47 0,0 0 57 0,0 0 65 15,0 0 58-15,0 0 54 0,9-1 62 0,-4-1 63 0</inkml:trace>
  <inkml:trace contextRef="#ctx0" brushRef="#br0" timeOffset="36612.68">26319 5263 190 0,'0'0'323'0,"0"0"49"0,0 0 29 0,0 0 19 0,0 0 14 0,0 0 17 0,0 0 15 15,0 0 23-15,0 0 28 0,0 0 32 0,0 0 37 0,0 0-24 0,0 0-45 16,0 0-70-16,0 0-76 0,0 0-37 0,0 0-19 0,0 0-13 0,0 0-11 16,0 0-12-16,0 0-7 0,0 0-19 0,0 0-23 0,0 0-25 0,0 0-28 15,0 0-26-15,0 0-28 0,0 2-15 0,0-2-15 0,0 0-9 0,0 0-3 16,3 1-1-16,-3-1 0 0,0 0-1 0,0 0-4 0,0 0-1 0,0 2-4 15,0-2-4-15,0 0-6 0,0 0-6 0,0 0-5 0,0 0-2 0,0 0-5 16,0 0-3-16,0 0-2 0,0 0-4 0,0 0-4 0,0 0-5 0,0 0-2 16,0 0-1-16,0 0-3 0,0 0-1 0,0 0-1 0,0 0-1 15,0 0-1-15,2-2-2 0,-2 2 0 0,0 0 0 0,0 0-2 0,0 0 2 16,0 0 0-16,0 0 2 0,0 0 1 0,0 0 0 0,0 0 0 0,0 0 1 16,0 0 4-16,0 0-1 0,0 0 1 0,0 0-1 0,0 0 2 0,0-1 2 15,0 1-1-15,0 0 1 0,0 0-2 0,0 0 0 0,0 0 0 0,0 0 0 16,0 0-2-16,0 0-2 0,0 0-2 0,0 0-2 0,0 0-2 15,0 0-8-15,0 0-6 0,0 0-11 0,0 0-10 0,0 0-13 0,0 0-14 16,0 0-21-16,0 0-21 0,0 0-41 0,0 0-46 0,0 0-67 0,0 0-81 16,0 0-65-16,0 0-58 0,0 0-50 0,0 0-48 0,0 0-47 0,0 0-49 15,0 0-56-15,0 0-57 0,0 0-14 0,9 1 7 0,-5 1 31 0,1-2 44 16,1 1 70-16,-1-1 77 0,-1 2 66 0,1-1 59 0,4 1 56 0,-3 1 50 16,-3-2 59-16,3 4 58 0</inkml:trace>
  <inkml:trace contextRef="#ctx0" brushRef="#br0" timeOffset="38066.69">26943 5247 219 0,'0'0'336'0,"0"0"38"0,0 0 23 0,0 0 20 0,0 0 15 15,0 0 20-15,0 0 26 0,-2 1 31 0,-2 2 40 0,4 0 44 0,-3 0 30 16,3 0 22-16,-2 3-69 0,-2-1-111 0,3 2-50 0,-3 1-26 16,0 1-16-16,-1-2-10 0,1 2-13 0,2 0-13 0,-1 2-26 0,-3-1-26 15,3 1-38-15,3-1-45 0,-6 2-42 0,5-1-43 0,-3 1-28 0,0 0-25 0,3 0-16 16,-3-2-12-16,2 1-9 0,2 1-5 0,-4-2-7 0,1 1-4 16,3-1-7-16,0-1-5 0,0 0-10 0,0-1-7 0,3 1-17 0,1-3-19 15,-4 1-35-15,2-1-40 0,3 0-56 0,-1-1-60 0,1-1-57 0,-1-1-54 16,1 0-46-16,1 0-41 0,3 0-46 0,-4-1-45 0,4-2-55 0,-3 0-58 15,3 0-36-15,0-3-27 0,0-1 17 0,0 2 30 0,0-3 52 0,-2 2 60 16,2-1 55-16,0-1 52 0,-3 1 50 0,3 1 40 0,0-2 49 0,0 2 48 16,-4-1 62-16</inkml:trace>
  <inkml:trace contextRef="#ctx0" brushRef="#br0" timeOffset="46231.87">27185 5203 61 0,'0'0'354'0,"0"0"164"0,0 0 83 0,0 0 46 0,0 0 31 0,4 1 24 0,-2 1 21 0,-2-2 16 15,0 0 19-15,0 0 14 0,0 0 12 0,0 0 11 0,0 0-79 0,0 0-116 16,0 0-145-16,0 3-160 0,0-3-81 0,0 0-43 0,0 0-30 0,0 0-24 15,0 0-16-15,0 0-17 0,0 0-15 0,0 0-10 0,0 2-10 0,0-2-8 16,0 1-4-16,0-1-1 0,3 2 0 0,1-1 0 0,-4-1 2 0,0 3 1 16,0-1 4-16,0 1 5 0,2-2 2 0,-2 2 2 0,0 0 5 0,0-1 3 15,3 2 6-15,-3-1 5 0,0 0 5 0,2 0 5 0,-2 2 8 0,0-1 5 16,0 1 7-16,0-1 4 0,0 2 1 0,0 0 1 0,-2 0 1 0,-1 0 3 16,3 3-2-16,-2-1-4 0,-2 1-3 0,1 1-1 0,1 1-5 0,-2 1-4 15,1 0-8-15,-3 1-6 0,1 1-7 0,1-1-6 0,-1 2-7 0,-1-1-3 16,3-1-7-16,-3 1-4 0,1-1-5 0,-1 1-6 0,-1-4-6 0,5 2-4 15,-1-1-4-15,-3-1-4 0,6-1-3 0,-3 0-1 0,1-1-4 0,-2 1-2 16,2-2-7-16,2 1-8 0,-3-3-20 0,-1 2-25 0,2-1-30 0,2-2-33 16,-3 2-34-16,3-3-32 0,-4 0-56 0,4-3-64 0,0 0-101 0,0 2-116 15,0-2-105-15,0 0-98 0,0 0-100 0,0 0-102 0,4-3-32 0,1-2 1 16,2-1 20-16,-5 2 27 0,7-2 31 0,-3-2 34 0,3 1 53 16,-4-1 65-16,1 2 100 0,3-1 119 0,-2 2 104 0,-5-1 100 0</inkml:trace>
  <inkml:trace contextRef="#ctx0" brushRef="#br0" timeOffset="46514.23">27218 5557 334 0,'-4'3'557'0,"2"-2"105"0,2 3 55 0,-3-1 31 0,3-3 20 15,0 3 15-15,0-2 13 0,0-1 13 0,-4 3 13 0,4-1 9 0,0-2 11 16,0 2-57-16,0 3-86 0,0-3-170 0,0 2-209 0,-2-1-96 0,2 0-50 15,0 2-27-15,0-2-15 0,-3 1-12 0,3 1-9 0,0-1-11 0,0-1-8 16,0 2-11-16,0 1-9 0,0-2-8 0,0 1-5 0,0-1-10 0,0 1-10 16,0-1-7-16,0 1-7 0,0-1-2 0,0 1-5 0,0-1-9 0,0-1-11 15,0 0-19-15,0 0-21 0,0-3-24 0,0 2-24 0,0-2-51 0,0 0-64 16,-2 3-97-16,2-3-107 0,0 0-96 0,0 0-89 0,0 0-109 0,0 0-116 16,0 0-50-16,-4-3-16 0,4 3 6 0,-3-3 12 0,3 3 20 0,0-5 21 15,0 5 49-15,0-4 65 0,0 4 96 0,0-6 110 0,0 0 96 0,7 1 90 16</inkml:trace>
  <inkml:trace contextRef="#ctx0" brushRef="#br0" timeOffset="47023.74">27504 5359 195 0,'1'-1'330'15,"3"-1"60"-15,-4 0 41 0,0 2 35 0,4 0 34 0,-3 2 45 0,-1-2 50 16,0 0 48-16,0 0 51 0,0 0 32 0,0 3 25 0,0-3-39 0,0 3-65 15,0 2-86-15,0-2-91 0,0 1-54 0,-1 1-36 0,1 1-27 0,-4-2-29 16,4 4-39-16,-4-2-44 0,3 0-49 0,-3 1-47 0,4 1-30 0,-5-3-23 16,5 3-17-16,-4 0-15 0,2-1-8 0,2-1-5 0,-4 0-7 0,4 2-5 15,0-2-7-15,0-2-5 0,4 2-5 0,-2-1-3 0,-2-1-3 0,4 1-3 16,1-1-3-16,-1-1-3 0,1 0 0 0,0-1 0 0,3 1 0 16,-1-2-2-16,0-1 1 0,0 0-1 0,2-1-2 0,0-2-2 0,4 1 0 15,-6-2 1-15,6-1 1 0,-4 1 2 0,0-1 1 0,-2-1-1 0,2-1 1 16,0 1-1-16,-3-1 1 0,3 2-4 0,-4-1 4 0,3 0 2 0,-7 0 2 15,5 0 5-15,-6 1 1 0,3-1 0 0,1 0 1 0,-4 2 2 16,0-1 2-16,0-1-1 0,0 2 1 0,-7-1-2 0,7-1 1 0,-6 0 1 16,6 2-2-16,-1-1-3 0,-7 2-6 0,6-1-8 0,-1-1-11 0,-3 1-11 15,3-1-18-15,-3 1-17 0,3-1-32 0,-3 1-43 0,5 1-71 0,-7-1-91 16,3 2-77-16,3-1-72 0,-5 0-67 0,1 1-64 0,3 1-69 0,1-1-68 16,-3 1-48-16,1-1-35 0,0 2-8 0,4 0 8 0,0 0 27 0,0 0 38 15,0 0 73-15,0 0 90 0,0 0 78 0,0 0 72 0,0-4 65 0,4 2 66 16,1 1 74-16</inkml:trace>
  <inkml:trace contextRef="#ctx0" brushRef="#br0" timeOffset="47233.15">27815 5223 19 0,'7'-2'270'0,"-5"2"89"0,3 0 58 0,-1 0 46 0,-1 2 52 0,3 2 60 16,-3-1 58-16,-1 2 58 0,2-2 36 0,-2 2 26 0,1 0 20 0,1 1 17 15,-2 0-61-15,1 0-92 0,-1 2-93 0,-2-3-86 0,4 3-53 0,-4 0-33 16,0-1-50-16,0 2-53 0,0-2-55 0,-4 3-58 0,4-2-35 15,-5 3-26-15,3 0-17 0,-5-1-15 0,1 1-15 0,-3 1-15 0,0 0-12 16,2 0-9-16,-6 0-24 0,4 1-29 0,-2-1-49 0,-3 0-57 0,1 2-85 16,-1-4-99-16,3 2-86 0,-2-1-77 0,2-1-90 0,-1 1-88 0,1-1-68 15,0-2-56-15,-3-2-18 0,1 1-4 0,-2-1 11 0,5 2 14 0,-3-4 42 16,-2 1 55-16,1 1 82 0,-4-3 100 0,3 1 84 0,-1-1 77 16,-2 2 87-16</inkml:trace>
  <inkml:trace contextRef="#ctx0" brushRef="#br0" timeOffset="48504.41">26587 5212 211 0,'-6'2'314'0,"4"1"32"0,-1-2 17 0,-1 2 10 0,2-1 11 0,-1-1 9 0,3 2 16 0,0-1 14 16,0-2 22-16,-2 1 25 0,2-1 8 0,0 2 2 0,0-2-71 0,0 0-104 15,-4 3-45-15,4-3-18 0,0 0-10 0,0 0-6 0,0 3-2 0,0-3-7 16,0 0-6-16,0 0-7 0,0 0-15 0,4 1-16 0,-4-1-14 0,0 0-16 15,0 0-18-15,0 0-16 0,0 0-12 0,0 0-7 0,0 0-6 0,0 0-2 16,0 0-6-16,0 0-2 0,0 0-4 0,0 0-7 0,0 0-6 0,0 0-6 16,0 0-7-16,0 0-8 0,2 2-3 0,-2-2-1 0,0 0-1 0,0 0-1 15,0 0-1-15,0 0-1 0,0 0 2 0,0 0-3 0,0 0 1 0,0 0 2 16,0 0 3-16,0 0 2 0,0 0 2 0,0 0 4 0,0 0 5 0,0 0 0 16,0 0 4-16,0 0 4 0,0 0 1 0,0 0 3 0,0 0 1 0,0 0 1 15,0 0 0-15,0 0-3 0,0 0-2 0,0 0-4 0,0 0-3 16,0 0-8-16,0 0-2 0,0 0-4 0,-2 1-2 0,2-1-5 0,0 0-5 0,0 0-1 15,0 0-4-15,0 0-2 0,0 0-3 0,-4 0-3 0,4 0-2 0,0 0-2 16,-3 1 1-16,3-1 1 0,-2 0-1 0,2 0 0 0,-4 2-1 16,4-2-1-16,-2 0 1 0,2 0 1 0,-3 2 0 0,-1-2 0 0,4 1 1 15,-5-1 4-15,5 2 1 0,-4-1 1 0,4-1 2 0,-2 2 2 16,-1-1 0-16,3-1-3 0,0 2-1 0,-6-2 2 0,6 0-1 0,0 0-1 16,0 1-1-16,0-1 2 0,0 0-2 0,0 0-2 0,0 0-2 0,0 0-2 0,0 0-2 15,0 0-1-15,0 0 0 0,0 0-1 0,0 0-2 0,0 0-5 16,0 0-1-16,0 0 0 0,0 0-3 0,0 0-1 0,0 0-1 0,0 0 1 15,0 0 1-15,0 0-2 0,0 0 2 0,0 0 2 0,0 0-1 0,0 0 2 16,0 0 0-16,0 0 0 0,0 0 2 0,0 0 2 0,0 0 1 0,0 0-1 16,0 0 2-16,0 0 2 0,0 0-1 0,0 0 2 0,0 0 2 0,0 0-1 15,0 0 1-15,0 0 1 0,0 0 1 0,0 0 2 0,0 0 0 0,0 0 2 16,0 0-1-16,0 0 1 0,0 0 1 0,0 0 0 0,0 0 0 0,0 0 0 16,0 0-2-16,0 0 1 0,0 0-1 0,0 0-1 0,0 0 2 0,0 0-1 15,0 0 2-15,0 0 0 0,0 0 2 0,0 0-1 0,0 0 2 0,0 0 0 16,0 0 0-16,0 0 3 0,0 0 2 0,0 0-1 0,0 0 2 0,0 0 0 15,0 0-1-15,0-1-2 0,0 1-3 0,0-3 0 0,0 3-2 0,-3-3-1 16,3 1 0-16,0 2-1 0,-2-1-5 0,-2-1-5 0,4 2-5 0,-2-2-7 16,2 1-11-16,0 1-14 0,-7-1-29 0,7 1-35 0,0 0-74 0,0 0-94 15,-2-2-81-15,2 2-78 0,0 0-79 0,0 0-77 0,0 0-85 0,0 0-88 16,0 0-38-16,0 0-13 0,-5 2 3 0,5-2 7 0,-4 2 29 16,4-2 35-16,0 0 75 0,-3 5 91 0,3-5 83 0,0 0 77 0,0 5 80 15,0-5 77-15</inkml:trace>
  <inkml:trace contextRef="#ctx0" brushRef="#br0" timeOffset="55272.54">25438 4440 156 0,'-2'-2'295'0,"2"0"47"0,-3 1 30 0,3 1 18 0,0 0 15 0,0 0 17 0,0 0 19 16,0 0 23-16,0 0 25 0,0 0 28 0,-4 0 31 0,4 0-24 16,0 0-44-16,0 1-63 0,0-1-69 0,0 0-32 0,0 0-19 0,0 0-10 15,0 0-7-15,0 0-12 0,0 0-11 0,0 0-19 0,0 0-20 16,0 0-23-16,0 0-26 0,0 0-30 0,0 0-28 0,0 0-17 0,0 0-10 16,0 0-9-16,0 0-9 0,0 0-5 0,0 0-3 0,0 0-4 0,0 0-4 15,0 0-4-15,0 0-2 0,0 0-2 0,0 0-1 0,0 0 4 0,0 0 5 16,0 0-4-16,0 0-5 0,0 0-2 0,0 0 0 0,0 0 0 0,0 0-3 15,0 0-2-15,0 0-1 0,0 0-2 0,0 0-4 0,0 0 0 0,0 0 0 16,0 0-3-16,0 0-7 0,0 4-4 0,0-4-1 0,0 0-4 0,0 1-5 16,0 2-8-16,0 0-8 0,0-1-20 0,4 1-29 0,-1-2-44 0,-3 2-54 15,2 2-62-15,-2-2-69 0,4 3-50 0,-3-3-41 0,3 1-42 0,0 2-37 16,-3-1-34-16,5-1-32 0,-3 2-29 0,1 0-25 0,-2 0-32 0,2 0-29 16,-1-1 10-16,-3 1 30 0,2-1 51 0,-2 0 61 0,0 1 48 0,4-1 46 15,-3-1 39-15,-1 1 37 0,4-1 36 0,0-1 33 0,-3 1 36 0,-1 1 33 16</inkml:trace>
  <inkml:trace contextRef="#ctx0" brushRef="#br0" timeOffset="55453.96">25519 4596 198 0,'4'1'235'16,"0"1"20"-16,-4-1 14 0,1 1 9 0,-1-1 9 0,6 2 6 0,-6-3 8 15,0 3 9-15,3-1 9 0,-3-1 8 0,4 1-19 0,-2 1-35 0,-2-2-55 16,4 2-64-16,-3-1-31 0,-1 0-14 0,4 0-8 0,-4 0-2 0,0 1-2 16,4-2-3-16,-4 1 0 0,1 1-3 0,-1-2-5 0,4 1-3 0,-4-1-1 15,0-1-2-15,2 3-1 0,-2 0-2 0,3-1-3 0,-3-1-4 16,0 2-6-16,4-1-6 0,-2-1-7 0,-2 1-6 0,0-1-6 0,3 2-6 15,1-1-17-15,-4 1-19 0,2 0-24 0,-2-2-25 0,3 2-27 0,-1 0-27 16,-2 0-27-16,4 0-29 0,0 0-33 0,-3 0-37 0,3 0-52 0,-2 0-59 16,-2-3-38-16,3 3-27 0,-3 2-4 0,6-4 10 0,-6 2 14 0,0-3 19 15,7 3 21-15,-7-3 22 0,2 3 27 0,3-1 27 0,-1 0 34 0,0 0 35 16</inkml:trace>
  <inkml:trace contextRef="#ctx0" brushRef="#br0" timeOffset="55691.62">25733 4749 139 0,'3'1'250'0,"-1"-1"33"0,-2 2 17 0,0-2 14 16,4 1 9-16,-4-1 8 0,0 0 7 0,0 0 10 0,2 0 10 0,-2 0 11 16,0 0 9-16,0 2-45 0,0-2-60 0,3 1-59 0,-3-1-57 15,0 0-27-15,0 3-15 0,0-3-8 0,0 2-9 0,0-2-7 0,4 3-8 16,-4-2-9-16,2 1-9 0,-2-1-9 0,3 1-6 0,1-1-9 0,-4 1-10 16,2-1-10-16,-2 2-10 0,5-1-13 0,-5-1-11 0,4 1-14 0,-1 1-15 15,-1-2-18-15,2 1-15 0,-2-1-17 0,1 2-20 0,3-2-21 0,-3 1-21 16,-1 0-25-16,2 1-26 0,-1-2-31 0,-1 2-33 0,-2-3-42 0,7 3-46 15,-5 0-15-15,-2-3 3 0,0 3 8 0,0-3 13 0,6 3 18 0,-6-3 16 16,0 5 21-16,0-5 23 0,3 3 23 0,1 0 29 0,-2 0 32 0</inkml:trace>
  <inkml:trace contextRef="#ctx0" brushRef="#br0" timeOffset="55901.54">25887 4854 63 0,'3'1'223'0,"-3"1"37"0,6-1 18 0,-6 1 15 16,0-2 12-16,3 0 6 0,-3 0 7 0,4 1 7 0,-4-1 8 0,2 2 6 15,-2-1 8-15,0 1-32 0,3-1-49 0,-1-1-58 0,-2 1-59 16,4 3-28-16,-4-3-15 0,3 2-12 0,-1 0-6 0,-2-1-6 0,4-1-5 15,-2 2-4-15,-2 0-7 0,3-1-5 0,1-1-7 0,-2 1-7 0,1 1-6 16,1-2-8-16,-2 1-6 0,-2 1-7 0,5 0-11 0,-5-2-9 0,4 2-9 16,1 0-13-16,-5 0-11 0,6 0-15 0,-3 0-16 0,1 0-8 0,-2 0-7 15,1 0-4-15,-1 2-3 0,2-2-9 0,1 1-13 0,-1-1-14 0,-1 2-16 16,-1-2-13-16,3 1-13 0,-1-1-8 0,0 0-8 0,-2 0-16 0,1-1-22 16,-3-2-32-16,0 0-36 0,2 1-15 0,-2-1-6 0,0 0 4 15,4 2 11-15,-4-2 17 0,0 0 18 0,5 0 21 0,-5 0 18 0,7 0 19 16,-7 0 18-16,6 0 28 0</inkml:trace>
  <inkml:trace contextRef="#ctx0" brushRef="#br0" timeOffset="56126.26">26120 5049 40 0,'3'4'240'0,"1"1"53"0,-2-1 24 0,5 1 10 0,-5-2 9 0,2 1 6 16,-3-3 2-16,3 3-1 0,0-1 8 0,-3-2 12 0,-1 1 18 0,6 1 21 15,-6 0-48-15,3-2-79 0,1 2-50 0,-2 2-39 0,5-2-17 0,-7 1-8 16,2-1-7-16,2 2-5 0,-3-2-4 0,3 1-1 0,0 1-10 0,-3-3-7 15,-1 0-16-15,4 1-21 0,-2 0-31 0,-2 0-33 0,0 0-26 0,3 0-21 16,-3 0-12-16,4 0-9 0,-4 0-15 0,2 2-19 0,-2-2-24 0,4 1-27 16,-3 1-29-16,-1-2-29 0,0 1-29 0,4-1-31 0,-4 1-33 15,0 0-35-15,0-4-46 0,0 0-49 0,0 0-22 0,0 0-7 0,0 0 9 16,0 0 15-16,0 0 23 0,0 0 25 0,0 0 28 0,0 0 28 0,0 0 31 16,5-2 34-16,-5 2 37 0</inkml:trace>
  <inkml:trace contextRef="#ctx0" brushRef="#br0" timeOffset="56351.36">26261 5128 7 0,'4'-1'295'0,"-3"-1"147"0,-1 1 67 0,0 1 33 16,4-2 14-16,-4 2 5 0,2 0 0 0,-2 0-1 0,0 0-5 0,0 0-6 15,0 0-13-15,0 0-11 0,0 0-89 0,0 0-119 0,0 0-160 0,0 0-176 16,0 0-100-16,0 2-67 0,0-2-54 0,0 3-53 0,0 1-56 0,0-2-62 16,0-2-51-16,0 0-43 0,0 6-12 0,0-3 2 0,0-3 12 0,-2 4 20 15,2-4 28-15,0 4 33 0,0-4 31 0,0 0 37 0,-4 4 40 16,4-4 46-16,0 0 59 0</inkml:trace>
  <inkml:trace contextRef="#ctx0" brushRef="#br0" timeOffset="57234.58">25447 4365 3 0,'0'0'252'0,"0"0"87"0,-4 0 44 0,4 0 24 0,0 1 13 16,-1 1 15-16,1-2 10 0,0 0 10 0,0 3 11 0,0-3 8 0,0 0 4 0,0 0 0 0,0 0-64 0,0 0-99 0,0 0-88 0,0 0-88 15,0 0-43-15,0 0-23 0,1 1-16 0,-1 1-11 0,4-2-17 0,0 1-17 16,-3 1-15-16,5-1-12 0,-3 1-8 0,3-1-8 0,1 0-3 0,-5 1-5 16,3 0-3-16,4-1-7 0,-3 1-4 0,-3-2-3 0,7 1-4 0,-5 1-5 15,0-2-3-15,3 0 2 0,-3 1-4 0,0 1-3 0,5-2-2 16,-5 0-4-16,4 1-2 0,-4-1-4 0,8 0-5 0,-6 2-1 0,2-1-9 16,0-1-6-16,4 1-8 0,-6 1-7 0,6-2-6 0,-2 2-6 0,-2-1-3 15,4 1-3-15,-3-2-3 0,1 1 2 0,-2 1 4 0,0-1 3 16,4 1 9-16,-6-2 9 0,6 1 11 0,-4-1 10 0,0 0 13 0,-2 2 14 15,2-2 11-15,0 1 13 0,2-1 12 0,-2 0 10 0,-2 0 10 0,1 0 10 16,1 0 5-16,0 0 8 0,0 0 5 0,-4-1 4 0,4 1 4 0,-3 0 6 16,-1-2 2-16,4 2 5 0,-3 0 2 0,-3 0 2 0,3-1 4 0,1 1 3 15,-5 0 2-15,1 0 6 0,-1 0 1 0,2 0 3 0,1 0 2 0,-1 0 3 16,-2 0-2-16,5 0 3 0,-5 0-1 0,5 0-2 0,-5 1 2 0,3-1-2 16,2 0 2-16,-5 0 0 0,7 0-1 0,-3 2-2 0,-1-2 0 15,-1 1-3-15,1-1-2 0,2 0-4 0,-1 1-4 0,-1-1-3 0,1 2-4 16,-1-2-1-16,-1 0-3 0,1 0-6 0,2 0-2 0,-5 0-4 0,3 0-9 15,3 0-11-15,-3 0-13 0,1 0-15 0,-1 0-17 0,0 0-16 16,-1-2-19-16,1 2-17 0,3 0-18 0,-6 0-17 0,3 2-22 0,-1-2-24 16,-1 0-32-16,-1 0-33 0,-2 0-41 0,5 0-41 0,-5 0-12 0,9 0 3 15,-3 0 7-15,-3 0 14 0,3 0 15 0,1 0 14 0,-1 0 18 0,-1 0 18 16,4 0 21-16,-4 0 24 0,8 0 33 0</inkml:trace>
  <inkml:trace contextRef="#ctx0" brushRef="#br0" timeOffset="57465.31">26436 4413 130 0,'6'-2'216'0,"-1"2"25"0,1 0 19 0,3-1 16 0,-4 1 8 0,4-2 1 0,0 2 5 0,-3-1-2 0,3 1 8 0,3-2 6 0,-4 2-16 0,1-1-24 0,3 1-55 0,-3 0-68 0,2-2-37 0,-2 0-29 15,0 1-15-15,-1 1-17 0,1-1-7 0,0 1-4 0,0-2-3 0,-4 2-3 16,4 0-5-16,0-1-7 0,-3 1-6 0,3 0-12 0,0-2-4 0,0 1-2 15,-2 1-2-15,0 0-1 0,2 0-7 0,-2 0-13 0,1-2-15 0,-1 2-16 16,0 0-16-16,-1 0-17 0,-1 0-19 0,0 0-22 0,3 0-16 0,-6 0-14 16,3 0-5-16,-1 0-2 0,1 0-19 0,0 0-23 0,3 0-22 0,1 0-16 15,-8 0 2-15,9 0 10 0,-1 0 13 0,0 0 17 0,0 0 21 0,-2 0 20 16,2-1 19-16,0 1 17 0,2 0 7 0,-2-2 5 0</inkml:trace>
  <inkml:trace contextRef="#ctx0" brushRef="#br0" timeOffset="57684.47">27133 4393 46 0,'11'2'188'0,"-2"-1"21"0,0-1 14 16,0 2 7-16,-4-1 5 0,4-1 7 0,-3 0 8 0,3 0 7 0,-4 0 9 16,2 0 11-16,1 0 3 0,-5 0-5 0,3 0-46 0,3 0-67 15,-4 0-32-15,4 0-15 0,-3 0-6 0,3 0-1 0,-4 0-6 0,4 0-1 16,-2 0-2-16,1 0-7 0,-1 0-7 0,0 0-8 0,-3 0-10 0,1 0-12 16,0-1-3-16,-1 1-2 0,2 0-4 0,-3 0-3 0,1 0-4 0,-2 0-7 15,-2 0-3-15,0 0-3 0,3 0-4 0,-3 0-1 0,0 0-3 0,0 0-3 16,0 0-4-16,0 0-7 0,0 0-13 0,0 0-15 0,0 0-24 0,2 0-26 15,-2 0-40-15,0 0-43 0,0 0-68 0,0 0-80 0,0 0-36 0,0 0-16 16,0 0-6-16,0 0-5 0,-5-2 2 0,5 2 3 0,-2-1 10 0,-2-2 13 16,4 3 21-16,-5-2 26 0,5 2 38 0,0 0 46 0</inkml:trace>
  <inkml:trace contextRef="#ctx0" brushRef="#br0" timeOffset="57849.27">27408 4404 208 0,'0'0'259'0,"-4"1"-8"0,4-1-25 0,0 0-69 0,0 0-84 16,-4 2-42-16,4-2-16 0,0 0-9 0,-5 0-3 0,0 0-1 0,-1 0-1 15,-1-2-64-15,2 2-94 0,-5-1-59 0,5 1-43 0,-4 0 7 0,-2 0 28 16</inkml:trace>
  <inkml:trace contextRef="#ctx0" brushRef="#br0" timeOffset="69940.42">24239 5485 235 0,'0'0'340'15,"0"0"41"-15,0 0 25 0,0 0 21 0,0 0 21 0,0 0 21 0,0 0 26 0,0 0 30 0,0 0 36 0,0 0 38 16,0 0 16-16,0 0 5 0,0 0-78 0,0 0-116 0,0 0-53 0,0 0-24 15,0 3-13-15,0 0-7 0,3 2-10 0,-3-2-9 0,0 2-21 0,0 3-24 16,0 1-35-16,4 3-35 0,-4 2-29 0,0-1-19 0,0 4-20 0,0-1-23 16,0 2-19-16,-4 2-16 0,4-1-13 0,0 1-14 0,-3-1-11 0,3 2-12 15,-2-2-5-15,-2 1-4 0,3-1-4 0,-3 1-1 0,4-4-10 0,-4 1-8 16,4 0-7-16,-1-2-2 0,-3 0-11 0,4-2-9 0,-4-1-18 16,4-1-21-16,0-1-34 0,-2-1-42 0,-1-1-52 0,3-1-57 0,0-2-47 15,-2 1-46-15,2-3-37 0,0-1-36 0,0-2-30 0,0 0-33 0,0 0-31 16,0 0-31-16,0 0-48 0,0 0-51 0,0 0 3 0,2-4 26 15,-2 0 43-15,3-2 52 0,-1-2 50 0,-2 1 43 0,4-1 41 0,-4-2 38 16,4-1 36-16,-3 1 40 0,3-1 42 0,-4-1 44 0</inkml:trace>
  <inkml:trace contextRef="#ctx0" brushRef="#br0" timeOffset="70293.45">24280 5578 148 0,'4'-7'265'0,"-2"2"33"0,-2 0 20 15,0 1 9-15,3 3 8 0,-3 1 5 0,0 0 7 0,2-2 5 0,-2 2 8 16,0-1 8-16,0 1 6 0,0 0-45 0,0 0-69 0,4-2-64 0,-4 2-66 15,5 0-27-15,-1 0-14 0,-2 2-8 0,1-2-3 0,-3 1-3 0,6 1-2 16,-6-2-3-16,7 1-3 0,-7 1 0 0,2-1-1 0,-2 0 3 0,3 1-2 16,-1 1 3-16,-2-1 2 0,0-1 3 0,4 2 1 0,-4 0 6 0,0 0 6 15,0 2 4-15,0-1 5 0,0 1 1 0,0-1 1 0,-4 1 0 0,4-1-4 16,0 1-6-16,-2-1-4 0,-1-1-6 0,3 3-6 0,-2-3-7 16,2 2-5-16,-4-1-10 0,1 1-10 0,3-2-9 0,-2 0-6 0,-2 0-10 15,4 0-5-15,0-1-5 0,0-2-5 0,0 4-4 0,0-3-1 0,0 2-4 16,0-1-2-16,4 1-1 0,-2 0-1 0,-2-2 2 0,3 2-2 0,1 0 2 15,-2 2 1-15,-2-2 0 0,5 1 1 0,-1 0 1 0,-1 1 1 0,-1 0 0 16,2-1 1-16,-2 2 2 0,1 0 2 0,-3-1 1 0,4 0 1 0,-2 2 4 16,-2-1 5-16,3 1 10 0,-3-1 11 0,0 2 14 0,0-1 13 15,0-1 14-15,-3 2 10 0,3-1 11 0,-2 1 6 0,-2-1 4 0,1 2 3 16,-3-2 0-16,1 3 0 0,1-3-4 0,-1 2-2 0,-1-1-11 0,1-1-13 16,-2-1-25-16,1 2-29 0,1-2-34 0,-1 0-34 0,3 0-44 0,-3-2-39 15,3 1-41-15,-3-2-39 0,5 0-32 0,-3 0-31 0,4-2-38 0,0-1-37 16,0 0-47-16,0 0-49 0,0 0-54 0,0 0-55 0,4-4-11 0,-4-2 10 15,1-1 23-15,3 0 33 0,1-2 34 0,-1-1 34 0,1-1 33 0,1 1 30 16,-1-1 36-16,1 1 39 0,1-2 47 0,-2-1 52 0</inkml:trace>
  <inkml:trace contextRef="#ctx0" brushRef="#br0" timeOffset="70453.35">24519 5506 9 0,'4'-2'241'0,"-2"1"67"0,-2 1 36 16,0 0 20-16,0 0 14 0,3 3 12 0,-3-1 9 0,0 2 3 15,0 1 7-15,0-1 0 0,0 2 2 0,0 0 1 0,0 0-73 0,-3 2-108 16,3-1-94-16,0 2-89 0,-2-1-74 0,-2-1-68 0,4 2-98 0,0 0-113 16,-2-1-54-16,2 1-28 0,-3-4-14 0,3 3-6 0,0-2-3 0,3-2-1 15,-1 1 5-15,-2-2 7 0,4 0 19 0,-2-1 23 0,5-2 40 0,-7 0 48 16</inkml:trace>
  <inkml:trace contextRef="#ctx0" brushRef="#br0" timeOffset="71013.6">24458 5043 202 0,'-2'-3'383'0,"2"1"82"0,-4-1 53 0,4 3 39 0,0 0 29 0,0 0 23 0,0 0 24 0,0 0 14 0,0 0 12 16,0 0 12-16,0 0 12 0,4 1-47 0,-4-1-71 0,2 4-115 0,-2-1-131 16,0 0-80-16,-2 1-50 0,2 2-35 0,0 0-31 0,-4 3-23 0,4 0-21 15,-2 2-23-15,2 1-27 0,-3 0-36 0,-1 0-44 0,2 0-49 16,-1-1-57-16,3 2-53 0,-4-3-50 0,4 1-47 0,-2 1-48 16,-1-2-48-16,3-1-52 0,-2 0-65 0,-2 0-77 0,4-1-41 0,-3-1-21 15,1-1 7-15,-2 0 24 0,4 0 43 0,-2-1 48 0,2 1 46 0,-3-4 52 16,-1 3 40-16,4-2 45 0,0-3 49 0,0 6 52 0,0-6 67 0</inkml:trace>
  <inkml:trace contextRef="#ctx0" brushRef="#br0" timeOffset="71300.95">24344 5364 52 0,'-2'1'313'0,"-2"1"66"0,4-2 36 16,0 0 15-16,0 0 9 0,0 0 6 0,0 0 3 0,0 0 6 0,4 1 6 16,-4-1 7-16,0 0 11 0,2 2-23 0,-2-2-35 0,3 1-100 0,-3-1-133 15,0 2-65-15,4-1-30 0,-2 1-15 0,5-1-8 0,-5 1-5 0,3 1-2 16,-1-2-6-16,1 1-8 0,1-1-16 0,-3 2-17 0,3-1-24 0,-1-1-26 16,-1 0-25-16,1 1-25 0,2 1-24 0,-1-1-21 0,-1-1-21 15,-1 2-18-15,-2 0-19 0,3-1-23 0,-1 0-22 0,-1 2-21 0,-1-3-21 16,2 2-19-16,-1 0-30 0,-3-1-33 0,0-2-18 0,0 0-14 0,0 0 6 15,0 0 12-15,0 0 16 0,0 0 16 0,0 0 20 0,0 0 21 0,0 0 21 16,0 0 25-16,0 0 27 0,0 0 29 0</inkml:trace>
  <inkml:trace contextRef="#ctx0" brushRef="#br0" timeOffset="71512.52">24514 5335 252 0,'0'0'315'0,"-4"3"33"0,4 0 23 0,0-1 14 16,0 1 19-16,0 0 17 0,4-2 18 0,-4 2 21 0,0 0 19 0,0-1 17 16,0 1-10-16,0 1-25 0,0-1-85 0,0 2-112 0,3-1-55 0,-3 1-34 15,0 1-24-15,0-1-22 0,0 2-31 0,0 0-36 0,0 1-40 0,0-1-38 16,0 0-40-16,0 3-38 0,0-3-36 0,0 1-31 0,0-1-35 0,0 0-37 16,0 0-38-16,-3 0-41 0,3-1-62 0,0 0-68 0,0-1-22 0,0-5-2 15,0 4 11-15,0-4 15 0,-4 5 19 0,4-5 20 0,0 0 22 16,0 0 25-16,0 0 30 0,0 0 32 0,0 0 40 0,0 0 40 0</inkml:trace>
  <inkml:trace contextRef="#ctx0" brushRef="#br0" timeOffset="71929.82">24648 5382 31 0,'0'0'283'0,"0"0"60"0,0 0 32 16,0 0 19-16,0 0 14 0,0 0 12 0,0 0 11 0,3 1 13 0,-3-1 9 15,0 0 11-15,2 0 13 0,-2 2-20 0,0-1-36 0,4 1-89 0,-4 1-121 16,0-1-59-16,0 3-32 0,0-2-19 0,3 2-11 0,-3-1-15 0,2 1-10 16,-2-2-11-16,0 3-12 0,4-3-11 0,-3 1-11 0,3 1-10 0,-4-2-5 15,6 1-2-15,-6-1-3 0,7-1-5 0,-5 1-2 0,1-2-1 0,-1 1 4 16,2-1 1-16,-1-1 1 0,-1 2 1 0,3-2-1 0,-5 0 1 0,4 0 1 15,0-2 1-15,-3 2 2 0,3-1 5 0,-4 1 4 0,2-2 10 0,-2 2 14 16,0-1 9-16,0 1 12 0,0 0 7 0,4-2 11 0,-4 2 6 0,0 0 10 16,0-3 7-16,0 0 6 0,-4 0 5 0,4 2 4 0,0-2 0 15,-2 0-1-15,-2 1-8 0,4-1-8 0,-5 0-9 0,5 2-14 0,-4-2-14 16,3 0-15-16,-3 1-20 0,2-1-21 0,-1 0-25 0,-1 0-27 0,4 2-28 16,-5-2-32-16,5 0-28 0,-2 1-27 0,2 1-27 0,-7-1-23 15,7-1-25-15,-2 3-21 0,-2-1-27 0,4-1-26 0,-4 1-26 0,4-1-21 16,0 1-28-16,-1-1-28 0,1 2-25 0,-4-3-23 0,4-1 2 0,0 4 17 15,-2-5 18-15,-1 1 24 0,3 4 21 0,0-6 25 0,0 1 28 0,0 5 29 16,0-4 38-16,0 4 35 0,0 0 45 0</inkml:trace>
  <inkml:trace contextRef="#ctx0" brushRef="#br0" timeOffset="72091.02">24686 5317 64 0,'-2'1'250'0,"2"-1"38"0,0 0 19 0,0 0 7 0,0 0 1 16,-4 2-4-16,4-2-6 0,0 0-11 0,-3 3-13 0,3-3-14 0,0 0-12 16,0 0-65-16,0 0-84 0,0 0-122 0,0 0-141 0,0 0-76 0,0 0-49 15,0 0-20-15,0 0-7 0,0 0 0 0,0 0 5 0,0 0 10 0,0 0 13 16,0 0 14-16,0 0 13 0,0 0 28 0,0 0 31 0</inkml:trace>
  <inkml:trace contextRef="#ctx0" brushRef="#br0" timeOffset="84570.66">4692 3357 19 0,'5'-3'331'0,"-5"-1"181"0,4 2 81 0,0 0 38 0,-3-1 22 0,3 2 16 0,-2 1 23 0,-2 0 23 0,0 0 21 0,0 0 24 0,0 0 19 0,0 0 20 16,0 0-60-16,3 0-96 0,-3 0-149 0,0 0-174 0,0 0-78 15,0 0-36-15,0 0-20 0,0 0-16 0,0 0-18 0,0 3-24 0,0-3-22 16,0 0-20-16,0 0-20 0,0 0-20 0,0 1-10 0,0-1-9 0,0 0-3 16,0 3-3-16,0 0-3 0,0 2-1 0,0-1-2 0,0 1-2 0,0 2 1 15,0 2-2-15,-3 2-2 0,1-1-1 0,2 2-3 0,-4 2-3 16,3-2-6-16,-3 0-7 0,0 1-7 0,-1-4-7 0,-1 2-7 0,6-2-8 16,-3 0-8-16,1-2-8 0,-2-1-8 0,1 2-9 0,1-4-8 0,2 1-10 15,0-2-9-15,0 1-10 0,0-4-15 0,0 2-13 0,0-2-14 0,0 0-15 16,2 1-5-16,-2-1-3 0,0 0 6 0,3 0 7 0,1-1 9 0,-2 1 9 15,1-2 8-15,3-1 11 0,-3 0 12 0,-1 0 14 0,7 2 19 0,-5-4 19 16,5 1 21-16,-4-1 20 0,4 1 11 0,-3-1 8 0,3-1 3 0,-4 0 3 16,4 2 0-16,-3-2-3 0,-1 1 0 0,1-1 2 0,1 2-1 0,-2 1-1 15,1-2 0-15,-3 2-3 0,3 0 0 0,-6 2 2 0,5-2-1 0,-5 3 2 16,4-2-1-16,-4 2-4 0,0 0-5 0,0 0-13 0,0 0-16 16,0 0-18-16,0 0-22 0,0 0-18 0,-4 2-20 0,4-1-16 0,-2 2-14 15,-1 0-16-15,3 0-10 0,-6 2-8 0,6-2-4 0,-3 3-2 16,-3-1 6-16,3 0 12 0,1 1 15 0,-2 0 19 0,1-1 20 0,1 1 19 15,-2 0 19-15,2-2 18 0,-1 1 16 0,3-2 13 0,-4 1 11 0,2-1 8 16,2-1 10-16,0-2 8 0,0 2 7 0,2 2 10 0,2-3 7 0,-4 1 8 16,5-1 7-16,-5 1 9 0,4-2 5 0,1 0 7 0,1 1 2 0,-3-1 3 15,3 0-2-15,-3 0 3 0,3 0-4 0,-1-1-3 0,-1 1-6 0,5-2-9 16,-4-1-7-16,1 2-9 0,-1-3-8 0,2 2-9 0,-1-1-15 0,-1 0-15 16,1-3-15-16,-1 1-14 0,2 2-11 0,-1-1-17 0,-3-1-9 0,3-1-10 15,-4 2-3-15,5-1-5 0,-5 1-1 0,1-1 0 0,-1 1 0 16,2-1 1-16,-1 2 11 0,-3-1 7 0,2 2 14 0,-2-1 10 0,0 0 20 15,0 3 19-15,0 0 22 0,0-1 22 0,0 1 23 0,0-3 20 16,0 3 20-16,-2 0 20 0,2 0 15 0,0 0 15 0,0 0 12 0,-3 0 12 16,3 0 9-16,-4 0 8 0,2 0 4 0,2 0 1 0,0 1-6 0,-3 1-10 15,3-2-13-15,0 0-20 0,0 1-16 0,0-1-19 0,-2 3-15 0,2-3-17 16,0 0-11-16,0 0-15 0,0 0-11 0,0 0-14 0,0 0-26 0,0 3-29 16,0-3-34-16,0 2-33 0,2 1-28 0,-2-3-27 0,0 1-17 0,0 2-19 15,0-3-14-15,3 2-12 0,-3-1-8 0,0 2-6 0,0-3-4 0,2 1 1 16,-2 1 12-16,4 0 17 0,-4-1 22 0,3 1 26 0,-3 1 20 0,2-2 22 15,-2 2 17-15,0 0 14 0,0 0 16 0,0-1 11 0,0 2 8 0,0 1 8 16,0-1 5-16,0-1 4 0,0 3 3 0,0-1 6 0,0-1 3 16,0 2 2-16,0-1 6 0,0-1 4 0,0 1 1 0,0-3 4 0,0 2 2 15,0-1 5-15,0-3 3 0,0 3 5 0,0-3 5 0,0 1 3 16,0-1 7-16,0 3 4 0,0-3 5 0,0 0 4 0,0 2 6 0,0-2 4 16,0 0 2-16,4 1 3 0,-4-1 0 0,0 0-3 0,0 0-2 0,0 0-6 15,0 0-2-15,0 0-3 0,0 0-12 0,0 0-22 0,0 0-22 0,0 0-25 16,0 0-30-16,0 0-32 0,5 1-38 0,-5-1-43 0,0 0-65 0,0 0-71 15,0 0-53-15,0 0-45 0,6-2-21 0,-6 2-13 0,3-2 7 0,1-1 13 16,-2 0 16-16,1 2 20 0,-3 1 23 0,6-3 29 0,-1 1 36 0,-1 0 41 16,1 1 64-16</inkml:trace>
  <inkml:trace contextRef="#ctx0" brushRef="#br0" timeOffset="85423.43">5193 3292 169 0,'0'-1'283'0,"0"1"43"0,0 0 22 0,0 0 21 0,0 1 18 0,3 2 15 16,-3 2 17-16,0-1 20 0,0 1 23 0,4 2 35 0,-4 1 40 0,2 0-13 0,-2 3-35 16,0 1-45-16,4 2-50 0,-4-1-23 0,0 4-15 0,0-1-12 15,0 2-15-15,0 0-15 0,0 2-14 0,0 1-21 0,0-2-22 16,0 2-35-16,-4 0-44 0,4 0-50 0,0 0-54 0,-2-3-59 0,-2 0-57 16,4 0-61-16,0-3-59 0,0-1-57 0,0-1-50 0,0-2-44 0,0-2-37 15,0-2-34-15,0 0-35 0,0-2-35 0,4 0-43 0,-2-2-54 0,-2-3-65 16,0 0-11-16,0 0 10 0,4-3 33 0,-4-2 46 0,5-1 45 0,-5 0 49 15,5-1 40-15,-5-2 36 0,4 0 34 0,0-2 32 0,-3 1 41 0,3-1 43 16</inkml:trace>
  <inkml:trace contextRef="#ctx0" brushRef="#br0" timeOffset="85783.17">5278 3321 100 0,'0'-9'265'15,"3"1"31"-15,-3 2 17 0,2 0 14 0,2 3 13 0,-4-1 11 0,4 2 11 16,-3 1 10-16,-1 1 10 0,0 0 12 0,0 0 7 0,0 0 3 15,0 0-70-15,4 0-98 0,0 1-39 0,-3 1-10 0,-1-2 4 0,0 3 8 16,4 0 13-16,-4 0 9 0,2 0 8 0,-2 1 5 0,0 2-2 0,-2 0 0 16,2 2-11-16,-4-2-9 0,4 3-13 0,-1 0-12 0,-3 0-15 0,4 0-18 15,-4 0-21-15,3 0-23 0,-3-2-24 0,0 2-23 0,2-1-18 0,-1-2-16 16,1 1-13-16,-2-2-10 0,1 1-3 0,3-2-1 0,-2 1-4 0,2-2-5 16,0 1-5-16,2-2 0 0,-2 2-2 0,3-1-1 0,1-1 0 0,-2 1 2 15,1 0 1-15,-1-2 0 0,6 4 1 0,-7-4 4 0,3 2-1 0,1 0-2 16,1-1 2-16,-3 1 4 0,3-1-1 0,-3 0-1 0,3 0 2 0,-2-1 2 15,-3 2 5-15,3-1 2 0,-2-1 5 0,1 1 8 0,-3-1 12 16,0 2 17-16,0-3 11 0,0 1 11 0,0 3 4 0,0-1 6 0,0 0 5 16,-3 1 8-16,1-1 0 0,-2 3-2 0,3-1-2 0,-7 2-4 0,6-1-4 15,-3 2-9-15,1-1-18 0,-1 1-23 0,0-2-32 0,1 1-37 16,-1-2-46-16,1 1-51 0,-2-2-56 0,3 1-55 0,3-2-50 0,-2 0-49 16,-2 0-58-16,4-3-61 0,0 0-81 0,0 0-92 0,0 0-34 0,0 0-13 15,6-6 13-15,-6 1 22 0,5-2 39 0,-1-2 48 0,1 1 51 0,-1-2 52 16,1-1 48-16,4-1 48 0,-3 0 56 0,3 0 61 0</inkml:trace>
  <inkml:trace contextRef="#ctx0" brushRef="#br0" timeOffset="85963.18">5497 3249 19 0,'0'3'274'0,"-2"1"99"0,-2-1 50 0,4 2 32 0,0-1 20 15,0 2 17-15,0 0 11 0,0 0 6 0,0 0 4 0,0-1 2 16,0-1-1-16,4 2 0 0,-4 0-82 0,2-1-118 0,-2 1-123 0,3 0-122 15,-1-2-78-15,2 2-58 0,1 0-44 0,-1-2-45 0,-2 1-41 0,1 0-39 16,3-2-42-16,-3-2-43 0,3 1-63 0,-6-2-72 0,9-2-22 0,-4 1 0 16,1-4 17-16,1 1 22 0,-2-1 25 0,1-1 24 0,-1 0 27 0,2 0 28 15,-1-1 31-15,-1-1 32 0,1 2 38 0,-1 0 44 0</inkml:trace>
  <inkml:trace contextRef="#ctx0" brushRef="#br0" timeOffset="86592.11">5669 3228 7 0,'3'-6'240'0,"3"1"53"0,-3 1 29 15,-1 2 23-15,2 1 18 0,-1 1 18 0,-3 0 17 0,0 0 16 16,2 0 21-16,-2 0 25 0,0 3 28 0,0 1 2 0,-2-1-10 0,-1 2-51 15,3-1-68-15,-4 2-29 0,-1 0-8 0,-1 0-11 0,1 0-8 0,-2 2-9 16,1-1-12-16,-3 2-16 0,2-1-16 0,0 1-24 0,-4-2-28 0,5 2-26 16,-3-1-29-16,0-1-25 0,4 2-32 0,-4-1-19 0,3-2-21 15,-1 0-11-15,2 0-8 0,-1 0-7 0,1-2-4 0,1 1-3 0,-1-1-1 16,1-1-4-16,4 0-5 0,-5 0-2 0,5-2-3 0,0 1-2 0,0-2-1 16,0 0 0-16,0 0-1 0,0 0-2 0,0 0-2 0,0 2 1 0,3-1-4 15,-1 1 2-15,2-2 0 0,-4 1 2 0,5 1 1 0,-1-1 0 0,1 1 0 16,-1-2-5-16,1 1-1 0,-3-1-9 0,5 0-12 0,-1 0-15 0,-3 0-16 15,-1 0-24-15,4 0-32 0,-3 0-25 0,1 0-30 0,-4 0-23 0,2-1-19 16,-2 1-16-16,0 0-14 0,0 0-10 0,0 0-3 0,0 0-3 0,0 0 3 16,0 3 6-16,-2-2 11 0,-2 2 21 0,1 0 26 0,-3 2 26 15,4-2 26-15,-5 1 25 0,2 1 20 0,-1-1 17 0,3 1 18 0,-6-1 16 16,3 2 12-16,1-1 15 0,-4 1 15 0,3-1 12 0,-3 0 15 0,4 1 13 16,-1-1 16-16,-1 1 17 0,2-2 15 0,-1-1 12 0,3 2 15 0,-3-1 8 15,1-2 4-15,5 1 0 0,-4 0-2 0,4-2-1 0,0-1-5 16,0 0 2-16,0 0 4 0,0 0 4 0,0 3 2 0,4-1 4 0,-2-1 7 15,5-1 1-15,-2 1 0 0,4-1 2 0,0 0 3 0,2-1 1 0,-2 1 5 16,6-1 3-16,-1-2 3 0,1 0-6 0,-1 0-14 0,-1-2-7 0,1 1-6 16,-3-1-16-16,4 2-20 0,-3-1-12 0,-1-1-13 0,-2 2-6 0,2-1-6 15,-2 1-8-15,-3 0-4 0,3 1-6 0,-6-1-3 0,6 3-4 0,-3-1-2 16,-3-1-9-16,3 1-9 0,-5-1-17 0,3 1-17 0,2 1-40 0,-3 0-48 16,-1-2-43-16,2 2-43 0,-1-1-30 0,-3 1-24 0,2 0-25 0,-2 0-23 15,0 0-26-15,0 0-24 0,0 0-22 0,0-3-21 0,-2 1-13 16,-1 1-6-16,3-1 15 0,-6 0 23 0,3 1 15 0,-3-2 12 0,2 2 2 15,-1-1-4-15,0 1 2 0,-1-1 5 0,-3 1 14 0,6-1 20 16,-6 1 22-16,3 1 23 0,1-2 31 0,-4 2 34 0,3 0 97 0,1 0 119 16,-2 0 80-16,5 0 65 0,-4 0 53 0,3 0 46 0,-1 0 38 0,4 0 31 15,-2 0 26-15,2 0 20 0,0 0 15 0,-3 2 16 0,3-2 6 0,0 0 1 16,0 0-48-16,0 0-68 0,0 0-21 0,0 3 3 0,3 0 19 0,-3 0 25 16,0 1 21-16,0 1 16 0,0 1 8 0,-3 0 3 0,3 3-1 0,0-2-4 15,0 4-7-15,0 1-8 0,-2 0-23 0,-2-2-22 0,1 4-35 0,-3-1-39 16,3-1-40-16,-3 2-46 0,4-1-37 0,-7 1-32 0,6-1-33 0,-6-1-33 15,3 0-51-15,1 0-58 0,1-1-71 0,-1-1-79 0,-1 1-64 0,3-4-56 16,-3 1-55-16,3-1-55 0,1-1-57 0,-2-1-57 0,4-1-65 16,0-4-62-16,-5 3-17 0,5-3 3 0,0 0 34 0,0 0 46 0,0 0 63 15,0 0 71-15,3-4 61 0,-1-2 57 0,-2 0 52 0,4 1 55 16,-2-1 58-16</inkml:trace>
  <inkml:trace contextRef="#ctx0" brushRef="#br0" timeOffset="86756.7">5593 3604 258 0,'0'-3'317'0,"0"3"28"0,3-1 19 0,-3 1 17 0,4 0 26 0,-4 0 29 15,2 0 34-15,1 1 39 0,-1 2 40 0,2 0 44 0,-1 2 13 0,-1-1 5 16,2 1-68-16,-4 1-98 0,5-1-45 0,-5 2-22 0,6-1-16 0,-6 1-17 16,3-1-24-16,-3 0-28 0,6 2-43 0,-6-2-47 0,3 1-69 0,-1-1-79 15,2 2-97-15,1-2-105 0,-1 0-80 0,-2 0-76 0,1 0-68 16,3 0-68-16,-3-2-95 0,1 1-106 0,-2-2-49 0,3-2-21 0,-5-1-3 16,4 0 4-16,1-1 27 0,1-2 36 0,-3 1 57 0,3-2 70 0,-3-1 58 15,3 1 55-15,-1-1 62 0,-1-1 61 0</inkml:trace>
  <inkml:trace contextRef="#ctx0" brushRef="#br0" timeOffset="86995.77">5963 3348 28 0,'0'0'276'0,"0"-3"89"15,0 3 41-15,0-3 20 0,0 3 9 0,4 0 5 0,-2 0 11 0,1 0 11 16,-3 0 11-16,6-2 17 0,-3 2 15 0,-1-1 12 0,2-1-61 0,1 1-100 15,3-1-92-15,-3 0-85 0,0 1-40 0,1-2-17 0,-1 0-7 0,2 2-6 16,-1-2-12-16,-1 0-9 0,1 1-31 0,-3-1-38 0,3 2-48 16,-6-1-48-16,3 1-45 0,3-1-41 0,-6 1-42 0,0 1-40 0,0 0-47 15,0 0-48-15,0 0-68 0,0 0-78 0,0 0-34 0,-4 3-15 16,-1-2 8-16,3 3 22 0,-2 0 30 0,-1 2 35 0,-2-2 33 0,1 2 33 16,1-1 37-16,-1 2 38 0,1-1 45 0,-2 3 47 0</inkml:trace>
  <inkml:trace contextRef="#ctx0" brushRef="#br0" timeOffset="87389.53">5896 3484 127 0,'-3'8'261'0,"1"-4"36"0,-2 2 19 0,4-1 12 0,0-2 11 16,4 1 8-16,-4-1 4 0,5-2 9 0,-1 1 7 0,-2 0 8 0,5-2 10 16,-1 0-43-16,-1 0-62 0,4-2-65 0,-4 0-69 0,4 1-32 0,1-2-18 15,-1 0-11-15,-2 0-8 0,2-1-8 0,0-1-5 0,0 1-8 0,0-1-9 16,-4-1-8-16,1 2-7 0,3-1-8 0,-4 1-5 0,-1 1-6 16,1-2-5-16,1 2-4 0,-3-1-2 0,-3 2-4 0,6 1-2 0,-6-2-2 15,0 3-4-15,0 0-4 0,0 0-7 0,3-3-10 0,-3 3-11 0,0 0-10 16,0 0-11-16,-3-2-7 0,3 0-7 0,0 2-8 0,0-1-9 15,-6-2-4-15,6 2-4 0,-3-1-4 0,3 1-2 0,-2-1 4 0,-2 1 5 16,1-1 9-16,1 1 8 0,2-1 8 0,0 2 11 0,0 0 6 0,-4-2 8 16,4 2 7-16,0 0 9 0,0-1 9 0,0 1 5 0,0 0 7 0,0 0 7 15,0 0 8-15,0 0 5 0,0 0 8 0,0 0 10 0,0 0 7 0,0 1 10 16,4 1 8-16,-4 0 13 0,2 1 11 0,1 0 11 0,-3 1 13 0,6 2 10 16,-6 0 13-16,3 3 14 0,-3 0 20 0,6 2 24 0,-6 1 19 0,3 0 21 15,-3 1 14-15,2 2 13 0,2 2 15 0,-4-2 17 0,0 1 17 0,0-1 20 16,0 2 11-16,0-4 5 0,0 4 1 0,-4-4-2 0,2 2-12 0,2-3-23 15,-3 0-15-15,1-1-17 0,-2 1-17 0,1-4-16 0,-3 2-19 0,3-3-23 16,1 2-27-16,-4-3-27 0,3 1-20 0,-3 0-18 0,-3-3-16 16,6 2-13-16,-4-1-11 0,-1 1-9 0,-1-3-9 0,4 1-9 0,-4 1-11 15,2-1-10-15,-2-1-12 0,-1 0-12 0,1 0-15 0,0-2-16 0,0 1-29 16,4 0-35-16,-4-1-68 0,0-1-78 0,3 0-75 0,-3-1-69 16,4 1-67-16,0-4-65 0,-1 3-77 0,2-2-84 0,-1-1-46 0,1-4-34 15,3 1-5-15,1-2 4 0,0 0 22 0,0 0 35 0,1-2 65 0,3-1 81 16,-2 2 74-16,1-1 69 0,3-1 67 0,1 3 66 0,-1-1 81 0</inkml:trace>
  <inkml:trace contextRef="#ctx0" brushRef="#br0" timeOffset="88871.31">6311 3464 183 0,'0'0'300'0,"0"0"37"0,0 0 18 0,0 0 11 0,0 2 5 16,0-2 7-16,0 0 7 0,0 0 6 0,5 0 10 0,-1-3 9 0,-1 2 9 15,-1-2-52-15,2-2-76 0,-2 1-80 0,1-1-78 0,3-1-34 0,-3 2-19 16,3-2-8-16,-3 0-5 0,3 0-7 0,-5 0-3 0,3 0-11 0,2 0-8 16,-3 1-9-16,1 0-8 0,-2 1-4 0,1 1-5 0,-1 0-2 0,-2 0-1 15,4 2-1-15,-4 1-2 0,0 0 1 0,0 0 8 0,0 0 9 0,0 0 7 16,0 1 8-16,0 2 6 0,3 0 7 0,-1 3 7 0,-2-1 2 0,0 1 3 15,0 0 0-15,4 0-2 0,-4 1-1 0,0 2 2 0,0-1-6 0,1-2-7 16,-1 0-8-16,4 1-9 0,-4-1-6 0,0-3-7 0,6 2-6 0,-6-1-8 16,3-1-3-16,-1 0-6 0,2-1-4 0,-1-1-5 0,-1 0-3 0,2-1-6 15,1 0-9-15,-1-1-10 0,1 0-12 0,-1-1-14 0,1-1-12 0,1-1-12 16,-1-1-10-16,2 1-7 0,-1-2-7 0,-1 0-3 0,0-2-2 16,1 1-1-16,1-1 2 0,-1 1 3 0,-5-1 8 0,7 1 10 0,-7-1 13 15,3 0 12-15,1 1 14 0,-5 3 9 0,4-4 10 0,-4 2 9 0,2 2 9 16,2-2 7-16,-4 1 7 0,0 2 8 0,0-1 5 0,3 1 6 0,-3 0 5 15,0 3 5-15,0-2 7 0,0 2 8 0,0 0 3 0,0 0 2 0,0 0 9 16,0 0 6-16,0 0 8 0,0 0 3 0,0 0 17 0,0 0 17 16,0 0 25-16,0 3 26 0,0 2 25 0,2 1 26 0,-2 1 27 0,4 2 28 15,-4 2 25-15,1 1 22 0,3 1 14 0,-4 2 5 0,4 2 5 0,-4-2 3 16,1 4-9-16,-1-3-15 0,0 2-18 0,0-1-23 0,0 1-25 0,0-3-21 16,0 2-28-16,0-2-32 0,0 0-25 0,-1-2-25 0,-3 1-13 0,4-1-14 15,-5-1-8-15,5-1-8 0,-4-1-6 0,2 1-6 0,-1-3-6 0,-3 0-5 16,2 0-7-16,3-2-3 0,-3 0-6 0,0-2-3 0,-1 2-4 0,0-1-4 15,1-1-4-15,2-1-6 0,-5 1-7 0,5 0-8 0,-2-1-14 0,-1 0-10 16,1 0-21-16,-1-2-24 0,0-1-52 0,5 2-64 0,-4-2-83 16,-1-2-89-16,1 1-78 0,2-2-66 0,2 0-75 0,-3-4-75 0,3 2-65 15,-2-4-58-15,-2 0-20 0,4-2-3 0,4-2 12 0,-2-1 20 0,-2 0 49 16,3 0 64-16,-1-1 81 0,2 0 93 0,1 1 76 0,-1 1 68 16,1-2 76-16</inkml:trace>
  <inkml:trace contextRef="#ctx0" brushRef="#br0" timeOffset="89081.01">6730 3318 42 0,'6'-2'262'0,"3"-1"53"0,-2 0 29 0,-2 0 18 0,6 0 16 0,-2 2 17 0,0-2 16 0,2 0 18 0,-2 0 13 0,0 0 12 16,0-2 9-16,2 2 11 0,-2 0-72 0,0 0-110 0,-3 0-70 0,3-1-49 16,-4 1-28-16,2 1-17 0,-5 1-14 0,4-2-20 0,-3 1-13 15,3 0-18-15,-3 1-14 0,-1 1-16 0,2-3-18 0,-4 3-20 0,5 0-20 16,-5-1-23-16,0 1-24 0,0 0-29 0,0-2-37 0,0 2-38 0,4-3-42 15,-4 3-41-15,-4-3-64 0,4 0-77 0,-2 0-42 0,-1 0-26 16,-1 0-2-16,2-1 5 0,-1 1 13 0,-3-2 17 0,3 2 21 0,1 0 27 16,-2-1 35-16,2 1 39 0,2 3 41 0,0-5 40 0</inkml:trace>
  <inkml:trace contextRef="#ctx0" brushRef="#br0" timeOffset="89640.9">6891 3156 274 0,'0'0'339'0,"0"0"26"0,-3 3 18 0,3 0 11 15,0-1 15-15,-2 2 20 0,-2 0 28 0,4 2 34 0,-2 2 45 0,-1-1 49 16,-1 0 26-16,-1 3 13 0,1-1-68 0,-1 1-109 0,-1 2-46 0,3-3-24 15,-3 2-14-15,4-1-7 0,-1 1-16 0,-1-2-18 0,-1-2-28 16,5 1-35-16,-4-1-43 0,2-1-53 0,2 0-43 0,0 0-45 0,0-3-27 16,2 2-20-16,2-1-11 0,-4 1-7 0,5-3-4 0,-1 3-3 0,-1-2-1 15,3 2-2-15,-1-4-2 0,-1 2 1 0,1 0-7 0,1-1-7 16,-1-2-12-16,2 1-13 0,-5 1-23 0,4-2-22 0,-3 0-31 0,3 0-29 16,-3 0-38-16,3 0-35 0,-6 0-37 0,5 0-32 0,-5 0-29 0,0 0-20 15,0 0-14-15,0 0-14 0,0 0-8 0,0 0-11 0,0 0 2 0,0 0 6 16,0 0 16-16,0 0 25 0,0 0 30 0,-2 0 34 0,-1 3 34 0,-3-2 33 15,3 1 31-15,-3-1 27 0,3 4 25 0,-3-3 25 0,1 3 26 0,-1 0 30 16,-1 1 29-16,2 0 29 0,-1 0 23 0,1 0 19 0,-4 0 20 0,5 0 18 16,-1 1 14-16,-1-2 16 0,1 1 10 0,1 0 8 0,-1-2 3 0,1 1 1 15,2-2 0-15,-1 1 2 0,3-2-3 0,-4 1-4 0,4-3 4 0,4 2 4 16,-4 0 1-16,5 0 5 0,-1-2 3 0,-2 1 3 0,5-1 12 16,-2 2 13-16,4-2 15 0,0 0 17 0,-3 0 13 0,5 0 11 0,-2-2 4 15,3 1-1-15,-1-1-5 0,-2 2-10 0,2-3-12 0,-2 2-15 16,0-1-16-16,0-1-17 0,0 0-22 0,-3 2-23 0,3-2-24 0,-4 1-22 15,1-1-21-15,-1 0-18 0,2 2-12 0,-1-2-11 0,-1 1-10 0,-1 1-13 16,-2-1-22-16,1 1-22 0,3-1-36 0,-6 1-40 0,0 1-48 0,0 0-51 16,0 0-47-16,0 0-44 0,0 0-36 0,0 0-31 0,0-2-29 0,-4-1-27 15,2 0-20-15,2 2-17 0,-3-2-9 0,-3 0 2 0,3-2 7 0,-3 1 14 16,4-1 21-16,-1 1 21 0,-3 1 25 0,3-3 25 0,-3 1 32 0,1 1 35 16,1-1 47-16,-1 1 52 0,1-1 63 0,2 1 69 0,-1 1 60 0,-1-2 63 15,4 2 53-15,-2 0 51 0,2 0 46 0,-3 0 42 0,3 3 34 0,0-1 29 16,0 1 12-16,0 0 5 0,0 0-10 0,0 0-16 0,0 0-15 0,0 0-14 15,0 0 2-15,0 3 11 0,3 0 21 0,-3 1 27 0,0 2 20 16,2 2 14-16,-2 2 8 0,0 1 4 0,0 1 4 0,0 1 1 0,0 1-4 16,0 1-7-16,0 1-22 0,0 2-27 0,0-1-42 0,-2 1-47 15,2 0-50-15,-3 1-52 0,3-1-42 0,0 2-36 0,-2-2-37 0,2 0-35 16,-4 0-46-16,4 0-50 0,0-2-57 0,0-1-65 0,0 0-55 0,0-1-51 16,0-3-55-16,0 0-54 0,0-1-62 0,4-2-65 0,-4-2-70 0,0 0-65 15,0-6-16-15,2 5 6 0,-2-5 26 0,0 0 39 0,5-2 53 0,-1-1 58 16,-1-3 55-16,-1 0 52 0,4-2 54 0,-3 0 52 0,3-1 62 0,-3-2 67 15</inkml:trace>
  <inkml:trace contextRef="#ctx0" brushRef="#br0" timeOffset="90328.43">7076 3486 75 0,'0'0'317'0,"2"1"91"0,-2 2 63 0,0 2 46 0,3-1 43 0,-3 2 43 0,0 2 38 15,0-1 33-15,0 2 20 0,-3 0 15 0,3 2 8 0,0-1 1 16,-2 1-86-16,-2-1-126 0,4-1-105 0,0 0-93 0,0 0-76 0,0-2-65 15,0 1-74-15,0 0-79 0,0-2-77 0,0 0-79 0,0-2-60 0,0-1-54 16,0 2-38-16,0-2-33 0,0 0-26 0,0-3-23 0,4 3-18 0,-4-3-19 16,0 0-5-16,0 1-2 0,0-1 12 0,0 0 22 0,0 0 29 0,0 0 34 15,0-1 31-15,0-2 32 0,2-2 27 0,-2 0 27 0,3 0 25 0,-3-1 21 16,0-2 26-16,6 2 25 0,-6-1 31 0,3-1 29 0,-1-1 32 0,2 1 29 16,-3 0 26-16,3 0 21 0,2-1 22 0,-6 2 17 0,3-1 19 0,3-1 13 15,-1 2 15-15,-1 1 10 0,-1-2 9 0,3 2 5 0,-1-1 0 16,0 2-5-16,-1 0-7 0,2 1-7 0,-1 1 0 0,2 0 4 0,-1 2 3 15,-5-1 3-15,7 1 6 0,-7 1 4 0,3 1 7 0,2 2 8 0,-3-1 11 16,-1 2 14-16,2 0 12 0,-3 1 11 0,3 1 3 0,0 0 2 16,-3 2-8-16,-1-1-15 0,0 2-13 0,4 0-13 0,-4 0-17 0,0-1-21 15,0 0-18-15,0 2-20 0,0-3-23 0,0 2-25 0,0-3-24 0,-4 1-20 16,4 0-19-16,-1-1-16 0,1-2-14 0,-4 1-9 0,4-1-11 0,0 1-11 16,-4-4-11-16,3 2-9 0,1 0-9 0,0-3-7 0,0 2-6 0,0 1-6 15,-4-3-5-15,2 3-6 0,-1-3 0 0,-1 0 0 0,2 1 3 0,-2-1 5 16,4 0 6-16,-5 0 4 0,1-1 10 0,4 1 6 0,-5-3 9 0,5 3 7 15,-5-3 5-15,5 1 5 0,-4-1 8 0,4-1 8 0,0-1 8 16,-2 1 7-16,2-1 6 0,-3-1 5 0,3 0 4 0,0-1 1 0,0-1 4 0,0 1 1 16,0-1-2-16,3 1-2 0,-3-2-8 0,2 0-9 0,-2-2-9 15,4 1-10-15,-4-1-12 0,0-1-13 0,5 0-12 0,-5 0-11 16,4 0-8-16,-3 0-12 0,-1 2-10 0,4-2-9 0,0 1-6 0,-3 1-6 16,-1 1 2-16,4 0 0 0,-4 1 7 0,2 1 7 0,2 0 8 0,-4 0 11 15,3 3 11-15,-1-2 8 0,-2 3 12 0,4-2 11 0,-4 1 9 0,1-1 9 16,3 2 10-16,-4-1 12 0,4 1 10 0,-3 0 10 0,-1 1 11 0,0 1 11 15,0 1 5-15,4-2 8 0,-4 2 6 0,0 0 3 0,0 0 3 0,0 0 4 16,0 0 3-16,0 0 5 0,0 0 0 0,0 0 3 0,0 0-2 0,0 0-3 16,0 0-1-16,0 0-5 0,0 0 1 0,0 0 2 0,0 0-4 0,0 0 0 15,0 0 1-15,0 2 2 0,4-1 1 0,-3 1 5 0,-1 1 1 0,4 0 5 16,-2-1 1-16,1 2 5 0,-3 0 3 0,4 1 7 0,-2 1-1 16,-2 0-2-16,4 0-1 0,-4 0-1 0,0 0-5 0,1 1-3 0,3-1-9 15,-4 2-5-15,0-2-7 0,0-1-8 0,4 2-11 0,-4-1-16 0,1-2-19 16,-1 1-22-16,0-1-27 0,0 1-25 0,0-1-29 0,4-1-33 0,-4 0-37 15,0 0-42-15,0 0-60 0,0-3-70 0,0 0-34 0,0 0-23 16,0 0-1-16,0 0 4 0,0 0 12 0,0 0 14 0,4-3 21 0,-3 0 22 16,3 0 29-16,-2 0 31 0,1 0 37 0,-3 0 42 0</inkml:trace>
  <inkml:trace contextRef="#ctx0" brushRef="#br0" timeOffset="90878.21">7490 3378 102 0,'-4'0'328'0,"1"1"66"0,3-1 37 0,-2 2 24 0,2-2 20 0,0 0 18 0,0 0 13 0,0 0 16 0,0 0 15 0,0 1 22 15,0-1 22-15,2 3-2 0,-2-3-13 0,3 0-79 0,-3 2-108 16,6-2-47-16,-6 1-20 0,5-1-10 0,-1 0-10 0,1 1-6 0,1-1-6 16,3 2-9-16,-4 0-8 0,4-1-17 0,0-1-22 0,0 2-33 0,-3-1-36 15,3 1-26-15,0-2-18 0,0 1-15 0,-4 2-14 0,4-1-11 0,-3-1-8 16,-1 2-8-16,1 0-7 0,1-1-6 0,-2 2-6 0,1-1-3 0,-3 0 2 15,-1 2-2-15,2-2-2 0,-4 1-2 0,3-1-5 0,-3 3-3 0,0-1-2 16,-3 1-2-16,3-2-2 0,-4 4-8 0,2-2-7 0,-1 1-12 0,-3 1-13 16,3-1-26-16,-3 1-32 0,1 1-64 0,-1-2-79 0,-3 1-83 15,4-1-79-15,-2 1-63 0,-1-1-56 0,1-1-56 0,-2 2-53 0,2-2-54 16,-2-2-55-16,3 1-32 0,-3-2-24 0,0-2 7 0,4 1 21 0,-4-2 61 16,5 0 77-16,-1 0 80 0,1-3 78 0,-1 0 64 0,5-2 59 0,-2 2 53 15,2 3 53-15,0-6 59 0</inkml:trace>
  <inkml:trace contextRef="#ctx0" brushRef="#br0" timeOffset="91012.01">7490 3528 63 0,'2'-5'274'0,"-2"-1"50"0,0 3 29 15,0-1 13-15,0 1 9 0,0 3 9 0,0 0 6 0,0 0 11 0,0 0 12 16,0 0 17-16,0 0 16 0,0 0-17 0,0 0-36 0,0 0-73 0,3 1-98 16,-1 1-44-16,-2-1-25 0,4 1-13 0,-4-1-7 0,5 2-7 0,-5 0-10 15,4-1-27-15,-2 1-33 0,1 0-41 0,1 0-45 0,-2-2-43 0,1 2-40 16,3 1-37-16,-3 0-34 0,-1-3-34 0,5 2-29 0,-5-1-35 0,2-1-32 16,1-1-41-16,-1 0-43 0,-4 0-24 0,5-1-15 0,1-2 7 0,-1 0 20 15,-1 1 23-15,1-2 22 0,1 1 26 0,-3 0 26 0,1-3 27 16,1 3 28-16,1-2 32 0,-3 2 34 0,3-1 41 0</inkml:trace>
  <inkml:trace contextRef="#ctx0" brushRef="#br0" timeOffset="91371.77">7653 3474 99 0,'5'-3'257'0,"4"0"41"0,-3-1 20 0,-1 2 15 0,4 0 9 0,-3 1 9 16,3-2 8-16,-4 1 5 0,4-1 4 0,0-1 4 0,-3-1 2 0,3 1-42 15,0-1-57-15,0-1-76 0,0 0-78 0,0 2-39 0,-4-2-22 16,4 0-13-16,-3 0-11 0,3-2-7 0,-4 4-8 0,4-2-8 0,-3 0-9 16,-1 0-7-16,0 0-8 0,3 0-9 0,-7 1-8 0,5-1-10 0,-2 2-8 15,1-1-5-15,-5 0-4 0,4 1-5 0,-4 1-1 0,0-1-3 0,0 1-2 16,0-2 2-16,0 2 3 0,0 2 5 0,-4-2 7 0,4 1 4 0,-2 1 9 15,-1-1 11-15,-1 1 8 0,2 1 10 0,-2-2 5 0,4 2 7 0,-1 0 5 16,1 0 5-16,-4 0 6 0,4 0 3 0,-4 2 5 0,4-2 8 0,-1 0 5 16,1 3 7-16,0 0 11 0,0 0 4 0,0 1 9 0,0 1 5 0,1 1 7 15,3 1 8-15,-4 1 7 0,4 2 7 0,-3 1 7 0,3 1 5 0,-2 0 7 16,2 0 1-16,-1-2 0 0,-1 2 2 0,2 2-1 0,-4-3-2 16,3 3-1-16,-1-2 1 0,-2 0 2 0,4 0 5 0,-4-1 6 0,1 1 8 15,-1-2 8-15,0 1 5 0,0-1 2 0,0-2 8 0,0-1 8 16,-1-2 9-16,1 1 8 0,-4-2 8 0,4 1 5 0,0-1-2 0,-2-1-4 15,-1 0-10-15,3 2-15 0,-4-4-13 0,2 2-13 0,-1 0-14 0,-1-1-12 16,2-1-17-16,2 1-18 0,-4-1-17 0,4-1-19 0,-1 0-19 0,1 0-22 16,0 0-23-16,-4 0-26 0,4-1-33 0,-4-1-40 0,3 1-44 0,1-1-51 15,0-2-44-15,0 1-46 0,0-3-39 0,1 0-40 0,3 0-41 0,-4-2-45 16,5-1-50-16,-1-1-54 0,-2-1-46 0,2 1-42 0,1-4 0 0,-1 1 22 16,-1 1 37-16,3-2 44 0,-5 2 45 0,3-1 43 0,1 2 41 0,-1-2 37 15,1 2 47-15,5 0 47 0,-5 1 56 0</inkml:trace>
  <inkml:trace contextRef="#ctx0" brushRef="#br0" timeOffset="91931.01">8114 3202 183 0,'2'-2'302'0,"-2"2"43"0,0 0 29 0,0 0 19 0,0 0 20 0,0 0 23 0,0 0 26 0,0 0 31 0,0 2 33 16,-2 1 35-16,-2 2 37 0,4-2-29 0,-3 1-58 0,1 1-67 0,-2 1-72 15,-1-2-35-15,1 3-23 0,2 0-17 0,-1 0-18 0,-3 1-21 0,3-1-24 16,-3 0-32-16,1 1-33 0,1 0-37 0,3-2-35 0,-3 1-30 0,0-1-26 15,2 0-17-15,-1-1-12 0,3-1-8 0,0 1-7 0,0-3-3 0,0 0-1 16,3 1-4-16,-1-1-1 0,-2 1 0 0,4-3-3 0,1 1-4 16,-1 1-4-16,-2-1-7 0,5-1-11 0,-5 0-22 0,3 0-30 0,-1-1-40 15,1 1-42-15,-1-2-39 0,1 1-38 0,1-1-33 0,-3 1-28 0,3-2-25 16,-3 1-24-16,3 0-22 0,-3 1-17 0,-1 0-16 0,2-1-11 0,-1 1 6 16,-3 1 14-16,0 0 23 0,0 0 26 0,0 0 28 0,0 0 29 15,-3 1 32-15,-1 2 28 0,2-2 40 0,-5 4 47 0,5-2 49 0,-1 2 51 16,-3 0 46-16,3 2 44 0,-3-1 36 0,1 1 33 0,1 1 32 0,2-1 33 15,-5 1 22-15,5-1 23 0,-1 0 11 0,1 1 10 0,-2 0-4 0,-1-1-10 16,5 1-15-16,-4-1-19 0,4-1-11 0,-1 0-11 0,1 0-5 0,0-1-5 16,1-1-3-16,-1 1-8 0,0-2-4 0,0 1-2 0,4-2-2 0,-4 1-3 15,2-2-5-15,1 1-4 0,1-1-4 0,-2-1-5 0,1 2-6 0,-1-2-7 16,2 0-8-16,-4 0-12 0,3 0-6 0,3 0-7 0,-3-2-6 0,-1 2-9 16,4-1-9-16,-3-1-8 0,-3 1-4 0,6-2-6 0,-6 1-6 0,3 0-6 15,-3 1-3-15,0 1-5 0,2-3-2 0,-2 3-4 0,0-1-2 16,0 1-4-16,0 0-1 0,0 0-4 0,0 0-2 0,0 0-2 0,0 0 1 15,0 0-1-15,0 0-1 0,0 0 2 0,0 0-2 0,0 0 2 16,0 0-1-16,0 0 1 0,0 0-1 0,0 0 1 0,0 0 1 0,0 0 0 16,0 0 1-16,0 0 5 0,0 0-1 0,0 0-4 0,0 0-2 0,0 0-8 15,0 0-6-15,0 0-7 0,0 0-11 0,0 0-12 0,0 0-10 0,0 0-15 16,0 0-13-16,0 0-12 0,0 0-14 0,0 0-14 0,4-2-13 0,-4 2-15 16,3-1-16-16,-1-2-12 0,2 1-17 0,-4-1-15 0,5-3-13 0,-1 2-7 15,1-2-7-15,-1-1-7 0,-2 0-17 0,1-2-22 0,3 0-27 0,-1 0-23 16,-1 0-2-16,-2 0 7 0,1 0 16 0,3 0 20 0,-3 0 21 0,3 2 27 15,-3-2 21-15,3 0 19 0,-3 1 21 0,3 1 18 0,-1-1 33 16</inkml:trace>
  <inkml:trace contextRef="#ctx0" brushRef="#br0" timeOffset="92230.99">8239 3289 148 0,'5'-3'268'0,"-1"2"36"0,-4-1 20 0,0 2 15 0,2 2 11 0,-2-2 14 0,3 3 9 0,-3-2 13 0,0 4 17 0,0-2 15 0,-3 1 6 0,3 2 1 16,-2 0-61-16,2 2-87 0,0-1-41 0,0 1-21 0,-4 1-16 0,4 0-10 16,-2 0-9-16,2 0-11 0,-3-2-11 0,3 2-11 0,0-1-19 0,0-1-20 15,0-1-28-15,0 0-32 0,0 0-28 0,0-2-32 0,0 1-27 0,0 0-25 16,0-2-16-16,3-2-14 0,-1 2-12 0,2-2-8 0,-4 1-8 0,5-2-10 15,-1 0-1-15,-2-2 5 0,1 1 7 0,3-2 10 0,-1 2 11 0,2-2 12 16,-1-3 10-16,-1 2 12 0,1-1 11 0,3-1 13 0,-4 1 8 0,1-1 6 16,1 0 10-16,-2 0 6 0,1 0 4 0,-1 2 4 0,-1-1-1 0,1 1 1 15,-1 1 1-15,-2-2 0 0,1 4 3 0,1-1 3 0,-2 1 1 0,-2-1 5 16,3 1 5-16,-3 1 5 0,4 0 9 0,-4 0 8 0,0 0 15 16,2 0 21-16,-2 1 22 0,0-1 20 0,3 2 29 0,-1 1 30 0,-2-2 25 15,0 2 21-15,0 0 19 0,0 0 16 0,0 2 12 0,0-1 9 16,0 2-1-16,0 0-2 0,-2 0-13 0,-1 0-20 0,3-1-22 0,0 1-22 15,-2 0-39-15,-2-2-44 0,4 2-55 0,-3-1-56 0,1-1-62 0,-2-1-68 16,1 2-58-16,1-1-61 0,-2 1-46 0,4-1-47 0,0 1-50 0,-2-2-46 16,2 0-61-16,0 0-59 0,0-3-43 0,0 0-33 0,0 0 4 0,0 0 22 15,0 0 38-15,0 0 45 0,0 0 43 0,2-2 44 0,4-2 39 0,-3 1 41 16,3-2 48-16,3 1 47 0,-4-2 60 0</inkml:trace>
  <inkml:trace contextRef="#ctx0" brushRef="#br0" timeOffset="92694.22">8601 3279 45 0,'0'3'287'0,"0"1"89"0,0-1 54 0,0 2 35 0,-4-2 36 0,4 1 33 0,-2 1 32 15,-2-2 31-15,1 2 25 0,-3 2 23 0,5-3 12 0,-3 2 11 16,-1 2-73-16,-1-2-112 0,-1-1-94 0,1 2-87 0,1 0-53 0,1-1-38 16,-1 0-38-16,1 0-35 0,3-1-45 0,-3-1-44 0,4 1-39 0,-2-2-38 15,-1 0-23-15,3-2-19 0,0-1-18 0,0 3-14 0,0-3-10 0,3 3-7 16,-1-3-8-16,-2 2-6 0,4-2-2 0,-3 1-1 0,3-1 8 0,0 0 10 15,-3 0 14-15,3 0 10 0,-2 0 12 0,1 0 7 0,3 0 12 0,-2 0 8 16,-4 0 10-16,5 0 6 0,-5 0 8 0,0 0 5 0,5 0 9 0,-5 2 6 16,4-1 7-16,-4 2 4 0,4-1 7 0,-4 1 12 0,0 1 8 0,0 1 8 15,0 1 11-15,-4-1 18 0,4 2 10 0,0-1 9 0,-4 1 6 16,4 1 5-16,-1-2-1 0,-3 1-1 0,4-2-3 0,0 1 0 0,-2-2-8 16,-1-1-6-16,3 2-11 0,0-4-7 0,0-1-11 0,0 0-17 0,0 0-14 15,0 0-12-15,0 0-11 0,0 2-7 0,0-2-7 0,0 0-8 16,0 0-16-16,5 0-20 0,-1 0-14 0,-3-3-9 0,3 1-7 0,1-1 0 15,-1 0-2-15,1 0 0 0,1-1 3 0,3 1 0 0,-4-2 4 0,3 1 5 16,-3-1 6-16,0 1 6 0,4 1 14 0,-3-1 19 0,-1 2 13 0,3 0 10 16,-7 1 8-16,5-1 5 0,-3 2 10 0,3 0 8 0,-3 0 18 0,-1 2 19 15,2-1 22-15,-4 2 23 0,5 0 23 0,-5 0 21 0,0 2 20 0,4-2 19 16,-4 1 10-16,0 1 10 0,0 1 1 0,0-2 1 0,0 2-4 0,-4-1-7 16,4 1-14-16,0-2-20 0,-1 2-26 0,-3-1-30 0,0 1-39 0,2-2-48 15,-1 1-53-15,3 1-59 0,-6-2-59 0,6 0-59 0,-3 1-53 16,3-2-46-16,-6 0-53 0,6 2-56 0,0-1-67 0,-1-1-75 0,1-3-54 15,0 0-43-15,0 3-3 0,0-3 12 0,0 0 33 0,0 0 38 16,1 5 46-16,-1-5 52 0,6 0 46 0,1 0 45 0,-2-3 50 0,6 1 54 16,2-1 69-16</inkml:trace>
  <inkml:trace contextRef="#ctx0" brushRef="#br0" timeOffset="92784.02">9201 3502 13 0,'9'2'42'0,"2"1"-22"0,-2 0-13 0,-4 0-2 0,3 1-4 0,-7-1 1 0,-1 2-2 0,0-5 0 0,0 6 0 0,-5-2 0 15,1 2-30-15</inkml:trace>
  <inkml:trace contextRef="#ctx0" brushRef="#br0" timeOffset="93262.57">8912 3513 198 0,'3'-5'293'0,"3"1"27"0,3-1 22 0,-4 1 15 0,4-1 15 0,0 1 12 16,0-2 14-16,0 1 13 0,0 1 21 0,2-1 22 0,-2-1 2 0,2 2-4 16,-2-2-60-16,0 1-86 0,0 2-30 0,0-1-1 0,-3 2 9 0,3-1 12 15,-4 0 14-15,1 2 10 0,-1-1 4 0,2 2 5 0,-5-2-6 0,2 2-10 16,1 0-11-16,-1 0-14 0,-2 2-14 0,1-2-18 0,-3 2-17 0,0-2-17 16,2 3-23-16,2 0-21 0,-4-2-22 0,0 2-18 0,0 3-17 0,0-1-14 15,-4 2-14-15,2 2-12 0,-1-1-9 0,1 2-8 0,-2 1-8 16,-1 1-8-16,-1-2-11 0,-1 4-11 0,2-4-14 0,-1 1-15 0,-3 1-14 15,4-2-14-15,-4 1-14 0,3-3-15 0,-3 2-33 0,4-1-44 0,-4 0-61 16,5-3-71-16,-5 1-64 0,4-2-62 0,-1 1-47 0,3-2-43 0,-3-1-37 16,1 0-33-16,1-1-25 0,4-2-22 0,0 0-12 0,-2-2-8 15,-1-1 20-15,3 0 32 0,0-1 63 0,3-2 76 0,-3-1 77 0,2 0 80 16,-2 0 74-16,0-1 70 0,4-1 67 0,-1 1 68 0,-1 1 53 0,-2 0 51 16,4 1 39-16,-2-2 37 0,-2 2 26 0,3 2 22 0,-3-1 16 0,4 2 11 15,-2-1 9-15,-2 2 7 0,3-1 8 0,-1 2 8 0,2-1 9 0,-1 1 7 16,-1 1 14-16,-2-2 15 0,0 2 10 0,4 0 7 0,1 0 1 0,-1 0-2 15,-2 2-9-15,1-2-12 0,-3 1-18 0,6 1-21 0,-6-1-29 0,3 0-34 16,3 1-34-16,-3 0-34 0,-1 1-36 0,2 0-35 0,1-2-25 0,-1 2-26 16,1 0-34-16,1 0-36 0,-1-1-53 0,2-1-61 0,-1 1-64 0,-1-1-62 15,1 1-50-15,-1-2-47 0,2 1-43 0,-1-1-43 0,-1 0-49 16,-1-1-50-16,-3 1-65 0,7-3-68 0,-6 0-13 0,1 1 11 0,-3-2 40 16,6-1 53-16,-6 2 58 0,3-1 59 0,-1-1 50 0,2-1 45 15,-4 2 43-15,5 1 44 0,-5-2 51 0,5 1 49 0</inkml:trace>
  <inkml:trace contextRef="#ctx0" brushRef="#br0" timeOffset="93414.1">9230 3475 52 0,'4'0'243'0,"-3"-1"47"0,7-1 25 0,-7 1 10 0,3-2 9 0,1 1 5 16,-1-1 5-16,2 0 1 0,-1 2 4 0,-1-2 10 0,1 0 2 0,0-2 2 15,-1 2-70-15,1-1-108 0,1-1-65 0,-3 1-47 0,3 1-24 0,-2-2-13 16,-3 2-11-16,3-1-11 0,-4 1-19 0,4-2-20 0,-3 2-20 0,-1-1-19 16,0-1-21-16,0 1-24 0,0-1-21 0,0-1-23 0,0 2-30 15,0-2-34-15,0 1-40 0,-1-1-43 0,-3 0-23 0,0 1-13 0,-1 1 2 16,3-2 8-16,-2 2 13 0,-1 0 17 0,1 0 19 0,-1 1 23 0,1 2 20 15,4 1 23-15,0-3 28 0,0 3 35 0</inkml:trace>
  <inkml:trace contextRef="#ctx0" brushRef="#br0" timeOffset="93652.88">9272 3331 181 0,'0'5'286'0,"1"-1"28"0,-1 2 18 0,4 0 13 0,0 2 10 0,-3 1 8 15,-1-2 12-15,4 2 7 0,-4 2 11 0,2-1 12 0,1 1-6 0,1 1-15 16,-2 0-69-16,1 0-97 0,-3-1-42 0,6 2-16 0,-6-3-7 0,4 2-2 16,-3-1 1-16,3-1 0 0,-4 1 7 0,4-3 7 0,-3 2 13 0,-1-3 17 15,0 2 15-15,0-1 20 0,0-2 15 0,0 0 11 0,0 0 5 0,0-2 5 16,-1 1-2-16,-3 1 0 0,4-3-6 0,-4 1-6 0,3-1-12 0,-3 2-17 15,-2-4-20-15,3 2-24 0,-3 0-26 0,1-1-31 0,1-1-23 16,-1-1-18-16,1 1-19 0,3 1-16 0,-3-2-11 0,-1 0-12 0,1 0-9 16,4 0-9-16,-2-2-11 0,2 1-10 0,-4-2-18 0,4 0-24 0,0 0-31 15,0-1-38-15,4-2-49 0,-2 0-60 0,2-3-51 0,-4 0-50 0,5 0-38 16,-1-3-34-16,1 1-35 0,0-2-31 0,4 1-30 0,-3-2-30 16,3-1-31-16,-4 2-34 0,4-1-17 0,-3-1-4 0,3 2 29 0,-4-1 44 15,4 1 48-15,-1-1 47 0,-1 1 40 0,2-1 38 0,-4 2 37 0,4-1 36 16,0 1 38-16,0 1 37 0,2-1 51 0</inkml:trace>
  <inkml:trace contextRef="#ctx0" brushRef="#br0" timeOffset="94177.86">9516 3241 243 0,'0'0'333'0,"3"0"35"16,-1 0 16-16,2 2 13 0,-4-1 11 0,0 1 8 0,0 1 12 0,0 0 11 15,0 1 13-15,-4 1 16 0,2-1-4 0,-1 1-11 0,1 2-87 0,-2-1-122 16,-1 2-57-16,1-1-27 0,-1 1-18 0,-4 0-12 0,3 0-9 0,3 1-11 16,-6-1-17-16,3 1-15 0,1-2-24 0,-1 2-25 0,1-1-29 0,-2-1-29 15,5 1-25-15,-2-2-25 0,-1 0-20 0,1-2-21 0,4 0-10 16,0 0-6-16,-2-1-6 0,2-3 0 0,0 0 2 0,2 1 2 0,-2 1 10 15,0-2 8-15,4 0 11 0,1 0 15 0,-1-2 9 0,-2 1 10 16,5-1 11-16,-5-1 6 0,3 0 1 0,2 0 0 0,-1-1 0 0,-1-1-4 16,1 0 0-16,-3 1-2 0,3 0 0 0,-1 1-2 0,-1-2 0 0,1 2-2 15,-1 0 3-15,1 0 3 0,-1 2 4 0,-2-1 6 0,-2 1 9 0,0 1 6 16,0 0 8-16,0 0 6 0,0 0 7 0,0 0 6 0,0 0 12 0,0 3 16 16,0-3 9-16,0 3 2 0,0 1 5 0,0-1 5 0,-2 2 6 0,-2 1 2 15,1-1 7-15,1 2 5 0,-2 0 6 0,-1-1 4 0,1 2 5 0,2-1 1 16,-1-1-7-16,-3 2-5 0,3-1-1 0,3-1 2 0,-2-1 1 0,-2 1 3 15,4 0-3-15,0-3 2 0,0 1 0 0,0-1-1 0,0 1-4 16,0-2-2-16,4 1-4 0,-2-1-2 0,-2 1-4 0,0-3-3 0,3 1-2 16,-3 1-4-16,4-1-3 0,-2-1-2 0,-2 2-4 0,3-2-3 0,-1 1-6 15,-2-1-5-15,4-1-5 0,1-1-7 0,-1 1-13 0,-2-1-9 16,1 1-13-16,3-4-13 0,-3 2-11 0,-1-1-8 0,2-1-11 0,-1-1-9 16,-1 1-3-16,2 1-3 0,-4-2-3 0,3 2-1 0,-1-1 3 0,-2 1 4 15,0 1 7-15,0 0 10 0,4 0 9 0,-4 0 12 0,0 3 11 0,0 0 9 16,0 0 13-16,0 0 13 0,0 0 13 0,0 0 11 0,0 0 12 0,0 0 13 15,0 0 14-15,2 1 11 0,-2 2 10 0,0-1 6 0,3 1 7 0,-3-2 4 16,0 3 4-16,0 0 0 0,4-1-3 0,-4 1-3 0,0 1-8 0,2-1-9 16,-2 1-11-16,0-2-12 0,0 0-15 0,0 0-17 0,0-2-14 0,0-1-14 15,3 3-15-15,-3-3-14 0,0 0-11 0,0 3-12 0,0-3-7 16,0 0-7-16,0 0-7 0,0 0-4 0,0 0-6 0,0 0-9 0,2-2-8 16,2 1-8-16,-1-2-9 0,-1 2-5 0,2-2-5 0,-4-2-3 15,5 2-6-15,-1-3-7 0,-2 0-13 0,1 2-19 0,1-4-16 0,-2 2-15 16,3-1-12-16,-1-1-17 0,-1 1-20 0,-1-1-21 0,2 1-17 0,-2-3-9 15,1 2-1-15,3 0 9 0,-3-1 9 0,3 0 16 0,-3 0 19 0,-1 0 25 16,2 0 23-16,1-1 21 0,-1 1 21 0,1 1 22 0</inkml:trace>
  <inkml:trace contextRef="#ctx0" brushRef="#br0" timeOffset="94357.9">9686 3267 159 0,'5'-6'268'0,"1"2"43"0,-3 2 26 0,-1 0 19 0,2 1 16 0,1 1 10 0,-5 0 11 0,4 1 12 0,-4 2 16 16,0-2 16-16,3 3 16 0,-3-1-27 0,0 0-54 0,0 1-54 0,0 0-55 16,0 1-22-16,0 0-13 0,0 1-12 0,-3 0-10 0,3-2-13 0,0 2-11 15,0-1-10-15,-4-1-11 0,4 1-17 0,0-1-17 0,0 1-22 16,0-1-27-16,0-1-32 0,0 0-39 0,0-1-35 0,0 1-38 0,0 0-30 15,0-2-28-15,4 0-24 0,-4-1-24 0,0 0-19 0,0 4-18 16,0-4-20-16,0 0-18 0,0 0-16 0,0 0-13 0,3 0-10 0,-3 0-6 16,0 0-6-16,2-2-4 0,-2 2-20 0,0 0-23 0,0 0-18 0,0 0-15 15,0 0 0-15,0-4 12 0,0 4 15 0,-2-5 18 0,2 5 19 0,-3-3 17 16,3 3 21-16,-4-3 23 0,4 3 27 0,0 0 29 0</inkml:trace>
  <inkml:trace contextRef="#ctx0" brushRef="#br0" timeOffset="94964.97">9720 3435 66 0,'0'4'325'0,"0"0"114"0,0 1 65 0,0 0 38 0,0-2 27 0,0 1 25 0,0 2 25 16,0-3 26-16,0 2 20 0,0-2 15 0,0 1 12 0,4 1 12 0,-4-1-81 15,0-1-117-15,2 3-116 0,-2-3-113 0,0 2-60 0,0-1-36 0,3-1-27 16,-3 1-26-16,0 0-25 0,0 0-28 0,4 1-21 0,-2-4-17 0,-2 2-16 16,0 0-23-16,3 0-13 0,-3-1-14 0,2-1-13 0,-2 1-14 15,0-2-13-15,4 1-17 0,-4-1-12 0,3 0-11 0,-1 0-14 0,2-1-13 16,-3 1-14-16,3-2-16 0,0 1-9 0,1-3-6 0,-1 2 2 0,-2-3 2 16,3 1 8-16,2-1 8 0,-1-1 4 0,-1 0 1 0,1-1 5 0,3-2 6 15,0 1 12-15,-4-1 13 0,4 0 13 0,0 0 17 0,2 0 15 0,-4 0 13 16,0 2 8-16,2-1 6 0,1-1 2 0,-1 2 5 0,-4-1 11 0,4 2 12 15,-4 0 8-15,1 2 4 0,3-1 5 0,-5 1 2 0,1-1 6 0,-1 2 5 16,-3 2 8-16,3-2 7 0,0 1 9 0,-3 2 10 0,-1 0 5 0,0 0 7 16,0 0 6-16,0 0 2 0,0 0 0 0,0 0-5 0,0 0 3 0,0 0 2 15,0 3-6-15,-1 0-6 0,-3 0-15 0,4 2-17 0,-4-1-23 0,4 2-26 16,-1 2-27-16,-3-2-28 0,0 1-27 0,3-1-24 0,-3 2-20 0,2-2-17 16,-1 1-25-16,3 0-26 0,-4 0-18 0,2 0-13 0,-2-1-10 15,4 2-4-15,-5-4 6 0,5 2 8 0,-4 0 13 0,3 0 16 0,-3-1 18 16,0-1 16-16,3 1 19 0,-3-1 25 0,2-1 27 0,-1 1 28 0,-1 0 30 15,2 0 29-15,-2-1 25 0,4 0 21 0,0 2 21 0,-1-1 20 0,-3-2 16 16,4 2 16-16,0-1 15 0,-4 2 14 0,4-3 10 0,0 2 7 0,0-1 4 16,0 0 4-16,0-2 2 0,-1 2-2 0,1 0 2 0,0-3 1 0,0 3 1 15,0-3 3-15,-4 2 2 0,4-2 3 0,0 3 3 0,0-3 5 16,0 3 5-16,0-3 3 0,0 3 2 0,0-3 0 0,0 1-6 0,0-1-8 16,0 3-8-16,0 0-11 0,0-1-12 0,0 1-11 0,0 0-15 0,4 0-15 15,-4 0-20-15,0 0-24 0,0-1-24 0,0 3-33 0,0-2-24 0,-4 0-24 16,4 2-20-16,0-3-15 0,0 3-12 0,0-2-11 0,-2 2-9 0,2-2-9 15,0 1-5-15,-3-1-1 0,3 0 3 0,0 0 5 0,0 0 8 0,0 0 11 16,0-3 6-16,0 5 6 0,0-4-3 0,0 2-6 0,0-3-14 0,3 3-14 16,-3-1-29-16,2 1-27 0,-2-3-61 0,0 0-74 0,0 0-32 0,0 0-15 15,0 0-1-15,0 0 2 0,0 0 8 0,0 0 9 0,0 0 17 0,0 0 16 16,0 0 25-16,4-5 27 0,-3 2 33 0,3-1 39 0</inkml:trace>
  <inkml:trace contextRef="#ctx0" brushRef="#br0" timeOffset="95419.44">10397 3409 207 0,'0'0'362'0,"0"0"47"0,0 0 47 16,3 0 43-16,3 2 56 0,-3-1 64 0,-1 2 47 0,-2 2 39 0,4 0 24 0,-4 3 17 0,0 0 7 0,0 2-4 0,0 1-105 0,0 2-151 15,0 1-79-15,-4 1-44 0,4-1-45 0,-2 2-44 0,-1 0-56 0,-1 1-63 16,2-2-52-16,-1 0-47 0,3 1-42 0,-2-1-37 0,-2-1-52 0,4-1-57 16,-3 0-64-16,3-2-67 0,0-1-59 0,-2 0-54 0,2-3-53 0,0 1-51 15,2-2-54-15,-2-3-51 0,0-3-62 0,0 0-67 0,0 0-16 16,0 0 5-16,3-3 33 0,1-2 43 0,-2-1 58 0,1 0 65 0,-3-3 56 15,6 0 53-15,-6-1 54 0,5 1 51 0,-5-2 51 0,4 1 54 0</inkml:trace>
  <inkml:trace contextRef="#ctx0" brushRef="#br0" timeOffset="95732.48">10462 3412 213 0,'2'-6'300'16,"1"2"34"-16,-3 1 20 0,6 0 12 0,-6 1 10 0,0 2 12 0,0 0 10 15,0 0 15-15,5 2 18 0,-5-2 23 0,0 0 22 0,0 0-35 0,0 0-63 16,0 3-54-16,0-3-47 0,0 1-16 0,0 2 2 0,0 0 3 0,0 2 3 15,0-2-2-15,0 1-4 0,-2 2-11 0,-1 0-14 0,3 2-21 0,-2-3-19 16,-2 3-26-16,1 1-27 0,1-1-27 0,-2-1-19 0,0 0-24 0,3 0-19 16,1-1-18-16,-4-1-16 0,4 0-8 0,0 0-10 0,-2-1-2 0,2-1-5 15,0-2-2-15,2 3 1 0,-2-1-2 0,4-2-2 0,-4 2 1 0,1 0-1 16,3-1 2-16,2 1 2 0,-3-1 2 0,3 2 2 0,-3-3 2 0,3 2 1 16,-3 0 0-16,-1-1 1 0,2 1 4 0,1-1 5 0,-1 0 8 0,-3 1 11 15,3 0 10-15,-4-1 14 0,6 1 12 0,-6 0 10 0,0-1 7 16,0 2 9-16,0-1 5 0,0 3 6 0,0-3 1 0,-2 3 2 0,-2-2-2 15,0 2-5-15,-1 1-8 0,0 1-8 0,1 0-10 0,-1-1-17 0,-4 1-16 16,3-1-18-16,1 1-21 0,-3-2-24 0,3 0-36 0,0 0-44 0,-1-2-52 16,3 1-57-16,1-3-55 0,-2 2-60 0,1-4-51 0,3 0-50 0,0 0-48 15,0 0-45-15,0-2-50 0,3-2-52 0,-3-2-42 0,0 0-36 16,6-3 9-16,-3-2 25 0,-1 1 45 0,5-4 53 0,-1 1 54 0,-1-1 58 16,4-1 47-16,0-1 51 0,0-1 48 0,-2 0 50 0,2 1 54 0</inkml:trace>
  <inkml:trace contextRef="#ctx0" brushRef="#br0" timeOffset="95887.44">10767 3160 241 0,'6'-3'349'0,"-3"2"41"16,-3 1 32-16,6 0 32 0,-6 3 39 0,5 0 48 0,-5 1 50 0,0 1 50 15,0 2 30-15,0 2 21 0,0 0-6 0,0 3-15 0,-2 0-103 0,-1 2-137 16,-1-1-81-16,2 1-53 0,-3 0-77 0,-2 0-86 0,1 1-108 0,1-1-121 16,1 0-133-16,-1 2-138 0,-1-3-125 0,-3 1-119 0,0-1-54 0,4-1-26 15,-4 0-14-15,3 0-3 0,-3 0 8 0,0-1 14 0,-1-2 41 0,0-1 56 16,0 0 69-16,1-2 73 0,-4 2 84 0,-2-2 91 0</inkml:trace>
  <inkml:trace contextRef="#ctx0" brushRef="#br0" timeOffset="96645.84">6211 4581 377 0,'0'1'491'0,"-2"2"58"0,-1 0 35 0,3 0 26 0,0-3 21 0,0 0 19 0,0 3 24 0,0-3 19 0,0 0 23 0,0 0 18 16,0 3 1-16,0-3-6 0,0 2-146 0,0-2-206 0,0 3-101 0,0 1-56 15,0-1-33-15,0 0-28 0,0 2-23 0,-4-1-27 0,4 0-43 0,0 1-48 16,0 1-78-16,-2 0-91 0,2 0-89 0,0 0-82 0,0 0-79 0,0 0-77 16,2 2-98-16,-2-1-106 0,0-1-48 0,0 2-20 0,0-3-8 15,0 2 1-15,4-3 19 0,-4 1 25 0,0-5 59 0,0 0 72 0,3 2 72 0,-3-2 77 16,6 2 73-16,-6-2 74 0</inkml:trace>
  <inkml:trace contextRef="#ctx0" brushRef="#br0" timeOffset="96827.97">6359 4680 135 0,'8'1'301'0,"-6"1"57"0,1-1 41 16,3 1 39-16,-3-1 35 0,-1 1 43 0,2 1 44 0,-4-2 33 0,0 2 30 15,0-1 18-15,3-1 15 0,-3-1-41 0,0 3-65 0,2-1-86 0,-2 1-99 16,0 0-68-16,4 0-56 0,-4-2-76 0,0 2-83 0,0 0-98 0,1 0-100 15,3 0-96-15,-4 0-96 0,0 2-103 0,6-1-108 0,-6 1-66 0,0-2-45 16,3 1-20-16,-3 1-12 0,6-1 6 0,-6 1 18 0,3-1 36 0,-3-4 48 16,0 6 54-16,0-6 56 0,2 3 63 0,-2-3 67 0,0 5 88 0</inkml:trace>
  <inkml:trace contextRef="#ctx0" brushRef="#br0" timeOffset="96979.01">6477 4839 130 0,'0'3'327'0,"0"0"58"0,0 0 35 0,0-1 19 0,0-2 17 15,0 4 10-15,0-1 6 0,0-3 1 0,0 0 2 0,0 1-7 16,0-1-11-16,0 0-64 0,0 0-90 0,0 0-131 0,0 3-157 0,0 0-106 0,0-3-83 16,0 0-101-16,0 0-106 0,0 4-50 0,0-4-26 0,0 0-11 15,4 5-2-15,-4-5 4 0,1 5 9 0,-1-5 22 0,0 3 23 16,0-3 34-16,6 0 34 0,1 0 48 0,-1 0 53 0</inkml:trace>
  <inkml:trace contextRef="#ctx0" brushRef="#br0" timeOffset="97831.48">6991 4629 267 0,'-4'-4'394'0,"4"3"74"0,-2-2 52 0,2 3 43 0,0 0 39 0,-3 3 30 0,3-2 28 0,-4 3 17 0,2-3 19 16,-1 2 12-16,-1 2 14 0,2-1-53 0,-1 1-85 0,-3 1-103 0,3 1-113 15,-3 2-66-15,4 0-49 0,-1 2-40 0,-3-1-38 0,3 2-29 0,-3 0-24 16,3 0-20-16,1 0-18 0,-2 0-14 0,4-1-13 0,-3-1-12 0,1 2-14 16,2-3-11-16,0 0-16 0,0-1-10 0,2-1-9 0,1-1-10 15,-3-1-8-15,4 1-12 0,-2-2-11 0,1 0-14 0,1 0-14 16,-2 0-15-16,3-1-12 0,-1 0-14 0,1-1-13 0,-1-1-13 0,1 0-11 15,1-1-6-15,-3 0-8 0,3-1-8 0,-1 0-8 0,4-2-1 0,-5-2 2 16,1 1 4-16,4-1 12 0,-3-1 10 0,-1 0 13 0,2 0 14 0,-1 0 12 16,-4-1 14-16,5 0 17 0,-5 2 14 0,1-1 12 0,3 1 15 0,-6 1 15 15,3-1 14-15,-1 2 14 0,-2 0 14 0,0 3 12 0,4-1 12 0,-4 1 8 16,0 0 7-16,0 0 10 0,0 0 12 0,0 0 14 0,0 0 25 0,0 0 35 16,0 1 19-16,0 1 16 0,1 1 10 0,3-2 8 0,-4 4 1 0,0-3-2 15,0 3-2-15,4 1-2 0,-2 0-8 0,-2 0-8 0,0 2-11 0,0 1-12 16,3-2-29-16,-3 2-31 0,0 0-36 0,4 0-32 0,-2 2-49 0,-2-4-55 15,0 2-65-15,3-1-67 0,-3-1-63 0,0 1-59 0,6-2-64 0,-6 0-65 16,3-3-90-16,-3-3-98 0,2 6-44 0,-2-6-17 0,4 1 1 0,-4-1 14 16,0 0 33-16,5 0 43 0,1-1 56 0,-3-2 63 0,1-2 56 0,-2 0 57 15,3 1 63-15,-1 0 68 0</inkml:trace>
  <inkml:trace contextRef="#ctx0" brushRef="#br0" timeOffset="98070.17">7264 4609 73 0,'0'0'327'0,"0"0"108"0,0 0 64 0,0 0 46 0,0 2 48 0,0 4 45 15,0 0 40-15,0 1 34 0,0 1 26 0,0-1 20 0,0 1 13 0,0 0 14 16,0 3-76-16,0 0-118 0,0 1-109 0,0 0-106 0,0 1-62 0,-2 1-43 16,-2-1-46-16,4 2-47 0,0 0-38 0,-1 0-33 0,1 2-26 0,-4-1-21 15,4-1-18-15,-4 2-19 0,4-2-22 0,-1-2-22 0,1 1-33 0,-4-1-37 16,4-1-65-16,0-3-76 0,0 0-75 0,4-1-69 0,-4-2-63 0,1-1-56 15,-1 0-59-15,0-2-56 0,0-3-68 0,0 0-68 0,0 0-25 0,0 0-1 16,4-3 20-16,0-2 32 0,-3 0 62 0,3-1 77 0,-2-2 71 0,-2 1 71 16,0-3 61-16,3 2 57 0,-3-1 56 0,4 0 61 0</inkml:trace>
  <inkml:trace contextRef="#ctx0" brushRef="#br0" timeOffset="98444.59">7325 4568 228 0,'4'-4'291'0,"-2"3"32"0,-2-2 19 0,3 1 14 16,-3 2 8-16,4 2 8 0,-2-2 8 0,-2 0 6 0,0 1 9 0,0-1 9 16,3 2 7-16,-3-1-55 0,4 1-87 0,-2-1-59 0,-2 2-47 0,0 0-19 15,3-1-8-15,-3 2-5 0,0-1-4 0,0 3-6 0,-3-1-1 0,3 2-7 16,0 1-5-16,-2-1-11 0,-2 2-6 0,1-1-10 0,3 1-8 16,-6 0-13-16,3-2-12 0,1 2-12 0,-2-1-12 0,-1-1-6 0,1 1-6 15,3-1-5-15,-3-1-2 0,4 0-2 0,-2 0-2 0,-2-2-1 0,4 1-1 16,0 0-1-16,0-2 1 0,0 1-1 0,0-1 1 0,4 2 1 0,-2-2 1 15,-2 0 2-15,4 0 3 0,-4 1 3 0,5-1 3 0,-1 2 4 0,-3-2 7 16,3 1 5-16,1 0 8 0,1 0 10 0,-3 0 7 0,3 1 16 0,-1-2 20 16,-1 1 19-16,1 1 12 0,1-2 14 0,1 1 11 0,-5-1 11 0,3 2 13 15,-1-1 10-15,1 1 13 0,-1-2 7 0,0 1 6 0,-3-1 3 0,-1 2 1 16,4-1-7-16,-4 1-13 0,0-1-15 0,0 2-14 0,-4 0-12 0,4 0-12 16,-5 2-11-16,5-2-13 0,-4 1-18 0,-1 1-16 0,1-1-18 0,-1 1-18 15,-1-1-19-15,3 1-20 0,-3-1-32 0,1-1-31 0,1 2-52 0,-1-2-62 16,-1-1-66-16,3 0-73 0,1 0-68 0,-2-2-65 0,1 1-74 15,1-3-78-15,2-1-69 0,0 0-62 0,0 0-23 0,0 0-4 0,0 0 16 16,-4-2 23-16,4 2 48 0,4-6 57 0,-4-2 64 0,2 2 71 0,1 0 68 16,6 0 62-16,-3 0 73 0</inkml:trace>
  <inkml:trace contextRef="#ctx0" brushRef="#br0" timeOffset="98787.64">7729 4693 36 0,'-4'3'332'0,"4"-3"76"0,0 0 36 0,0 0 25 0,0 3 18 0,4 0 27 0,-2-3 27 0,1 2 35 0,1-1 41 15,-2 1 30-15,1-2 21 0,3 0-6 0,-1 1-19 0,-1 1-105 0,5-2-145 16,-4 0-65-16,4 0-33 0,-3 0-16 0,3 0-14 0,1 0-22 0,0 0-28 16,-1-2-36-16,1 1-37 0,-1 1-31 0,4-2-22 0,-4 1-20 0,-2 1-15 15,2-2-12-15,0 0-10 0,1 1-8 0,-5 0-3 0,4-1-11 0,-4 2-13 16,1-1-22-16,1 1-29 0,-1-3-48 0,-6 3-60 0,5-2-58 0,-5 1-66 16,0 1-54-16,5 0-56 0,-5 0-62 0,0 0-67 0,0 0-81 0,0 0-86 15,0 0-33-15,0 0-11 0,0 0 12 0,-5 1 24 0,-4 1 46 16,3 1 58-16,1-2 60 0,0 2 64 0,-3 2 56 0,1-1 56 0,0 1 61 15,-2-1 68-15</inkml:trace>
  <inkml:trace contextRef="#ctx0" brushRef="#br0" timeOffset="98966.42">7740 4863 51 0,'3'1'277'0,"-1"-1"64"16,2 2 53-16,1-1 45 0,-1-1 50 0,1 3 50 0,0-1 51 0,3-1 49 15,-3-1 36-15,1 0 29 0,-1 2 18 0,4-2 12 0,-4-2-76 0,3 2-111 16,-3 0-79-16,1 0-60 0,-1-1-53 0,-1-1-42 0,1 2-51 0,0-2-51 15,-1 1-57-15,2 0-59 0,-1-1-69 0,-1 2-78 0,1-1-75 0,-1-1-81 16,-3 1-69-16,3 1-63 0,-4-2-67 0,0 2-70 0,0 0-90 0,0 0-102 16,0 0-45-16,0-4-20 0,-4 0-2 0,-1 2 7 0,3-1 30 0,-1 0 46 15,-3 1 60-15,-3-1 67 0,4 0 63 0,-4 3 60 0,0-1 63 16,3-1 69-16</inkml:trace>
  <inkml:trace contextRef="#ctx0" brushRef="#br0" timeOffset="99405.69">7526 4299 171 0,'0'0'389'0,"0"1"86"0,0 2 57 0,0 1 46 0,4 0 42 0,-4 2 43 0,0-2 39 0,3 4 28 16,-1-1 23-16,-2 2 17 0,0 2 13 0,0 1-33 0,4 1-56 0,-4 2-118 16,3 3-147-16,-1 2-81 0,-2 1-55 0,4 3-44 0,-4 0-41 0,5 1-38 15,-5 4-37-15,6-1-30 0,-3 1-22 0,-1 2-18 0,2-1-16 0,-1 2-19 16,-1-1-20-16,2 1-22 0,1-2-23 0,-5 1-37 0,6-2-44 16,-6-1-64-16,3-1-74 0,-3-1-61 0,0-1-62 0,0-2-47 0,0-2-42 15,0-3-45-15,0-2-47 0,0-1-54 0,-3-3-59 0,1-1-39 0,-2-4-32 16,-1-1 14-16,1-1 32 0,2-2 56 0,-5-2 67 0,2 1 62 0,-1-2 59 15,1-3 47-15,-1 1 44 0,-1-1 46 0,-2 0 46 0,2 0 61 0</inkml:trace>
  <inkml:trace contextRef="#ctx0" brushRef="#br0" timeOffset="99772.77">6625 4387 258 0,'-1'-3'381'0,"-3"0"67"0,4 0 48 0,0 2 37 0,0 1 30 16,0 0 35-16,0 0 34 0,0 0 32 0,0 0 28 0,0 0 21 0,0 0 15 15,0 0-52-15,0 0-83 0,0 0-95 0,0 0-104 0,0 3-60 0,0 1-39 16,0 1-29-16,0 1-25 0,0 3-28 0,4 1-33 0,-3 4-32 0,3 2-31 16,-2 4-20-16,1 2-14 0,-3 3-9 0,6 3-11 0,-6 0-12 0,3 4-10 15,-1-1-20-15,2 2-20 0,0-1-38 0,-3 1-49 0,-1 0-84 0,4-2-99 16,-4 1-81-16,4-1-75 0,-3-1-89 0,3-1-96 0,-2-1-77 0,1-4-71 16,3 0-32-16,-3-1-14 0,3-4 2 0,3-1 12 0,-4-4 28 15,4-3 42-15,0-1 81 0,0-4 97 0,2-2 82 0,-2-1 78 0,2-1 88 16,2-4 94-16</inkml:trace>
  <inkml:trace contextRef="#ctx0" brushRef="#br0" timeOffset="100789.7">8635 4361 93 0,'-2'-4'375'0,"-2"0"152"0,4-1 87 0,0 4 55 0,-3-3 33 0,3 4 25 15,-2-1 20-15,2 1 13 0,0 0 11 0,0 0 11 0,-4 0 9 0,3 0 9 16,-3 1-86-16,4 1-133 0,-4 0-143 0,4-1-145 0,-1-1-82 0,-3 2-52 16,4-1-35-16,-2 1-24 0,-1-1-17 0,3 1-16 0,0-1-10 0,-4-1-12 15,4 3-10-15,-2-2-8 0,-2 1-5 0,4 0-4 0,0-1-4 0,0-1-7 16,-3 3-1-16,3-3-1 0,-2 2-1 0,2-2 1 0,0 0-1 0,0 0 1 16,0 0-1-16,0 0 2 0,0 0 0 0,0 0-1 0,0 0-2 0,0 0 0 15,0 0-2-15,0 0 2 0,0 0-1 0,0 0 1 0,0 0-2 0,0 0 1 16,0 0-1-16,0 0 1 0,0 0-2 0,0 0 1 0,0 0-4 15,0 0-1-15,0 0-2 0,0 0 0 0,0 0 0 0,0 1 0 0,0-1-3 0,0 0-5 16,0 0-5-16,0 0-5 0,0 0-6 0,0 0-6 0,0 0-5 0,0 0-8 16,0 0-5-16,0 0-2 0,0 0-4 0,0 0-7 0,0 0-6 15,0 0-7-15,0 0-1 0,0 0-4 0,0 0-4 0,0 0-2 0,0 0-2 16,0 0-1-16,0 0-4 0,0 0 0 0,0 0 0 0,0 0 1 0,0-1 3 16,0 1 5-16,0 0 5 0,0 0 4 0,0 0 8 0,0 0 9 15,0 0 7-15,0 0 7 0,0 0 10 0,0 0 8 0,0 0 8 0,0 0 11 16,0 0 11-16,0-3 8 0,0 3 8 0,0 0 8 0,0 0 2 0,0 0 4 15,0 0 2-15,0 0-1 0,0 0 3 0,0 0 1 0,0 0 4 0,0 0 1 16,0 0 1-16,0 0 3 0,0 0-2 0,0 0-4 0,0 0-2 0,0 0-2 16,0 0 0-16,0 0 0 0,0 0-1 0,0 0 0 0,0 0-1 0,0 0 1 15,0 0-2-15,0 0-2 0,0 0 1 0,0 0-2 0,0 0-3 0,0 0 0 16,0 0 0-16,0 0-2 0,0 0-1 0,0 0-2 0,0 0 1 0,0 0 1 16,0 0-2-16,0 0-4 0,0 0 0 0,0 0-1 0,0 0-1 0,0 0-1 15,0 0-1-15,0 0-1 0,0 0-2 0,0 0-2 0,0 0 0 0,0 0 0 16,0 0-3-16,0 0-5 0,0 0-5 0,0 0-7 0,0 0-10 0,0 0-12 15,0 0-13-15,0 0-16 0,0 0-18 0,0 0-19 0,0 0-23 0,0 0-26 16,0 0-25-16,0 0-28 0,0 0-20 0,0 0-20 0,0 0-14 0,0 0-10 16,0 0-8-16,0 0-8 0,0 0-1 0,0 0-2 0,0 0 6 0,0 0 9 15,0 0 14-15,0 0 18 0,0 0 18 0,-4 0 17 0,4 0 21 16,-1 3 17-16,-3-3 10 0,4 0 11 0,0 1 8 0,0-1 8 16,-4 2 3-16,4-2-1 0,0 1-8 0,0-1-11 0,-1 3-18 0,1-3-22 0,0 2-39 15,-4-1-47-15,4-1-29 0,0 0-17 0,0 0-4 0,0 0 3 0,0 0 7 16,0 0 10-16,0 0 14 0,0 3 14 0,0-3 21 0,0 0 21 0,0 0 28 15,0 0 31-15</inkml:trace>
  <inkml:trace contextRef="#ctx0" brushRef="#br0" timeOffset="101278.01">8664 4382 19 0,'0'-1'251'0,"0"1"54"0,0 0 29 0,3-1 22 0,-3 1 14 0,0 0 16 0,0 0 14 0,0 0 26 0,0 0 26 15,0 0 40-15,0 0 44 0,0 0 21 0,0 0 15 0,0 0-44 0,0 0-68 16,0 0-31-16,0 0-13 0,0 0-9 0,0 0-4 0,0 0-5 0,-3-2-7 16,3 1-18-16,0 1-20 0,-6-2-33 0,6 1-40 0,-1 1-45 0,-3 0-50 15,4 0-40-15,-4 0-29 0,-1 0-21 0,1 0-12 0,2 0-13 0,-1 0-8 16,-3 0-10-16,1 1-8 0,1 1-7 0,-1 1-2 0,0-2-7 0,-4 4-5 16,5-2-4-16,-5 3-4 0,3-2-1 0,-3 2-4 0,4 2-2 15,-4 1-1-15,0 0 1 0,3 1-2 0,-3 1-2 0,4 1 1 0,-4-1 1 16,4 2 4-16,-5 0-2 0,5 1-4 0,0-1-1 0,1 1-1 0,-1-1-1 15,1 0 1-15,2 1-4 0,2 0 1 0,-3-2-1 0,3 0-1 0,0-2 0 16,0 1 2-16,3-2-5 0,-3-2-8 0,2 2 1 0,2-3 2 0,1 0 4 16,-1-1 1-16,1-1-2 0,0 1-2 0,-1-2-2 0,5 0-3 0,-3-2-2 15,3 2-2-15,-4-3-2 0,4 0-3 0,2 0-2 0,-2-3-1 16,0 0-3-16,-4 2-4 0,8-4-2 0,-4 1-2 0,-2-2 1 0,2 0 1 16,0 0 1-16,0-2-1 0,1 1 0 0,-5-1 3 0,4 1-1 0,-4 1-2 15,1-2 5-15,-1 2 4 0,-1 0 4 0,1 2 4 0,-1-1 2 0,0 1 4 16,-3 2 1-16,-1-1 0 0,0 3 3 0,0 0 3 0,0 0 4 0,0 0 4 15,0 0 5-15,0 0 8 0,0 0 3 0,0 0 5 0,0 0 2 0,0 0 5 16,0 0 2-16,0 0-1 0,0 0-1 0,0 3 1 0,-1-1 1 0,-3 1-1 16,4 0 1-16,-4 1-4 0,3 1-4 0,-3 2-4 0,0 1-5 0,2 1-5 15,-1 1-2-15,1-1-5 0,-2 3-2 0,1 0 1 0,1 0-7 0,-2-1-5 16,3-1-7-16,-3 2-10 0,4-3-15 0,-4 2-21 0,4-4-43 0,-1 1-53 16,1-1-60-16,-4-1-67 0,4 0-58 0,0 0-56 0,0-1-53 0,0-1-56 15,0-1-63-15,0-1-66 0,0-2-54 0,0 0-50 0,0 0-9 0,0 0 8 16,4-3 38-16,-3-2 52 0,3-1 60 0,-4 0 66 0,4 0 57 0,-3-1 56 15,5-2 55-15,-3 1 56 0,1-1 68 0</inkml:trace>
  <inkml:trace contextRef="#ctx0" brushRef="#br0" timeOffset="101536.17">8843 4453 76 0,'0'3'369'0,"0"2"167"0,-4-2 87 0,4 3 49 0,0-2 32 0,-2 4 22 15,-1-1 19-15,-1 2 12 0,2-1 16 0,-1 2 10 0,-1-1 10 0,2 2 7 16,-1 1-82-16,3 0-127 0,-2 1-149 0,-2 0-169 0,4 1-83 0,-3 1-48 16,3-1-31-16,-2 0-21 0,2 0-21 0,-4 0-14 0,4-2-14 0,0 0-16 15,-2 0-16-15,2-2-18 0,-3-1-18 0,3 0-18 0,0-1-28 0,0-2-35 16,0 0-46-16,0-2-55 0,3 1-56 0,-1-2-57 0,-2 0-45 0,0-3-41 16,0 1-37-16,0-1-38 0,0 0-36 0,0 0-36 0,0 0-43 0,4-1-50 15,-4 1-20-15,0-6-7 0,0 1 31 0,0-1 46 0,0-1 53 0,0-1 54 16,2 1 46-16,-2-1 41 0,0-1 38 0,3 2 38 0,-3-1 45 0,0 1 47 15,4-1 57-15</inkml:trace>
  <inkml:trace contextRef="#ctx0" brushRef="#br0" timeOffset="101969.73">8872 4480 196 0,'5'-6'292'0,"-1"2"28"0,-2 1 22 16,5-2 16-16,-5 2 17 0,3 0 17 0,-1 2 17 0,1-1 14 0,-1 1 20 15,1 1 20-15,1-2 8 0,-3 2 2 0,3-1-53 0,-1 1-76 0,-1 0-32 16,1 0-7-16,-1 0-4 0,1 0-4 0,-5 1-4 0,6-1-7 0,-6 0-7 15,0 2-6-15,0-2-9 0,3 1-12 0,-3 1-19 0,0-2-20 16,2 1-25-16,-2-1-23 0,0 3-21 0,0 0-14 0,0 0-15 0,-2 0-12 16,2 0-11-16,0 0-10 0,-3 2-9 0,1-2-10 0,-2 1-7 0,1 1-10 15,1-1-7-15,-2 1-9 0,-1-1-7 0,1 2-10 0,2-1-4 0,-3-1-4 16,-2 1-5-16,5-1-3 0,-2 0 0 0,-1 1 0 0,1 0-2 0,2-2 1 16,-1 1-1-16,-1-1-1 0,2 2 0 0,-1-4-1 0,3 2-1 0,-2 0 2 15,-2-1-1-15,4-2 1 0,0 1-2 0,0-1 1 0,0 0-1 0,0 0-1 16,0 0-1-16,0 0 1 0,0 3-2 0,4-1 1 0,-2-1-1 0,-2 1 2 15,3-2 2-15,-1 3-1 0,2-2 1 0,1 1-1 0,-1-1 1 0,1 2 2 16,-1 0 1-16,1-1-1 0,1 1 2 0,-1-2 0 0,-1 2 5 0,1-1 2 16,-1-1 4-16,1 2 5 0,1 0 5 0,-3 0 5 0,3-1 7 0,-1 2 7 15,-1-1 5-15,-1 0 3 0,-1 0 4 0,4 2 4 0,-3-2 2 0,3 1 2 16,-3-1 0-16,-3 1-1 0,2 1-1 0,2-2-1 0,-4 2 0 0,3-1-5 16,-3 1-4-16,0-1-9 0,0 1-4 0,-3-1-2 0,3 1-3 15,-4-1-5-15,2 1-2 0,2 1-1 0,-3-2-7 0,-3 1-9 0,6 1-13 16,-5-2-17-16,1 1-24 0,-1-1-30 0,1 1-39 0,-1-1-43 0,-1 1-53 15,3-2-58-15,1 0-50 0,-2 1-47 0,-1-2-41 0,1 1-37 0,4-2-31 16,-5-1-28-16,5 0-23 0,0 2-22 0,0-2-15 0,0 0-11 0,0 0-14 16,0 0-15-16,0 0 27 0,0 0 46 0,-4-5 45 0,4 5 45 0,0-4 39 15,4-1 36-15,-1 1 34 0,-1-1 35 0,2-1 35 0,-2 2 34 16,1-1 36-16</inkml:trace>
  <inkml:trace contextRef="#ctx0" brushRef="#br0" timeOffset="102328.68">9120 4228 136 0,'3'-3'285'0,"-3"3"45"0,0-1 24 0,0 1 20 0,0 0 14 0,0 0 14 0,0 0 16 0,0 0 15 0,0 0 18 0,0 0 20 16,0 0 17-16,2 1-32 0,-2 2-56 0,4 0-70 0,-4 0-79 0,0 2-41 15,0 1-25-15,-4 1-18 0,4-1-13 0,0 3-16 0,-2-1-21 0,-1 2-31 16,3-1-35-16,0 0-40 0,-4 0-44 0,4 2-41 0,-2-1-38 0,2-1-39 15,-3 2-34-15,3-3-39 0,0 2-36 0,-4-1-47 0,2-2-48 16,2 1-59-16,0-4-64 0,0 2-15 0,0-6 3 0,0 5 15 0,0-5 21 16,0 0 24-16,0 0 23 0,0 0 28 0,0 0 31 0,0 0 33 0,0 0 35 15,6 0 45-15,-3-2 49 0</inkml:trace>
  <inkml:trace contextRef="#ctx0" brushRef="#br0" timeOffset="102612.01">9320 4299 49 0,'0'4'327'0,"0"2"139"0,0 0 79 0,0 0 48 0,-1 0 35 0,1 3 29 15,0 0 20-15,-4 0 23 0,4 0 20 0,0 2 17 0,-4-3 16 0,4 5 11 16,0-3-73-16,0 2-109 0,-1 0-128 0,1 2-135 0,0-1-72 0,0 1-47 16,0-2-30-16,1 1-25 0,-1 1-21 0,0-1-22 0,4 1-19 15,-4-1-19-15,4-1-13 0,-3 2-12 0,3-3-6 0,-2 2-8 0,1-1-4 16,-3 0-6-16,4 0-6 0,-2-2-7 0,-2 1-11 0,3-1-14 0,-3 1-19 15,0-2-25-15,0 1-39 0,0-2-44 0,0 1-55 0,0-2-58 0,0-1-54 16,-3 2-56-16,3-4-44 0,-2 2-43 0,-2 0-41 0,1-1-37 0,1-1-41 16,-2-1-40-16,3 2-35 0,-7-4-32 0,3 2 10 0,-1-1 33 15,1-1 48-15,-4 0 58 0,4-1 53 0,-4 2 51 0,0-2 47 0,-1 0 45 16,1 0 41-16,-1 0 44 0,-3-2 48 0</inkml:trace>
  <inkml:trace contextRef="#ctx0" brushRef="#br0" timeOffset="102906.78">8530 4384 142 0,'0'-6'397'0,"-5"2"123"0,1-2 59 0,2 3 29 0,-1 1 15 0,-3 0 10 15,2 2 7-15,4-1 10 0,0 1 16 0,-1 0 17 0,1 0 19 0,0 0 19 16,0 0-93-16,0 0-145 0,0 0-126 0,0 0-115 0,0 0-53 0,0 0-26 15,0 3-12-15,0 0-3 0,0 2-4 0,0-1-5 0,0 2-8 16,0 2-12-16,0 2-14 0,0 4-13 0,0-1-11 0,0 4-9 0,0 1-6 16,0 3-1-16,0 0-3 0,0 1-4 0,0 2-4 0,0 2-3 0,0-2-6 15,0 0-4-15,0 0-7 0,0 0-5 0,0-2-8 0,0-1-6 0,1 1-5 0,-1-2-8 16,0-1-11-16,0 1-12 0,0-4-15 0,0 1-18 0,4 0-35 16,-4-2-40-16,4 0-62 0,-4-2-72 0,2-1-65 0,-2 0-61 15,3-1-57-15,-1-2-56 0,2-2-54 0,-4 2-56 0,5-3-62 0,-5-1-69 16,4-1-22-16,-4-2 3 0,0-2 27 0,5 1 37 0,0-2 59 0,-1-1 71 15,1-2 68-15,1-1 61 0,-2-1 56 0,1-3 56 0,0 2 58 0,3-1 60 16</inkml:trace>
  <inkml:trace contextRef="#ctx0" brushRef="#br0" timeOffset="103838.24">9230 4211 120 0,'0'-1'233'0,"0"1"26"0,4-3 16 0,-4 2 10 0,0 1 11 0,1-2 9 0,3 1 8 0,-4 1 7 0,0-2 9 0,4 1 7 0,-3-1-6 0,-1 1-15 15,4-1-58-15,-4 2-79 0,0 0-38 0,4-2-17 0,-3 1-10 0,3 0-4 16,-2 1-4-16,-2 0-4 0,0-2-2 0,4 2-5 0,-1 0 0 0,-3 0-1 16,2-1-2-16,2 1 0 0,-3 0 3 0,3 0 6 0,1 0 0 0,-5 0-2 15,4 0 0-15,1 0 1 0,-1 0-3 0,1 0 1 0,-1 0 4 0,-2 0 5 16,3 1-1-16,-1-1 0 0,0 0-2 0,-3 0-1 0,3 0-2 0,1 2-6 16,1-2-4-16,-3 0-4 0,-3 1-2 0,6-1 0 0,-2 1-4 0,-3 1-2 15,3-2-4-15,0 2-3 0,-3-2 1 0,-1 1 3 0,0-1 4 0,4 2 3 16,-2-1 4-16,-2 1 3 0,0-2 7 0,0 3 10 0,3-2 7 0,-3 2 6 15,0-2 4-15,0-1 1 0,0 4 5 0,0-1 1 0,0 0-3 16,0-3-3-16,0 3-5 0,0 0-6 0,0-3-8 0,0 1-6 0,0 2-8 16,0-3-10-16,-3 3-9 0,3-3-7 0,0 2-6 0,0 1-2 0,-2-2-4 15,2-1-5-15,0 2-3 0,-4 1-3 0,4-2-3 0,-1 1-3 0,1-1 1 16,-4 0 0-16,4 1-1 0,-4 0 2 0,4-2-1 0,0 1 4 0,-1 1-2 16,-3-1 0-16,4 1-3 0,-4-1 0 0,2 1 0 0,2-1 0 0,-3 1-1 15,3-1-2-15,-2 2-1 0,-2-1-2 0,1-1 0 0,1 2-2 16,-2-1-1-16,4 1 0 0,-5-2 0 0,5 2 0 0,-4-2-3 0,3 1 0 15,-3 1 0-15,4-1-1 0,-6-1 1 0,6 1 0 0,-3 1-2 0,3-2-1 16,-2 1-4-16,-2-1-5 0,4-1-2 0,-3 3 2 0,1-2 0 0,2 1-1 16,-4 0-1-16,4-2 1 0,0 1-2 0,0-1-2 0,-1 2-1 0,1-2 2 15,-4 1-2-15,4-1-2 0,0 0 4 0,0 0 2 0,0 0-2 0,0 0-5 16,0 0-2-16,0 0 2 0,0 0-1 0,0 0-4 0,0 0 1 0,0 0-1 16,0 0 1-16,0 0-1 0,0 0 1 0,0 0-1 0,0 0 1 0,0 0-2 15,0 0 1-15,0 0 5 0,0 0-1 0,5 0-2 0,-5 0 1 0,0 0 2 16,4 0 0-16,1 0-1 0,-1 0 2 0,-2 0 7 0,1 0-4 0,1-1-5 15,-2-1-1-15,3 2 1 0,-1-1-1 0,0 1-1 0,-3 0 0 0,3 0 2 16,-2 0-4-16,5 0 1 0,-5 0-1 0,1 0 4 0,3 1-4 0,-2-1-5 16,-3 0 2-16,3 0 7 0,1 0-1 0,1 0 1 0,-3 0-1 0,3 0-1 15,-3 0 0-15,3 0 0 0,-1 0 0 0,-1 0 2 0,1 0-1 16,-1 0-1-16,-2 0 2 0,1 0-2 0,3 0-2 0,-6 0 1 0,3 0-1 16,-3 0 2-16,2 0-3 0,-2 0-3 0,4 0 0 0,-4 0 5 0,0 0-1 15,3 0 1-15,-3 0-1 0,0 0 2 0,0 0-1 0,0 0-2 0,0 0-3 16,0 0-6-16,0 0-11 0,0 0-13 0,0 0-21 0,2-1-25 15,-2 1-65-15,0 0-83 0,0 0-81 0,0 0-82 0,0 0-83 0,0 0-82 16,0 0-96-16,0 0-102 0,-5 0-41 0,5 0-16 0,-6 0 2 0,-3 0 7 16,4 1 21-16,-4 1 30 0,4-1 63 0,-5 1 81 0,-2-1 79 0,5 1 84 15,-6-1 80-15,-2 2 85 0</inkml:trace>
  <inkml:trace contextRef="#ctx0" brushRef="#br0" timeOffset="105780.24">7293 5518 178 0,'-11'3'243'0,"2"0"20"0,-2 2 9 0,-2-2 7 0,3 0 5 0,-3 0 1 0,2 1 5 0,2-1 1 0,-5 0 2 0,4 0 0 0,0 0-22 0,1 0-32 0,-4 0-68 16,6-2-83-16,-2 4-37 0,0-3-17 0,0 1-4 0,0-2-3 15,3 2 0-15,-3-1-3 0,4-1-1 0,-1 2-3 0,-3-1-1 0,6-1-2 16,-3 1-1-16,1-2 1 0,1 1 1 0,-1 1 2 0,1-1-3 0,2 1-2 15,-1-1-5-15,-3-1-4 0,3 2-3 0,1-2 0 0,-2 1-1 0,2-1-1 16,2 0-1-16,-3 0-1 0,3 0-1 0,-4 2-1 0,4-2-1 0,-2 1-2 16,2-1-2-16,-3 0-2 0,3 0-1 0,0 0 1 0,0 0-2 0,-6 0-3 15,3 0 2-15,3 0-2 0,0 0 0 0,0 0-2 0,0 0 2 0,-2 0 0 16,2 0 2-16,0 0 0 0,0 0 2 0,-4 2 2 0,4-2 0 0,0 0-1 16,0 0 2-16,0 0 1 0,0 0-2 0,-3 0 0 0,3 0 1 0,-2 0 2 15,2 0 0-15,-4 0-1 0,4 0 1 0,-2 0 0 0,2 0-1 0,-3 0 1 16,-1 0 0-16,4 0 1 0,-2 0 1 0,-1 0-1 0,-1 0 2 0,4 0 2 15,-2-2-1-15,-1 2 2 0,1 0 0 0,-2 0-1 0,1 0-1 0,3 0 1 16,-2 0 1-16,-2 0-2 0,4 0 1 0,-2 0-1 0,-1 0-1 0,3 0 0 16,-4 0 2-16,2 0-1 0,-1 0-1 0,1 0 0 0,2 0 3 15,-4 0 2-15,1 0-1 0,3 0-2 0,0 2-1 0,0-2 1 0,-6 0 1 16,6 0 0-16,0 0 0 0,0 0 1 0,0 0 2 0,-5 0 2 0,1 0-2 16,4 0-5-16,0 0-1 0,-5 0 0 0,5 0-1 0,-4 0 1 15,2 0 1-15,-1 0 1 0,1 0 2 0,-2-2-1 0,1 2 0 0,3 0-1 16,-6 0-2-16,6 0-2 0,0 0 4 0,-5 0 2 0,1 0 2 0,4 0 2 15,0 0-1-15,-5 0 1 0,5 0-1 0,-6 0-1 0,6 0-1 0,-3 0 1 16,-3 0 0-16,3 0 0 0,1 0-2 0,-2 0 2 0,-1-1-1 0,1 1-1 16,-1 0 4-16,-1 0 2 0,3 0 4 0,-3 0 0 0,1 0 1 0,1 0 2 15,-1 0-1-15,1 0-1 0,2 0 2 0,-1 0 1 0,1 0-2 0,-2 0-2 16,1 0-1-16,-3 0-1 0,6 0-5 0,-5 0-2 0,1 0-4 0,2 0 1 16,-1 0-4-16,-1 0-2 0,4 0 1 0,-2 0-1 0,2 0-2 0,-3 0-2 15,3 0 1-15,0 0 2 0,0 0 2 0,-2 0-1 0,2 0-1 0,0 0-2 16,-4 0 1-16,1-2-2 0,3 2 2 0,-2 0 1 0,2 0 0 0,-4 0 2 15,4 0 0-15,-3-1 0 0,1 1 0 0,-2 0-1 0,2 0 1 0,2 0-2 16,-3-2 2-16,-1 2 0 0,2-1 2 0,-1 1-1 0,3 0 2 0,-6-2 0 16,6 2-1-16,0 0-1 0,-3-1 1 0,3 1-1 0,-2 0-1 15,2 0 0-15,0 0-4 0,0 0-2 0,0 0-3 0,0 0-3 0,0 0-7 16,0 0-8-16,0 0-9 0,0 0-3 0,0 0-7 0,0 0-6 16,0 0-8-16,0 0-6 0,-4-2-5 0,4 2-8 0,0-1-5 0,0-2-6 15,0 3-7-15,0-5-7 0,0 2-11 0,0 0-14 0,0 0-23 0,0 0-24 16,0 3-17-16,0-6-8 0,0 6-2 0,0 0 4 0,0-4 5 0,0 4 8 15,0 0 7-15,0 0 12 0,0-6 8 0,0 6 13 0,0 0 18 0</inkml:trace>
  <inkml:trace contextRef="#ctx0" brushRef="#br0" timeOffset="110243.86">6562 5499 124 0,'0'0'192'0,"-4"0"14"0,4 0 10 0,-1 1 8 0,-3 1 4 0,4-2 7 0,-4 0 4 0,3 0 4 0,-3 0 5 0,4 0 3 16,0 1-22-16,-5-1-32 0,5 0-46 0,0 0-53 0,-4 0-25 0,2 1-11 15,2-1-6-15,-3 0-5 0,-1 0-2 0,4 0-4 0,-2 2-4 0,-2-2-4 16,4 0-3-16,-1 0 1 0,1 0-1 0,-4 0-3 0,4 0-2 0,-4 0-5 16,3 0-3-16,1 0-2 0,-4 0-4 0,0 0-3 0,4 0-3 0,-1 0-2 15,1 0-1-15,-4 0 2 0,2 0-2 0,-1 0-2 0,-1 0 1 16,2 2-2-16,2-2 0 0,-4 0 0 0,4 0 0 0,-1 0 1 0,1 0 1 15,-4 0-1-15,4 0-1 0,0 0 3 0,0 0-5 0,-4 0 1 0,4 0-4 16,0 0-2-16,0 0 1 0,0 0-3 0,0 0 0 0,0 0 0 0,0 0 0 16,0 0 0-16,0 0-1 0,0 0-1 0,0 0 1 0,0 0-1 15,0 0 1-15,0 0 1 0,-1 0 0 0,1 0 1 0,0 0 2 0,0 0 2 0,-4 0-1 16,4 0 1-16,0 0-1 0,0 0 1 0,0 0 1 0,0 0 0 0,-2 0 0 16,2 0 0-16,0 0 1 0,0 0-1 0,0 0-1 0,-3 0-5 15,3 0 1-15,0 0 4 0,0 0-1 0,0 0 4 0,0 0-2 0,-4 1 1 16,4-1 1-16,0 0-1 0,0 0 1 0,0 0-1 0,0 0 1 0,-2 0-1 15,2 0 4-15,0 0 2 0,-3 0 1 0,3 0-2 0,0 0 0 0,0 0 0 16,-4 2 0-16,4-2 1 0,0 0 1 0,0 0 1 0,0 0 1 0,0 0 1 16,-2 0-1-16,2 0 3 0,0 0-1 0,0 0 0 0,0 0 2 0,0 0-2 15,-3 1 1-15,3-1-1 0,0 0 0 0,0 0-1 0,-6 0-4 0,6 0 2 16,0 2-3-16,-5-2-2 0,5 0 1 0,-4 1-1 0,-1-1-1 0,5 2 0 16,-4-1 0-16,4-1-1 0,-2 2-2 0,-1-2 0 0,-1 1 1 0,2-1 1 15,2 2-1-15,-3-2 1 0,1 1 1 0,2-1 1 0,-4 0 1 0,-1 2-1 16,1-2 1-16,-1 1-1 0,5-1 4 0,-4 0 2 0,4 0 2 0,-2 2 2 15,2-2 2-15,-3 0-1 0,3 0 1 0,0 0 4 0,0 0-2 16,0 0-2-16,-6 1 1 0,6-1-1 0,0 0-1 0,0 0 1 0,0 0-1 16,-3 2 0-16,3-2-4 0,0 0-5 0,-2 0-2 0,2 0-1 0,0 0-1 15,0 0-1-15,0 0 1 0,0 0-2 0,0 0-2 0,-4 1 1 0,4-1-1 16,0 0-1-16,0 0-1 0,0 0-2 0,0 0 0 0,-4 0 1 16,4 0 1-16,0 0-1 0,-1 0-1 0,1 0 0 0,-4 0 0 0,4 0 0 15,-2 2 0-15,2-2 2 0,-3 0-2 0,3 0 0 0,0 0 0 0,0 0 0 16,-6 1 2-16,6-1 1 0,0 0-2 0,0 0 1 0,-3 2 1 0,3-2 0 15,0 0 1-15,0 0 1 0,0 0-1 0,0 0 1 0,0 0-1 0,0 0 2 16,0 0 0-16,0 0 0 0,0 0 0 0,0 0 0 0,-6 0-1 0,6 0 2 16,0 0-1-16,0 0 0 0,0 1 0 0,0-1-1 0,0 0 1 0,0 0 1 15,-3 2-1-15,3-2 0 0,0 0 0 0,0 1 0 0,0-1 0 0,0 0 0 16,-2-1 0-16,2 1 2 0,0 0-2 0,-4 0-2 0,4 0 2 0,-2 1 2 16,2-1-2-16,0 0 0 0,-3 0 1 0,3 0 1 0,-4 0-1 0,4 0 1 15,0 0-1-15,0 0 1 0,0 0-1 0,-2 0 1 0,2 0-1 0,-3 1 2 16,3-1 0-16,0 0 0 0,-4 0 0 0,2 2 0 0,2-2 0 15,-3 0-2-15,1 0 1 0,-2 2-1 0,1-2-1 0,1 1 0 0,-2-1 0 16,4 2 2-16,-2-2-1 0,2 0 1 0,-3 1-1 0,-1 1 1 0,2-2 1 16,2 0 1-16,-3 0 1 0,-1 1 1 0,4-1 0 0,-2 2 0 0,2-2 1 15,0 0 1-15,0 0-1 0,0 0 1 0,0 0-1 0,0 0-1 0,0 0 0 16,0 0-1-16,0 0-1 0,0 0-1 0,-3 1 0 0,3-1 0 0,0 0 0 16,0 0-1-16,-2 0-1 0,2 0-1 0,0 0 0 0,-4 2 0 15,4-2 0-15,-3 0 0 0,3 0 0 0,-2 1 0 0,2-1-1 0,0 0-1 16,0 0 1-16,0 0 2 0,0 0-1 0,0 0 0 0,0 0 2 0,-4 1-1 15,4-1 1-15,0 0 0 0,0 0 0 0,0 0 1 0,0 0-2 0,0 0 1 16,0 0 1-16,0 0 1 0,0 0-1 0,0 0 0 0,0 0 0 0,0 0 2 16,0 0-1-16,0 0-1 0,0 0 2 0,0 0-2 0,0 0 1 0,0 0 1 15,0 0-1-15,0 0 1 0,0 0-1 0,0 0 1 0,0 0-1 0,0 0 1 16,-2 2-2-16,2-2 1 0,0 0 1 0,0 0-1 0,0 0 1 0,0 0-1 16,0 0 1-16,0 0 1 0,0 0 1 0,0 0-3 0,0 0 2 0,-3 0 0 15,3 0 0-15,0 0 2 0,0 0-1 0,-4 2-1 0,4-2-1 0,0 0 1 16,0 0 0-16,0 0-2 0,0 0 1 0,0 0-1 0,0 0-1 15,0 0 2-15,0 0-2 0,0 0 0 0,0 0-2 0,0 0 1 0,-2 0 1 16,2 0 0-16,0 0 0 0,0 0-2 0,-3 0-1 0,1 1-1 0,-2-1 1 16,4 0-2-16,-3 0 1 0,1 2-2 0,-2-1 1 0,1-1 1 0,1 2-1 15,-2-2 1-15,2 0-2 0,-1 1 0 0,-1-1 0 0,2 2 1 0,-1-2 1 16,1 1-1-16,2-1 2 0,-4 0 2 0,4 2-2 0,0-2 0 0,-3 0 0 16,3 0 0-16,0 0 1 0,0 0 1 0,0 0-1 0,0 0-1 15,0 0 2-15,0 0-1 0,0 0 1 0,0 0-1 0,0 0 1 0,0 0-1 16,0 0 1-16,0 0-1 0,0 0 2 0,0 0 2 0,-2 1-1 0,2-1-2 15,0 0-1-15,0 0 1 0,0 0-1 0,0 0-1 0,0 0 0 0,0 0 0 16,0 0 2-16,0 0-1 0,0 0 1 0,0 0-1 0,0 0-2 0,0 0-4 16,0 0 2-16,0 0 0 0,0 0 2 0,0 0-1 0,0 0 1 0,0 0 1 15,0 0 0-15,0 0 0 0,0 0-2 0,0 0 1 0,0 0-1 0,0 0 2 16,0 0 2-16,0 0 1 0,0 0 1 0,0 0 1 0,0 0 1 0,0 0-2 16,0 0 3-16,0 0-1 0,0 0 0 0,0 0 0 0,0 0 0 0,0 0 0 15,0 0 0-15,0 0-1 0,-4 0-1 0,4 0 1 0,0 0-2 0,0 0 0 16,0 0-2-16,0 0 1 0,-5 1-1 0,5-1 1 0,0 0-2 0,-4 2 0 15,2 0-2-15,-1-1 1 0,-1-1-1 0,2 0 1 0,-1 2-1 16,3-2 2-16,-2 0-1 0,2 0 2 0,-4 1-2 0,4-1 1 0,0 0-2 0,0 0 2 16,-3 2 0-16,3-2 2 0,0 0-2 0,0 0 1 0,0 0-1 15,-2 0 0-15,2 0 2 0,-4 1-1 0,2-1 1 0,-1 2-4 0,-1-2 2 16,4 0 0-16,-2 1-1 0,-1 1 1 0,-1-2 0 0,2 1 0 16,-1-1 0-16,3 3 0 0,0-3 0 0,-2 0 1 0,-2 2-1 0,4-2-1 15,-3 1-1-15,3-1 1 0,-2 0 1 0,2 0 1 0,-4 2-1 0,4-1-1 16,0-1 1-16,0 0-2 0,-5 0 2 0,5 0 0 0,0 0 0 0,0 2 0 15,0-2-1-15,-4 0-1 0,4 0 2 0,-2 1 0 0,2-1 0 0,0 0 0 16,0 0 0-16,-3 2 0 0,3-2 0 0,0 0 2 0,0 0-4 0,0 0 1 16,0 0 1-16,0 0-2 0,0 0 2 0,0 0 2 0,0 0-2 0,0 0-2 15,0 0 2-15,0 0-1 0,0 0 1 0,0 0 0 0,0 0 0 0,-2 1-2 16,2-1 2-16,0 0 2 0,0 0-1 0,0 0 1 0,0 0-2 0,0 0 1 16,0 0-1-16,0 0 0 0,0 0 0 0,0 0 2 0,0 0-2 0,0 0 0 15,0 0 1-15,0 0-1 0,0 0 0 0,0 0-1 0,0 0-1 0,0 0 4 16,0 0-4-16,0 0 1 0,0 0-1 0,-4 0 1 0,4 0 1 0,0 0-2 15,0 2 2-15,0-2-1 0,0 0-1 0,-3 0 2 0,3 0 0 0,-2 1 0 16,2-1 0-16,0 0-1 0,-4 0 2 0,4 0 1 0,0 0-1 0,0 0-1 16,0 0 0-16,0 0 2 0,0 0-1 0,0 0-1 0,0 0-1 15,0 0 1-15,0 0 0 0,0 0-2 0,0 0 2 0,0 0 2 0,0 0-1 16,0 0-1-16,-3 2 2 0,3-2-1 0,0 0-1 0,0 0 0 0,0 0 0 16,0 0 0-16,0 0 0 0,0 0 0 0,0 0 0 0,0 0 0 15,0 0 0-15,0 0-1 0,0 0 1 0,0 0-2 0,0 0 2 0,0 0-1 16,-2 0-1-16,2 0 2 0,0 0-1 0,0 1 1 0,0-1 0 0,-4 0 0 15,4 0-2-15,-2 0 1 0,2 0-1 0,0 0 1 0,-3 1 1 0,3-1-2 16,0 0 2-16,0 0 0 0,0 0 2 0,0 0-2 0,0 0 0 0,0 0 1 16,0 0-1-16,0 0 0 0,0 0 2 0,0 0 1 0,0 0-2 0,0 0 1 15,-6 2-2-15,6-2-2 0,0 0 1 0,-3 0 1 0,1 2-2 0,-2-1 1 16,4-1 1-16,-3 0 0 0,3 2 1 0,0-2-1 0,-6 0 0 0,6 0 2 16,0 1-2-16,0-1 0 0,0 0 0 0,0 0 0 0,0 0 0 0,0 0 0 15,0 0 1-15,0 0-1 0,0 0 2 0,0 0-2 0,0 0 1 0,-3 2 1 16,3-2-1-16,0 0 1 0,0 0-1 0,0 0 1 0,0 0 1 0,0 0 1 15,0 0 1-15,0 0-1 0,0 0 1 0,0 0-2 0,0 0 0 0,0 0 0 16,-2 0 0-16,2 0-2 0,0 0 1 0,0 0-1 0,0 1-2 0,0-1 1 16,-4 2-2-16,4-2 1 0,-2 0-1 0,2 0 2 0,0 0 0 15,-3 0 2-15,3 0-2 0,-4 1 0 0,4-1 1 0,0 0-1 0,0 0 2 16,0 0-1-16,0 0 2 0,-2 0 0 0,2 0 2 0,0 0-1 0,0 0 1 16,0 0-1-16,0 0 2 0,0 0 0 0,0 0 0 0,0 0 0 15,0 0 1-15,0 0 1 0,0 0-2 0,-3 0 0 0,3 0 0 0,0 0-2 16,0 2 1-16,0-2-1 0,-6 0-1 0,6 0 0 0,0 0 0 0,0 1-1 15,0-1-1-15,-3 0 2 0,3 0-1 0,0 0-2 0,-2 0 0 0,2 0 1 16,0 0-1-16,0 0 0 0,0 0 0 0,0 0-1 0,0 0 1 0,0 0 0 16,0 0 0-16,0 0-2 0,0 0 1 0,0 0-1 0,0 0 1 0,0 0-1 15,0 0 2-15,0 0 0 0,0 0 0 0,0 0 2 0,0 0-2 0,0 0 0 16,0 0 0-16,0 0 0 0,0 0 0 0,0 0 0 0,0 0 0 0,0 0 1 16,0 0-1-16,0 0-1 0,0 0 1 0,0 0 0 0,0 0 0 0,0 0 0 15,0 0 0-15,0 0 0 0,0 0 1 0,0 0 1 0,0 0-1 0,0 0-1 16,0 0 2-16,0 0-2 0,0 0 0 0,0 0 1 0,0 0-1 0,0 0 0 15,0 0 0-15,0 0 0 0,0 0 0 0,0 0-1 0,0 0-1 0,0 0 1 16,0 0-1-16,0 0 2 0,0 0 0 0,0 0 0 0,0 0-1 16,0 0 1-16,0 0 0 0,0 0 0 0,0 0-2 0,0 0 2 0,0 0 0 0,0 0 0 15,0 0-1-15,0 0-1 0,0 0 1 0,0 0 1 0,0 0 0 16,0 0 0-16,0 0 0 0,0 0-2 0,0 0 1 0,0 0 1 16,0 0-2-16,0 0 1 0,0 0 1 0,0 0-2 0,0 0 2 0,0 0 0 15,0 0-1-15,0 0-2 0,0 0 0 0,0 0 0 0,0 0-2 0,0 0 1 16,0 0-1-16,0 0 1 0,0 0-2 0,0 0-2 0,0 0 1 0,0 0-1 15,0 0 0-15,0 0 0 0,0 0-1 0,0 0 0 0,0 0 0 0,0 0 0 16,0 0 2-16,0 0-2 0,0 0 1 0,0 0 1 0,0 0-1 0,0 0 2 16,0 0 0-16,0 0 0 0,0 0 0 0,0 0 0 0,0 0 2 0,0 0-2 15,0 0 2-15,0 0-1 0,0 0 1 0,0 0 1 0,0 0-2 0,0 0 2 16,0 0 0-16,0 0 0 0,0 0 0 0,0 0 0 0,0 0 0 0,0 0 0 16,0 0 2-16,0 0-1 0,0 0 1 0,0 0-1 0,0 0 1 0,0 0-1 15,0 0 1-15,0 0 2 0,0 0-1 0,0 0-1 0,0 0-1 0,0 0 2 16,0 0 0-16,0 0 0 0,0 0-1 0,0 0-1 0,0 0 1 0,0 0-1 15,0 0 2-15,0 0-1 0,0 0-1 0,0 0 1 0,0 0-2 0,0 0 1 16,0 0-1-16,0 0 2 0,0 0-1 0,0 0 1 0,0 0-1 0,0 0 1 16,0 0-1-16,0 0 1 0,0 0 1 0,0 0 0 0,0 0-2 15,0 0 2-15,0 0 0 0,0 0 0 0,0 0 0 0,0 0 2 16,0 0-4-16,0 0 1 0,0 0-1 0,0 0 2 0,0 0 2 0,0 0-2 16,0 0-2-16,0 0 2 0,0 0 0 0,0 0 0 0,0 0 0 0,0 0 0 0,0 0-1 15,0 0 1-15,0 0 0 0,0 0 1 0,0 0 1 0,0 0-4 0,0 0 2 16,0 0 0-16,0 0 0 0,0 0 0 0,0 0 0 0,0 0 0 15,0 0 0-15,0 0 0 0,0 0 2 0,0 0-1 0,0 0 1 0,0 0-2 16,0 0 0-16,0 0 0 0,0 0 0 0,0 0 1 0,0 0-1 0,0 0 0 16,0 0 0-16,0 0 0 0,0 0 0 0,0 0 2 0,0 0-4 0,0 0 2 15,0 0-1-15,0 0 1 0,0 0 1 0,0 0 1 0,0 0 1 0,0 0 0 16,0 0 0-16,0 0 1 0,0 0 2 0,0 0 0 0,0 0 3 0,0 0 0 16,0 0 2-16,0 0 1 0,0 0 1 0,0 0 2 0,0 0-2 0,0 0 1 15,0 0-1-15,0 0 2 0,0 0 2 0,0 0-1 0,0 0 1 0,0 0 2 16,0 0-3-16,0 0 1 0,0 0-1 0,0 0 1 0,0 0-1 0,0 0-1 15,0 0 1-15,0 0-2 0,0 0-1 0,0 0-2 0,0 0 2 0,0 0 4 16,-4 0 1-16,3 0-2 0,-3 1 2 0,0-1 1 0,3 2-4 0,-3-2-1 16,-2 2-1-16,3-2 4 0,-3 1 2 0,3-1 2 0,1 2 1 15,-2-1-1-15,-1 1-3 0,1-1-4 0,3-1-4 0,-3 2-1 0,0-2-1 16,2 1-1-16,-1 1 2 0,1-2 3 0,2 0-2 0,-4 0-5 0,1 1-2 16,1-1-2-16,2 0 1 0,-4 1-2 0,4-1 0 0,0 0 0 15,-5 2 1-15,5-2 1 0,-4 0-2 0,3 0 0 0,-3 2 0 0,-1-2 1 16,1 1-1-16,4-1 2 0,-6 0-2 0,3 2 1 0,-3-2-1 0,5 0 2 15,-3 0-1-15,-1 1 1 0,1 1-1 0,2-2-1 0,-1 0 0 0,-1 0 2 16,-2 0-2-16,3 0 0 0,1 0 0 0,-3 1 0 0,1-1 1 0,-1 0 1 16,1 0-1-16,2 2 1 0,-5-2-1 0,5 0-1 0,-2 0 0 0,3 0 2 15,-3 0-1-15,0 0 1 0,3 0-1 0,-3 0 1 0,0 0 1 0,3 0 0 16,-3 0 0-16,2 0-2 0,-1 0 1 0,-3 0 1 0,6 0-2 16,-3 0 1-16,-3 0-1 0,2 0 2 0,3 0-1 0,-3 0-1 0,-1 0 1 15,1 0-2-15,-1 0 1 0,-1 0-1 0,3 0 2 0,-3-2-2 0,1 2 0 16,1 0 0-16,-1 0 1 0,1-1 1 0,-1 1-1 0,5 0 1 15,0 0-1-15,-6 0 1 0,6-2-1 0,0 2 1 0,-3-1-1 0,3 1 1 16,0 0-2-16,0 0 1 0,-2 0 1 0,2 0-2 0,0 0 0 0,-4 0 0 16,4 0 0-16,-3 3 1 0,1-3-1 0,2 0 2 0,0 0-1 0,0 0-1 15,0 0 0-15,0 0 2 0,0 0-1 0,-4 0 1 0,4 0-1 0,0 0 1 16,0 0-1-16,0 0 1 0,0 0-1 0,0 0 1 0,0 0-1 0,0 0 1 16,0 0-1-16,-2 0 1 0,2 0-1 0,0 0 1 0,-3 0-1 0,3 0-1 15,-4 0 0-15,4 0 0 0,-2 0 2 0,-1 0-2 0,1 0 1 0,-2-2-1 16,1 2-1-16,3 0-1 0,-6 0 2 0,6 0 0 0,-5-1-1 15,5 1 1-15,-4 0-2 0,2 0 2 0,-1 0 2 0,-1 0-2 0,2-2-2 16,2 2 1-16,-3 0 1 0,3 0 0 0,-2 0 1 0,2 0 1 0,0 0-5 16,-4 0-3-16,4 0 0 0,-3 0 3 0,3 0 3 0,0 0-2 15,0 0 2-15,0 0 0 0,-6 0 0 0,6 0 2 0,0 0-1 0,0 0-1 16,-5 0 0-16,5 0 0 0,-4 0 3 0,4 0 5 0,-2 0-2 0,2 0-2 16,0 0-2-16,-3 0-1 0,3 0 1 0,-4 0-2 0,4 0 0 0,-2 0 0 15,2 0-2-15,0 0 2 0,0 0 0 0,-3-1 0 0,3 1 0 0,0 0 0 16,0 0 0-16,0 0 0 0,0 0 2 0,0 0 3 0,0 0 0 0,0 0-2 15,0 0 0-15,0 0-2 0,0 0 1 0,0 0-1 0,0 0-1 0,0 0 0 16,0 0 2-16,0 0-2 0,0 0-2 0,-6 0 1 0,3 0-1 0,1 0-2 16,2 0 1-16,-4 0 1 0,4-2 1 0,0 2-1 0,-5 0 1 0,1 0-1 15,4 0 2-15,0 0 0 0,-5 0-2 0,5 0 2 0,0 0 0 16,0 0 0-16,-6 0-2 0,6 0 1 0,0-2-1 0,0 2-1 0,-3 0 0 16,3 0 0-16,0 0 0 0,-2 0 0 0,2 0-1 0,0 0-2 0,0 0-2 15,-4 0-2-15,4 0-2 0,0 0-2 0,0 0-1 0,0 0-1 16,0 0-4-16,0 0 0 0,0 0-1 0,0 0-3 0,-3 0-2 0,3 0-1 15,0 0 1-15,0 0-1 0,0 0 0 0,0 0-2 0,-2 2 1 0,2-2 1 16,0 0 2-16,0 0-2 0,0 0 1 0,0 0-2 0,0 0 1 0,0 0-1 16,0 0-2-16,0 0 0 0,0 0-3 0,0 0 2 0,0 0-2 0,0 0-1 15,0 0-2-15,0 0-3 0,0 0 0 0,0 0-3 0,0 0 2 0,0 0-3 16,0 0 1-16,0 0 0 0,0 0-1 0,0 0-1 0,0 0 2 0,0 0-2 16,0 0 2-16,0 0 1 0,0 0 0 0,0 0 3 0,0 0 1 0,0 0 1 15,0 0 6-15,0 0 5 0,0 0 1 0,0 0 1 0,2 2-3 0,1-1-3 16,1-1-2-16,-2 2-5 0,1-2 0 0,-3 0 0 0,2 1 0 15,2 1-1-15,-1-2 0 0,-1 1-2 0,2-1-6 0,1 2-1 0,-1-1-5 16,-2 1 2-16,5-1-1 0,-5-1-2 0,3 2 4 0,-1-1 1 0,1 1-1 16,-1-1-3-16,1-1-4 0,1 2-9 0,-3-1-8 0,3-1-15 15,-3 0-22-15,3 0-27 0,-6 0-31 0,5 0-29 0,-5 0-10 0,6 0-1 16,1 0 1-16,-7 0 2 0,5 0 6 0,1 0 3 0,-6 0 7 0,5 0 10 16,2 0 14-16,-5-1 17 0</inkml:trace>
  <inkml:trace contextRef="#ctx0" brushRef="#br0" timeOffset="115140.91">24367 5334 264 0,'-5'1'381'0,"5"0"52"0,-2 1 27 0,-5 0 15 0,7-1 8 0,0-1 10 0,0 3 13 0,0-3 15 0,0 2 24 15,0-2 28-15,0 0 30 0,-2 0-36 0,2 0-69 0,0 0-89 0,0 0-98 16,0 0-45-16,0 0-20 0,0 0-11 0,0 0-7 0,0 0-6 0,0 0-8 16,0 0-15-16,0 0-20 0,0 0-24 0,0 0-28 0,0 0-25 15,0 0-20-15,0 0-9 0,0 0-7 0,0 0-3 0,0 0-3 16,0 0 6-16,0 0 0 0,0 0 3 0,0 0 1 0,0 0 2 0,0 0 4 16,0 0-1-16,0 0 2 0,0 0-4 0,0 0-2 0,0 0-5 0,0 0-6 0,0 0-2 15,0 0-4-15,0 0-5 0,0 0-4 0,0 0-6 0,0 0-4 0,0 0-4 16,0 0-4-16,0 0-4 0,0 0-4 0,0 0-2 0,0 0-2 15,0 0-2-15,0 0-1 0,0 0-1 0,0 0-4 0,0 0-1 0,0 0 2 16,0 0-1-16,0 0 4 0,0 0-4 0,0 0 1 0,0 0-2 0,0 0 1 16,0 0 1-16,0 0-1 0,0 0-1 0,0 0 0 0,0 0 0 0,0 0 0 15,0 0 0-15,0 0-3 0,0 0 0 0,0 0 0 0,0 0-4 0,0 0-8 16,0 0-14-16,0 0-17 0,0 0-41 0,0 0-53 0,0 0-80 0,0 0-96 16,0 0-86-16,0 0-80 0,2 0-85 0,-2 0-90 0,0 0-72 0,3-5-60 15,1 2-26-15,-2-1-5 0,3 1 8 0,-1 0 16 0,1 1 36 0,1-1 52 16,1 2 82-16,0-1 94 0,-3 2 87 0,1 2 80 0,4-1 90 0</inkml:trace>
  <inkml:trace contextRef="#ctx0" brushRef="#br0" timeOffset="116124.31">24420 5370 193 0,'-6'0'302'0,"6"0"41"0,0 0 23 0,0 0 15 0,0 0 13 0,-2-2 9 0,2 2 15 0,0 0 14 0,0 0 19 16,0 0 17-16,0 0 16 0,0 0-44 0,0 0-69 0,0 0-74 0,0 0-73 15,0 0-37-15,0 0-21 0,0 0-13 0,0 0-14 0,0-1-14 0,0 1-11 16,0 0-18-16,2 0-16 0,2-2-17 0,-2 1-17 0,1-1-14 0,3 1-13 15,-3-1-8-15,3 1-8 0,-1-4-3 0,2 2-5 0,-1-1 2 0,-1-1 3 16,4 0 2-16,-3 1-1 0,3 0-1 0,-4-2 2 0,4 1-2 0,-3 1 1 16,3-1-1-16,-4 1 0 0,4-1 0 0,-3 1 0 0,-1-2 0 0,4 1 0 15,-2-1-1-15,1 0-1 0,-1 2 1 0,0-4-1 0,2 2 1 0,0-1-2 16,4-1 1-16,-2 1-1 0,-1-2 0 0,3 1 2 0,-2-1-1 0,3 0 1 16,-1 0-1-16,-2 2-1 0,3-2 0 0,-1 0 2 0,-2 0-1 0,3 0 1 15,-5 0-1-15,6 0 1 0,-6 0 1 0,4 1 0 0,-2-1 1 0,-2 1 2 16,1 0-1-16,-1 0-4 0,0 2 10 0,1-1 11 0,-1-1 7 15,-2 2 2-15,0-1 2 0,2-1 0 0,-3 2 1 0,-1 0 1 0,0 0-1 16,1 0 2-16,1 0-3 0,-5 1-2 0,5 1 1 0,-5-2 1 0,3 2-8 16,-1-1-11-16,0 2-4 0,1-1-3 0,-3-1 1 0,1 1-4 15,3 0 1-15,-3 0-1 0,-1 0 2 0,2-1 2 0,1 2-1 0,3-3 1 16,-7 3-1-16,5-1 2 0,-3-3 0 0,3 3 0 0,-1-2 0 0,-1 0 0 16,1 2 0-16,1-2 0 0,-3 1 0 0,3 1 2 0,1-1-4 0,-5 1 1 15,1 1-2-15,-1 0 1 0,2 1 2 0,1-1 0 0,-1 0 0 0,-2 2 0 16,1-2 0-16,-3 0-1 0,6 0-1 0,-3 0 1 0,1 1-2 0,-2-1 0 15,3-1-2-15,-5 2 2 0,4-1-2 0,1 0 1 0,-1 2-2 0,-2-2 0 16,1 1 3-16,3-1 3 0,-3 2 4 0,-1-1 4 0,2 1 1 0,1-2 1 16,2 0 4-16,-5 1 2 0,4-1 1 0,-3 0 1 0,3 2 2 15,-1-2 0-15,-1 0-1 0,1 0-1 0,2-2 0 0,-5 2-3 16,4 0-1-16,-3 0-2 0,3-1-1 0,-1 1 0 0,-1-1-2 0,1 2 1 16,1-1 1-16,-3 0 4 0,1 0 1 0,-2 0 2 0,5-2 3 0,-5 2 4 15,-2 2 1-15,5-2 1 0,-5 0 0 0,4 0 0 0,-1 1 2 0,-1-1 1 16,2 0 0-16,-2 0 0 0,1 2 0 0,-3-2 0 0,6 0-2 0,-6 0-4 15,7-1-1-15,-5 2-2 0,-2-1-2 0,5 0-1 0,2-2 0 0,-5 2 3 16,2-1 0-16,-2 1 0 0,1-2-3 0,3 2-2 0,-1-1 2 0,-1 1 5 16,-1-2 2-16,-1 1 3 0,5 1-1 0,-5-2 3 0,4 1 2 0,-3 1 2 15,1-2-2-15,1 2-7 0,-3-2 0 0,2 1 7 0,1 1 5 0,-1-1 5 16,-3 1 0-16,3-1 0 0,2 2 1 0,-6 0 4 0,7-1 2 0,-7 0 2 16,2 2 3-16,1-2-3 0,-1 0 6 0,-2 1 9 0,4-1-2 15,-4 0-6-15,3 2-2 0,-1-1-4 0,-2-1-1 0,4 2-3 16,-4 1-4-16,0 0-3 0,1-2-6 0,-1 2-7 0,0 0-2 0,0-1-1 15,0 1-1-15,4-2-1 0,-4 2-5 0,0-2-3 0,4 1 0 0,-3 0 0 16,-1 1-2-16,0-2-2 0,0 2-1 0,0 0-2 0,8-1 1 0,-8-2 3 16,0 3-2-16,2-2-1 0,-2 1-6 0,0-1-8 0,0 2 2 0,3 0 8 15,-3 0 1-15,2-3-2 0,-2 3 1 0,0-2-1 0,0 2 1 0,0 0 1 16,0 0 0-16,0 0-2 0,0 0-1 0,4-1 2 0,-4 1 2 0,0 0 7 16,0 0-4-16,0 0-4 0,0 0-4 0,0 0-2 0,0 0 0 0,0-3 0 15,0 3 0-15,0 0-2 0,3 0 1 0,-3 0-1 0,2-1-1 0,-2 1-1 16,0-2-1-16,0 2 1 0,0-1-1 0,4-1 1 0,-3 1-2 0,-1 1 0 15,4-3 0-15,-4 3-2 0,4-2 1 0,-3 0-1 0,-1 1 1 0,4 1-2 16,-2-1-3-16,-2-1-6 0,4 1-9 0,-4-1-12 0,3 1-27 0,-1 1-36 16,2-2-63-16,-4 2-73 0,3-1-74 0,-3-1-68 0,2 1-77 15,-2 1-74-15,0 0-97 0,0 0-102 0,0 0-45 0,0-4-15 0,0 4 2 16,0 0 5-16,0 0 27 0,0-4 33 0,0 4 62 0,-2-3 77 16,2 3 71-16,-7 0 72 0,2 0 75 0,-1 3 77 0</inkml:trace>
  <inkml:trace contextRef="#ctx0" brushRef="#br0" timeOffset="121661.95">4990 6271 204 0,'-3'0'393'0,"-1"0"73"0,2 0 38 0,-1-1 21 0,3 1 13 0,0 0 13 0,0 0 9 0,0 0 12 0,0 0 13 16,0 0 15-16,0 0 16 0,0 0-39 0,0 0-61 0,0 0-107 0,0 0-130 16,0 0-55-16,0 0-25 0,3 0-9 0,-1 0-2 0,2 0-2 0,1 0-5 15,1 0-6-15,3 0-6 0,-4 0-9 0,4 0-14 0,0-2-10 0,0 1-12 16,2 1-9-16,2-2-13 0,-4 1-12 0,2 1-15 0,1-2-10 0,-5 1-9 15,6-1-8-15,-4 1-7 0,0-1-4 0,-2 0-4 0,2 1-3 0,0 0-3 16,-3-2-6-16,1 3-6 0,-1-3-1 0,3 1-2 0,-4-1-2 0,0 2-1 16,1-1-1-16,-2 0-1 0,1 1-1 0,-1 0-4 0,1-1-10 15,-1 1-11-15,-3-1-22 0,3 1-26 0,-2-1-40 0,1 1-44 0,1-1-51 16,-2-1-54-16,2 2-47 0,-4-1-41 0,1 1-38 0,3-1-31 16,-4 1-34-16,4-1-33 0,-3 1-30 0,-1 1-28 0,0-3-18 0,0-2-12 15,0 5-9-15,0-5-13 0,-1 0 26 0,-3-1 42 0,4 1 41 0,0-1 41 16,-4 0 31-16,3 0 34 0,-3 0 34 0,4 2 38 0,-2-1 35 0,-2 1 41 15,4-1 37-15</inkml:trace>
  <inkml:trace contextRef="#ctx0" brushRef="#br0" timeOffset="122095.09">5229 6091 243 0,'0'0'300'0,"0"0"25"0,-4 2 18 0,3-1 13 0,-3 4 11 0,4-2 10 16,-4 1 14-16,3 2 12 0,-3 2 18 0,-1-1 18 0,1 1-4 0,-2 1-8 16,1 3-59-16,0-2-81 0,-3 1-29 0,3 1-8 0,-4 0-2 0,3 0 2 15,1 0-2-15,-4-1 0 0,4 0-9 0,-1-2-7 0,-1 2-15 16,2-4-17-16,3 1-20 0,-2-1-28 0,0-1-23 0,3-1-29 0,-3-1-18 15,4 1-22-15,0-1-13 0,0-1-15 0,0 2-9 0,0-2-10 0,4 0-7 16,-4-1-3-16,1 3-1 0,3-2-4 0,-4 0 1 0,4 0-1 16,-2 0 1-16,1-2 2 0,-1 3-1 0,2-1 2 0,1-2-2 0,-1 2 0 15,-3-1 1-15,3-1 1 0,1 1-4 0,-1-2 1 0,-2 1-14 0,1 1-19 16,3-1-23-16,-2-1-26 0,-4 0-35 0,0 0-34 0,5 0-32 0,-5 0-32 16,0 2-26-16,0-2-24 0,0 0-26 0,0 0-23 0,0 0-25 0,0 0-23 15,0 3-15-15,-2 0-12 0,-1 1-4 0,-1 1-2 0,-2 1 7 0,1-2 13 16,0 4 18-16,-4-1 19 0,3 1 25 0,-3-1 26 0,0 1 40 0,0 1 43 15,0-2 54-15,0 2 59 0,4-1 54 0,-5 1 58 0,5-4 54 0,-4 3 52 16,4-2 43-16,-1 0 38 0,1 2 28 0,1-4 23 0,-1 0 9 16,1 1 1-16,-1-2-10 0,5-1-14 0,-4 1-20 0,4-3-23 0,4 3-17 15,-4-3-15-15,5 1-14 0,-1 1-11 0,1-1-2 0,1-1 0 0,-1 0 4 16,4 0 9-16,0 0 8 0,4 0 12 0,-2-1 12 0,-1-2 6 16,3 1 6-16,2-1 7 0,-5 0 0 0,3-1 6 0,2-1 1 0,-5 2-1 15,3-1-9-15,-2-1-14 0,2 0-17 0,-3 1-15 0,-1 0-15 0,1-1-16 16,0 2-14-16,-1-1-18 0,0-1-22 0,-3 1-32 0,3 1-46 0,-4-2-54 15,3 2-56-15,-3 0-53 0,0 0-42 0,-1 0-37 0,-2 2-34 0,1-1-32 16,-1 1-39-16,-2 1-41 0,4-2-43 0,-4 2-44 0,0 0-45 0,0 0-48 16,0 0 4-16,-4-3 26 0,2-1 36 0,2 4 41 0,-3-3 35 0,-3-2 33 15,3 4 32-15,1-3 29 0,-2 2 38 0,4 2 41 0,-5-2 44 0</inkml:trace>
  <inkml:trace contextRef="#ctx0" brushRef="#br0" timeOffset="122305.16">5216 6336 220 0,'0'-3'302'0,"0"3"35"0,0-4 18 0,0 4 17 0,0 0 13 0,0 0 16 0,0 0 18 0,0 0 24 0,0 4 26 16,4-1 37-16,-4 3 36 0,0-2-23 0,0 4-56 0,0-1-46 0,0 2-41 15,0 0-17-15,0 2-4 0,0 1-7 0,0-2-10 0,0 2-13 0,-4 2-14 16,4-1-25-16,0 1-25 0,-1-1-35 0,-3 1-38 0,2 1-43 0,-1-2-46 16,-1 1-59-16,4-1-71 0,-6 1-73 0,6-3-77 0,-3 2-66 0,1-3-60 15,2-1-62-15,-4 0-61 0,4-1-80 0,0-2-86 0,0 0-59 0,0-6-41 16,0 0-14-16,4 3-1 0,-4-3 25 0,0 0 39 0,2-2 54 0,5-1 65 15,-5-1 56-15,5-2 56 0,-1 1 59 0,-1-1 60 0,0-1 79 16</inkml:trace>
  <inkml:trace contextRef="#ctx0" brushRef="#br0" timeOffset="122541.94">5415 6375 46 0,'6'-5'273'0,"-3"2"65"0,3 0 35 0,-1 0 22 15,2 0 17-15,-1 2 20 0,-1-1 17 0,1 2 17 0,3-3 23 0,0 2 20 16,-4-3 18-16,4 3 11 0,0-2-72 0,2-1-110 0,-2 1-78 0,0 1-60 16,-3-3-35-16,3 3-20 0,0 0-18 0,-4-2-18 0,4 1-15 0,-3 1-18 15,-1-1-19-15,2 0-29 0,-1 2-32 0,-4-1-34 0,5 1-37 0,-2-2-40 16,-3 1-33-16,2 1-33 0,-1-1-27 0,-1-1-29 0,-2 3-28 16,4-3-28-16,-4 2-31 0,0 1-31 0,0-3-26 0,0 1-24 15,0-1-25-15,0 0-24 0,0 3-3 0,0-3 7 0,-4 0 18 0,4 3 26 0,-2-4 22 16,-1 1 30-16,-3 1 24 0,3 1 29 0,-3-2 29 0,6 3 29 15,-5-2 27-15,1 1 30 0</inkml:trace>
  <inkml:trace contextRef="#ctx0" brushRef="#br0" timeOffset="122930.93">5535 6241 70 0,'-6'-1'232'16,"1"-1"35"-16,-2 0 18 0,1 1 12 0,1 0 7 0,1-1 8 0,2 2 3 15,-1 0 11-15,3 0 7 0,-2 0 7 0,-2 2 11 0,1-1-31 0,3 2-53 16,-2-1-56-16,2 2-63 0,-4-1-26 0,4 2-10 0,-3 1-3 0,1 0-1 16,-2 0 1-16,4 1 0 0,-2 1 2 0,-1-1 1 0,3 1 0 0,-4 1 0 15,2-2 0-15,-1 2 1 0,3-1-2 0,-2-1-6 0,-2 0-5 0,4 1-6 16,0-2-6-16,0 0-6 0,0-1-8 0,0-1-6 0,0 1-9 15,0-1-7-15,4-1-7 0,-2 0-8 0,1 0-7 0,-1 0-8 0,2 0-4 16,1-1-3-16,1 0-1 0,3 0-1 0,-6 1-1 0,6-3-3 0,-3 2-3 16,3-1-4-16,0 1-5 0,-4-2-8 0,1 0-5 0,3 0-11 0,-4 0-9 15,-1 0-7-15,-2 0-5 0,1 0-8 0,3 0-5 0,-6 0-3 16,0 0-3-16,0 0 2 0,0 0 3 0,0 0 3 0,0 0 5 0,0 0 4 16,0 0 8-16,-2 3 6 0,-2-2 8 0,1 1 8 0,1 0 7 0,-2 2 7 15,-1 0 7-15,-1 1 10 0,1-1 8 0,-2 1 9 0,1 1 5 0,-3 0 8 16,4-2 7-16,-4 2 8 0,3 2 6 0,3-4 6 0,-3 2 1 0,1 0 6 15,1 0 0-15,2-1 2 0,-1-1-3 0,3 1-6 0,0-1-5 0,0-1-6 16,0 2 0-16,0-2 1 0,0 0 2 0,3 1-3 0,-1-1-2 0,2 2-4 16,-2-2-2-16,1 0 2 0,3 1-3 0,-3-1 0 0,3 0 0 0,-3 2 2 15,3-2 1-15,-1-2 2 0,1 2-6 0,1 0-8 0,-2-2-6 16,-1 1-4-16,1 0-2 0,1-1-2 0,-1 1-3 0,-1-2-1 0,-2 0-1 16,1 0-4-16,3 0-7 0,-6 0-10 0,0 0-19 0,0 0-22 0,0 0-32 15,3 0-34-15,-3 0-39 0,0 0-40 0,0 0-53 0,0 0-59 0,0 0-78 16,0 0-86-16,0 0-53 0,0 0-35 0,-3-3-12 0,-3-1 0 15,3 3 14-15,-3 0 18 0,4 1 30 0,-5-2 32 0,2 1 39 0,-1 1 39 16,1 0 53-16,-2 0 57 0,1 0 78 0</inkml:trace>
  <inkml:trace contextRef="#ctx0" brushRef="#br0" timeOffset="123499.26">5339 6352 201 0,'0'-3'269'0,"0"3"22"16,0 0 11-16,0-3 5 0,0 2 3 0,0 1-1 0,0 0 1 0,0 0-1 0,0 0 1 0,0 0 0 0,0 0 3 0,0 0-62 15,0 0-87-15,0 0-65 0,0 1-51 0,4 2-26 0,-2 0-11 16,-2 2-4-16,3-2-1 0,-3 1 0 0,4 2 0 0,-2-1 0 0,-2-1 0 16,3 2-1-16,-3 0-2 0,2-1 0 0,2 1-2 0,0-2 2 0,-3 1-2 15,-1 1 2-15,4-1 0 0,-4 0 0 0,2 1 0 0,1-1 0 0,-3-1 2 16,4 2 1-16,-4-1 4 0,2-1 2 0,-2-1 3 0,0 3 3 0,0-1 3 15,0-2 3-15,0 2-3 0,0 0 1 0,0 0 1 0,-2 1 1 0,-2 0 1 16,4 0-1-16,-3 0-2 0,1 0-1 0,-2 0-4 0,-1 1-2 0,-1-1-2 16,3 2 2-16,-3-1-3 0,3-1 1 0,-3 2 1 0,1-3 2 0,0 3 4 15,-5 0 2-15,7-2 3 0,-3 1 4 0,-3 1 4 0,4-4 4 16,1 2 6-16,-1 0 4 0,-1-3 2 0,3 3 8 0,-3-3 1 0,1 2 9 16,1-2 7-16,-1-2 8 0,1 2 6 0,4-1 6 0,-5-1 5 15,5 1 5-15,0-2 7 0,-4 0 7 0,4 0 6 0,-1 1 4 0,1-1 5 0,0 0 0 16,0 0-1-16,0 0-5 0,0 0-7 0,0 0-10 0,0 0-10 15,0 0-11-15,0 0-9 0,0 0-11 0,0 0-8 0,0 0-11 0,0 0-10 16,0 0-4-16,1-1-2 0,-1 1 4 0,8 0 5 0,-7 0 16 0,3 0 21 16,1 0 17-16,-1-2 16 0,1 2 15 0,1 0 14 0,-1 0 11 0,3 0 9 15,-3 0 8-15,4 2 8 0,-4-2 2 0,1 1-2 0,3-1-6 0,0 2-9 16,-4-2-13-16,4 0-18 0,-3 1-13 0,3 1-12 0,0-2-10 0,-4 1-12 16,4 1-5-16,0-2-8 0,-3 1-6 0,3 0-2 0,0 1-6 0,-2 0-1 15,2-1-3-15,0 2-1 0,0-1 1 0,0-1 1 0,2 1-2 16,-2 1-5-16,0 0-2 0,0-2-3 0,2 2 4 0,2 0 1 0,-2 0-3 15,-2 2-9-15,5-4-8 0,-5 2-4 0,6 0-1 0,-6 0-4 0,5 2-4 16,-3-4-4-16,4 2-7 0,-3 0-4 0,-1-2-12 0,4 1-16 16,-1 1-43-16,1-3-53 0,-1 3-83 0,2-3-93 0,1 0-85 0,-3 0-80 15,0 0-110-15,5 0-125 0,-1-3-62 0,-2 2-35 0,2-3-13 0,0 0-1 16,-2 1 7-16,2-1 14 0,1-1 36 0,-5 1 49 0,0-1 82 0,1 1 98 16,-1-1 88-16,1 1 82 0,-1 1 114 0</inkml:trace>
  <inkml:trace contextRef="#ctx0" brushRef="#br0" timeOffset="126511.6">6276 6103 28 0,'0'-3'280'0,"2"-1"100"0,-2-1 54 0,0 2 36 0,0 1 29 0,0 2 25 0,0 0 29 0,0 0 29 0,0 0 32 0,0 0 30 0,0 0 26 0,0 0 20 0,0 2-56 16,0-2-94-16,0 0-89 0,0 0-86 0,4 3-42 0,-4-1-23 0,0-1-17 0,0 4-16 15,3-1-19-15,-1 2-24 0,-2 2-23 0,0 1-29 0,0 3-19 16,4 0-20-16,-4 3-16 0,0-1-12 0,0 3-11 0,0 1-10 0,0 0-12 15,-4 0-12-15,4-1-10 0,0 1-13 0,-2 0-7 0,2-2-7 0,-3 1-7 16,3-1-5-16,0-1-10 0,0-1-8 0,-4-2-11 0,4 1-12 16,0-1-18-16,0-1-21 0,0-1-41 0,0 1-49 0,-2-2-64 0,2 0-70 15,0-2-59-15,0 1-56 0,0-2-50 0,0 0-46 0,0-2-41 0,2 1-38 16,-2-2-45-16,0 0-48 0,0-3-32 0,0 0-18 0,0 0 21 0,4-5 39 16,-4 1 61-16,3-1 69 0,-1-2 61 0,-2 1 55 0,0-2 48 0,4-1 48 15,-2 2 46-15,1-2 44 0,1-2 56 0</inkml:trace>
  <inkml:trace contextRef="#ctx0" brushRef="#br0" timeOffset="126888.24">6372 6088 169 0,'6'-7'277'0,"-3"1"38"0,-1-1 23 0,2 3 16 0,1 1 12 16,-1 0 16-16,-3 2 14 0,3-1 16 0,0 2 14 0,-2 0 16 0,1 0 18 16,-1 0-40-16,2 0-66 0,1 0-59 0,-1 0-55 0,-1 2-26 0,-1-1-15 15,2 1-8-15,-3-1-9 0,3 1-10 0,0-2-9 0,-2 1-7 0,1 2-5 16,-1 0-8-16,2 0-8 0,-4 0-8 0,3 2-5 0,-3-1-6 15,0 1-7-15,0-1-6 0,0 2-4 0,-3 0-2 0,3 2-4 0,-6-2-1 16,3 1-5-16,-3 1-5 0,2 1-7 0,-1-2-9 0,0 1-8 0,1-1-8 16,-5 1-10-16,4-1-5 0,-1 1-7 0,2-1-3 0,-1-1-5 0,3 0-5 15,-1-1-5-15,-1-1-2 0,-1 1-2 0,5-2-5 0,-2 1-5 16,-2-2-4-16,4-2 1 0,0 0-4 0,0 0-1 0,0 0-1 0,4 3-2 16,-2-2 2-16,-2 0 1 0,5 1 1 0,-1 0 2 0,1-1 2 0,-1 2-1 15,1-1 2-15,1 1 3 0,3 1 2 0,0-1 1 0,-4 0 1 0,4 0 1 16,-3 0 1-16,3 0 0 0,-4 0 0 0,4 0 1 0,-4 0 2 0,-1 0 3 15,1 0 8-15,-1 0 11 0,2 0 11 0,-3 2 9 0,-1-2 9 0,-2 1 9 16,4-1 11-16,-4 2 10 0,0-1 7 0,-4 1 5 0,4 1 3 0,-2-1 3 16,-1 2-3-16,-3-1-2 0,2 1-9 0,-1 1-8 0,1-1-10 0,-3-1-9 15,0 2-10-15,2-1-12 0,-1-1-21 0,3 2-27 0,-3-4-31 0,1 2-34 16,-1-1-48-16,-1-1-52 0,5 0-57 0,-5 1-56 0,5-2-56 0,-1-1-49 16,3 1-64-16,0-2-72 0,0-1-79 0,0 0-81 0,0 0-25 15,0 0-1-15,0-6 18 0,0 0 21 0,0 0 44 0,3-1 49 0,3-1 53 16,-3-1 57-16,3 0 54 0,-1 0 50 0,0 0 65 0,5-3 72 0</inkml:trace>
  <inkml:trace contextRef="#ctx0" brushRef="#br0" timeOffset="127153.77">6734 5916 207 0,'0'0'378'0,"0"0"73"16,0 0 44-16,2 1 34 0,1 2 31 0,-3 0 39 0,0-1 41 0,0-2 34 0,0 4 36 0,0-1 19 0,0 3 14 0,-3-1-48 0,1 1-74 15,-2 1-113-15,4 1-131 0,-5 2-71 0,1-1-41 0,2 1-53 0,-1 1-53 16,-3 0-95-16,6-1-113 0,-3 1-110 0,-3-1-107 0,5 1-97 0,-3-1-91 16,0 1-103-16,4-1-108 0,-5 1-52 0,5-2-22 0,-4 0-12 0,2-2-5 15,2-1 14-15,0 0 24 0,2-1 56 0,-2-5 71 0,4 3 75 16,1 0 75-16,-1-2 75 0,1 1 79 0</inkml:trace>
  <inkml:trace contextRef="#ctx0" brushRef="#br0" timeOffset="127656.2">6929 6127 58 0,'0'2'300'0,"0"1"90"0,0 1 63 0,-3 1 47 0,3-1 53 0,0 4 50 0,0-2 47 0,-2 3 40 0,2 1 29 0,-4 1 28 0,1 1 21 15,1 1 15-15,2 1-70 0,-4 1-111 0,2 0-96 0,-1-1-84 0,-1 3-59 16,2-2-47-16,-1 2-49 0,1-2-48 0,-2 1-45 0,4-1-41 0,-3 0-31 16,3-1-26-16,-2-1-20 0,-2 0-17 0,4 0-11 0,0-3-8 0,0 1-7 15,0-2-4-15,0 0-1 0,0-2-2 0,0-1-3 0,0 0-2 16,0-2-5-16,0 1-4 0,0 0-11 0,0-2-11 0,0 0-24 0,0-3-26 16,0 1-44-16,0-1-57 0,0 0-64 0,0 0-68 0,0 0-52 0,0 0-50 15,0 0-52-15,0 0-54 0,6-1-59 0,-6-1-55 0,3-2-55 0,-3-1-51 16,4-1-5-16,-2-1 11 0,1-3 42 0,-1 2 53 0,2-3 63 0,-4 1 69 15,3-1 51-15,-1 1 48 0,-2-1 53 0,0 1 56 0,4-1 62 0</inkml:trace>
  <inkml:trace contextRef="#ctx0" brushRef="#br0" timeOffset="127930.88">6962 6181 196 0,'2'-3'295'0,"3"0"40"0,-1 2 28 0,5-1 22 15,-4 2 23-15,4 0 19 0,0 0 24 0,-3 2 32 0,3-2 33 0,2 1 37 16,-2 1 40-16,0-2-22 0,0 2-49 0,2 0-47 0,-2 1-49 0,0 0-21 15,0 2-7-15,0-1-9 0,-4-1-9 0,4 3-15 0,-3 0-18 0,-1 0-24 16,0 0-26-16,4 2-31 0,-5-1-33 0,2 1-30 0,-1-1-33 16,-1 1-22-16,1-1-22 0,-1 1-14 0,-3-1-11 0,3 1-10 0,0-1-5 15,-4 2-4-15,0-1 1 0,-4 1-2 0,0-2-5 0,3 4-2 0,-5-2-7 16,-1 0-4-16,2 1-6 0,-5 1-4 0,1-1-5 0,-1 1-6 0,1-1-6 16,0 2-9-16,-6-1-14 0,4 1-16 0,-1-2-16 0,1 1-20 0,-4-1-21 15,3 1-35-15,-3-1-41 0,4-1-91 0,-3 2-110 0,1-2-102 0,2-2-96 16,-1-1-120-16,1 2-132 0,2-4-57 0,0 1-19 0,-2-1-2 0,5-1 7 15,-3 0 12-15,4-1 16 0,1-2 32 0,4 0 41 0,-5-2 88 16,5 2 113-16,-4-4 100 0,4 4 97 0</inkml:trace>
  <inkml:trace contextRef="#ctx0" brushRef="#br0" timeOffset="128080.43">7110 6438 72 0,'-3'4'286'0,"-3"2"53"15,1-3 9-15,1 2-10 0,-1-1-33 0,-1 2-38 0,3-1-67 0,-3-1-80 16,1 0-50-16,-3 0-39 0,7-3-17 0,-5 4-8 0,-1-2-90 0,2-2-127 16,-1 2-77-16,3 0-52 0,-3-1-8 0,1-1 11 0,1 1 32 0,-1-1 38 15,-1-1 69-15</inkml:trace>
  <inkml:trace contextRef="#ctx0" brushRef="#br0" timeOffset="130218.81">24295 5332 210 0,'0'0'281'0,"0"0"30"0,-4 0 16 0,4 0 11 0,0 0 8 0,0 0 10 0,0 0 7 16,0 0 7-16,0 0 6 0,0 0 7 0,0 0 7 0,0 0-56 0,0 0-81 16,0 0-64-16,4 2-56 0,-4-2-27 0,0 0-16 0,0 0-9 15,0 0-10-15,3 0-8 0,-3 0-6 0,0 0-6 0,0 0-6 0,0 0-4 16,0 0-5-16,0 0-4 0,0 0-7 0,0 0 1 0,2-2 3 0,-2 2 4 16,0 0 5-16,0 0 9 0,0 0 7 0,0 0 9 0,0 0 10 15,0 0 9-15,0 0 7 0,0 0 6 0,0 0 8 0,0 0 2 0,0 0 4 16,0 0 0-16,0 0-1 0,0 0-6 0,0 0-2 0,0 0-6 0,0 0-9 15,0 0-7-15,0 0-12 0,0 0-8 0,0 0-7 0,0 0-11 0,4-1-8 16,-4 1-7-16,0 0-5 0,0 0-4 0,0 0-3 0,2-2-1 0,-2 2 0 16,0 0-1-16,0-1-4 0,0 1 2 0,0 0 0 0,0 0-1 0,3 0-1 15,-3 0 1-15,0 0-1 0,4-2 1 0,-2 2 1 0,1-1-2 0,1 1-1 16,-4-2-1-16,2 2-2 0,1-1-2 0,-1-1 1 0,2 2-2 0,-1-2-3 16,-1 1-12-16,4 0-15 0,-3-1-15 0,3 1-16 0,-3-2-14 0,3 1-18 15,-1-1-15-15,-1 2-17 0,1-1-14 0,-1 0-15 0,1 0-17 16,-1 0-14-16,1 1-17 0,1 1-13 0,-3-2-8 0,-1 1-4 0,5 1-6 15,-5-3-2-15,4 3-8 0,-3-2-7 0,1 1-10 0,-2 1-10 0,3-2-14 16,-5 1-19-16,0 1-20 0,0 0-26 0,0 0-2 0,4-5 9 16,-4 5 13-16,0 0 19 0,0 0 20 0,0 0 19 0,0 0 22 0,0 0 23 15,0 0 26-15,0 0 25 0,0 0 29 0</inkml:trace>
  <inkml:trace contextRef="#ctx0" brushRef="#br0" timeOffset="130412.45">24412 5279 102 0,'0'0'208'0,"-3"2"24"16,3-2 14-16,-4 0 13 0,4 0 7 0,0 0 4 0,0 0 9 0,0 0 5 15,0 0 6-15,0 0 3 0,0 0-13 0,0 0-21 0,0 0-54 16,0 0-68-16,0 0-37 0,0 0-24 0,0 0-10 0,0 0-12 0,0 0-7 16,0 0-6-16,0 0-7 0,0 0-5 0,0 0-4 0,0 0-6 0,0 0-4 15,0 0-3-15,0 0-3 0,0 0-4 0,0 0-1 0,0 0-1 16,0 0-1-16,0 0-5 0,0 0-6 0,0 0-9 0,0 0-12 0,0 0-12 16,0 0-12-16,0 0-16 0,0 0-15 0,0 0-18 0,0 0-23 0,0 0-21 15,0 0-33-15,7 0-38 0,-7 0-34 0,0 0-33 0,0 0-7 0,0 0 4 16,0 0 7-16,0 0 11 0,0 0 11 0,0 0 16 0,0 0 16 0,0 0 19 15,0 0 18-15,0 0 27 0</inkml:trace>
  <inkml:trace contextRef="#ctx0" brushRef="#br0" timeOffset="130636.75">24420 5277 136 0,'0'0'220'0,"0"0"21"0,0 0 12 16,0 0 8-16,0 0 5 0,0 0 4 0,0 0 1 0,0 0 1 15,0 0 2-15,0 0 1 0,0 0-21 0,0 0-31 0,0 0-61 0,0 0-72 0,0 0-39 16,0 0-24-16,0 0-15 0,0 0-14 0,0 0-10 0,0-2-7 16,0 2-8-16,3-1-7 0,-3-1-7 0,4 1-7 0,-2-1-7 0,-2 1-5 15,5 1-5-15,-5-2-3 0,4 1-11 0,-1-1-12 0,-1 0-19 0,-2 1-23 16,0 1-37-16,0 0-38 0,7-3-19 0,-7 3-5 0,0-3 2 0,0 3 5 16,2-3 5-16,4 0 7 0,-6 3 6 0,3-3 3 0,-3 3 12 0,4-3 14 15,-4 3 25-15</inkml:trace>
  <inkml:trace contextRef="#ctx0" brushRef="#br0" timeOffset="139792.59">4911 6854 34 0,'3'2'294'0,"-3"1"105"0,0-1 58 0,0 1 33 0,0 1 26 0,2 0 21 0,-2 3 29 0,-2-1 27 0,2-1 33 0,-3 3 36 15,3 0 28-15,-4-1 26 0,2 1-61 0,2 2-97 0,0-1-103 0,-3 0-99 16,3 0-53-16,-2 0-32 0,-2 0-25 0,1 0-22 0,1-1-26 0,2 1-29 16,-4 1-31-16,4-2-36 0,-2 1-32 0,-1-2-28 0,3 2-22 0,0-1-25 15,-4-1-23-15,4-1-23 0,0 2-29 0,0-4-26 0,-2 2-33 0,2-1-32 16,0-1-34-16,-3-1-33 0,3-2-29 0,0 3-26 0,0-4-15 0,0 0-17 16,0 3-4-16,0-3 2 0,0 1 8 0,0-1 16 0,0 0 20 0,0 0 25 15,0 3 32-15,0-3 29 0,0 0 34 0,0 0 33 0,3 2 27 0,-3-2 28 16,2-2 23-16,2 1 20 0,-1-1 16 0,-1 1 11 0,2-2 11 0,1-1 11 15,1 2 7-15,-3-4 9 0,3 1 10 0,-1 0 6 0,-1 0 12 16,5-1 8-16,-4 1 9 0,1-1 7 0,-3 2 5 0,3-1 2 0,-1-1-2 16,-1 3-5-16,-2-1-1 0,1 1-2 0,3 0 0 0,-6 0-5 0,0 1-3 15,3 0-5-15,-3 2-2 0,0 0-7 0,0 0-3 0,0 0-6 0,0 0-3 16,0 0-1-16,0 0-3 0,0 0-2 0,0 0-8 0,-3 2-10 16,1-2-11-16,-2 3-7 0,-1 0-7 0,1-1-5 0,-1 2-8 0,-1 0-8 15,1 1-3-15,-2 3-4 0,1-2-2 0,1 1-4 0,-4 1 1 0,3 1 3 16,1 0 5-16,-2 0 8 0,1 0 6 0,1 0 5 0,1 0 5 0,-1 0 7 15,-1-2 4-15,3 2 6 0,1-1 3 0,-2-1 1 0,-1-1 2 0,5 2 0 16,-4-2 1-16,4-2-1 0,0 1 2 0,-2-2-1 0,2 1-1 0,0-1 2 16,2-1-2-16,-2 1-1 0,0-2-3 0,0-1-5 0,4 3-2 0,-4-1-2 15,2-2-2-15,1 1 0 0,1-1 0 0,-2 2 0 0,-2-2 0 0,3-2 0 16,3 2-2-16,-3-1 1 0,-1 1-4 0,2-2 1 0,1-1-1 16,-1 0 1-16,1 2-2 0,1-2-2 0,-3-2 1 0,3 2-1 0,-1-3 1 15,1 2-1-15,-3 1 1 0,3-2-1 0,1 1 1 0,-5-1-1 0,3 1 1 16,-1 1-1-16,1 0 1 0,-5 0-1 0,4-1 1 0,-2 3 1 0,1 1 0 15,-3-1-2-15,0 1 2 0,0 0 0 0,0 0 2 0,0 0 1 16,0 0 6-16,0 0 7 0,0 0 14 0,0 0 16 0,0 0 17 0,0 1 21 16,4-1 18-16,-4 0 17 0,0 3 14 0,0-3 12 0,2 3 6 0,-2 0 4 15,0-3 3-15,0 3-1 0,0-3-3 0,0 2-7 0,0 1-12 0,0-3-13 16,0 0-20-16,0 1-18 0,0 2-20 0,0-3-17 0,0 2-16 0,0-2-10 16,3 1-9-16,-3-1-7 0,4 2-10 0,-2-2-10 0,1 1-12 0,-1-1-12 15,-2 0-16-15,4 0-15 0,-1 0-16 0,3 0-19 0,-4-1-17 0,1-1-20 16,3 2-14-16,-3-1-19 0,3-1-15 0,-1-1-14 0,-1 2-6 0,-1-1-4 15,-1 1 3-15,2-2 5 0,1 1 8 0,-5 1 11 0,4-1 15 16,-2 2 17-16,-2-1 17 0,0 1 19 0,0 0 17 0,3-2 18 0,-3 2 16 16,0 0 15-16,0 0 12 0,0 0 11 0,0 0 10 0,0 0 8 0,0 0 6 15,0 0 5-15,0 0 1 0,0 0 1 0,0 0 4 0,0 0 1 16,0 0 3-16,0 0 3 0,0 0 3 0,0 0 3 0,0 0 4 0,0 0-1 16,0 2 0-16,0-2-2 0,2 1-4 0,2 1-6 0,-4-1-12 0,0 1-16 15,3 1-20-15,-1 0-24 0,-2-2-25 0,4 2-29 0,-3 0-31 0,3-1-38 16,0 1-41-16,1 0-45 0,-1 0-60 0,-2-1-70 0,1 0-25 0,3 1-9 15,-1-1 6-15,-1-1 13 0,1 1 17 0,0-2 20 0,-1 0 25 0,5 0 23 16,-3-2 30-16,3 2 33 0,-4 0 43 0</inkml:trace>
  <inkml:trace contextRef="#ctx0" brushRef="#br0" timeOffset="141345.1">7653 6082 302 0,'5'3'382'0,"-5"-2"39"0,4 1 33 0,-2-2 26 0,-2 3 33 0,3-3 37 0,-3 2 42 0,4-1 41 0,-4-1 29 0,2 2 27 0,-2-2-5 0,3 1-13 15,-1 1-103-15,2-2-141 0,-4 1-68 0,5-1-38 0,-5 2-29 0,4-2-25 16,-2 0-34-16,1 1-35 0,3-1-38 0,-3 0-42 0,-1 1-28 0,2-1-26 15,1 2-28-15,2-2-28 0,-5 2-49 0,4-2-56 0,-3 1-65 0,3-1-71 16,-3 0-59-16,-3 0-55 0,6 0-50 0,-6 0-50 0,0 0-50 0,0 0-47 16,0 0-70-16,0 0-75 0,0 0-24 0,0 0 0 0,0 0 31 0,0 5 45 15,-6-2 61-15,3 1 68 0,1 1 55 0,-5-1 52 0,1 1 52 0,1 1 49 16,-1 1 47-16,-3-2 49 0</inkml:trace>
  <inkml:trace contextRef="#ctx0" brushRef="#br0" timeOffset="142107.76">7588 6252 43 0,'-6'4'285'0,"4"1"81"16,-1-2 41-16,-1 0 18 0,4 0 9 0,0-3 6 0,0 0 5 0,0 0 6 15,0 0 14-15,0 1 17 0,0-1 28 0,0 1 32 0,4 1-44 0,-4-2-83 16,3 0-67-16,-1 0-59 0,2 0-20 0,-2 0-3 0,1 0 5 0,3 0 5 16,-3 0 3-16,-1 0 0 0,2 0-8 0,1 0-12 0,-5 0-22 0,4 2-28 15,-2-1-25-15,1-1-27 0,1 0-19 0,-2 2-18 0,-2-1-11 16,0-1-10-16,3 2-9 0,-3 1-7 0,0 0-4 0,-3 1-6 16,3 1-4-16,-2-1-4 0,-2 2-7 0,-1 0-5 0,1 2-7 0,-1-1-6 0,-1 2-10 15,-3 0-10-15,6 0-14 0,-3-1-12 0,-3 1-15 0,4-2-18 0,1-1-22 16,-1 0-28-16,3-1-31 0,-2-1-36 0,4-1-34 0,-3 0-33 15,3-3-23-15,0 0-23 0,3 0-18 0,-3 2-14 0,6-2-11 0,-3 0-11 16,3-2-3-16,-1 0 2 0,2 0 8 0,1-1 16 0,1-3 26 0,3 1 33 16,-1-2 29-16,4-2 31 0,-3 0 26 0,3 0 20 0,-4 0 20 0,3-2 18 15,1 2 19-15,-1 0 17 0,-1 0 15 0,-2 2 13 0,1-1 12 0,-1 2 18 16,2 0 17-16,-6 0 18 0,6 2 10 0,-4 1 9 0,0 0 7 0,-2 0 4 16,2 0 5-16,-5 1 5 0,5 0 8 0,-4 1 7 0,1 1 6 0,-3 0 7 15,3 0 1-15,-3 0-2 0,-1 0-6 0,2 0-10 0,-3 0-6 0,3 0-6 16,-4 1-3-16,0-1 0 0,5 2-3 0,-5-2 0 0,0 0-6 0,0 3-4 15,4-1-4-15,-4-2-5 0,0 3-5 0,0-2-7 0,0 2-3 0,0 0-2 16,-4 0-5-16,4 0-5 0,0 0-13 0,-1 0-16 0,-3 0-23 0,0 0-28 16,3 2-25-16,-3-2-27 0,2 0-25 0,-1 1-23 0,-1-1-20 0,-1 1-22 15,1 1-19-15,2 0-18 0,-2-2-17 0,-1 1-14 0,1-1-4 16,3 0 0-16,-3 0 9 0,-1-1 9 0,5 1 14 0,-4 0 14 0,2-2 13 16,-1 0 16-16,3 1 17 0,-2 0 18 0,2-2 23 0,0 0 22 0,0 0 26 15,0 0 27-15,0 0 28 0,0 0 26 0,0 0 23 0,0 0 23 0,2 1 24 16,-2-1 22-16,0 2 18 0,3-1 18 0,-1 1 14 0,-2 1 11 15,4-2 5-15,-4 1 4 0,3 1 1 0,-3 0-1 0,2 0-3 0,-2 0-2 16,0 1 1-16,0 1 1 0,0-3 0 0,0 3 4 0,0 0 4 0,0-1 7 16,0 2 9-16,0-1 7 0,0 1 9 0,0-1 7 0,-2 2 10 0,-1-1 7 15,3 1 8-15,-4-1 3 0,2 2 2 0,-1-3-2 0,-3 2-4 0,2 0-11 16,-1 1-11-16,0-2-16 0,-1 1-14 0,-1 1-17 0,2-2-18 0,-1-1-18 16,1 2-21-16,-4-1-26 0,3-2-34 0,-3 2-34 0,4-1-34 0,-2-1-35 15,-1 1-31-15,1-3-27 0,-2 2-25 0,4-1-23 0,-4 0-16 0,3 0-14 16,1-2-10-16,-4 1-14 0,7-2 0 0,-5 0 1 0,5 0 14 0,-2 0 14 15,1-2 22-15,1 1 24 0,2-2 21 0,0 1 19 0,0-1 22 0,0 0 17 16,0-1 18-16,0 1 14 0,2-2 12 0,1 1 14 0,1-1 16 0,-2-1 14 16,1 0 13-16,3 2 12 0,-1-2 12 0,-1 0 12 0,1 0 13 15,4 1 13-15,-3 1 17 0,-3-1 13 0,6 1 18 0,-3-1 17 0,-1 2 20 16,1 0 18-16,-3 0 19 0,3 2 17 0,-1-1 15 0,2 1 11 0,-5 1 7 16,3 0 0-16,3 1 0 0,-3-1-5 0,1 2-10 0,-3 1-10 0,3 0-14 15,-1 0-11-15,4 1-20 0,-4-1-16 0,3 2-23 0,-1-1-22 0,-3 0-20 16,5 1-18-16,0 0-17 0,-4 1-14 0,4-2-14 0,-3 1-11 15,3-1-16-15,-4 1-16 0,0-1-42 0,4 1-52 0,-3-1-68 0,-2-1-70 16,5 0-66-16,-4 0-55 0,0-2-62 0,-1 1-56 0,1-2-73 0,1 2-77 16,-2-4-53-16,1 0-47 0,0 0-11 0,-1-1 5 0,1 0 31 0,1-2 46 15,-3 0 60-15,3 1 67 0,-2 0 60 0,1-1 57 0,0 1 56 0,-1-1 60 16,1 2 71-16</inkml:trace>
  <inkml:trace contextRef="#ctx0" brushRef="#br0" timeOffset="143333.41">8734 6199 37 0,'-3'2'354'0,"1"-1"91"0,2 2 54 0,-4-1 36 16,4-2 26-16,0 0 25 0,0 1 20 0,0-1 22 0,0 3 19 0,0 0 15 0,0-3 12 0,4 2-14 0,-4-2-27 0,0 1-122 0,0 2-165 0,2-1-87 0,-2-1-50 16,3 1-34-16,1-1-24 0,-2 1-24 0,1-1-26 0,3 1-20 0,-1-2-20 15,-1 1-15-15,1-1-13 0,4 0-9 0,-3-1-7 0,-1-1-7 0,4-1-4 16,0 0-4-16,-3 0-4 0,3-3-2 0,-4 2-5 0,4-2-3 0,-2-1 0 15,1 2-3-15,-5-1-2 0,3-1 1 0,-1 2-2 0,2-1 1 0,-5 1 2 16,2 1 0-16,-4 1-1 0,2 0 0 0,1 0 1 0,-3 3 1 0,0 0 4 16,0 0 4-16,0 0 4 0,0 0 5 0,0 0 2 0,-3-2-1 0,3 2 1 15,0 0-2-15,0 0-5 0,-2 0 1 0,2 0 1 0,-4 2 0 16,2-2 0-16,-1 1 0 0,3 1-2 0,-4 1-1 0,2 0-1 0,-1-1 1 16,3 3 3-16,-2-2-2 0,-2 2-1 0,4 0-1 0,0 0 1 0,-3 1 0 15,3 0-5-15,0 0 2 0,0 0 2 0,3 0 1 0,-3 0 1 0,6-1-1 16,-6 1-3-16,3-2-6 0,3-1-6 0,-1 0-3 0,-1 0 2 15,1-1-5-15,1-1-10 0,1-1-7 0,-2-1-8 0,1-1-14 0,3-1-18 16,-4 0-12-16,4-1-16 0,-3-1-9 0,3-1-12 0,-4-1-8 0,4-1-9 16,-3 1-4-16,-1-1-3 0,4 1-1 0,-5-1 2 0,5 1 8 0,-4-1 12 15,-1 1 10-15,1-1 11 0,-3 1 14 0,2 1 15 0,-1 0 15 0,-1 1 12 16,2-1 11-16,-4 2 11 0,0-1 7 0,3 2 9 0,-3 0 6 0,0 0 5 16,0 0 2-16,0 2 4 0,0 1-1 0,0-3 2 0,0 3 2 0,2-2 1 15,-2 2 1-15,0-3 1 0,0 3 1 0,0 0 1 0,0 0 7 0,0 0 7 16,0 0 16-16,0 0 18 0,0 0 24 0,0 3 22 0,0 0 21 0,0 2 22 15,4-1 17-15,-4 4 17 0,2-1 14 0,-2 2 10 0,0 3 14 0,0-1 18 16,3 2 4-16,-3 1-2 0,0 1-7 0,-3 1-10 0,3 1-14 0,0 1-14 16,-2 0-17-16,-2 1-14 0,4-1-16 0,-5 0-12 0,5 0-9 15,-4-1-8-15,2-1-11 0,-1-1-16 0,-3 0-3 0,3 0-4 0,1-1-3 16,-2-1-1-16,-1-1-2 0,1 0-2 0,-1-1-2 0,-1-1-4 0,-1 1-2 16,2-1-5-16,-1-2-3 0,1-1-3 0,-1 1-3 0,-1-1-3 0,2-1-5 15,-1-1-4-15,1 1-6 0,-4-2-4 0,5 1-10 0,-1-2-11 0,-1 0-11 16,3 0-9-16,-3-2-14 0,1-1-11 0,1 1-20 0,-1-1-24 0,1-1-48 15,2 0-62-15,-5-1-83 0,5-2-98 0,-1 1-82 0,1-4-76 16,-2 0-82-16,4 0-83 0,-3-4-60 0,3-1-52 0,0-1-14 0,3-2-3 16,-3 0 13-16,6 0 17 0,-3-2 48 0,3 1 61 0,-1-1 86 0,4 1 97 15,-3 1 82-15,1 3 75 0,0 0 84 0</inkml:trace>
  <inkml:trace contextRef="#ctx0" brushRef="#br0" timeOffset="143557.51">9253 6201 67 0,'10'-2'291'0,"-5"-1"59"0,0 3 35 0,3-3 26 0,-3 2 27 0,0 1 34 0,1-2 37 15,1 2 33-15,-1-1 36 0,-1 1 32 0,0 0 20 0,-1-3 16 0,5 3-80 0,-4-2-120 16,1 1-77-16,-1-1-60 0,4 0-33 0,-3 0-24 0,-3 0-29 0,6-1-33 16,-3 2-34-16,-2-2-39 0,-3 1-49 0,7 1-54 0,-7-3-68 15,5 3-72-15,-6 0-59 0,3-1-58 0,1 2-51 0,-2-1-52 0,-2 1-57 16,0-2-61-16,0 2-67 0,0 0-72 0,0 0-34 0,0 0-11 0,0 0 7 15,0 0 20-15,-6 2 46 0,3-2 56 0,-3 1 53 0,1 2 51 0,1-2 50 16,-1 4 51-16,-1-2 57 0,3 2 61 0</inkml:trace>
  <inkml:trace contextRef="#ctx0" brushRef="#br0" timeOffset="144036.4">9230 6313 69 0,'-2'5'283'0,"-1"-2"52"0,-1 1 29 15,4-1 20-15,4 0 17 0,-4 0 21 0,5-1 23 0,-1-2 29 0,1 1 31 16,0-1 35-16,4-1 37 0,1 1-5 0,-1-2-19 0,1-1-64 0,5 1-87 15,-6 0-39-15,5-1-16 0,-1-2-12 0,-2 2-7 0,2-2-16 0,-3 3-15 16,-1-3-22-16,2 2-28 0,-2-1-33 0,0 1-34 0,0-2-31 0,2 4-32 16,-5-2-24-16,3 0-17 0,0 1-13 0,-4-1-13 0,4 2-8 0,-3-1-8 15,1 0-8-15,-2 1-10 0,1 0-11 0,-3-1-16 0,-1 1-22 0,2 1-24 16,-4 0-33-16,0 0-38 0,0 0-48 0,0 0-54 0,0 0-47 0,0 0-46 16,0 0-34-16,0 0-29 0,-4 0-23 0,2 0-18 0,-1 0-8 0,-3 0-3 15,3 0 8-15,1 0 14 0,-5 0 29 0,1 0 32 0,1 0 47 0,-1-2 49 16,-3 2 47-16,4-1 46 0,-2 1 32 0,1-2 35 0,-3 1 25 15,4-1 26-15,-1-1 18 0,1 0 23 0,0 2 14 0,-3-2 17 0,7 0 13 16,-3-2 14-16,-2 2 10 0,3 0 7 0,1 0 8 0,-2 0 6 0,4-1 3 16,0 2 5-16,-3-1 2 0,3 3 2 0,0 0-1 0,0 0 3 15,0 0-1-15,3-3 2 0,-3 3 6 0,0 0 7 0,0 0 18 0,0 0 26 16,0 3 33-16,4-1 40 0,-2-1 40 0,1 2 38 0,-3 2 26 0,2-1 20 16,2 2 14-16,-4 2 13 0,5 1 8 0,-5 0 1 0,0 3-4 0,0-2-11 15,0 5-16-15,0-1-24 0,0 2-34 0,0-1-39 0,-5 3-37 0,5-1-36 16,-4-1-27-16,2 1-18 0,-1-1-14 0,1 1-8 0,-2-2-4 0,1-1-1 15,1 0 2-15,-2 0 2 0,3-2 4 0,-3-2 5 0,0 1 2 0,3-2 0 16,-3-2 5-16,0 1 1 0,2-2 0 0,2 0-2 0,-3-2-4 0,1 1-6 16,-2-1-7-16,1-1-11 0,1 0-9 0,-2 0-11 0,4 0-12 0,-1-1-15 15,-3 1-18-15,0-2-19 0,3 1-30 0,-3-1-33 0,-2-1-33 0,3 1-38 16,1-1-27-16,-5 0-24 0,1 0-28 0,5-1-26 0,-7 1-58 0,3-1-68 16,0-2-85-16,1 0-92 0,-2-2-71 0,1 1-62 0,1-1-56 0,-1 1-56 15,0-4-39-15,1 1-34 0,2-2-4 0,-1 1 11 0,3-1 17 0,-4 0 22 16,4-1 55-16,0 2 69 0,0-1 85 0,0 2 96 0,0-1 78 15,4 4 73-15,-1-1 79 0</inkml:trace>
  <inkml:trace contextRef="#ctx0" brushRef="#br0" timeOffset="144843.28">10049 6073 28 0,'-2'-1'312'0,"-1"-1"74"0,3 2 45 0,-6 0 34 0,3 2 26 0,1-1 34 0,-5 2 38 0,1-1 42 16,1 2 46-16,0 0 33 0,-5 1 35 0,5 1-5 0,-4 1-16 15,4 1-96-15,-4 1-130 0,-1 3-65 0,1 0-34 0,0 0-29 0,-1 2-19 16,1-1-30-16,-2 2-33 0,-2 2-36 0,4-1-41 0,-2 1-33 0,2 1-27 15,0-2-22-15,0 1-14 0,-2 1-14 0,6-2-14 0,-3-1-7 0,1 2-9 16,0-2-6-16,5-2-4 0,-1 1-5 0,1-2-8 0,-2 0-4 0,4-2-4 16,0 2-5-16,0-3-3 0,4 0-2 0,-2 0-1 0,-2-1-1 0,5-2-2 15,-1 1 0-15,-1-2-2 0,3 1 2 0,-1-2 2 0,0 1-2 0,1-2 1 16,3 1 1-16,-2-2 1 0,0 1 0 0,2-2-2 0,1-1 1 0,-5-1-1 16,4-1 1-16,0-2-1 0,2-1 1 0,-2 1 1 0,0-1-2 0,0-1-1 15,0 0 0-15,-4-1 0 0,5-1 2 0,0 0-4 0,-4 0 2 0,3 2-1 16,-6-2-1-16,7 1 4 0,-5-1-2 0,0-1 0 0,-1 2 0 0,1 1-2 15,-1-2 2-15,-2 4-1 0,1-1 1 0,-3 1 0 0,4 1 0 0,-2 0 0 16,-2 1 1-16,0 2 2 0,0 0 0 0,0 0 0 0,0 0 2 0,0 0-1 16,0 0 2-16,0 0 2 0,0 0 2 0,0 0 2 0,0 0 0 0,0 0 2 15,0 0 2-15,0 0 5 0,0 0 2 0,0 0-1 0,0 2 7 0,0-2 4 16,0 4 9-16,0 1 9 0,0-1 7 0,0 2 7 0,0 2 2 0,0-1 2 16,0 1 0-16,0 2 0 0,0 1-1 0,3-2-4 0,-3 1-3 15,0 1-1-15,2-1-5 0,-2-1-7 0,0 0-7 0,0-1-7 0,0-1-17 16,0 0-22-16,0 0-23 0,0-1-23 0,0-2-23 0,0 1-19 15,0-2-27-15,0 0-30 0,0-3-71 0,0 4-85 0,0-4-88 0,0 2-91 16,0-2-93-16,4 1-90 0,-4-1-85 0,0 0-84 0,4-1-25 0,-3-2 0 16,5 0 10-16,-3-2 12 0,3-1 27 0,-3 0 29 0,3-1 69 0,-1-1 86 15,4-1 91-15,-3 0 90 0,3 0 91 0,0 0 86 0</inkml:trace>
  <inkml:trace contextRef="#ctx0" brushRef="#br0" timeOffset="145139.46">10435 6055 112 0,'0'3'527'0,"0"2"127"0,-2-2 65 0,-2 1 32 0,4-1 21 0,0 2 12 0,-3-1 11 0,3 2 9 0,0-1 9 0,-2 1 5 0,-2-1 6 0,4 2-22 0,0-1-32 16,-2 1-194-16,-1-1-267 0,3 2-123 0,0-2-65 0,-4 1-31 0,4-1-21 16,0 2-13-16,-2-2-11 0,-1 0-9 0,3 1-9 0,0-2-8 0,0 1-4 15,0 0-4-15,-4-2-5 0,4 1-5 0,0-1-4 0,0-1-3 0,4 2-1 16,-4-2-2-16,0-2-2 0,3 2-1 0,-3-1 0 0,2-1 0 0,-2 1-1 15,4-1-1-15,-1 0-1 0,-1-1 0 0,2 2 0 0,-2-2 2 16,1 0 1-16,1 0 1 0,-2 0 1 0,1 0 1 0,3 0 0 0,-3-2-2 16,3 1-1-16,-5-2-3 0,3 2-3 0,2-2-6 0,-3 0-9 0,-3 1-12 15,6-1-13-15,-3-1-25 0,-1 1-29 0,-2 0-41 0,4 0-51 0,-4 1-53 16,3-1-55-16,-3 0-44 0,0 3-42 0,0-3-36 0,-3 2-33 16,3-1-31-16,-4 1-30 0,4-1-31 0,-5 2-30 0,5 0-34 0,-6-1-36 0,3 1 13 15,-7 1 37-15,9 1 49 0,-8 1 54 0,3-2 46 0,3 4 43 16,-3-1 40-16,-3-1 37 0,4 2 39 0,1-1 38 0,-1 2 45 0</inkml:trace>
  <inkml:trace contextRef="#ctx0" brushRef="#br0" timeOffset="145485.76">10364 6295 7 0,'0'3'297'0,"0"0"69"0,-2-1 38 15,2-2 21-15,0 3 15 0,2 0 18 0,-2-2 22 0,0-1 29 0,4 3 32 16,-4-1 37-16,0-2 42 0,3 1 10 0,-3 1-2 0,0-2-87 0,2 0-119 16,-2 0-57-16,4 1-26 0,-1 1-10 0,-3-2-4 0,2 0-15 0,2 0-19 15,-2 1-29-15,1-1-30 0,3 2-35 0,-3-1-37 0,-1-1-34 0,2 2-29 16,1-2-18-16,-5 1-16 0,4 0-12 0,-1 1-6 0,-1-2-9 0,2 3-7 15,-2-3-7-15,-2 2-1 0,0-1 5 0,3 2 4 0,-3-3 1 0,-3 5 1 16,3-3 1-16,0 3 5 0,-2 1 0 0,-2-1 1 0,4 1-2 0,-5 0 1 16,1 1-4-16,4-1-2 0,-5 0 1 0,1 0 3 0,2 0-3 15,-1-1-8-15,3-1-2 0,-2 1-2 0,-2-1-2 0,4-1-2 0,0 0-2 16,0 0-3-16,0-1 0 0,0-2-2 0,0 4 1 0,0-2 1 0,0 1 0 16,0-3-2-16,0 1-1 0,0-1 2 0,4 3-4 0,-4-3 1 0,2 2-2 15,-2 1 0-15,0-3-2 0,0 1 1 0,3 1-4 0,-3-1-2 16,0-1-2-16,2 2 1 0,2-2 1 0,-4 1-1 0,3 0 2 0,-3-1-1 0,2 2-2 15,2-2-3-15,-4 0-8 0,0 0-10 0,5 0-24 0,-5 0-27 16,0 0-61-16,0 0-77 0,0 0-81 0,0 0-82 0,0 0-72 0,0 0-68 16,6 0-75-16,-6 0-72 0,0 0-61 0,0 0-58 0,0 0-20 0,0 0-2 15,0 0 15-15,0 0 29 0,0 0 61 0,-6 3 80 0,4-1 79 0,2-2 81 16,-3 4 72-16,3-4 70 0,0 6 70 0</inkml:trace>
  <inkml:trace contextRef="#ctx0" brushRef="#br0" timeOffset="145590.65">10444 6519 85 0,'5'3'386'0,"-1"0"182"16,-4 1 91-16,5 1 52 0,-1-3 36 0,1 3 24 0,1 0 19 0,-1-2 12 15,4 1 8-15,-4-3 5 0,4 3 0 0,-1-3 2 0,-1 1-91 0,0 1-129 16,-1-2-167-16,3 1-183 0,-4-1-102 0,1 1-71 0,-1-2-109 0,-1 0-125 16,-1 0-126-16,-1 1-132 0,-2-1-139 0,0 0-143 0,0 0-63 0,0 0-30 15,0 0-16-15,0 0-7 0,0 0-1 0,0 0-2 0,0 0 14 16,0 0 22-16,-2 3 71 0,2-3 101 0,-3 3 112 0,-1-1 116 0</inkml:trace>
  <inkml:trace contextRef="#ctx0" brushRef="#br0" timeOffset="150359.78">24481 5305 24 0,'-2'-1'255'0,"-1"-1"50"0,-3 2 28 0,3-2 15 0,-3 1 10 0,6 0 11 0,-3-1 11 0,1 2 13 0,-2 0 16 16,2-1 19-16,2 1 22 0,0 0-3 0,-7 0-16 0,7 0-58 0,-2 0-76 15,2 0-30-15,-3 0-5 0,3 0-4 0,-4 0 1 0,4 0-2 0,0 0-6 16,0 0-13-16,0 0-12 0,0 0-18 0,0 0-20 0,0 0-23 0,0 0-25 15,0 0-27-15,0 0-28 0,0 0-21 0,0 0-16 0,0 0-11 0,0 0-11 16,0 0-7-16,0 0-5 0,0 0-4 0,0 0-2 0,0 0-4 0,0 0-1 16,0 0 0-16,0 0-1 0,0 0 2 0,0 0 4 0,4 0-1 0,-1 0 1 15,-1 0-1-15,-2 0 2 0,7 1 2 0,-5-1-2 0,2 2 3 0,1-2 1 16,-1 1 5-16,1 0 0 0,1-1 0 0,-1 2 1 0,4-2 1 0,-3 0-1 16,3 0-2-16,0 0-1 0,0 0-2 0,2 0-1 0,-2 0 1 0,3-2 1 15,-1 1 0-15,4-2-1 0,-1 2-3 0,1-2-1 0,-1 0-2 0,1 0-1 16,-1-2 1-16,4 2-4 0,-3-1 1 0,3 1-2 0,-2-2 1 15,2 0 1-15,-4 1-1 0,5 1-1 0,-1-1 0 0,-4-1 0 0,1 2 0 16,1-1 0-16,-2 1 0 0,-1-2 0 0,1 2 0 0,1-1 0 0,-4 1 0 16,5-2-4-16,-5 2 1 0,0-1-2 0,1 0 1 0,-1 2-2 15,2-3-3-15,-2 2-2 0,1-1-2 0,-1 0-1 0,2 0-1 0,-2 1-1 16,0-1-1-16,1 1-2 0,-1-2-2 0,2 2 2 0,-2-1-1 0,-2-1-2 16,3 2 1-16,-1-1 0 0,-2 1 1 0,2-2 1 0,-2 1 1 0,4 1 0 15,-2-1 3-15,0 0 1 0,5 1 1 0,-5-1 2 0,0 2 2 0,5-3 2 16,-2 1-2-16,1 3 2 0,-4-4 1 0,3 2 0 0,1 0 1 0,-3 0 4 15,-1 0-2-15,4-1-2 0,-6 1 1 0,1 0-1 0,-1 1 1 0,4-1-2 16,-2 0 1-16,-2 2 1 0,2-2 2 0,-2 0-1 0,0 0 0 0,4 1 2 16,-3-3-4-16,3 3 2 0,2-1 0 0,-5 0 0 0,5 0 11 0,-1-2 15 15,1 2 7-15,-1 0 5 0,1 0-1 0,-1-1 1 0,1 1-1 0,-3-1 2 16,-1 3-2-16,2-3-1 0,-2 2 2 0,-2-1-1 0,4 0 1 0,-6 2 0 16,5-3-11-16,-1 2-16 0,-2 0-8 0,4-1-2 0,-2 0 1 15,0 0-1-15,5 0 1 0,-5 0-1 0,0 0-1 0,3 0 2 0,-1-1-1 16,-2 1 1-16,3 0-2 0,-5-1-2 0,6 0 4 0,-6 3 1 0,3-2-2 15,-1-2 1-15,2 2-1 0,-2 0-1 0,0 0 2 0,1 2 1 16,-1-2 0-16,2 0-2 0,-2 0 2 0,3-1 0 0,-1 2-1 0,-2-1-1 16,3-2 1-16,-1 2-1 0,1 0 1 0,-3 0-1 0,3-1 1 0,-1 1-1 15,-2-2 1-15,2 2-1 0,-3-2 1 0,3 1-1 0,-6 3 2 0,2-4 0 16,0 2 0-16,4-2 2 0,-6 3-2 0,2-1 0 0,0 0 0 0,1 0 1 16,-1 0-1-16,1-1-1 0,-1 2-1 0,2-1 1 0,2 0-4 0,-2-2 2 15,1 2-1-15,-1-1-1 0,4-1 2 0,-3 2-1 0,-1-1 1 0,2 1 0 16,-2-2-2-16,1 2 1 0,-1-1-1 0,-2 2 1 0,2-1-1 0,-2 0 1 15,0 1 1-15,2 0-2 0,-2-1 1 0,4 1-1 0,-2-1 2 16,-2 0 0-16,2 2 0 0,1-3 0 0,-1 3-1 0,-2-2 1 16,4 0 1-16,-2 2 1 0,1-2-1 0,-4 0-1 0,1 1 0 0,0-1 0 15,-4 2-1-15,4-1-1 0,0-1 2 0,-3 2-1 0,3-1-1 0,-4 1 1 16,4-1 1-16,0 1-2 0,-3-1 4 0,3 1-1 0,1-1 1 0,0-1-1 16,2 2 1-16,-1-2 1 0,2 1 0 0,-2-1 0 0,3 0 0 0,-1 2-2 15,-2-1 2-15,3-1 0 0,-1 0 0 0,-2 2 0 0,-1-2 0 0,7 1-1 16,-10 1 1-16,6-1 1 0,-3 1 2 0,-1-1 2 0,4-1 1 0,-6 2 1 15,2-1 4-15,0 1 4 0,2-1 5 0,-2 1 3 0,4-1 2 0,-4 1 1 16,-2-2-1-16,2 1-1 0,0 1 0 0,4-1-4 0,-8-1-1 0,4 2 1 16,-1-1 0-16,-1 1 0 0,2-2-4 0,-7 3-5 0,3-2-5 15,2-1-5-15,-1 3-1 0,-1-1 0 0,-1-1 0 0,1 0 0 0,-1 1 0 16,-2 0-1-16,3-1-1 0,2 2-2 0,-5-1-1 0,2 1 4 16,1-2-2-16,-1 1-2 0,1-1 4 0,-3 1 1 0,5-1 0 0,-1 2 0 15,-1-1-2-15,-1-1 1 0,1 0-1 0,-1 1 1 0,1 1 1 0,-3-1 0 16,5 1 0-16,-5-2-3 0,4 2 1 0,-3-1 2 0,3 1 3 0,1-2 0 15,-2 1 2-15,1-1 4 0,3 1 3 0,0-1 3 0,0 1 1 0,5-1-1 16,-6-1 2-16,6 0 1 0,2 0 0 0,-5 2 2 0,4-2 0 0,-1-2-1 16,1 2-2-16,-3 0-5 0,3 0-2 0,-4 0-2 0,1-1-4 0,-1 2 1 15,0-1-2-15,-2 0 0 0,4 2 0 0,-4-2-2 0,2 0 1 0,-6 1 2 16,4 1 2-16,4-1 2 0,-8-1 4 0,1 1 7 0,3 1 4 0,-4-2 2 16,0 2 2-16,4-2 3 0,-3 1 3 0,1 1 1 0,-1-2 1 0,-5 1 1 15,7-1 0-15,-7 2 0 0,7-1-2 0,-8 1 1 0,1 1-7 0,3-2-5 16,-4 2-4-16,0 0-1 0,0-1-1 0,0 1-4 0,0 0-2 15,2-2-4-15,-2 2 2 0,0-1-5 0,0 1 1 0,3-2-2 0,1 1-2 16,-4 1-1-16,0-2-1 0,2 2 1 0,-2-2-2 0,0 2 1 0,4-1-1 16,-3 0 1-16,3 1-1 0,-4-2 1 0,0 2-1 0,4-1-2 15,-3 1-1-15,-1 0 2 0,4-2-1 0,-4 2 1 0,2 0-2 0,-2 0 2 16,0-1-1-16,0 1-1 0,0 0-1 0,0 0 0 0,0 0-1 0,0 0 1 16,0 0 0-16,0 0 1 0,0 0-1 0,0 0-1 0,0 0-1 0,0 0 2 15,0 0-1-15,0 0-3 0,0 0-1 0,0 0-1 0,0 0-1 0,0 0-2 16,0 0-3-16,0 0-2 0,0 0-2 0,0 0-2 0,0 0-2 0,0 0-1 15,0 0-6-15,0 0-4 0,0 0-5 0,0 0-2 0,0 0 1 0,0 0-4 16,0 0 1-16,0 0-3 0,0 0 1 0,3-2 1 0,-3 2 2 16,0 0 0-16,0-1 5 0,0 1 2 0,4-2 5 0,-4 2 5 0,0 0 4 15,0-1 3-15,0 1 3 0,2 0 5 0,-2 0 2 0,0 0 4 0,3-2 1 16,-3 2 4-16,0 0 1 0,0 0 1 0,0 0 0 0,0 0-2 0,0 0 1 16,0 0 1-16,0 0 0 0,0 0-3 0,0 0 0 0,0 0 1 15,0 0 2-15,0 0 0 0,0 0-1 0,0 0-5 0,0 0-6 0,0 0-6 16,0 0-9-16,0 0-9 0,0 0-11 0,0 0-11 0,0 0-16 0,0 0-18 15,0 0-27-15,0 0-30 0,0 0-40 0,0 0-40 0,0 0-36 0,-3 0-31 16,1 0-27-16,-2-1-20 0,1-1-22 0,3 2-23 0,-6 0-30 0,6-2-33 16,0 2-56-16,-5-1-69 0,0 1-12 0,-1 0 12 0,-1-1 29 0,0 1 38 15,-2 0 34-15,-4 0 34 0,4 0 30 0,-6-2 26 0,1 2 34 0,-2-1 30 16,-6 1 41-16,2 0 43 0</inkml:trace>
  <inkml:trace contextRef="#ctx0" brushRef="#br0" timeOffset="151377.57">25351 5111 189 0,'-3'5'317'0,"1"-2"27"0,2 2 13 0,-7-4 6 0,7 1 3 0,-2-1 0 0,2-1 2 0,0 0 3 0,0 0 4 0,0 0 7 0,0 0-5 0,0 0-11 16,0 0-90-16,0 0-131 0,0 0-53 0,0 0-20 0,0 0-8 0,2 3-4 16,-2-3 0-16,0 2 0 0,0-1-2 0,0-1-1 0,3 2-5 0,1-1-4 15,-4 1-6-15,0-2-5 0,2 1-3 0,-2-1-4 0,3 0-6 0,-3 0-9 16,2 0-3-16,-2 0 2 0,4 0-1 0,-4 0 2 0,0 0 3 0,3-1 1 15,-1 1 2-15,-2 0 2 0,4-3 5 0,-3 1 5 0,-1 1 9 0,0-1 9 16,4 0 14-16,-4 1 15 0,0 0 17 0,4 1 15 0,-3-2 18 0,-1 2 19 16,0-1 17-16,0 1 20 0,0 0 13 0,0-3 17 0,0 3 10 15,0 0 9-15,0 0 3 0,0 0-2 0,0 0-5 0,0 0-8 0,0 0-11 16,0 0-14-16,0 0-19 0,0 0-17 0,0 0-21 0,0 0-19 0,0 0-20 16,0 0-19-16,0 0-19 0,0 0-22 0,0 0-11 0,0 0-10 15,0 0-7-15,0 0-10 0,0 0-5 0,0 0-5 0,0 0-3 0,4 3-3 16,0-3 0-16,-4 3-2 0,2-3 2 0,-2 2 2 0,5 0 4 0,-1 0 4 15,-1-1-1-15,-1 1-3 0,3-1 2 0,4 1 4 0,-3-1 1 0,1-1 2 16,2 2 0-16,-3-2 2 0,-1-2-1 0,4 2-1 0,-4-1 0 0,5-1 2 16,-5 1-2-16,0-2 1 0,3 1 2 0,-7-1 5 0,5 2 1 0,-3-1 0 15,1 1 4-15,-2-2 8 0,2 1 6 0,-4 1 8 0,1-1 5 0,-1 2 7 16,0 0 5-16,0-3 2 0,0 3 3 0,0-3 4 0,0 3 4 0,-1-1 2 16,1-1-1-16,0 2 0 0,-4-1-6 0,2-1-6 0,-2 1-6 15,4-1-8-15,-3 1-5 0,3 1-5 0,-2-2-5 0,-2 2-5 16,4 0-5-16,-1-1-5 0,-3-1-2 0,4 2-5 0,-4 0-2 0,3 0-1 15,1 0-1-15,0 0-5 0,-4 0 0 0,4 0-2 0,0 0 1 0,0 0-2 16,0 0-2-16,0 0-1 0,0 0-3 0,0 0-4 0,0 0-7 0,0 0-7 16,0 0-12-16,0 0-13 0,0 0-28 0,0 0-32 0,-2 0-50 0,2 3-60 15,0-3-61-15,0 0-60 0,0 2-53 0,0-2-50 0,0 3-54 0,0 0-57 16,0-3-77-16,2 4-82 0,-2-4-28 0,0 5-6 0,5-2 18 0,3 0 30 16,-7 0 52-16,8 0 57 0,1-2 64 0,-5 0 60 0,8 1 54 0,-3 0 52 15,1-1 58-15,4 1 64 0</inkml:trace>
  <inkml:trace contextRef="#ctx0" brushRef="#br0" timeOffset="151900.6">25791 5176 247 0,'0'-3'340'0,"0"3"32"0,0-1 18 0,0 1 13 0,0 0 12 0,-2-2 12 0,2 2 18 0,0 0 20 0,0 0 25 0,-4-2 30 0,4 2 17 0,-3 2 10 15,-3-2-70-15,4 2-105 0,-1-1-41 0,-3 1-11 0,1 2-3 0,-2 1-2 16,-2 1-2-16,1 0-5 0,-1 1-13 0,0 1-11 0,0 2-21 0,0-1-22 16,0 2-27-16,-2-1-28 0,2 0-30 0,4 1-26 0,-4-2-22 0,5 2-18 15,-1-1-14-15,-1-1-9 0,3 0-8 0,1 0-5 0,-2-2-8 0,4 1-5 16,-1 0-7-16,1-1-5 0,0-1-7 0,1 0-5 0,-1-1-2 0,4-1-2 15,-2 1-2-15,1-1-1 0,3-1-1 0,-1-2-1 0,2 3-2 0,3-3-3 16,-5 1 0-16,6-2 1 0,-2 0 1 0,3 0-4 0,-4-2 1 0,4-1-4 16,-1 0 1-16,4-1-1 0,-3-2 2 0,-1 1-1 0,2-1-1 0,-2 2-1 15,-2-2 0-15,0-1 0 0,0 3 0 0,-2 0 2 0,-3-1-1 16,1 0 2-16,2 3 2 0,-7 0 1 0,2-1 0 0,-2 2 0 16,0 1 1-16,0 0 4 0,0 0 2 0,0 0 5 0,0 0 7 0,0 0 2 15,0-3 3-15,0 3 3 0,0 0 0 0,0 0 0 0,0 0 0 0,0 0 0 16,0 0 2-16,-2 0-1 0,2 1 1 0,-7 1-2 0,7 1 0 0,-2 0 0 15,-1 1 0-15,-1 1 1 0,2 2-1 0,-1 1-1 0,1-1-1 0,-2 2 1 16,1 2 1-16,1 1 0 0,-2-2-2 0,4 2 2 0,-2 0-1 0,2-1-4 16,0-1-2-16,0 1-2 0,0-1-6 0,2 1-3 0,-2-2-6 0,0 1-8 15,4-2-8-15,-2 1-10 0,1-2-17 0,-3-1-25 0,4 0-73 0,-2 0-96 16,1-1-97-16,-1-1-96 0,-2 1-99 0,4-1-95 0,-1-1-88 16,-3-3-81-16,0 0-34 0,0 0-12 0,0 0 1 0,0 0 1 0,0 0 17 15,0 0 24-15,0 0 70 0,2-3 97 0,5-1 97 0,-5 1 99 0,2-2 95 16,-2 1 98-16</inkml:trace>
  <inkml:trace contextRef="#ctx0" brushRef="#br0" timeOffset="152051.03">25963 5521 105 0,'-6'5'393'0,"4"-1"168"0,-5 1 75 0,5-2 36 0,-1 1 15 0,-3-1 6 0,3 2 0 0,-3-2-2 0,3 0-28 0,1 1-37 15,-2-1-65-15,-1 0-77 0,-1 0-174 0,3 2-223 0,-3-2-265 0,-3 1-284 16,4-1-129-16,-4 0-58 0,0 2-28 0,3-2-11 0,-3 0-4 0,0 0 1 15,0 0 27-15,-2-2 39 0,2-1 64 0,4 0 76 0,-4-1 80 0,0-1 80 16</inkml:trace>
  <inkml:trace contextRef="#ctx0" brushRef="#br0" timeOffset="155479.92">5206 7027 130 0,'0'8'383'0,"0"-1"121"0,0 1 55 0,0 1 28 0,-4-2 19 0,4 4 18 0,0-1 25 0,0-1 32 0,-2 2 26 0,2-1 23 0,0 1 13 0,-4-1 9 16,4 2-100-16,0 0-149 0,0 0-126 0,0-1-116 0,0-1-56 16,-3 1-30-16,1-1-24 0,2-1-16 0,0 0-41 0,0 0-46 0,0-1-52 15,-4 1-55-15,4-2-53 0,0 1-50 0,0-2-46 0,0 1-45 16,-1-1-34-16,1-1-33 0,0-1-20 0,0 1-22 0,0-1-12 0,0-1-9 15,0 0 5-15,0-3 9 0,0 0 22 0,0 3 28 0,0-3 38 0,0 0 41 16,0 0 41-16,0 0 44 0,0 0 32 0,0 0 31 0,0 0 29 0,0 0 24 16,0 0 24-16,0 0 21 0,1-1 18 0,-1 1 15 0,4 0 18 0,-4-3 17 15,0 1 20-15,5 1 21 0,-5-1 24 0,4-1 27 0,-2 0 30 0,2 1 28 16,1 0 26-16,-1-1 22 0,1 0 19 0,-1 0 14 0,1 0 8 0,0-2 1 16,1 1-8-16,-1-1-9 0,4 2-15 0,-5-3-18 0,1 3-25 0,4-1-25 15,-3 1-27-15,-3-2-31 0,3 2-30 0,-1 0-31 0,-1 0-32 0,0 0-36 16,-3 2-46-16,3-2-52 0,-2 1-56 0,-2 1-57 0,0 1-49 15,0 0-47-15,0 0-41 0,0 0-36 0,0 0-35 0,0 0-31 0,0 0-27 16,-2 1-21-16,-2 2-12 0,-1 0 2 0,1 0 19 0,3 1 35 0,-7 1 44 16,3 0 52-16,-1 1 51 0,-3 0 52 0,4 0 47 0,0 1 47 0,-4-1 46 15,3 2 46-15,-1-1 40 0,1 1 41 0,-3-2 34 0,4 1 27 16,0 1 21-16,-5 0 20 0,5 0 16 0,1 1 14 0,-1-1 10 0,0 1 10 16,1-2 8-16,-1 4 1 0,1-4 8 0,-2 1 1 0,6 0 0 0,-5 0-6 15,5-2-7-15,-4 0-6 0,4 0-9 0,0-1-8 0,0-1-7 0,0-1-5 16,0 0-11-16,0 0-13 0,0-3-12 0,4 2-15 0,-4-1-14 0,5-1-15 15,-1 0-13-15,-2 0-11 0,2 0-9 0,1 0-6 0,-1-1-11 0,1-1-10 16,4-1-13-16,-4-1-13 0,1-1-17 0,3-1-19 0,0 0-17 0,0-1-14 16,-4-2-16-16,5 0-12 0,0-2-14 0,-1 1-8 0,0-1-8 0,0 1-5 15,1-2 1-15,-5 1 1 0,6-1 6 0,-4 1 10 0,-2 1 9 16,5 1 16-16,-5-1 14 0,4 0 15 0,-4 3 14 0,1 0 9 0,-3 1 11 16,3-2 11-16,-1 4 8 0,-1-1 7 0,-2 1 9 0,1 1 7 0,-3 0 11 15,4 0 9-15,-4 3 13 0,0 0 8 0,0 0 19 0,0 0 22 0,0 0 26 16,0 0 30-16,2 1 26 0,-2 1 25 0,3 1 18 0,-3 0 13 15,0 1 9-15,0 2 2 0,0-1 0 0,2 1-5 0,-2 0-7 0,4 0-8 16,-4 1-19-16,0-1-24 0,3-1-29 0,-1-1-27 0,-2-1-27 0,0 1-28 16,4 0-19-16,-4-1-14 0,3-2-13 0,-1 1-10 0,-2-2-10 0,4 1-4 15,-2-1-3-15,-2 0-3 0,3 2 0 0,-3-2 3 0,4 0 0 0,-4 0 3 16,2 0 0-16,1-2 0 0,-3 2 0 0,0 0 2 0,0 0-2 0,0 0 1 16,0 0 1-16,0 0 1 0,0 0 1 0,0 0 2 0,0 0 2 0,0 0 1 15,0 0 1-15,0 0-2 0,0 0 1 0,0 0 0 0,0 0-2 0,0 0 1 16,0 0 1-16,0 0 0 0,0 0 1 0,0 0-3 0,0 0-5 15,0 0-8-15,0 0-21 0,0 0-21 0,0 0-33 0,0 0-37 0,0 0-39 16,0 0-44-16,0 0-41 0,0 0-44 0,0 0-46 0,0-1-48 16,0 1-58-16,0-3-58 0,0 3-66 0,0-7-67 0,2 3-14 0,2-2 7 0,-4 0 23 15,5 1 34-15,-1-2 38 0,1 1 44 0,1-1 41 0,-3 1 42 16,3-2 47-16,3 4 47 0,-4-2 58 0,4 1 61 0</inkml:trace>
  <inkml:trace contextRef="#ctx0" brushRef="#br0" timeOffset="155640.07">5596 7180 48 0,'0'3'280'0,"0"0"74"0,0 0 45 0,0 2 30 0,0-1 31 0,0 2 30 0,0 0 36 0,0 2 40 0,0-1 31 0,0 2 31 0,0 0 17 0,-3 2 11 0,1-1-76 15,2 1-114-15,0-3-86 0,-4 3-72 0,4-2-59 0,0 2-53 0,-2-4-69 0,2 2-76 16,-3-1-80-16,3-1-82 0,0 1-70 0,0-3-64 16,0 0-54-16,0 0-48 0,3-1-46 0,-3 1-47 0,2-4-59 0,-2 2-61 15,0-3-29-15,0 0-8 0,0 0 22 0,4-3 40 0,-4 0 38 0,5-1 44 16,-1 1 36-16,-2-3 35 0,1 1 37 0,-1-1 38 0,2 0 41 0,1 1 45 15</inkml:trace>
  <inkml:trace contextRef="#ctx0" brushRef="#br0" timeOffset="156033.72">5629 7260 79 0,'0'0'265'15,"0"0"48"-15,0 0 25 0,0 0 19 0,0 0 12 0,0 0 16 0,0 0 12 16,0 0 20-16,0 0 16 0,0 0 27 0,2 1 29 0,-2-1-10 0,0 2-25 16,0-1-50-16,0 2-59 0,0-3-27 0,0 5-7 0,0-2-4 0,0 3-4 15,0-4-7-15,0 3-9 0,0 1-17 0,-2-1-19 0,2-1-25 0,-4 1-26 16,4-1-29-16,0 1-35 0,0-1-28 0,0-1-35 0,0 2-28 15,0-2-27-15,0 1-30 0,0-2-28 0,0-2-25 0,0 2-25 16,0-2-20-16,0 0-18 0,0 0-17 0,0 0-18 0,0 0-12 0,0 2-13 0,0-2-11 16,0 0-8-16,6-2-3 0,-3 1 0 0,1 1 5 0,-2-1 11 15,1-2 12-15,3 0 16 0,-3 0 13 0,-1-2 14 0,4 2 14 0,-3-1 13 16,3 1 13-16,-3-2 12 0,1 2 11 0,-2-1 12 0,3 1 8 0,-5 0 9 16,4 1 9-16,-1-1 7 0,-1 3 6 0,2-1 5 0,-4 1 7 0,0-2 2 15,0 2 4-15,5 0 2 0,-5 2 7 0,6-2 4 0,-6 1 10 0,3 1 13 16,-1-1 11-16,2 2 9 0,-4-1 11 0,5 2 7 0,-5-1 11 0,4 2 10 15,-4-1 14-15,3 1 16 0,-1-1 16 0,-2 2 19 0,4-1 17 0,-4-1 16 16,0 2 15-16,0-1 15 0,0-1 14 0,0 2 14 0,0-3 11 16,0 2 7-16,0-1 6 0,0 1 1 0,0-3-2 0,0 2-8 0,0-1-15 15,-4-2-17-15,4 1-17 0,-2 1-20 0,-1 0-27 0,3-2-24 0,-4 2-31 16,2-1-33-16,-5-1-30 0,5 2-30 0,-1 0-51 0,-3-1-57 16,3-1-76-16,-3 1-80 0,4-1-71 0,-1 0-66 0,-1 1-69 0,2-2-72 15,2 0-88-15,0 0-97 0,-3-3-39 0,3 3-13 0,0-4 2 0,0-2 10 16,0-1 35-16,5 2 45 0,-1 0 66 0,-1-3 71 0,3 3 66 0,3-1 64 15,-2 0 69-15,6 0 71 0</inkml:trace>
  <inkml:trace contextRef="#ctx0" brushRef="#br0" timeOffset="156708.29">6430 7104 88 0,'-2'-8'318'0,"-1"4"73"0,3-1 49 0,-4-1 47 0,2 3 46 0,-1 0 48 0,3 0 51 0,-4 2 40 0,2-1 34 0,2 1 23 0,0 1 19 16,-3 0-26-16,1-2-49 0,2 2-98 0,-4 2-123 0,-1 1-72 0,1-2-50 15,-1 4-44-15,1-1-41 0,2 2-46 0,-3 2-46 0,-2 2-36 0,1 0-33 16,1 3-20-16,-4 2-14 0,3 0-8 0,3 1-5 0,-3-1-2 0,1 3-4 16,-1-1 1-16,3-1-1 0,-3 1 1 0,3-2-1 0,-1 0-6 0,2-2-2 15,2 1-5-15,-3-4-3 0,3 2-5 0,0-3-2 0,0 0-4 0,3-1-1 16,-3-1-1-16,0-1-7 0,6-2-1 0,-3 1-1 0,-1 0-5 0,2-2-3 16,1 0-5-16,1-2-2 0,-3 0-4 0,3 1-3 0,-1-2-1 0,4-2-2 15,-4 1-1-15,5 0-1 0,-3-2-2 0,0-2 3 0,2-1-2 0,0 2 1 16,-3-4-1-16,3 1 1 0,0-1 2 0,-4 1 2 0,4-1 3 15,-3-1-1-15,3 1 4 0,-4 1 3 0,-1 1 2 0,1-1 2 0,0 1 2 16,-1 0 0-16,1-1 3 0,-1 3 5 0,-4 0 1 0,2-1 3 0,2 0 0 16,-4 4 1-16,3-2 4 0,-3 3 4 0,0 0 1 0,0 0 5 0,0 0 2 15,0 0 2-15,0 0 7 0,0 0 4 0,0 0 1 0,0 0 3 0,0 0 5 16,0 3 5-16,0-3 5 0,0 3 4 0,0 0 4 0,2 2 4 16,-2-1 1-16,0 0-2 0,0 3-1 0,0 0-3 0,0 0-2 0,0 3-3 15,-2-2-3-15,2 2-2 0,0 0-5 0,-3 1-7 0,3-1-7 0,-4-1-12 16,4 0-19-16,0 2-28 0,-2-4-53 0,2 1-68 0,0-1-85 0,0-1-95 15,0 2-86-15,0-3-83 0,0 2-106 0,0-3-117 0,2 1-54 0,-2-5-24 16,0 4-7-16,0-4-1 0,4 5 16 0,-4-5 17 0,3 3 52 0,-3-3 64 16,0 0 86-16,6 1 92 0,-1-1 87 0,0 0 82 0</inkml:trace>
  <inkml:trace contextRef="#ctx0" brushRef="#br0" timeOffset="158420.96">6768 7123 178 0,'0'3'359'0,"-2"2"76"0,-1-1 54 0,3 4 48 0,3-1 49 16,-1 2 43-16,-2 0 46 0,0 2 34 0,-2 0 29 0,2 2 22 0,0 0 17 15,0 0-40-15,-3 1-63 0,3 1-106 0,0 0-121 0,0 0-76 16,-4 1-52-16,4 0-48 0,-2 0-45 0,2-1-46 0,0 2-43 0,-3-2-37 16,3-1-34-16,0 2-29 0,0-3-26 0,0 1-34 0,-2-2-34 0,2-2-47 15,0 0-57-15,0 0-65 0,0-3-68 0,2-1-58 0,-2 0-50 0,0-1-53 16,0-3-57-16,3 2-61 0,-3-3-65 0,0-1-53 0,0 0-47 0,0 0-8 15,2-5 14-15,2 0 37 0,-1 0 50 0,-1-3 64 0,2 1 69 16,-4-2 56-16,0 2 48 0,2-4 54 0,1 4 55 0,-3-1 66 0</inkml:trace>
  <inkml:trace contextRef="#ctx0" brushRef="#br0" timeOffset="158823.85">6821 7156 222 0,'3'-3'303'0,"3"0"38"0,-3 2 25 0,-1 1 17 0,5 1 12 15,-5 1 15-15,2-1 17 0,1 0 21 0,-1 3 28 0,1-1 29 0,-3 0 28 16,5 1-41-16,-5-1-71 0,2 2-59 0,1-1-51 0,1 1-26 0,-3 0-12 16,1 0-9-16,-2 1-7 0,1 0-10 0,-1-1-11 0,2 1-14 0,-4 0-19 15,0 1-25-15,3-1-27 0,-3 2-25 0,0-2-21 0,0 1-20 16,-3-1-15-16,3 3-14 0,-4-1-11 0,2-1-8 0,-1 2-5 16,-3-2-4-16,3 3-6 0,-3-2-7 0,4 0-9 0,-5 1-1 0,2-1 2 15,1 1-1-15,-1-2 0 0,3-1-1 0,-2 2 1 0,-1-4-2 0,1 2 1 16,2-1-1-16,-1-1-1 0,-1 1 0 0,4-2-1 0,-2-2-5 0,-1 2-2 0,3-3-5 15,0 0-8-15,0 0 1 0,0 3 7 0,3-1 2 0,-1-1 1 16,-2 0-1-16,4 1 1 0,-1 0-1 0,-1-1 0 0,4 2 2 0,-3 0 0 16,3-1 1-16,3 1 4 0,-4-1 4 0,-1 0 7 0,1 1-1 0,1 0-2 15,1-1-4-15,-2 1 0 0,-3 0 0 0,2-2 2 0,1 1 7 16,-5-1 9-16,4 2 10 0,-4-1 10 0,2-1 10 0,-2 1 7 0,0-2 6 0,0 4-1 16,-2-1-1-16,2 1-1 0,-4 1 2 0,4 0 0 0,-5-1-6 15,1 0-5-15,2 3-22 0,-1-3-33 0,-3 2-49 0,3-1-59 0,1-1-69 16,-2 1-70-16,-1-1-60 0,1-1-55 0,4 0-63 0,-5 0-67 0,5-3-82 15,0 3-93-15,0-3-38 0,0 0-15 0,0 0 8 0,0 0 18 16,0 0 38-16,0 0 50 0,0 0 56 0,0 0 65 0,0 0 57 0,5-3 53 16,-1 0 64-16,5 0 66 0</inkml:trace>
  <inkml:trace contextRef="#ctx0" brushRef="#br0" timeOffset="159778.76">7116 7358 187 0,'0'2'335'0,"3"-2"64"0,-1 0 42 0,2 0 46 0,1 2 45 0,4-2 43 0,-4 0 40 15,5 0 36-15,-1 0 29 0,-4-2 24 0,8-1 19 0,-6 2-40 0,6-2-65 16,-4 0-87-16,1 0-96 0,-1 0-55 0,1-1-39 0,0 2-41 0,-1-3-43 16,0 2-40-16,1 0-43 0,-1-2-33 0,-2 3-29 0,2-1-22 0,-2 0-19 15,-1 0-14-15,3 0-14 0,-4-1-10 0,0 3-10 0,1-2-7 0,-3 2-2 16,3-2-5-16,-1 1-5 0,-1 1-8 0,0-1-14 0,-3 1-27 0,3-1-32 16,-4 2-55-16,2 0-68 0,-2 0-66 0,0 0-63 0,0 0-56 0,0 0-52 15,0 0-55-15,0 0-59 0,0 0-78 0,0 0-90 0,0 0-33 0,0 0-6 16,0 0 16-16,-2-5 29 0,-2 4 55 0,-1 0 65 0,1-2 64 15,2 0 66-15,-3 1 54 0,1 1 53 0,1-1 54 0,-3 1 58 0</inkml:trace>
  <inkml:trace contextRef="#ctx0" brushRef="#br0" timeOffset="159992.6">7264 7198 178 0,'-6'2'310'16,"6"-1"47"-16,0 1 33 0,0 2 33 0,0 1 31 0,0 1 49 0,0 0 57 15,0 3 56-15,4 0 56 0,-4 0 38 0,0 3 34 0,0 0-34 0,0 1-62 16,-4 1-75-16,4-1-78 0,0 2-46 0,0 0-31 0,-1 0-29 0,-3 2-31 15,4-2-48-15,-4 0-56 0,4 0-56 0,-1 0-54 0,-3 0-41 0,4-2-38 16,0 1-35-16,-4-3-35 0,3 0-46 0,1 0-52 0,0-2-81 0,0-1-90 16,0 0-82-16,0-2-81 0,0 0-90 0,0-1-95 0,0-5-75 0,5 3-66 15,-5-3-25-15,0 3-8 0,0-3 4 0,0 0 15 0,5-2 35 0,3 1 43 16,-7-1 75-16,5-2 89 0,-3-1 81 0,3 2 80 0,-2 0 88 0</inkml:trace>
  <inkml:trace contextRef="#ctx0" brushRef="#br0" timeOffset="160433.9">7821 7264 60 0,'-2'-7'295'0,"-1"-1"83"0,3 1 48 0,-2-1 27 15,-2 2 21-15,4 2 16 0,-4 1 35 0,4 0 45 0,-1 1 46 0,-3-1 48 16,0 0 31-16,3 3 26 0,-3-1-68 0,4 1-113 0,-2 0-86 0,-1 0-75 16,-3 1-40-16,3 1-24 0,-3 2-15 0,2-1-14 0,-5 2-28 0,4 0-38 15,0 3-42-15,-4 1-40 0,3 2-24 0,-3-1-23 0,4 2-8 0,-4 2-4 16,3-1-5-16,-3 1-6 0,4 1-5 0,-4-2-3 0,3 2-3 0,1-1-6 16,-2-2-4-16,5 1-7 0,-5-2-5 0,5-1-8 0,-2 0-6 0,4-2-6 15,0 0-8-15,0-3-5 0,0 2-7 0,0-3-2 0,4-1-5 0,-2 1-6 16,1-2-5-16,3 1-7 0,-3-1-4 0,3-1-5 0,-1-1-6 0,-1 0-2 15,1 0-4-15,4-1-3 0,-3-2-3 0,3-1-4 0,0 2 1 0,-4-3 0 16,4-1 2-16,-3 0 1 0,3 2 4 0,-4-2 5 0,4 0 6 0,-4 1 2 16,-1-1 0-16,2 2-1 0,-3 1 5 0,3-1 8 0,-6 2 5 0,3 0 5 15,-1 1 8-15,-2 1 5 0,0 0 11 0,0 0 12 0,0 0 8 16,0 1 7-16,4 1 6 0,-3-1 6 0,-1 2 8 0,4 0 10 0,-4 2 3 16,0-2 2-16,4 2-1 0,-3 2-1 0,-1-1-6 0,0 0-5 0,4 1-8 15,-4-1-10-15,0 0-8 0,4 0-10 0,-4 2-11 0,2-4-16 0,-2 2-20 16,0-1-26-16,3 1-64 0,-3-4-79 0,0 2-80 0,2-1-78 0,-2-2-69 15,0 1-64-15,4-1-74 0,-4-1-78 0,0 0-62 0,0 0-54 0,5-3-21 16,-5-1-3-16,4 0 12 0,1 0 19 0,0 0 58 0,-5 1 76 0,4-2 78 16,2-1 80-16,-3 2 72 0,-1 1 66 0,2-2 75 0</inkml:trace>
  <inkml:trace contextRef="#ctx0" brushRef="#br0" timeOffset="160859.84">8005 7221 322 0,'0'7'522'0,"-3"2"104"0,3 0 62 0,0 0 38 0,-2 1 27 0,2 3 19 0,0-1 18 0,0 0 11 15,-4 0 11-15,4-2 6 0,0 4 5 0,-3-4-63 0,1 2-93 16,-2 0-165-16,4 0-196 0,-5-1-104 0,5-1-60 0,-5 0-38 0,5 0-26 15,-4-2-24-15,4 0-23 0,-2 0-19 0,2-3-19 0,0 2-22 0,0-3-20 16,0 1-32-16,0-1-35 0,2-2-48 0,-2-1-57 0,0-1-54 0,0 0-53 16,0 2-45-16,0-2-40 0,4 0-35 0,-3-2-31 0,3-1-28 0,-4 0-25 15,5-1-23-15,-5-1-16 0,4-1-9 0,-2-1-7 0,1-1 5 0,1-2 12 16,-2 1 33-16,-2 0 44 0,3-2 39 0,-3 2 40 0,4-1 38 0,-4-1 35 16,2 2 38-16,1-1 32 0,-3 1 35 0,6-2 33 0,-6 2 39 0</inkml:trace>
  <inkml:trace contextRef="#ctx0" brushRef="#br0" timeOffset="161060.37">8067 7257 192 0,'9'-8'288'0,"-4"4"41"0,6-1 25 0,-2 2 24 0,-3 0 27 15,3 2 34-15,0-1 36 0,0 2 40 0,-4 0 41 0,4 2 46 0,-3 1 45 16,3 0-22-16,0 0-46 0,-4 1-49 0,1 2-50 0,3-1-21 0,-4 1-12 16,-1 0-15-16,-1 1-16 0,-1 0-24 0,2 3-28 0,-2-1-31 0,1 0-32 15,-3 0-34-15,0 1-34 0,0-1-27 0,0 3-28 0,0-1-20 16,-3-1-20-16,1-1-17 0,-2 2-11 0,2-1-11 0,-1-1-8 0,-1 0-13 16,-1 0-12-16,-1 0-21 0,3-1-22 0,-3-1-25 0,1 1-26 0,-1-2-34 15,-3 1-34-15,6-1-67 0,-3 0-83 0,-3 0-93 0,4 0-102 0,1 0-97 16,-1-2-90-16,-1 3-96 0,1-4-99 0,-2 3-34 0,1-3-7 0,1 1 3 15,1-1 14-15,-1 2 21 0,1-2 24 0,2 1 61 0,2-4 76 0,0 0 96 16,0 5 103-16,2-1 92 0,2-1 94 0</inkml:trace>
  <inkml:trace contextRef="#ctx0" brushRef="#br0" timeOffset="162378.2">8740 7138 319 0,'0'0'414'0,"3"3"49"0,-3-3 30 0,0 2 25 0,0-1 25 0,0 4 24 0,-3-1 31 0,3 1 31 0,-6-1 23 0,1 4 21 0,1-2-2 0,-5 3-12 16,4-2-117-16,-4 4-164 0,-2-2-85 0,2 1-43 0,0-1-33 0,0 2-26 15,-2-1-32-15,2 1-33 0,-2-1-45 0,2-1-48 0,0 0-44 0,0 2-41 16,4-4-37-16,-5 1-33 0,5-1-28 0,0 1-19 0,-3-2-18 0,3 0-15 15,3-2-15-15,-1 1-12 0,-1-2-6 0,4-1-1 0,0 0 7 0,0-2 11 16,0 0 15-16,0 0 20 0,0 0 23 0,0 0 21 0,0 2 20 16,0-2 16-16,4 0 17 0,-1 0 15 0,-1-2 15 0,2 2 16 0,-3 0 18 15,3-2 17-15,1 2 17 0,-1-1 19 0,-2 1 14 0,1-1 14 16,3 1 20-16,-2 0 19 0,1 1 26 0,-1-1 27 0,-3 1 24 0,3 1 26 16,1 0 21-16,-5 1 18 0,4 0 11 0,-2 0 8 0,1 0 2 0,-3 1-3 15,0-1-6-15,4 2-8 0,-4-2-13 0,0 3-17 0,0-4-23 0,0 3-27 16,0-2-24-16,0 2-23 0,0-2-24 0,0 1-18 0,0-1-18 0,0 0-15 15,0 0-18-15,0-1-20 0,0 1-23 0,0-3-25 0,0 0-23 0,0 2-26 16,0-2-18-16,0 0-19 0,0 0-14 0,0 0-11 0,0 0-9 0,2 0-6 16,-2 0-5-16,3 0-3 0,-1-1 4 0,2 0 11 0,1-2 12 0,-1 0 18 15,1 0 19-15,1 0 23 0,-3-2 15 0,3 2 19 0,-3-1 12 0,3 1 12 16,-2-2 5-16,-3 2 8 0,3 2 7 0,0-2 5 0,-3 3 10 0,3-3 10 16,-4 3 15-16,0 0 16 0,2 1 20 0,-2 1 19 0,0 1 15 0,3-2 15 15,-3 4 11-15,0-1 12 0,0 1 8 0,0-1 10 0,0 2 1 0,0-1 8 16,0 2-2-16,0-1-5 0,0-1-9 0,0 1-15 0,0-1-18 0,0 0-19 15,0 0-16-15,0-1-14 0,0 0-11 0,0 0-11 0,-3-3-11 0,3 2-12 16,0-3-17-16,0 3-20 0,0-3-28 0,0 0-34 0,0 0-37 0,0 0-43 16,0 0-43-16,0 0-47 0,0 0-41 0,0 0-41 0,3-1-42 15,3-1-43-15,-3-1-44 0,-3 0-38 0,6-1-47 0,-1-1-43 0,-1-1-25 16,1-1-10-16,1-2 16 0,3 1 33 0,0-2 40 0,-4-1 45 16,4 1 41-16,0 1 41 0,0-2 40 0,0-1 44 0,-1 2 46 0,1 1 46 15,3 0 55-15</inkml:trace>
  <inkml:trace contextRef="#ctx0" brushRef="#br0" timeOffset="162750.12">9040 7161 30 0,'9'-3'240'0,"-5"-2"72"0,1 4 44 0,1 1 31 15,-3-2 35-15,3 2 38 0,-3 2 45 0,-1-2 48 0,2 1 58 0,-4 2 60 0,3 0 40 0,-1 0 31 16,-2 0-44-16,4 0-80 0,-4 0-68 0,0 2-59 0,0-2-38 0,-4 1-25 16,4 1-30-16,-2-1-34 0,-1 2-46 0,-1-1-53 0,2 1-57 0,-1 1-54 15,-3-1-37-15,1 1-31 0,-2 3-20 0,1-3-18 0,1 2-12 0,-4-1-11 16,3 1-10-16,-3 0-7 0,4 0-13 0,-4-2-10 0,3 2-15 0,-3-1-13 15,6-1-19-15,-5-1-20 0,1 0-26 0,2 0-31 0,1-1-35 0,-1-1-41 16,3 1-39-16,-2-4-41 0,1 2-32 0,1-2-29 0,2-1-17 16,0 0-11-16,0 0-2 0,0 0 2 0,0 0 11 0,0 0 17 0,2-2 23 15,1-1 31-15,1-2 35 0,-2 2 36 0,1-2 42 0,-3 3 41 0,6-3 36 0,-6 2 32 16,5 0 25-16,-1-2 25 0,-4 3 21 0,5-1 20 0,-5 1 17 16,6 1 21-16,-3-1 19 0,-3 2 20 0,6 0 27 0,-3 0 30 0,-1 0 36 15,2 2 38-15,1-1 37 0,-1 1 34 0,-4 1 22 0,5-2 16 0,-5 4 7 16,6-1 4-16,-6-1-4 0,3 3-7 0,1 0-11 0,-2 0-13 15,-2 1-18-15,3 0-27 0,-3 0-33 0,2 2-36 0,-2-1-35 0,4-1-34 16,-4 2-21-16,0-1-11 0,0 1-19 0,0-2-17 0,0 2-16 0,-4-1-13 16,4-2-19-16,-2 1-20 0,2-2-35 0,0 1-35 0,0-2-59 0,0-1-66 15,0 0-60-15,-3-1-60 0,3-2-55 0,0 0-52 0,0 0-41 0,3 3-35 16,-3-3-31-16,0 0-35 0,0 0-36 0,0 0-36 0,0 0-16 0,6-3-4 16,-6-2 34-16,3 0 58 0,-1 1 56 0,-2 0 59 0,4-2 48 0,-2 0 46 15,1 0 41-15,1 1 41 0,-2-1 38 0,1 0 41 0,1 2 45 0</inkml:trace>
  <inkml:trace contextRef="#ctx0" brushRef="#br0" timeOffset="162950.42">9091 7377 34 0,'5'-6'256'0,"1"3"50"0,-3-2 28 16,3 2 22-16,3-1 17 0,1 1 29 0,0-2 37 0,-1 1 50 0,0-1 53 16,1-1 39-16,3 2 33 0,2-3-8 0,-5 2-26 0,5-1-67 0,-1-2-89 15,-1 2-41-15,2 0-15 0,-5-2-17 0,3 3-16 0,-2 0-29 0,-2-1-33 16,4 0-45-16,-6 2-51 0,2-2-38 0,0 1-31 0,-4 1-23 16,4 1-18-16,-3-2-13 0,1 2-10 0,-2-1-10 0,1 2-12 0,-2-1-8 15,-3 0-8-15,3 2-24 0,-4-1-33 0,0 2-52 0,0 0-66 16,0-1-57-16,-4-1-54 0,4 1-44 0,-5-1-39 0,1 2-36 0,2 0-31 15,-3-1-29-15,1 1-25 0,-1-2-23 0,0 2-16 0,-3-1-10 0,3 1-8 16,-1-3 9-16,-3 1 18 0,4 1 36 0,0-1 47 0,-3-2 38 0,3 2 33 16,-1-1 36-16,1 0 28 0,-2 0 30 0,5 2 27 0,-2-2 25 0,4 3 24 15,-1-3 39-15</inkml:trace>
  <inkml:trace contextRef="#ctx0" brushRef="#br0" timeOffset="163065.82">9277 7172 138 0,'0'0'262'0,"0"0"46"16,0 0 26-16,0-1 16 0,0 1 14 0,0 0 11 0,5 1 15 0,-5 1 13 16,4-2 13-16,-2 3 15 0,1-1 11 0,1 1 8 0,-4 0-73 0,2 0-110 15,-2 1-61-15,0 2-32 0,0-1-22 0,0 1-22 0,0 0-33 0,-2 0-33 16,2 1-43-16,-4 1-45 0,4-1-50 0,-5 2-55 0,5-1-58 0,-4 2-61 15,3-1-73-15,-7 0-78 0,7 0-43 0,-3 0-27 0,-1-1-9 0,1-1 1 16,-2 2 16-16,5-1 23 0,-3-2 28 0,0 0 32 0,3 0 34 0,-3-2 41 16,4 2 44-16,-4-1 43 0</inkml:trace>
  <inkml:trace contextRef="#ctx0" brushRef="#br0" timeOffset="163471.1">9244 7389 10 0,'4'4'252'0,"-4"0"82"0,0 1 47 15,0 1 34-15,4 0 33 0,-4 0 37 0,1 2 49 0,-1 1 53 0,0 0 52 16,4 1 47-16,-4 1 32 0,0-1 21 0,2 2-55 0,-2 0-90 0,0 0-81 15,-2-1-78-15,2 1-44 0,-4-2-34 0,4 1-35 0,0-1-35 16,-1 1-50-16,1-1-51 0,0-1-54 0,-4 0-49 0,4-1-36 0,0-1-31 0,0 1-31 16,0-2-33-16,0-3-41 0,0 1-43 0,0-1-48 0,0 0-46 15,0-3-44-15,0 0-41 0,0 0-32 0,0 0-29 0,0 0-26 0,0 0-22 16,4-1-14-16,-3-2-13 0,-1 1 3 0,0-2 8 0,0-1 23 0,4 1 29 16,-4-3 36-16,2 0 36 0,-2 1 37 0,4-1 36 0,-4-2 31 0,0 1 32 15,5-1 24-15,-5 0 26 0,4 0 26 0,-4 0 27 0,1 0 22 0,3 0 23 16,-4 2 20-16,5-2 22 0,-5 0 19 0,4 1 20 0,-4-1 13 0,5 2 15 15,-5-1 10-15,4 1 9 0,-2-1 7 0,1 1 8 0,-3 1 2 0,6 1-5 16,-6-1 6-16,5 0 2 0,-5 2 2 0,4-1 5 0,0 2 1 0,-3-1 5 16,3 1 5-16,-4 0 8 0,5 1 14 0,-5 1 16 0,4 1 22 0,-4 0 24 15,2 0 28-15,1 0 25 0,-1 1 13 0,2 1 10 0,0 1 1 0,-3 0-2 16,-1 1-2-16,4-1-3 0,0 3-11 0,-3 0-15 0,-1 0-20 16,4 0-22-16,-2 2-29 0,1 1-35 0,-3-2-33 0,4 2-28 0,-2-1-24 15,1-1-20-15,-3 1-15 0,2-1-17 0,2-1-25 0,-4 2-26 0,4-4-27 16,-3 2-29-16,-1-1-42 0,0-1-43 0,0-1-45 0,4 0-42 0,-4 0-39 15,0-3-34-15,0 3-34 0,0-3-37 0,-4 3-30 0,4-3-28 0,0 0-13 16,0 0-10-16,0 0 2 0,-5 0 5 0,5 0 18 0,-6 0 26 16,6 0 6-16,-3-1-5 0,-3-1 17 0,3-1 25 0,-3 3 32 0,1-3 34 15,1 3 32-15,-1-1 32 0,-1-1 30 0,3 1 27 0,-3-2 22 0,1 3 22 16,0-2 20-16</inkml:trace>
  <inkml:trace contextRef="#ctx0" brushRef="#br0" timeOffset="163844.87">9277 7533 127 0,'-5'1'282'0,"1"-1"33"0,-1 3 20 0,1-1 13 15,4-1 9-15,-6 1 7 0,6-2 7 0,-1 1 7 0,1-1 5 0,0 0 6 16,-4 2-4-16,4-2-5 0,0 0-79 0,0 0-112 0,0 0-50 0,4 1-21 15,-3-1-8-15,3 1-1 0,-2-1-1 0,2-1-1 0,1 1-2 0,0-1-2 16,4-1-1-16,-5 1-2 0,5 1-2 0,-4-2-5 0,1 1-3 0,-1-1-8 16,4 1-7-16,-5-1-11 0,1 1-7 0,1 1-11 0,-3-2-5 0,3 0-4 15,-2 2-7-15,-3-1-3 0,3 1-3 0,-4 0-2 0,0 0 2 0,0 0-2 16,0 0-1-16,0 0-3 0,0 0-7 0,0 0-13 0,0 0-16 16,-4 3-18-16,4 0-19 0,-1 2-15 0,-3-2-17 0,-2 1-10 0,1 1-11 15,-2 1-10-15,1 0-7 0,1 1-8 0,-4 1-5 0,3-3-4 0,-3 3 5 16,4-2 7-16,-4 1 13 0,0 1 16 0,4-2 18 0,-5 0 18 0,1 2 17 15,-1-2 15-15,1 1 18 0,-1-1 17 0,1 1 20 0,0 1 18 16,-1-2 23-16,0 0 24 0,1 2 29 0,2-1 29 0,-5-1 38 0,6 2 39 16,-3-2 38-16,0 0 38 0,0 0 22 0,4 0 14 0,-1-2 3 0,1 1-1 15,-3-2-8-15,7 1-14 0,-3-2-12 0,2 1-19 0,2 0-22 0,0-3-22 16,2 1-28-16,-2-1-31 0,4 0-33 0,1 0-34 0,4 0-21 0,-3 0-17 16,6-1-9-16,-1-2-5 0,4 1-4 0,-1-2-2 0,0-1-1 0,5 1-3 15,0-2-3-15,0-2-6 0,0 0-7 0,5 0-10 0,-4-2-5 0,2 2-5 16,-3-1-5-16,5 0-2 0,-4 0-4 0,0 1-1 0,1-1-3 0,-1 2-3 15,0 1-10-15,-5 0-16 0,3 0-35 0,0-2-47 0,-4 2-68 0,-3 2-77 16,4-2-64-16,-3 0-62 0,-1 1-64 0,-2-1-67 0,0 2-92 0,-3-2-103 16,3 0-46-16,-7 0-20 0,1 1 0 0,3-1 10 0,-6 2 34 0,0-1 49 15,0-1 64-15,0 2 81 0,0-2 64 0,-6 1 58 0,6 2 66 0,-3-2 68 16</inkml:trace>
  <inkml:trace contextRef="#ctx0" brushRef="#br0" timeOffset="164054.12">9630 7275 81 0,'0'6'405'0,"-2"-4"113"0,2 3 81 0,0 0 49 0,0 1 34 0,0-2 20 0,0 2 12 0,0 0 6 0,0 0 4 0,0 2 2 16,0-1 1-16,0-1-28 0,0 2-37 0,0-1-149 0,2 1-200 16,-2-1-132-16,3-1-100 0,-3 2-93 0,2-2-89 0,-2-1-78 0,4 2-73 15,-4-3-57-15,3 1-52 0,-1-3-55 0,2 2-48 0,-4-3-63 0,2 1-65 16,-2-2-47-16,0 0-43 0,0 0-3 0,3-3 12 0,-3-2 42 0,4 1 52 15,-2-1 58-15,-2-1 59 0,0 0 53 0,0 0 47 0,0 0 51 0,3 0 51 16,-3-1 61-16</inkml:trace>
  <inkml:trace contextRef="#ctx0" brushRef="#br0" timeOffset="164278.26">9758 7206 219 0,'9'-9'303'16,"2"0"37"-16,-2 1 18 0,0-1 20 0,0 5 21 0,2-2 24 0,-2-1 32 15,-4 3 38-15,3 0 36 0,-3 1 31 0,1-2 24 0,-1 4-39 0,-1-2-75 16,1 0-59-16,0 1-54 0,-1 1-18 0,1 1 5 0,-1-2-3 0,-2 2-1 15,2 0-16-15,-1 2-23 0,-1-2-26 0,-2 3-32 0,0 0-26 0,4 0-22 16,-4 1-20-16,0 1-18 0,0 1-15 0,0 0-16 0,0 1-20 0,0-1-23 16,0 3-22-16,-4-1-19 0,4 1-21 0,-2 0-24 0,-1-2-37 15,3 2-43-15,-4-2-57 0,2 1-64 0,-2 0-60 0,3-2-56 16,-3 0-50-16,4-2-44 0,-4 0-44 0,4 1-42 0,-1-2-37 0,-3 2-38 16,2-2-46-16,-1-2-53 0,3-1-8 0,-4 1 14 0,-1 1 40 0,-1 0 56 15,2-2 54-15,-1 0 58 0,0 0 48 0,-1 0 41 0,-1 0 43 0,2 0 42 16,-1 1 41-16,-3-1 43 0</inkml:trace>
  <inkml:trace contextRef="#ctx0" brushRef="#br0" timeOffset="165029">9711 7290 58 0,'0'0'274'16,"0"0"49"-16,0 0 26 0,0 0 17 0,0 0 13 0,0 0 17 0,4 0 19 15,-1-2 23-15,3 2 26 0,-4-1 29 0,1-1 30 0,3 0-5 0,-3 0-19 16,3-1-62-16,-1 0-80 0,0 1-36 0,3-1-13 0,-3 0-10 0,1 1-11 16,-1 1-14-16,-1 0-17 0,1-1-24 0,-1 1-23 0,1-1-30 0,-1 2-30 15,-2-1-29-15,1 1-33 0,-3 0-30 0,0 0-29 0,0 0-28 0,0 0-27 16,0 0-24-16,0 0-28 0,0 0-27 0,0 3-26 0,0 0-21 0,0-1-19 15,-3 3-15-15,-3 0-16 0,2-1-8 0,3 0-7 0,-3 3-1 0,-1-1 2 16,1 0 7-16,-1 1 12 0,-1-1 19 0,3 0 19 0,-3 2 24 16,1-2 25-16,1-2 19 0,-1 2 20 0,1 0 18 0,-1-1 18 0,3-1 12 15,-2 1 12-15,1-1 9 0,3-1 6 0,-2 0 8 0,2-1 5 0,0-2 8 16,0 0 9-16,0 0 8 0,0 0 9 0,0 1 7 0,0-1 9 0,2 0 1 16,-2 0 6-16,3 0 1 0,3 0 0 0,-6 0 0 0,5-1 2 0,-1 1-3 15,1-2 0-15,-1 1-5 0,-3-1-3 0,7 1-9 0,-6-2-8 16,1 1-7-16,3 1-9 0,-3-1-5 0,-1-1-6 0,2 1-6 0,-1 1-3 15,-1 0-8-15,-2 1-7 0,0 0-10 0,4-2-14 0,-4 2-18 0,0 0-21 16,0 0-18-16,0 0-19 0,0 0-15 0,0 0-15 0,-4 2-10 0,2-1-11 16,-1 2-9-16,-1-1-8 0,2 1-1 0,-1 1-2 0,-3 1 5 0,3-1 7 15,-3 1 14-15,1-1 17 0,1 2 17 0,-1-2 19 0,-1 3 14 0,3-3 17 16,-3 2 12-16,1-1 13 0,-1 1 12 0,-1-2 12 0,2 2 12 0,-1-1 10 16,3 1 13-16,-3-2 13 0,1 2 12 0,-1-1 11 0,3-1 9 0,-1 1 8 15,-1-1 7-15,1-1 6 0,2 2 5 0,-1-2 3 0,3-2 4 0,0 2 4 16,0-3 6-16,0 0 2 0,0 1-1 0,0 1-3 0,3 0-4 0,-1-2-3 15,2 1-8-15,-1-1-6 0,-1-1-4 0,5-1-8 0,-1 0-6 0,-1 1-5 16,1-2-6-16,-1 0-9 0,2 0-10 0,-1 0-6 0,-1-2-8 16,1 3-4-16,1-1-4 0,-5-2-1 0,3 2-1 0,-1 0 2 0,1 1 9 15,-1 1 7-15,-3 0 16 0,3-1 15 0,-4 2 22 0,4 0 27 0,-4 0 28 16,2 2 33-16,1-2 22 0,-3 1 19 0,4 2 14 0,-4 2 11 0,2-2 6 16,-2 1 5-16,0 2-2 0,-2 0-3 0,2 2-9 0,-4-1-12 0,4 1-19 15,0-1-26-15,-3 4-25 0,3-4-33 0,-2 2-23 0,-2 0-18 16,4-1-16-16,0 1-12 0,-4-2-9 0,3-1-9 0,1 1-6 0,0 0-9 15,0-1-4-15,0-2-5 0,0 0-3 0,0 0-2 0,0 0-1 0,0-1-1 16,0-3-1-16,0 3-2 0,0-3-2 0,0 2 0 0,0-2 0 0,0 0 0 16,0 0 0-16,0 0 0 0,0 0 0 0,0 0 0 0,0 0 0 0,0 0-2 15,0 0-1-15,0 0 0 0,0 0 0 0,0 0 0 0,0 0 0 0,0 0 0 16,0 0-3-16,0 0-3 0,0-2-1 0,0-1-4 0,0 0-5 0,1 0-10 16,-1 0-10-16,0-1-12 0,4-2-14 0,-4 1-15 0,0-1-10 0,4-1-10 15,-2-1-14-15,1 1-7 0,-3-1-11 0,6-1-7 0,-3 2-11 0,-1-1-10 16,5-1-5-16,-5 2-7 0,3-2 0 0,3 1-1 0,-3 0 1 0,1 1 0 15,-3 0 3-15,3 1 1 0,-3 0 4 0,3 1 1 0,-5-1 4 0,7 2 10 16,-3-1 11-16,-3 2 14 0,5 0 10 0,-5 0 13 0,2 1 11 0,1 1 9 16,0 0 8-16,-5-1 10 0,4 2 1 0,1-1 2 0,-1 1 6 0,-4 0 6 15,2 0 5-15,2 0-1 0,1 0-6 0,-5 1-9 0,4-1-12 0,1 2-13 16,-5-2-19-16,5 1-20 0,-5-1-34 0,4 1-40 0,-4-1-72 16,0 0-88-16,0 0-39 0,0 0-17 0,0 0-6 0,0 0-3 15,0 0 5-15,0 0 11 0,0 0 10 0,-4 4 17 0,-1-3 20 0,5-1 24 16,-4 3 38-16,-1-1 47 0</inkml:trace>
  <inkml:trace contextRef="#ctx0" brushRef="#br0" timeOffset="165596.75">10102 7275 130 0,'3'0'410'0,"1"0"160"0,-2 0 78 0,1 0 37 0,-1 3 26 0,2 0 23 0,-1-1 17 0,-1 2 19 0,-2-1 16 0,4-2 12 15,-2 4 9-15,1-2 10 0,1 1-93 0,-2 1-144 0,1 1-150 0,-3 0-152 16,6 1-77-16,-6-1-38 0,3 0-28 0,-1 3-21 0,-2-1-19 0,4-1-20 16,-4 2-17-16,5-2-11 0,-5 1-10 0,0 0-10 0,0 1-10 0,4-2-7 15,-4 1-7-15,0-2-4 0,0 1-1 0,0-1 2 0,-4 0 0 16,4-1-1-16,0-1-1 0,-2 1 4 0,-1-1-4 0,3-1-1 0,-4 0-3 15,2-1-3-15,-1 0-3 0,-3 2-4 0,3-3-4 0,-3 2-2 0,3-1-2 16,-3-1-6-16,1 1 0 0,-1-2 0 0,3 1-3 0,-3 1-5 0,3-2 1 16,-3 0-1-16,5 0 1 0,-3-2 1 0,0 1 0 0,2-1 0 0,-1 1 0 15,3-4 0-15,0 2 3 0,0-1 0 0,0 1-2 0,0-3-1 16,0-2 1-16,3 2 0 0,-1-1-1 0,2-2-1 0,0 0-4 0,1 0-2 16,-3-2-2-16,5 1 1 0,-2-1 2 0,1 1 2 0,3-1 2 0,0 1 3 15,-4-1 2-15,6 2 1 0,-2 0 4 0,0 2 4 0,0-1 3 0,0 1 6 16,0 1 7-16,2 0 10 0,-2 0 8 0,2 1 8 0,-2 2 9 0,6-1 6 15,-6 0 9-15,3 2 7 0,-1 0 4 0,0 1 4 0,2-1 3 0,-2 2 3 16,-2 0 4-16,0 2 7 0,0-2 0 0,2 3 0 0,-2-2-2 0,0 2-5 16,2 0-1-16,-2 2-3 0,-4-1-3 0,4 0-1 0,-2 3-1 0,1-1 2 15,-5 1 3-15,6-1 2 0,-3 2 2 0,-3 1 2 0,3 0 5 0,-5 0 4 16,3 0 7-16,-4 1 10 0,4 2 8 0,-4-1 10 0,0 0 5 0,-4 2 8 16,4-1 2-16,-5-1 4 0,5 3 2 0,-6 0-3 0,3-1-5 0,-3-1-4 15,1 2-8-15,-2-1-4 0,1-1-12 0,-3 0-10 0,4 0-14 0,-4 0-11 16,0 0-17-16,1-2-19 0,-1 1-24 0,-3-1-29 0,1 1-30 0,2-2-34 15,-6 2-26-15,3-4-25 0,1 2-23 0,-4 0-23 0,1-1-35 0,-1-2-45 16,3 0-85-16,1 0-108 0,-2-2-91 0,2 1-84 0,2-3-90 16,0 2-96-16,4-4-43 0,-4 0-19 0,3-2 4 0,3-1 14 0,-3-1 16 15,4 1 20-15,-1-2 31 0,-1-1 43 0,2 0 87 0,2 0 109 0,-3-2 96 16,3 3 94-16,0-3 107 0</inkml:trace>
  <inkml:trace contextRef="#ctx0" brushRef="#br0" timeOffset="165747.28">10310 7588 220 0,'0'3'407'0,"0"0"58"0,0-1 25 0,0 1-3 0,0 0-15 16,0-3-21-16,0 2-26 0,0 2-29 0,-4-3-30 0,2 2-40 0,-1-3-45 15,-1 2-117-15,2-1-152 0,2-1-184 0,-9 0-192 0,4 0-85 0,-4 0-32 16,3 2-3-16,-3-2 13 0,4 1 21 0,-4-1 26 0,0 0 29 0,0 0 29 16,0 0 41-16,-2 2 45 0,-2-2 61 0</inkml:trace>
  <inkml:trace contextRef="#ctx0" brushRef="#br0" timeOffset="180178.31">27856 5050 94 0,'4'2'345'0,"-4"-2"110"0,-4 1 58 0,4 2 29 0,-3 0 27 0,3 2 26 0,0-1 30 0,-2 2 34 0,-2-1 31 0,2-1 28 16,2 2 24-16,-3 0 19 0,-1-1-77 0,2 1-125 0,-1-1-108 0,3 2-104 15,-4-1-52-15,4-2-27 0,-2 2-24 0,-1-1-24 0,3 1-28 16,-2-2-30-16,-2 2-29 0,4-1-24 0,-3 1-23 0,1 0-19 0,-2 0-11 16,2-2-11-16,2 4-8 0,-7-2-4 0,7 0-1 0,-5 0-4 0,5 0-1 15,-4 1-1-15,4-1-4 0,-5 0-1 0,5 0-4 0,-2 2-2 16,-2-2-3-16,4 1-5 0,-3-1-1 0,1-1-4 0,2 1-5 0,-4-2-2 0,4 2-7 16,-2-1-10-16,2-2-11 0,0 1-15 0,-3-1-24 0,3-1-32 15,-4 1-56-15,4-3-68 0,0 0-70 0,0 0-75 0,0 0-64 0,0 0-63 16,0 0-66-16,0 0-64 0,0 0-65 0,4-5-65 0,-1 1-20 0,-1-2 0 15,-2-2 18-15,6 1 29 0,-3-4 53 0,3 1 68 0,-3-1 71 0,-1 1 75 16,5-1 67-16,-1 1 66 0,-3-1 64 0,-1 1 69 0</inkml:trace>
  <inkml:trace contextRef="#ctx0" brushRef="#br0" timeOffset="180431.51">27885 5018 111 0,'0'0'329'15,"0"0"69"-15,0 0 36 0,0 0 29 0,0 0 24 0,0 2 35 0,6 1 35 16,-6-1 43-16,3 1 46 0,1 0 36 0,-2 1 31 0,1-1-19 0,-1 2-41 15,2-1-95-15,-1 1-114 0,-1-3-58 0,4 3-28 0,-3-2-22 0,3 2-21 16,-3-2-28-16,3 1-34 0,-1-1-37 0,-1 2-41 0,-1-2-32 0,3 1-28 16,-4 0-16-16,1 1-14 0,1 0-8 0,-2-1-8 0,1-1-8 0,-1 3-5 15,2-3-4-15,-4 2-2 0,3-2-4 0,-3 1-1 0,2-1-3 16,-2-1-4-16,-2 2-2 0,2 1-5 0,-3-2-2 0,-1 1-8 0,2-1-8 16,-3 2-11-16,-2-1-11 0,1 2-14 0,-3-1-14 0,4 1-20 0,-4-1-33 15,0 0-38-15,-2 0-77 0,2 1-96 0,0-2-79 0,-2-1-75 0,2 2-75 16,0-2-73-16,0-2-82 0,3 1-84 0,-3-2-34 0,4-2-7 15,5 2 3-15,-4-3 14 0,4 3 28 0,0-6 36 0,4 0 78 0,-1 0 92 16,3 0 81-16,-1-1 75 0,4 1 74 0,0-2 77 0</inkml:trace>
  <inkml:trace contextRef="#ctx0" brushRef="#br0" timeOffset="180590.67">28113 4978 90 0,'2'3'399'16,"-2"2"113"-16,-2-2 75 0,-2 3 58 0,4-2 46 0,0 1 32 0,-1 2 24 15,-3 0 18-15,0 3 17 0,4-3 7 0,-5 4 5 0,3-3-27 0,-5 3-44 16,2-1-144-16,3 1-193 0,-6 0-134 0,3-1-110 0,1 1-145 0,-1-1-162 16,0 1-154-16,1-1-148 0,-3-1-124 0,0-1-108 0,1 1-53 0,-3-2-25 15,4 1-12-15,1-1-8 0,-1-1 4 0,-1 0 3 0,3-1 25 0,-3-2 33 16,4 1 91-16,-5-1 117 0,7-3 122 0,0 0 125 0</inkml:trace>
  <inkml:trace contextRef="#ctx0" brushRef="#br0" timeOffset="187357.35">4831 8476 139 0,'0'0'386'0,"4"2"113"0,-4 2 60 0,3-1 37 0,-3 3 30 0,2 3 25 0,-2 0 30 0,4 0 26 0,-4 2 20 0,5 0 18 0,-5 0 7 0,4 3 4 16,1-3-99-16,-1 2-150 0,-2-1-121 0,1 0-110 0,-1-2-59 0,2 2-34 15,-1-1-29-15,-1-2-28 0,2 1-26 0,-4 1-24 0,5-1-20 0,-5-1-19 16,4 0-11-16,-2 0-10 0,-2-1-10 0,3 1-12 0,-3-2-16 15,4-1-16-15,-4 0-29 0,0-3-35 0,0 2-45 0,0-1-52 0,0-2-54 16,0-2-61-16,0 2-58 0,0-2-54 0,0 4-60 0,0-4-59 0,0 0-71 16,0 0-77-16,0 0-26 0,0 0-6 0,-4-4 23 0,1 0 27 0,1 0 44 15,2-2 52-15,0 0 53 0,0-2 60 0,0 1 57 0,2-2 53 16,1 1 63-16,-3-2 65 0</inkml:trace>
  <inkml:trace contextRef="#ctx0" brushRef="#br0" timeOffset="187596.04">4931 8483 159 0,'3'-8'296'15,"6"-3"49"-15,-3 2 27 0,3 0 20 0,2 0 18 0,-2 0 21 0,3 2 26 16,-1-2 31-16,0 0 36 0,2 0 38 0,1 0 37 0,-3 1-15 0,2-1-44 16,1 2-62-16,-3-1-65 0,2 2-29 0,-3 0-13 0,0 3-9 0,-1-2-9 15,0 3-14-15,1-1-15 0,-1 1-25 0,1 2-26 0,-5 2-31 16,4-1-31-16,0 1-28 0,-4 2-23 0,5 1-22 0,-5-1-16 0,0 2-13 16,3 2-12-16,-3 1-11 0,0 1-10 0,1 1-8 0,-2 1-10 0,-3 0-4 15,3 1-7-15,-4 1-10 0,4 1-7 0,-3 0-10 0,-1-1-11 0,0 2-12 16,0-1-14-16,0-2-20 0,0 0-20 0,0 1-41 0,0-2-47 15,-1 0-70-15,1-1-77 0,-4-1-67 0,4-1-62 0,-4 0-58 0,4 0-54 16,-1 0-61-16,-3 0-66 0,4-3-54 0,-6 0-52 0,3-1-11 0,-3-1 6 16,5 1 32-16,-3-1 47 0,0 1 67 0,-1-2 78 0,0 0 66 0,1-2 61 15,-2 1 57-15,3 0 57 0,3-2 63 0</inkml:trace>
  <inkml:trace contextRef="#ctx0" brushRef="#br0" timeOffset="187894.87">5072 8574 28 0,'-4'-5'265'0,"-1"1"75"0,1-1 34 0,2 2 20 15,-1 2 9-15,3 1 11 0,0 0 9 0,0 0 14 0,0 0 20 16,0-5 24-16,3 4 21 0,-1-2 21 0,2 0-60 0,-4 1-97 0,5-1-77 16,0 0-69-16,-1 2-32 0,2-2-16 0,-3-2-11 0,3 2-8 15,-1 2-11-15,0-2-14 0,3 0-25 0,-3 1-32 0,-1-1-43 0,1 3-44 16,-3-1-41-16,2-1-42 0,1 2-29 0,-5 0-26 0,0 2-21 0,4-1-20 16,-4 2-18-16,0 2-13 0,0-1-13 0,0 1-8 0,-4 2 2 0,4 1 6 15,-5-1 21-15,-1 2 25 0,3 2 30 0,-3-2 33 0,1 1 29 0,-4-1 28 16,5 2 29-16,-5-1 29 0,4-1 29 0,-5 0 29 0,5 0 26 0,0-1 22 15,-1 1 15-15,3-3 11 0,-3 1 10 0,3-2 7 0,-3-1 3 0,6 0 2 16,0 0 0-16,-3-1 0 0,3-3-1 0,3 1-4 0,-3 2-7 0,4-3-6 16,-2 2-9-16,1-2-8 0,3 0-6 0,-1-2-8 0,-1 1-6 15,5-1-5-15,-4 1-6 0,4-2-4 0,-3-1-11 0,3 0-11 0,0-2-24 16,0 2-30-16,-2-4-38 0,2 1-40 0,0-1-51 0,0-1-52 16,2 0-68-16,-4 0-79 0,0 0-70 0,2-1-67 0,-5-1-30 0,5 2-15 15,-3 0-1-15,-1 0-2 0,0 0 17 0,-1 2 22 0,0 1 31 0,-3-1 34 16,3 2 45-16,-4 2 45 0,2-2 67 0</inkml:trace>
  <inkml:trace contextRef="#ctx0" brushRef="#br0" timeOffset="189105.34">5059 8212 144 0,'0'-4'311'0,"0"-1"55"0,0 3 30 0,0 2 24 0,0 0 16 0,0-1 21 0,0 1 22 0,0 0 26 0,0 0 27 16,0 0 28-16,0 0 24 0,0 0-28 0,0 0-52 0,0 0-77 0,4 1-83 16,-4-1-28-16,0 2-4 0,1 1-2 0,3 0-8 0,-4 0-9 0,5 2-14 15,-1 2-19-15,-4 1-25 0,6 2-23 0,-3 1-23 0,3 2-17 0,-1 1-14 16,-1 1-18-16,-3 0-20 0,3 3-27 0,1 0-27 0,-1-2-27 0,-4 2-24 15,6 0-39-15,-6 2-45 0,3-2-58 0,-1-2-67 0,2 2-62 0,-4-3-63 16,3 1-53-16,-1 0-50 0,-2-3-55 0,4-1-57 0,-4 2-78 0,1-2-88 16,3-2-33-16,-4-1-6 0,0 0 19 0,4 0 33 0,-3-1 52 15,-1-1 60-15,4 1 60 0,-4-3 61 0,5 0 52 0,-5 0 49 0,6-1 53 16,-6 0 57-16</inkml:trace>
  <inkml:trace contextRef="#ctx0" brushRef="#br0" timeOffset="189373.07">5410 8313 13 0,'2'4'309'0,"1"2"153"0,-3 0 94 0,0 2 65 0,0-1 48 0,4 2 38 15,-2 2 24-15,-2-1 21 0,3 4 11 0,-3-4 10 0,0 4 7 0,0-1 1 16,-3-1-67-16,3 3-104 0,0-3-135 0,0 2-153 0,0-1-95 0,0-1-69 16,0 2-57-16,0-2-53 0,0-1-54 0,0 2-58 0,0-1-68 15,0-2-69-15,0 1-65 0,3-2-62 0,-3 0-49 0,2 0-44 0,-2-3-43 16,4 0-46-16,-4 0-46 0,3-2-43 0,-1 1-49 0,-2-5-52 16,0 0 0-16,0 0 24 0,0 0 48 0,0 0 59 0,4-3 58 0,-1-1 57 15,-1 0 48-15,2-2 43 0,-2 0 45 0,-2 0 41 0,3 0 50 0</inkml:trace>
  <inkml:trace contextRef="#ctx0" brushRef="#br0" timeOffset="189927.45">5529 8326 112 0,'6'-18'256'0,"3"0"37"0,0 0 20 15,0 2 17-15,2 0 12 0,-2 3 15 0,0 1 15 0,0 0 13 0,-2 3 18 16,2 0 17-16,-3 2 22 0,3-1-21 0,-6 2-41 0,3 2-44 0,-1-1-43 16,-1 2-8-16,-1 2 16 0,-1-3 20 0,2 3 26 0,-4 1 13 0,0 0 14 15,0 0 3-15,0 1 1 0,5 3-4 0,-5-3-6 0,6 2-15 0,-6 2-17 16,3 2-25-16,1 1-20 0,-2 2-32 0,3 1-31 0,-1 2-34 15,-1 2-38-15,-1 1-28 0,2 2-25 0,-4 2-20 0,5 1-17 0,-5 0-17 16,4 0-13-16,-2 0-10 0,1 0-10 0,-3 2-5 0,2-3-7 16,2 0-4-16,-1-1-3 0,-1 1-1 0,-2-4-2 0,4 3-3 0,-1-4-3 15,-1 0-5-15,-2 0-4 0,4-2-4 0,-4-1-4 0,0 0-4 0,1-1-7 16,-1-1-8-16,0-2-8 0,0 1-13 0,0-2-13 0,0-1-26 0,-1 2-34 16,1-4-44-16,0 1-51 0,-4-1-52 0,4-1-51 0,-2-1-42 0,-1-1-35 15,3 1-29-15,-4-2-23 0,-1 0-18 0,1 0-17 0,2 0-9 0,-1-2 0 16,-3 2 8-16,1-3 18 0,1 0 30 0,-1 0 37 0,-1-1 38 0,1-2 40 15,-2 0 36-15,1-2 37 0,1 1 39 0,1-1 40 0,-1-1 44 0,-1 0 44 16,1-1 45-16,1-1 41 0,-1 2 38 0,1-1 35 0,-1-1 30 0,1-1 31 16,2 3 25-16,-1-1 29 0,-1-1 15 0,2 2 14 0,2 0 1 15,-3 0-5-15,3 0-9 0,-2 2-14 0,2-1-15 0,0 2-17 0,-4-1-13 16,4 1-13-16,4 0-7 0,-2 0-3 0,-2 1-3 0,3 1-4 16,-1-1 0-16,2 1-2 0,-1-1 1 0,-1 1 0 0,2-1 0 0,1 2 2 15,-1-1 0-15,-2 2-1 0,1-1 0 0,1 0 1 0,-2 1 0 0,1 1-3 16,-3 0 3-16,2 1 3 0,-2 0 8 0,0 0 7 0,0 0 11 0,0 0 17 15,0 0 16-15,4 0 17 0,-4 0 15 0,0 2 14 0,0-2 12 0,0 2 7 16,3 1 2-16,-3 0 0 0,0 2-5 0,0-2-8 0,0 1-13 0,0 1-12 16,0-1-19-16,0 1-21 0,0-1-25 0,0 2-25 0,0-3-21 0,0 2-23 15,0-1-20-15,0 1-16 0,0-1-13 0,0 1-11 0,0-2-9 0,2-1-9 16,-2 2-11-16,4-3-10 0,-4 2-13 0,0-1-11 0,2 1-19 16,1-2-22-16,-3 1-27 0,6-1-27 0,-6 0-32 0,3-1-31 0,1 2-30 15,-2-2-26-15,3 0-28 0,-1 2-24 0,-1-2-27 0,3 0-30 0,-4-2-36 16,5 2-38-16,-2-2-48 0,1-2-54 0,-1 1-7 0,2-1 10 15,-1-3 26-15,3 2 31 0,-2-1 33 0,2-2 32 0,0 2 30 0,0-1 32 16,0 0 35-16,2 0 39 0,2 0 46 0,-3 1 52 0</inkml:trace>
  <inkml:trace contextRef="#ctx0" brushRef="#br0" timeOffset="191063.98">6059 8265 22 0,'-2'3'292'0,"2"-2"120"0,-3 1 79 0,3-1 60 0,0-1 53 0,0 3 53 16,0 0 39-16,0-3 37 0,0 3 25 0,0-3 20 0,0 0 12 0,0 0 8 16,0 0-64-16,0 0-102 0,0 0-113 0,0 0-118 0,0 0-79 15,0 0-57-15,0 0-55 0,0 0-51 0,0 0-39 0,0 0-38 0,0 0-25 16,0 0-21-16,0 0-13 0,0 0-10 0,0 0-5 0,0 0-7 16,0 0-2-16,0 0-2 0,0 0 0 0,3 0 0 0,-3 0 0 0,0 0-2 15,0 0 1-15,0 0 1 0,0 0 0 0,0 0 1 0,6 0-1 0,-6 0 0 16,0 0 0-16,0 0 3 0,0 0 2 0,0 0-4 0,0 0 1 0,0 0-1 15,0 0 2-15,0 0-1 0,0 0-1 0,0 0-1 0,0 0 2 0,0 0-1 16,0 0-1-16,0 0 2 0,0 0-2 0,0 0 0 0,5 0 0 0,-5 0 0 16,0 0 0-16,0 0 1 0,0 0 1 0,4 0-1 0,-4 0 1 0,2-1 2 15,1 1 1-15,-3 0-2 0,4-2 1 0,-4 2 1 0,2-2-1 0,-2 2 1 16,3 0-2-16,-3 0 1 0,0-1 1 0,0 1 1 0,0 0 0 0,4 0 0 16,-4 0 1-16,0 0 1 0,0 0 4 0,0 0 4 0,0 0 5 0,0 0 3 15,0 0 6-15,0 0 2 0,0 0 4 0,0 0 3 0,0 0 3 0,0 0 3 16,0 0 3-16,0 0 4 0,0 0 1 0,0 0-2 0,0 0-2 15,0 0-1-15,0 0-3 0,0 0-1 0,0 0-4 0,0 0-4 0,0 0-4 16,0 0-2-16,0 0-3 0,0 0-3 0,0 0-5 0,0 0-4 0,0 0-3 16,0 0 2-16,0 0-4 0,0 0-1 0,0 0-3 0,0 0-1 15,0 0-2-15,0 0 1 0,0 0-1 0,0 0-1 0,0 0-1 0,0 0-1 16,0 0 0-16,0 0 2 0,0 0-1 0,0 0 1 0,0 0 1 0,0 0 0 16,0 0 1-16,0 0-1 0,0 0 0 0,0 0-1 0,0 0 2 0,0 0 1 15,0 0 1-15,0 0-2 0,0 0 1 0,0 0 1 0,0 0 0 0,0 0-5 16,0 0 1-16,0 0-1 0,0 0 1 0,0 0-2 0,0 0 1 0,0 0 1 15,2-1-1-15,-2 1-1 0,3 0 2 0,-3 0 2 0,2 0 1 0,2-2-1 16,-4 2 1-16,0-1 1 0,3-1-2 0,-3 2 1 0,2 0-2 0,-2 0 1 16,0 0 2-16,4-1 2 0,-4 1-2 0,0 0 0 0,0 0-5 0,0 0-2 15,0 0-1-15,0 0 4 0,0 0 2 0,0 0-1 0,0 0 2 0,0 0-1 16,0 0 2-16,0 0 0 0,0 0 0 0,0 0-1 0,0 0-1 16,0 0 1-16,0 0 2 0,0 0 5 0,5-2-1 0,-5 2-5 0,0 0 0 15,0 0 0-15,0 0-2 0,0 0-1 0,0 0-4 0,0 0-7 0,0 0-4 16,0-1-7-16,0 1-7 0,0 0-7 0,0 0-4 0,0 0-7 15,0 0-4-15,0 0-7 0,0 0-8 0,0 0-5 0,0 0-8 0,0 0-10 16,0 0-7-16,0 0-7 0,0 0-13 0,0 0-10 0,0 0-17 0,0 0-15 16,0 0-19-16,0 0-22 0,0 0-22 0,0 0-21 0,0 0-17 0,0 0-16 15,0 0-6-15,0 0 1 0,-3 0 6 0,1-2 11 0,-2 2 14 0,4 0 18 16,0 0 26-16,0 0 27 0,-5-1 36 0,5 1 37 0,0 0 47 0,0 0 46 16,0 0 52-16,0 0 54 0,0 0 39 0,0 0 29 0,0 0 26 0,0 0 26 15,0 0 17-15,0 0 12 0,0 0 7 0,0 0 8 0,0 0-3 0,-4 1-5 16,4-1-9-16,0 3-13 0,0 0-24 0,0 0-29 0,0 0-19 15,-2 2-14-15,2-1-19 0,0 2-20 0,0 0-10 0,-3 2-9 0,3-2-6 16,0 1-9-16,0 1-6 0,0 0-5 0,0 0-4 0,0 0-4 0,0 1-5 16,0-2-6-16,0 0-3 0,0 1-3 0,0 0-2 0,0-1 1 15,0-1-7-15,0-1-7 0,0 1-3 0,0-2-3 0,0 1-4 0,0-1-4 16,0-1-2-16,0 0-7 0,0 0-4 0,0-3-7 0,0 2-8 0,0-2-8 16,0 0-10-16,0 3-12 0,0-3-6 0,0 0-4 0,0 0-5 0,0 0-8 15,0 0-2-15,0 0-4 0,3 0-3 0,-3 0 0 0,2 0 4 0,2-2 2 16,1 1 7-16,-1-2 7 0,-2 0 6 0,5-1 11 0,-2-1 4 0,1-1 4 15,-1-1 8-15,4 2 6 0,-3-3 6 0,3-1 5 0,0 0 2 0,0 0 2 16,0 0 5-16,0 0 4 0,2 0 4 0,-2 0 7 0,2 0 2 0,-2 1 5 16,0 0 3-16,2 0 5 0,1 2 1 0,-3 0 0 0,0 0 1 0,-1 1 4 15,1 1 2-15,-4 1 5 0,2 0 3 0,-5 0 3 0,5 2 3 0,-5 1 0 16,-2 0 1-16,0 0 4 0,0 1-1 0,0 2 1 0,0 0-2 16,0 0 0-16,-2 1-1 0,-1 4-2 0,-1-2-3 0,2 3-3 0,-5 0-3 15,2 2-6-15,-1 1-4 0,1-2-7 0,-4 2-5 0,5 0-4 0,-5 0-4 16,4-1-3-16,-1-1 0 0,-3 0 2 0,4 1 1 0,-1-4 1 15,1 1 2-15,1 0 0 0,1-2 0 0,-3 0 0 0,3-2-1 0,1-1-1 16,2 0 1-16,0 0-2 0,0-3 0 0,0 3 4 0,0-3-2 0,0 2-2 16,0-1-2-16,2 1 1 0,1-2-1 0,3 0 1 0,-3 0-1 0,1 0-1 15,1 0 0-15,-3 0 2 0,5-2-1 0,-1 1 2 0,-1-1-1 0,1-1-2 16,-1 1-2-16,2 0 2 0,-1-1-3 0,-3-2-4 0,3 2-4 0,-4 0-5 16,5-1-10-16,-5 1-13 0,1-2-27 0,3 2-34 0,-6-1-59 0,5 0-76 15,-5 0-69-15,0 1-71 0,4-1-56 0,-4 1-57 0,0-2-55 0,0 2-53 16,0 3-68-16,-4-6-76 0,2-2-31 0,-1 3-5 0,-3-1 15 15,6-1 30-15,-3 2 60 0,-3-1 70 0,3-2 73 0,-3 1 71 0,4-1 60 16,-1 2 53-16,-1-1 57 0,-1-3 55 0</inkml:trace>
  <inkml:trace contextRef="#ctx0" brushRef="#br0" timeOffset="191242.94">6238 8085 232 0,'2'-3'358'0,"-2"3"67"16,0 0 49-16,0 1 55 0,4 4 55 0,-4 1 58 0,0 3 59 0,3 0 42 0,-1 1 33 0,-2 4 20 0,0-1 18 0,0 2-50 0,0 2-79 0,4-1-94 0,-4 2-103 0,0-1-66 0,0 1-46 15,-4 0-52-15,4 1-56 0,0 1-58 0,0-2-59 0,-2 3-44 0,-1-2-40 16,3 1-28-16,0 1-25 0,-4-2-29 0,4 1-32 0,0-2-53 0,-2-2-68 16,-1-1-89-16,3 0-101 0,0-3-87 0,0 0-85 0,0-3-107 0,0 0-117 15,0-2-50-15,3 0-19 0,-1-1-4 0,2-3 4 0,-4-1 13 0,5 2 20 16,-5-4 48-16,6 0 63 0,1-2 85 0,-2 0 104 0,4 0 86 0,0-1 84 16</inkml:trace>
  <inkml:trace contextRef="#ctx0" brushRef="#br0" timeOffset="191888.53">6573 8220 54 0,'0'-3'334'0,"-2"1"143"0,2 2 80 0,0 0 46 0,0 0 36 0,0 0 26 0,0 2 27 0,0-2 26 0,0 3 20 16,0 1 19-16,0-1 14 0,2 0 9 0,-2 2-77 0,0-2-115 0,4 3-133 15,-4 0-137-15,0 0-77 0,1 0-46 0,3 1-35 0,-4-1-25 0,4 0-29 16,-3 0-23-16,-1 0-23 0,4 0-18 0,-2 0-13 0,1-1-14 15,-3 0-13-15,4-1-14 0,-2 0-19 0,-2 1-19 0,0-2-25 0,3-1-25 16,-3 0-34-16,0-2-36 0,0 0-36 0,0 0-38 0,0 0-34 0,0 0-32 16,0 0-25-16,0 0-21 0,0 0-11 0,4-2-5 0,-4 0-1 0,2-1 8 15,-2 0 14-15,0-2 22 0,4 0 32 0,-4 0 32 0,1-1 37 0,-1-1 38 16,4 2 33-16,-4-3 31 0,0 0 29 0,4 3 24 0,-3-1 25 0,-1-2 20 16,4 1 19-16,-2 1 16 0,1-2 16 0,3 1 10 0,-3-1 10 0,-1 1 12 15,6-1 10-15,-7-1 12 0,7 0 16 0,-3 2 17 0,0-2 19 0,1 0 17 16,-1 1 29-16,4 0 33 0,-5 1 18 0,1 1 19 0,4 0 12 0,-3 2 5 15,-3-1 10-15,3 1 9 0,-3 1 6 0,-1-1 5 0,2 3 1 0,1 0-3 16,-5 1-7-16,0 0-12 0,4 0-24 0,-2 1-29 0,-2 0-24 0,3 1-22 16,-3 3-18-16,0-1-12 0,4 1-17 0,-4 1-17 0,-4 1-24 0,4 2-27 15,0 0-36-15,-3 0-41 0,3 0-53 0,-2 1-64 0,-2 0-68 0,1 0-75 16,1-1-59-16,2 0-54 0,-4-1-49 0,4-1-44 0,-2 1-45 16,-1-2-45-16,3 0-38 0,-4-2-43 0,2 2-26 0,-1-3-25 0,3 0 24 15,0-3 42-15,-6 3 58 0,3 0 66 0,3-3 55 0,-2 3 52 0,-3-1 46 16,5-2 45-16,0 0 45 0,-4 1 44 0,4-1 49 0</inkml:trace>
  <inkml:trace contextRef="#ctx0" brushRef="#br0" timeOffset="192467.09">6653 8281 121 0,'0'0'277'0,"-4"0"43"0,4 0 24 0,0 0 13 0,-4 0 10 15,4 0 8-15,0 0 8 0,-2 2 9 0,2-2 7 0,0 0 10 0,0 0 7 16,0 0-35-16,0 0-54 0,0 0-69 0,0 0-74 0,0 0-36 0,0 0-15 16,0 0-11-16,0 0-2 0,0 0-5 0,6 0-3 0,-6 0-6 0,0 0-4 15,5 1-5-15,-5-1-1 0,0 0-4 0,0 0-3 0,4 2-3 0,-4-1 1 16,0 1 3-16,0 1 7 0,0 0 5 0,0 1 8 0,0-1 8 0,0 2 9 15,-4 1 11-15,4-2 9 0,-1 2 7 0,-3 2 3 0,0-1 0 0,2-1 1 16,2 1-4-16,-3 0-7 0,1-1-9 0,-2 0-7 0,4 0-11 0,-3 0-9 16,1-2-14-16,2 0-10 0,-4 1-15 0,4-2-15 0,-1 0-14 0,1 0-9 15,0-3-10-15,0 2-7 0,0-2-7 0,1 2-4 0,-1 0-3 0,0-2-6 16,4 0-1-16,1-2-2 0,-1 2-3 0,1-1 0 0,-3 0 0 16,6-2-2-16,-3 1 4 0,0-1-1 0,-1 0 2 0,1-2 0 0,1 3 0 15,-1 0 0-15,-1-1 1 0,1 0-1 0,-1 2 0 0,0-1 0 0,-3 1 1 16,3-1 1-16,-4 2 1 0,2 0 4 0,-2 0 8 0,0 0 8 0,0 0 11 15,0 2 6-15,3-1 8 0,-3-1 6 0,0 5 8 0,0-2 8 0,-3 1 3 16,3 2 4-16,0 0 2 0,-2 0 5 0,-2 0 0 0,4 2-2 0,-5-1 2 16,5 2-1-16,-4-1-9 0,4-1-14 0,-2 1-9 0,-1-1-9 15,-1 1-6-15,4-1-7 0,-2 1-4 0,2-2-1 0,-3 1-3 0,3 1-1 16,0-2-4-16,-2 1-4 0,-2-1-4 0,4-1-7 0,0 0 2 0,-3 2 6 16,3-3 2-16,0 1-1 0,-2-1 2 0,2 1 2 0,0-2-2 0,-4 1-2 15,4-1-1-15,0 0-4 0,0 0-2 0,-1-1 1 0,1 1-4 0,0-3-4 16,-4 3-5-16,4-3-3 0,0 1-8 0,0-1-7 0,0 0-7 0,0 0-10 15,0 0-10-15,0 0-13 0,0 0-6 0,0 0-7 0,0 0-5 0,0 0-5 16,0 0 0-16,4-1-1 0,-3 1 1 0,-1-2 3 0,4 1 5 0,-4-1 6 16,2-1 7-16,1 2 9 0,1-3 10 0,-2 2 10 0,1 0 10 0,-1-1 11 15,2 0 5-15,1 2 7 0,-1-1 4 0,1 1 3 0,-1-1 7 0,-2 2 7 16,1-2 11-16,1 2 16 0,-2 0 14 0,1 2 18 0,-1 0 14 0,2-1 12 16,-4 2 10-16,3 0 7 0,-1 2 2 0,2-3 3 0,-4 3 2 0,2 1 6 15,1-1-2-15,-3 1 1 0,0 1-6 0,4 1-9 0,-4-1-14 16,0 2-14-16,-4 0-13 0,4 0-12 0,-5 0-8 0,5 0-4 0,-4 2-3 0,-1-2-1 15,-1 1-7-15,3-1-7 0,-3 0-10 0,3-1-13 0,-3 1-17 16,1-2-20-16,-1 1-38 0,-1-2-43 0,5 0-74 0,-3 0-85 16,1-2-79-16,-1-1-75 0,1 2-80 0,3-2-86 0,1-3-77 0,0 0-79 15,0 0-30-15,-8-2-10 0,8 2 6 0,0-4 11 0,0 4 35 0,0-8 41 16,4 1 72-16,0-1 85 0,1-1 77 0,0 0 74 0,1-1 81 0,3 1 85 16</inkml:trace>
  <inkml:trace contextRef="#ctx0" brushRef="#br0" timeOffset="193455.27">7076 8209 43 0,'0'0'297'0,"2"0"101"0,-2 0 62 0,3 0 43 0,-3 0 51 0,6 2 56 0,-6-1 51 0,3 2 52 0,-3-3 34 0,0 2 30 15,0-2 19-15,2 3 13 0,-2-3-66 0,0 1-107 0,0 2-98 0,0 0-97 16,0 0-58-16,0 0-40 0,-2 2-50 0,-1 1-52 0,3 0-51 16,-6 2-49-16,3 0-37 0,-3 1-28 0,3 2-17 0,-3-1-16 0,-3 1-11 0,4-1-11 15,-1 2-5-15,1-1-4 0,-2-1-7 0,1 1-10 0,1-2-8 16,-1 1-10-16,-3-2-13 0,6 1-15 0,-3-2-25 0,3-1-34 0,1 0-61 16,-2-1-75-16,2 0-67 0,-1-1-66 0,3-3-46 0,0-1-44 0,0 0-29 15,0 3-29-15,0-3-22 0,5 0-20 0,-5-1-13 0,6-2-10 0,-3-1 5 16,3 0 6-16,3 0 40 0,-4-4 51 0,2 2 54 0,1-1 55 15,-1-1 49-15,-2 1 47 0,4-1 67 0,-3 1 66 0,3 2 68 0,-4-1 68 16,1 1 53-16,-1 3 47 0,2-1 47 0,-5 1 42 0,3 2 42 0,-1 0 42 16,0 0 36-16,-2 2 28 0,1-1 24 0,-3 2 20 0,0 0 8 0,0 2 2 15,0-1 6-15,0 2 9 0,0 0 11 0,-3 2 10 0,1-1 1 0,-2 1-1 16,-1 1-8-16,1-2-10 0,-1 4-15 0,1-2-14 0,2 1-21 0,-1-1-23 16,-3 2-31-16,3-2-39 0,-3 0-39 0,2 1-46 0,3-2-36 0,-3-1-36 15,2 1-24-15,-1-2-18 0,3 0-12 0,-4-2-11 0,2-1-5 0,2 0-5 16,0 0-5-16,0-3-7 0,0 0-3 0,0 0-3 0,0 1-5 0,0-1-6 15,6 0-1-15,-3 0-3 0,-1 0-2 0,2-1-4 0,1-2-3 0,1 2-3 16,-3-2-3-16,3 0-3 0,3 0-3 0,-4 0 0 0,-1-2-1 0,1 1-1 16,1-1 2-16,1 2 3 0,-5-2 2 0,3 3 1 0,-1-1 3 0,1 1 3 15,-1-1 3-15,-3 3 5 0,3-1 4 0,-4 1 6 0,4-2 3 0,-4 2 6 16,0 0 4-16,0 0 8 0,0 0 6 0,0 0 6 0,0 0 6 16,0 0 6-16,-4 3 4 0,4 0 7 0,0 2 4 0,0-3 1 0,-4 3 2 15,4 0 3-15,-1 1 2 0,1-2-1 0,0 1-4 0,-4 1-6 0,4-3-5 16,-2 2-7-16,2-1-4 0,0 0-5 0,-3-2-8 0,3 1-4 0,0 0-6 15,0-3-6-15,0 0-6 0,0 1-9 0,0-1-6 0,0 0-6 0,0 0-6 16,0 0-3-16,0 0-3 0,0 0-4 0,0 0-7 0,3-1-7 0,-1-1-15 16,2-1-17-16,-4 0-15 0,5-1-10 0,0 0-12 0,-1-1-13 15,-2-3-17-15,5 2-20 0,-1-1-22 0,-1-1-25 0,0-1-24 0,3 0-26 16,-3 0-17-16,1 0-9 0,3 2 4 0,-4-2 14 0,0 0 9 0,3 0 10 16,-3 1 11-16,0-1 14 0,1 2 19 0,-1-1 25 0,3 2 24 0,-7-2 27 15,7 3 29-15,-7 0 32 0,5-1 21 0,-3 2 23 0,-3 1 17 0,6 0 17 16,-6 1 26-16,4 1 28 0,-4 1 40 0,0 0 42 0,0 0 40 0,0 0 45 15,0 0 30-15,0 0 26 0,0 3 18 0,-4 0 11 0,4 0 7 0,0 1 7 16,-2 1-1-16,-2 1-5 0,4-1-18 0,-3 3-22 0,1 0-30 0,-2-1-37 16,4 1-38-16,-1-1-37 0,-3 2-32 0,0-3-23 0,4 2-20 0,-1-2-15 15,1 0-11-15,-4-2-10 0,4 2-7 0,0-1-7 0,0-2-8 16,0 1-10-16,4-1-8 0,-4 0-10 0,1-1-11 0,-1-1-14 0,4 1-21 0,-4-1-23 16,0-1-27-16,5 2-28 0,-5-2-33 0,6 0-36 0,-6-3-31 15,3 3-30-15,3-2-20 0,-2-1-15 0,-3 0-17 0,3-2-15 0,1 1-4 16,-1 0-1-16,1-1 11 0,1-1 17 0,-3 0 17 0,7 0 22 0,-5-1 28 0,0-1 33 15,1-1 27-15,1 2 29 0,-2-1 22 0,1 1 19 0,-1-1 22 16,3 2 26-16,-3-1 16 0,0 1 17 0,1-1 12 0,-3 2 10 16,3 2 13-16,-3-2 17 0,-1 1 15 0,2 2 16 0,1-1 13 0,1 2 18 15,-3 1 24-15,1 0 26 0,-2 0 36 0,1 1 44 0,3 0 35 0,-3 3 30 16,3-3 26-16,-6 4 25 0,5-2 16 0,-1 0 17 0,-2 1 4 0,1 1 5 16,1-1 0-16,-2 2-3 0,-2-2-12 0,0 3-17 0,3-1-31 0,-3-1-40 15,0 3-31-15,-3-2-32 0,3 0-28 0,0 2-26 0,-2-2-22 0,-2 0-20 16,4 0-14-16,-3 0-17 0,1-1-14 0,-2 0-13 0,-1 1-23 0,1-1-22 15,2-1-50-15,-1 2-64 0,-3-1-90 0,3 0-102 0,-3 0-94 0,-3 1-92 16,4-1-104-16,-4 1-110 0,3 0-49 0,-3 0-22 0,0-1-9 0,-2 3 1 16,2-2 7-16,-3 2 16 0,1-1 45 0,-4 0 57 0,1 1 87 0,0 1 98 15,-5 2 92-15,5-2 94 0</inkml:trace>
  <inkml:trace contextRef="#ctx0" brushRef="#br0" timeOffset="194188.2">6520 9198 15 0,'4'-4'301'0,"-4"0"144"0,0 3 96 0,0 1 72 0,0 0 53 0,0 0 43 0,0 0 34 0,0 0 26 0,0 0 18 0,0 0 20 0,0 0 11 0,0 0 11 16,0 0-63-16,0 3-96 0,-4 1-122 0,4-1-137 0,0 2-88 16,-5 1-65-16,1-2-50 0,3 2-38 0,-7 2-29 0,7-1-24 0,-5 2-18 0,-3 0-17 15,5 0-13-15,-5 2-9 0,4-1-9 0,-4 1-6 0,4-1-7 16,-4 2-8-16,3-2-6 0,-3 1-5 0,0 0-4 0,0-2-4 0,4 1-4 0,-6-1-2 15,5 0-2-15,-3 2-2 0,0-4 1 0,4 2-1 0,-4 0 1 16,3-1-1-16,-3-1 2 0,6-1-1 0,-6 0 1 0,3 0 0 16,4 0-2-16,-5-3-1 0,5 3 0 0,-1-4 0 0,-1 1 0 0,2-1 0 15,2 0-1-15,0-2-1 0,0 0-1 0,0 0-3 0,0 0 0 0,0 0 3 0,0 0 0 16,0 2 0-16,6-1 2 0,-3-1 1 0,-1 3 3 0,7-3 3 16,-3 2 1-16,3-1 2 0,0 1 3 0,0-1 2 0,2 1 2 0,3 0 5 15,-1-2 0-15,1 2 0 0,-3 0 0 0,2-2 3 0,1 0-1 0,-3 0-1 16,3 0 1-16,-1 0-1 0,-2 0 1 0,-2-2-2 0,4 0 0 0,-2 1 3 15,-2 0-3-15,0-1 2 0,0 1 1 0,-2-1 3 0,-4-1 3 0,7 2 1 16,-5-1 5-16,-1-1 3 0,1 1 6 0,-3 2 6 0,1-2 7 0,-3 0 8 16,6 1 10-16,-6 1 8 0,0 0 8 0,0 0 10 0,0 0 5 0,0-2 3 15,0 2 3-15,0 0-2 0,0 0-4 0,0-4-4 0,0 1-7 0,-2-1-6 16,-2 0-10-16,4 0-10 0,-3-1-13 0,1 1-10 0,-2-4-17 0,-1 2-15 16,1-2-28-16,3 1-34 0,-5-2-41 0,-1-1-40 0,1 0-35 0,1 2-38 15,0-3-55-15,-3-1-63 0,3 2-105 0,0-1-127 0,-1 1-114 0,1-1-110 16,1-1-97-16,-5 0-92 0,5 0-23 0,3 2 4 0,-3-1 26 0,-1 1 34 15,5 0 33-15,0 0 34 0,-4 1 55 0,4 2 65 0,4 1 105 0,-4 1 126 16,3 1 115-16,-1 1 113 0</inkml:trace>
  <inkml:trace contextRef="#ctx0" brushRef="#br0" timeOffset="194741.06">7072 8915 73 0,'0'-2'310'0,"0"0"76"0,0 2 49 0,0 0 53 0,6 0 54 0,-3 3 57 0,-3 0 60 0,2 3 41 0,2 0 35 0,-4 3 23 15,3 0 22-15,-3 3-19 0,2 2-34 0,-2-1-96 0,4 2-116 16,-4 2-69-16,0-1-45 0,0 2-49 0,0-1-49 0,-4 2-59 0,4-1-55 15,0 2-44-15,-2-1-32 0,-1 1-25 0,3-2-20 0,-4 1-19 0,2-1-14 16,2 0-14-16,-3-1-14 0,1-3-19 0,2 2-21 0,-4-3-33 0,4-3-37 16,-3 1-67-16,3-2-79 0,0-1-74 0,0-2-73 0,0 0-65 0,0-3-60 15,0 1-61-15,0-2-61 0,0-2-65 0,0 0-66 0,0 0-20 0,0 0 1 16,0 0 22-16,0-5 35 0,0 2 62 0,3-2 78 0,-3 1 75 0,4-2 70 16,-2 0 65-16,-2 0 63 0,3 0 60 0,-3-2 65 0</inkml:trace>
  <inkml:trace contextRef="#ctx0" brushRef="#br0" timeOffset="195144.14">7097 9042 192 0,'4'-5'300'0,"-4"1"44"0,6-1 27 0,-6 3 25 0,3 0 25 15,3 2 34-15,-3-2 40 0,-1 1 44 0,2 1 46 0,1 0 37 0,-1 0 34 16,1 0-36-16,0 0-69 0,-1 0-69 0,2 0-67 0,-3 0-35 16,3 0-21-16,-6 1-18 0,5 1-19 0,-1-1-29 0,-3 0-35 0,3 1-43 15,0 1-44-15,-3 0-33 0,3 0-35 0,-4 2-18 0,6-3-13 16,-6 3-13-16,0 1-8 0,3 2-9 0,-3-2-8 0,0 1-4 0,-3 2-6 15,3 0-3-15,-4 0-3 0,2 0-3 0,-2 2-2 0,3-1-1 0,-7-1-1 0,7 2-5 16,-5-1 0-16,3 1-2 0,-3-2 1 0,-1 1-2 0,5-1 0 0,-3 0-2 16,1 0-1-16,-1-1-1 0,1-1 2 0,-1-1-2 0,5 0-2 15,-4-2-2-15,2 1-1 0,2 0 0 0,-3-2 0 0,3 0-1 0,0-3-2 16,0 1 1-16,0 2 2 0,3-1 0 0,-1-1 0 0,2 1 0 0,1-1 2 16,-1 1-1-16,1 1 4 0,0-3 2 0,5 3 2 0,-5-3 3 0,4 1 2 15,-4 1 2-15,4-1 2 0,-3 1 2 0,3-1 2 0,-5-1 1 0,5 2 2 16,-4-1 2-16,0 1 2 0,1-1 2 0,-3 1 5 0,3-2 3 0,-2 1 5 15,1 1 4-15,-5-1 3 0,4 1 4 0,-3-1 8 0,-1-1 0 0,0 3 0 16,0 0 0-16,-1 0 0 0,-3 2-3 0,4-1-3 0,-5 2-3 0,1 0-2 16,-2 0-7-16,1 2-4 0,0 1-8 0,-3-2-8 0,-1 1-13 0,4 0-12 15,-4 2-18-15,3-3-16 0,1 2-34 0,0-3-43 0,-4 2-79 0,5-2-98 16,-1-2-85-16,-1 1-81 0,2-1-95 0,-1 1-99 0,5-4-72 0,0-1-59 16,0 0-20-16,0 0-7 0,0 0 7 0,0 0 11 0,0 0 31 0,0-3 42 15,5-1 79-15,-1-1 98 0,2-1 85 0,3 3 81 0,-4-3 95 0</inkml:trace>
  <inkml:trace contextRef="#ctx0" brushRef="#br0" timeOffset="195801.03">7783 9083 16 0,'-2'-2'276'0,"-1"-1"104"0,-3 1 59 0,2 1 44 0,-1 2 42 0,1 1 44 0,3 2 45 0,-5-1 49 0,3 5 31 0,-3-2 30 0,-3 3 23 16,6 0 17-16,-3 1-57 0,-3 2-95 0,4 0-96 0,-1 2-98 0,-3 1-60 15,4-1-37-15,-1 2-41 0,-1 0-41 0,2 1-45 0,-1-1-47 0,1 1-34 16,1-2-29-16,-1 0-20 0,1 0-21 0,2-2-11 0,-1 1-11 0,3-2-8 16,0 0-5-16,0-3-4 0,0 1-2 0,3-2-4 0,-1-1-4 15,-2-1-4-15,4-1-1 0,1 1-2 0,-1-2-4 0,1-1-2 0,-1-1-4 16,1 1-1-16,1-3-3 0,-1 0-1 0,4-2 0 0,0 1-2 0,-3-4-2 16,3 1 1-16,2-2-1 0,-2 0 2 0,0-2 2 0,-4 1-1 0,4-4 5 15,0 1 2-15,0 1 2 0,-3-2 4 0,-1 2 1 0,4-1 1 0,-4 0 2 16,-1 2 2-16,2-2 4 0,-3 3 1 0,3 1 4 0,-6 0 1 0,5 2 0 15,-5-1 6-15,4 2 6 0,-4 0 6 0,0 3 4 0,0-1 7 0,0 1 4 16,0 0 6-16,0 0 3 0,0 0 4 0,0 0 2 0,0 0 3 0,0 0 1 16,0 0 4-16,0 0 2 0,0 3 1 0,0 0-5 0,0 1-6 0,0 1-8 15,0-1-2-15,-4 2-1 0,4 0 1 0,0 2-2 0,0 1-3 0,0-2-2 16,0 2-1-16,-2 2-1 0,2-2-4 0,-3 0-2 0,3-2-4 0,0 2-4 16,0-1-3-16,0-1-4 0,0 1-13 0,0-2-17 0,0 0-28 0,0 0-31 15,0-2-66-15,0-1-79 0,0 2-84 0,0-2-81 0,0 0-75 0,3-2-76 16,-1 1-93-16,-2-1-102 0,0-1-50 0,0 0-27 0,4-3-2 15,1 0 6-15,0 0 21 0,1-1 26 0,1-1 64 0,-1 1 80 0,-1-2 80 16,0 1 83-16,4-1 74 0,-3 0 75 0</inkml:trace>
  <inkml:trace contextRef="#ctx0" brushRef="#br0" timeOffset="196190.66">8083 9183 202 0,'-2'3'392'0,"-1"-2"92"0,3 4 69 0,-2-1 56 0,-2 1 56 0,4 1 37 0,0 0 34 0,-3 1 25 0,1 1 17 16,2-1 13-16,-4 2 9 0,4 0-48 0,-1 2-73 0,-3-1-120 0,4-1-140 16,0 2-90-16,0-1-67 0,0 1-58 0,0-1-52 0,0-1-40 0,4 0-31 15,-3 0-26-15,3-1-19 0,-2-1-13 0,1-1-11 0,3 0-5 0,-1-2 1 16,2 1-4-16,-1-2-2 0,-1 2-1 0,4-4 2 0,0 1 0 0,0-2 2 15,0 0-1-15,-1-2 1 0,1 1 1 0,3-2 1 0,-4 0 4 0,1-2 1 16,0 1-2-16,0-1 1 0,-4 1 1 0,4-2 1 0,-3 0 1 0,-3 1 1 16,3-1 1-16,-1 0 4 0,-1 2 2 0,-4-1 2 0,3 1 3 0,-1-1 3 15,-2 1 3-15,0-1 0 0,0 1 3 0,0-1 2 0,-2 1-4 0,-1-1-5 16,-1-1-1-16,-1 2 2 0,3-1-1 0,-5 1-2 0,1-1-8 0,1 0-5 16,-1 1-13-16,-1 0-14 0,2-1-16 0,-4 2-16 0,-2-1-28 15,5 1-35-15,-3 1-65 0,0-1-79 0,0 0-83 0,0 2-88 0,0-1-80 16,4 0-81-16,-4 1-91 0,3 0-98 0,-3 1-39 0,4 0-12 0,-1 0 4 15,3 2 10-15,3-2 24 0,-6 2 31 0,6-2 68 0,-3 3 82 0,3-3 82 16,3 6 84-16,1-1 81 0,-2-1 81 0</inkml:trace>
  <inkml:trace contextRef="#ctx0" brushRef="#br0" timeOffset="196788.12">9011 9205 190 0,'-5'2'322'0,"1"1"56"0,2 0 39 0,2 1 44 0,-3 2 46 0,3-1 53 0,0 2 55 0,-2-1 48 0,-2 0 39 0,4 0 28 15,-3 0 23-15,3 2-42 0,-2-2-66 0,-2 0-84 0,4 0-90 0,0 0-54 16,-2-2-36-16,2 1-42 0,0-2-44 0,0 1-52 0,0-3-51 15,0-1-47-15,2 2-38 0,-2-2-31 0,6 2-18 0,-3-2-16 0,3-2-10 16,-3 2-8-16,3-2-5 0,3 1-1 0,0-3-1 0,0 1-4 0,2-2 1 16,-2 1-4-16,5-4-4 0,-3 1 0 0,2-1 0 0,-2-1-1 0,3-1 1 15,-1-1-2-15,-2 1 1 0,3 1-1 0,-1 0-2 0,-3-2-1 0,0 2 1 16,0 2-2-16,-1-1-2 0,4 2 2 0,-7 0 2 0,3 0-1 0,0 2 1 16,-4-1-1-16,0 2 1 0,1 0-1 0,-2 1 2 0,1 1 2 0,-1 0-1 15,-4 1 5-15,0 0 3 0,0 0 5 0,5 0 5 0,-5 0 5 0,0 0 3 16,4 1 5-16,-3 0 4 0,-1 3 6 0,4-1 1 0,-2-2 4 0,1 2 1 15,-3 0 1-15,6 0 2 0,-3 0-1 0,-3 0-2 0,6 2 0 0,-1-2-2 16,-1 1-2-16,0-1-5 0,1 0-5 0,-3 2-2 0,5-2-4 0,-2 0-2 16,1-1-2-16,-1 2-5 0,4-3-1 0,-3 2 0 0,-3-1-4 0,6-1-4 15,-3-1-2-15,-1 2-5 0,-1-2-6 0,1 0-5 0,1 0-10 0,-3 0-10 16,3-2-16-16,-3 1-14 0,3-1-26 0,-1 2-32 0,-1-3-74 0,-2 2-94 16,1-1-101-16,1 0-107 0,-4 2-132 0,0 0-146 0,2-2-63 15,-2 2-27-15,0-5-6 0,3 2 5 0,-3 3 9 0,4-4 13 0,-4 4 25 16,2-4 28-16,-2 0 75 0,3 1 96 0,-1 0 102 0,2 0 107 0</inkml:trace>
  <inkml:trace contextRef="#ctx0" brushRef="#br0" timeOffset="197445.55">10120 9105 81 0,'0'0'364'0,"0"3"100"0,0 1 70 0,-4-1 56 0,2 0 53 0,2 2 40 0,0-2 32 0,-3 1 23 0,3 1 20 0,-6 0 15 0,3 0 16 0,1 3-22 16,-2-3-35-16,-1 3-120 0,-4 0-157 0,3 1-94 0,1 0-65 0,-4 1-53 15,0 1-48-15,0-1-35 0,0 0-33 0,0 1-19 0,-2 0-18 0,2 1-15 16,0-2-12-16,0 1-7 0,2-1-8 0,-2 0-6 0,-1 0-3 0,1-2 0 16,0 0-2-16,4 1-1 0,-4-3-1 0,4 2 1 0,-1-2 1 15,1-2 2-15,-3 1-1 0,7-1-2 0,-3 1 1 0,-1-4 1 0,1 2-4 16,4-1-1-16,0-2-1 0,0 1-2 0,0-1-6 0,0 0-2 0,0 0-2 16,0 0-5-16,0 0-3 0,0 2-2 0,4-1 1 0,-3-1-2 0,3 2-2 15,1-2 1-15,4 1 1 0,1 1 1 0,-1-2-1 0,1 1 2 0,3-1 2 16,2 2 2-16,-1-2 2 0,0 0 1 0,1-2 0 0,-1 1-2 0,1 1 1 15,-1-2 1-15,1-1-2 0,-1 0 1 0,-1 2-1 0,-2-3 1 0,3 2-1 16,-5-3-1-16,4 2 0 0,-2 0 1 0,-2-1-1 0,2 1 3 0,-2-2 1 16,-4 2 2-16,4 0 2 0,-3 0 2 0,1 0 5 0,-5 0 6 0,1 0 8 15,3 2 10-15,-3-2 10 0,-1 1 9 0,-2 1 12 0,4-1 8 0,-4 2 8 16,0 0 6-16,0 0 1 0,0 0 1 0,0-3-4 0,-4 1-6 0,2 0-2 16,-1-3-10-16,-1 2-7 0,-1 0-15 0,-1-2-14 0,1 1-27 0,-1 0-28 15,-1-2-36-15,0 0-38 0,-2 1-38 0,0-1-38 0,0 0-32 0,0-1-29 16,0 1-59-16,0-1-78 0,1 2-97 0,-1-3-109 0,0 3-97 15,4 0-97-15,-4-1-84 0,0 1-83 0,3-1-19 0,1 0 8 0,-2 3 21 16,5-1 28-16,-3-1 28 0,1 2 28 0,0 0 61 0,4 0 75 0,0 3 99 16,0 0 112-16,0 0 100 0,0-6 98 0</inkml:trace>
  <inkml:trace contextRef="#ctx0" brushRef="#br0" timeOffset="199638.88">10619 8901 81 0,'0'0'217'0,"0"-3"36"0,0 3 23 0,0-2 14 0,0-1 13 0,0 3 7 0,0 0 5 0,-4-1 13 0,4 1 17 16,0 0 14-16,0 0 11 0,0 0-23 0,0 0-41 0,0 0-51 0,0 0-53 15,0 0-21-15,0 0-3 0,0 0 5 0,0 0 9 0,0 0 12 0,0 0 13 16,0 0 13-16,0 0 20 0,0 0 20 0,0 0 23 0,0 0 17 0,0 0 14 16,4 1 10-16,-2 2 5 0,-2-1-2 0,0 2-5 0,0 1-10 0,3 1-11 15,-3 0-16-15,0 1-17 0,0 2-17 0,0 0-21 0,4 2-25 0,-4 1-26 16,2 1-20-16,-2 1-22 0,0 0-15 0,0 3-12 0,0 0-9 0,0-1-6 15,-2 1-4-15,2 1-4 0,-4 0-5 0,4 0-7 0,0 0-5 0,-3 0-8 16,3 0-6-16,-2 0-5 0,2 0-5 0,-4-2-5 0,4 0-6 0,-1 0-8 16,1-1-5-16,-4-2-5 0,4 0-6 0,0 0-6 0,0-3-4 0,0 1-5 15,-4-2-9-15,4 0-14 0,0-2-16 0,0-1-18 0,0 0-18 0,0-2-20 16,0 0-26-16,0-1-35 0,0 0-75 0,0-3-95 0,0 0-86 16,0 0-87-16,0 0-90 0,0 0-86 0,0 0-81 0,0 0-71 0,0-5-27 15,0-1-1-15,0-1 8 0,0-1 12 0,0-2 29 0,0 1 31 0,0-5 78 16,0 2 93-16,0-2 89 0,4 1 87 0,-4 0 90 0,0-1 90 0</inkml:trace>
  <inkml:trace contextRef="#ctx0" brushRef="#br0" timeOffset="200030.32">10677 8817 73 0,'5'-3'310'0,"-1"1"85"0,1 1 55 0,1-1 41 16,-3 2 41-16,3 0 38 0,-1 2 37 0,3-2 32 0,-3 1 18 0,0-1 19 15,1 0 11-15,-3 0 11 0,3 0-80 0,-1 0-122 0,-1 0-91 0,1 0-81 16,-1 0-51-16,-2 0-39 0,-2 0-38 0,3 0-37 0,1 2-31 0,-4-2-30 16,2 0-19-16,-2 3-16 0,3-1-12 0,-3 2-8 0,-3-1-10 0,3 3-9 15,-2 0-9-15,-2 0-9 0,1 3-4 0,1 0-4 0,-3 1-4 0,-3 1-4 16,3 0-2-16,-4 2-3 0,3-1-3 0,-3 0-2 0,4 0-1 0,-4 0-1 16,3 0 1-16,-3-2 6 0,4 1 4 0,0-1 5 0,-3 0 2 0,3-2-1 15,-1 0 4-15,3-1 2 0,-3 1 1 0,1-3-1 0,1 2 1 0,4-3-4 16,-1 1 4-16,1-2-1 0,0-1 4 0,0 2 1 0,1-1 3 15,-1-2 3-15,4 2 1 0,1-1 7 0,1 2 2 0,-3-3 7 0,7 4 4 16,-5-2 6-16,4 0 8 0,0 0 6 0,-4 0 2 0,6 0 4 0,-2 0 1 16,0 0 1-16,-3 0 2 0,3 0 3 0,-4 0-2 0,4 0 1 0,-5 0-1 15,1 0 1-15,1 0-1 0,-3-1-1 0,3 2 0 0,-6-1-5 0,3 0-2 16,-3 3-4-16,0-1-4 0,-3 0-3 0,3 3-9 0,-6 0-10 16,3-1-14-16,-6 4-17 0,3-1-31 0,-3 1-39 0,-2 1-70 0,2 0-87 15,-1 1-82-15,-3-1-78 0,-2 0-86 0,1 2-83 0,-1-2-93 0,1-2-97 16,0 1-40-16,-1-1-16 0,-3-1 2 0,3 0 8 0,-3 0 25 0,4 0 33 15,-6-1 65-15,2-2 83 0,2 1 77 0,-6-1 78 0,2 0 83 0,0 0 85 16</inkml:trace>
  <inkml:trace contextRef="#ctx0" brushRef="#br0" timeOffset="200679.87">7920 8637 15 0,'-1'1'290'0,"-3"1"126"0,0-1 76 0,3 2 48 0,-3-1 41 0,2-1 36 0,-1 1 31 15,3 0 28-15,-4 0 23 0,2 0 20 0,-2 1 16 0,1 0 11 0,1 0-61 16,-2 3-97-16,3-2-114 0,-3 2-128 0,0 0-71 0,4 2-49 0,-5-2-39 16,3 2-36-16,-1 0-35 0,-1 1-35 0,4 0-42 0,-5 2-48 0,5-2-66 15,-6 1-78-15,6 1-82 0,-4-1-83 0,4 2-80 0,0 0-81 16,0 0-97-16,-1 0-105 0,-3 0-46 0,4 0-23 0,0 0-5 0,0-1 2 15,0-1 15-15,0-1 27 0,0 0 54 0,0 0 61 0,0-1 76 0,0-2 76 16,0 1 78-16,0 1 82 0</inkml:trace>
  <inkml:trace contextRef="#ctx0" brushRef="#br0" timeOffset="201470">11111 8428 90 0,'4'-3'364'0,"-4"0"148"0,3 0 84 0,-3 3 57 0,0 0 38 0,0 0 31 0,0 2 23 0,0-2 20 0,0 4 17 0,0-1 16 16,0 0 14-16,0 3 10 0,-3-1-84 0,3-1-130 0,0 4-137 0,-4-2-141 15,4 1-83-15,-2 2-54 0,-1 0-38 0,3 0-31 0,-6 0-23 0,6 0-25 16,-3 2-22-16,-3-1-25 0,6 1-34 0,-3 1-35 0,-3-2-73 0,4 0-85 16,-1 3-103-16,-1-1-106 0,2 0-107 0,-1 0-107 0,1 0-86 0,-2-2-75 15,1 1-33-15,1 1-15 0,-2-2-1 0,-1 0 7 0,5 1 16 0,-4 0 26 16,2-1 63-16,-1 1 82 0,-1-2 98 0,-1 1 106 0,3 1 105 0,-2-1 108 16</inkml:trace>
  <inkml:trace contextRef="#ctx0" brushRef="#br0" timeOffset="202482.69">11306 8754 258 0,'0'-3'459'0,"0"0"95"0,0 0 60 0,0 3 39 0,0 0 29 0,0-2 26 0,0 2 21 0,0 0 20 0,0 0 17 0,0 0 15 15,0 0 11-15,0 0-47 0,0 0-78 0,0 0-141 0,0 0-170 0,4 2-88 0,-4-1-49 16,4 2-33-16,-4 0-24 0,1 2-19 0,-1 1-20 0,0 1-15 16,4 1-16-16,-2 1-11 0,-2 1-12 0,0 1-9 0,0 0-9 0,3 2-2 15,-3 0-1-15,0 0-7 0,0 1-10 0,0 0-5 0,0-1-5 16,0 3-6-16,0 0-3 0,0-1-5 0,0 0-2 0,0-2-2 0,0 2 0 15,0-1-3-15,0-1-2 0,0 1-2 0,-3-2-4 0,3 0-4 0,0-2-4 16,-2-1-8-16,-2 0-6 0,4 0-9 0,0-3-8 0,-1 0-14 0,1 0-19 16,-4-1-32-16,4-2-43 0,0-1-62 0,0-2-75 0,0 4-65 0,0-4-61 15,0 0-62-15,0 0-61 0,0 0-60 0,0-5-63 0,0 1-53 0,0-4-51 16,0 1-11-16,0-1 4 0,0-1 30 0,0 0 37 0,0-3 62 0,4 2 76 16,-3-1 67-16,-1-1 68 0,0 2 66 0,4-1 64 0,-2 1 65 0</inkml:trace>
  <inkml:trace contextRef="#ctx0" brushRef="#br0" timeOffset="202786.5">11381 8793 91 0,'1'-2'295'0,"3"2"61"0,-4 0 43 0,5 0 34 0,1 0 39 16,-3 2 43-16,3-1 38 0,-1 2 46 0,-1 0 43 0,1-2 37 0,-1 3 30 16,1-3-18-16,4 2-41 0,-3 0-79 0,-1-1-98 0,2 1-53 0,-1-2-28 15,-1 2-31-15,4-1-33 0,-3 1-35 0,-1 1-37 0,4-1-40 16,-3 2-38-16,1-3-32 0,-2 3-25 0,1 0-16 0,-1-1-12 0,-1 0-11 15,1 1-7-15,1 1-7 0,-3-1-8 0,-3 1-2 0,6 0 2 0,-6 0-1 16,3 0-2-16,-3 1-2 0,0 1-1 0,0-2-4 0,-3 1-4 16,3-1-2-16,-2 2-5 0,-2-1-2 0,1 1-4 0,-3 1-1 0,1-2-2 0,-1 2-6 15,-1-1-9-15,2 2-9 0,-4-1-11 0,3 0-11 0,-3 0-14 0,4 0-15 16,-4-1-17-16,0 1-23 0,3-2-31 0,-3 2-56 0,2-1-74 0,0 0-77 16,-2 0-77-16,3 0-70 0,-3-2-61 0,4 1-62 0,-1-1-65 15,1 0-62-15,0-1-62 0,-3-1-22 0,7 1 2 0,-7-3 16 0,6 2 25 16,2-4 59-16,-3 3 71 0,3-3 74 0,0 0 79 0,0 0 70 0,0 0 65 15,3 3 68-15,-3-3 71 0</inkml:trace>
  <inkml:trace contextRef="#ctx0" brushRef="#br0" timeOffset="203760.89">11867 8812 99 0,'0'0'377'0,"4"2"149"0,-2-1 88 0,-2 2 57 0,0 0 37 15,0 2 32-15,0-1 24 0,0 1 20 0,0-1 17 0,0 2 17 0,0 2 10 0,-2-1 10 16,2 1-87-16,0 2-131 0,-4-1-139 0,4 2-143 0,0-2-80 16,0 3-51-16,-4-2-36 0,4 2-30 0,0-2-24 0,-1 3-20 0,1-3-16 15,-4 1-15-15,4-1-10 0,0 1-13 0,0-2-10 0,0 0-6 16,0 0-12-16,0-2-9 0,0 1-9 0,0-2-9 0,0 0-7 0,0-1-5 15,0-1-9-15,0 0-6 0,0-2-8 0,0-2-8 0,0 3-4 0,0-3-5 16,0 0-5-16,0 0-5 0,-2 3-1 0,2-3 0 0,0 0-1 0,0 0-5 16,0 0-5-16,0 0-5 0,0 0-5 0,0 0-6 0,-3 0-7 0,3 0-8 15,0 0-8-15,0 0-8 0,-4-2-8 0,2 1-10 0,-1-2-17 0,3 1-20 16,-4-1-21-16,2-2-23 0,2 3-19 0,-3-3-20 0,3-1-12 0,0 2-11 16,-2-4-6-16,2 1-2 0,0-1-1 0,0-1 1 0,2 0 4 0,-2-1 8 15,0-1 14-15,3 1 17 0,-1-1 26 0,2 1 30 0,1-1 28 0,-1 2 29 16,1-1 23-16,-1 0 25 0,-3 2 21 0,3 0 18 0,2 1 20 0,-1 2 16 15,-5-1 17-15,4 0 18 0,1 2 17 0,-1 1 17 0,-4 0 14 0,5 1 17 16,-5-1 21-16,5 1 24 0,-5 2 35 0,4-1 34 0,-4 1 44 0,5 1 43 16,-5-1 34-16,6 2 32 0,-6 0 16 0,4 1 14 0,-1 0 9 0,-1 0 3 15,-2 1-2-15,4 1-2 0,-4 1-11 0,0 0-18 0,0 1-22 16,1 1-25-16,-1 0-37 0,0 3-38 0,0 0-29 0,0-1-25 0,-1 2-13 16,1 2-10-16,0-1-4 0,0 1-3 0,-4 1-3 0,2-2 0 0,-1 3-4 15,3 0-4-15,-4-1-7 0,2 0-10 0,-2 0-6 0,3-1-7 0,-3 0-11 16,0 1-12-16,4-3-11 0,-1 2-14 0,-3-1-11 0,4-2-12 0,-4 1-13 15,3-2-11-15,1 1-17 0,0-1-20 0,0-1-15 0,-4-1-17 16,4 1-19-16,0-3-16 0,0 0-14 0,0 0-13 0,0 0-16 0,0-3-16 16,-2 1-25-16,2-1-27 0,0-3-39 0,0 2-47 0,0-2-47 0,0 0-51 15,0 0-39-15,0 0-33 0,0 0-28 0,0 0-23 0,2 0-29 0,2-3-34 16,-4 1-38-16,0-2-38 0,1-1-35 0,3-1-32 0,-4 0 19 0,0 0 38 16,4-1 55-16,-3 1 59 0,-1-2 53 0,0 1 49 0,0-1 44 0,4 2 37 15,-4-1 46-15,0 1 49 0,4 0 53 0</inkml:trace>
  <inkml:trace contextRef="#ctx0" brushRef="#br0" timeOffset="204288.59">11867 9008 13 0,'0'-2'251'0,"-4"-1"51"15,4 0 23-15,-1 1 13 0,1 2 12 0,0-3 5 0,-4 2 8 0,4-3 10 0,0 3 5 0,0 1 9 0,0-3 12 0,-2 2-17 16,2 1-26-16,0-5-74 0,2 2-90 0,-2 0-36 0,0 2-9 15,4-3-1-15,-3 2 7 0,3-3 5 0,2 2 9 0,-3 0 5 0,-1-2 2 16,7 1 1-16,-5 0 2 0,5-1-5 0,-4 0-6 0,6 0-4 0,-2 0-7 16,0-1-2-16,0 2-5 0,2-2 12 0,-2 1 18 0,0 1 12 0,2-2 9 15,1 1 1-15,3 1-2 0,-4-1-5 0,3 1-8 0,-1 1-4 0,1-2-4 16,1 2-3-16,-1-2-4 0,1 3-6 0,-1 0-7 0,-1-1-21 0,-2 2-26 16,1-1-22-16,-1 2-19 0,-2 0-5 0,2 2-4 0,-2-1 3 0,0 2 5 15,-3 0 2-15,3 2 3 0,-4-1 1 0,2 4 1 0,-1-2 3 0,-4 3 4 16,1 0 4-16,1 0 4 0,-2 1 0 0,-2 2 0 0,0 0 3 0,0 0 1 15,0 2-1-15,-2-1 0 0,-2 1 0 0,1-1-1 0,1-1-2 0,-4 2-5 16,-1 1-5-16,2-3-7 0,-1 1-7 0,-3-1-8 0,4 2-6 0,-4-1-7 16,3-1-7-16,-3 2-8 0,0-4-9 0,4 2-14 0,-4-1-11 0,0-1-14 15,0 1-12-15,3-2-12 0,-3 0-17 0,0-2-19 0,4 1-15 16,-4-2-20-16,2 1-25 0,-1-1-28 0,-1-1-64 0,4-1-77 0,-1-1-77 16,1 0-76-16,0-1-63 0,-3-1-60 0,7-1-63 0,-7 0-66 0,6 0-51 15,-1-3-43-15,-3-1-12 0,3 0 3 0,3-1 21 0,0 0 25 16,-2-1 64-16,2 0 76 0,0 0 81 0,2-1 81 0,-2 1 72 0,3-2 71 15,-3 0 72-15</inkml:trace>
  <inkml:trace contextRef="#ctx0" brushRef="#br0" timeOffset="204588.47">12310 8694 36 0,'6'-6'275'0,"-3"-2"81"0,3 4 48 0,-1-2 30 0,-1 1 31 0,1 2 31 16,1 2 40-16,-3-2 44 0,1 1 47 0,-2-1 44 0,1 1 37 0,-3 2 27 15,2-2-53-15,-2 2-93 0,0 0-73 0,0 0-67 0,0 0-33 0,0 0-20 16,4 0-23-16,-1 2-20 0,-1 0-33 0,-2 1-33 0,0 2-38 0,4-1-39 16,-4 2-30-16,0 3-27 0,0-1-24 0,-4 2-21 0,4 2-15 0,0-1-9 15,-2 2-12-15,-1 2-9 0,-1 0-17 0,2 0-16 0,-1 0-19 0,1 0-23 16,-2 0-21-16,1 1-24 0,-3-2-33 0,6 0-38 0,-5-1-74 15,5 0-91-15,-4 0-88 0,2 0-91 0,-1-1-92 0,-3 0-98 0,3 0-77 16,-3-1-73-16,3-1-26 0,-3 1-3 0,1-2 6 0,1 0 13 0,-1 0 26 16,-1-3 34-16,1-1 76 0,-2 2 93 0,1-1 90 0,1-1 86 15,-4 0 93-15,3 0 94 0</inkml:trace>
  <inkml:trace contextRef="#ctx0" brushRef="#br0" timeOffset="205343.91">6857 10090 121 0,'-4'-3'567'0,"-1"3"138"0,-1-1 62 0,3-1 30 16,-1 2 13-16,-1 0 11 0,-1 0 6 0,3 2 9 0,3-1 6 0,-2-1 9 15,2 0 6-15,0 0-16 0,0 0-28 0,0 0-212 0,0 0-292 16,0 0-135-16,0 0-58 0,0 0-32 0,0 0-14 0,0 0-10 0,0 0-4 15,0 0-11-15,0 0-8 0,0 0-10 0,0 0-12 0,0 2-12 0,2 1-15 16,-2-1-16-16,0 2-17 0,3-3-23 0,-3 4-28 0,0-1-61 0,2 0-79 16,2 3-88-16,-4-1-94 0,0 1-79 0,3-1-75 0,-1 3-93 0,-2-1-96 15,0 1-48-15,0-4-24 0,0 3-4 0,0 0 8 0,0-1 19 0,0 1 26 16,-2-2 62-16,-1 1 77 0,-1-1 90 0,2 1 94 0,-1-2 80 0,1 3 76 16</inkml:trace>
  <inkml:trace contextRef="#ctx0" brushRef="#br0" timeOffset="205532.8">6772 10318 180 0,'0'5'327'0,"0"-1"54"16,0-1 35-16,0 2 32 0,2-3 33 0,1 5 45 0,-3-3 55 0,4 1 50 16,-2 1 51-16,-2-2 30 0,3 1 19 0,-3-1-42 0,4 0-71 0,-2 1-92 15,-2 0-101-15,0-1-57 0,3 0-39 0,-1 1-60 0,-2-2-74 16,4 2-101-16,-1 0-116 0,-1-1-111 0,2 0-105 0,-4 1-86 0,5 0-78 16,-1 0-83-16,1 0-82 0,-3-1-72 0,2-1-62 0,1-1-26 0,-1 0-8 15,-1 2 23-15,3-4 38 0,-1 1 53 0,1-1 62 0,-3-1 60 0,3-1 57 16,-1-1 57-16,4 2 56 0,-3-2 71 0</inkml:trace>
  <inkml:trace contextRef="#ctx0" brushRef="#br0" timeOffset="205668.29">7049 10396 30 0,'3'2'263'0,"-1"1"68"0,2 0 37 0,-4 0 24 0,0 2 18 0,1 0 14 16,3 0 9-16,-4-1 11 0,0 2 2 0,4 0 1 0,-4 0-9 16,0-1-13-16,0 1-100 0,2 0-139 0,-2-2-135 0,0 2-127 0,0-6-123 15,0 6-115-15,0-6-59 0,0 5-36 0,0 0-17 0,0-5-15 0,3 4-4 16,-3-4-1-16,4 3 8 0,-4-3 14 0,5 1 23 0,-3-1 32 15,5 2 54-15,-5-1 62 0</inkml:trace>
  <inkml:trace contextRef="#ctx0" brushRef="#br0" timeOffset="207138.49">7844 10039 225 0,'0'0'380'0,"0"2"72"0,4 1 46 0,-2-2 48 0,2 4 53 0,-1-1 45 0,-1 2 43 0,-2 2 32 0,4-1 25 0,-4 1 21 0,3 1 15 0,-1 0-44 0,-2 1-76 16,0 1-102-16,4-1-114 0,-3 1-68 0,-1-1-48 0,0 2-51 0,4 0-49 15,-4 0-47-15,4 0-39 0,-4 0-32 0,1 0-28 0,-1 2-17 0,0-1-17 16,0-1-15-16,4 2-12 0,-4-2-17 0,0-1-19 0,0 2-16 16,0-3-16-16,2 1-29 0,-2-2-38 0,0 0-57 0,3-3-64 0,-3 1-65 15,0-2-58-15,0-1-52 0,0 1-48 0,0-2-48 0,0-2-46 16,0-1-46-16,0 0-50 0,0 0-42 0,0 0-42 0,0 0 4 0,0 0 27 16,0-4 49-16,0-2 62 0,0 0 61 0,-3-2 63 0,3 1 51 0,0-1 44 15,-2-1 50-15,2 2 49 0,0-3 53 0</inkml:trace>
  <inkml:trace contextRef="#ctx0" brushRef="#br0" timeOffset="207514.4">7895 10140 85 0,'2'-9'255'0,"-2"1"42"0,4 1 26 16,-4 1 19-16,5 0 15 0,-1 1 17 0,-3 2 13 0,3-1 22 0,1 1 19 15,-5 1 28-15,6-1 29 0,-3 0-5 0,3 2-24 0,-2-1-39 0,-3 0-48 16,3 1-14-16,1 0 0 0,-1 1 0 0,0-2-2 0,-3 2-4 0,5 0-5 16,-6 0-12-16,3 2-12 0,1-2-21 0,-2 2-26 0,-2 0-32 0,4 1-35 15,-4-1-32-15,1 1-32 0,3 1-24 0,-4 0-23 0,0 1-19 0,0 0-13 16,0 1-10-16,0 0-10 0,-4 0-10 0,3 0-9 0,1 1-5 0,0 1-4 15,-4-1-3-15,2 1-1 0,-2-1-7 0,4 1-4 0,-3-1-3 0,3 0 0 16,-6-2-1-16,6 1-2 0,0 0-3 0,-1-1-3 0,-3 1 0 0,4-2-2 16,0-1-1-16,0 1-1 0,0-2-1 0,0-2 2 0,0 3-1 0,0 0 0 15,0-1-1-15,4-1-2 0,-4 1 2 0,1 1 4 0,3-2 2 0,-2 2 1 16,1-1 2-16,1 1 2 0,2 0 2 0,-5-2-1 0,3 2 1 16,1 0 2-16,1-2 2 0,-3 3 2 0,3-1 1 0,-3-2 1 0,3 2 2 15,-3 0 2-15,-1-1 7 0,2 1 6 0,0 0 7 0,-3 0 5 16,-1 1 9-16,0-1 4 0,0 2 5 0,0-1 5 0,0 2 1 0,0 0 3 15,-1 0 0-15,-3 2 3 0,0-1-2 0,2 1-3 0,-1-1-5 0,-3 1-5 0,3-1-9 16,-3 1-9-16,3-2-9 0,-3 1-14 0,5-2-14 0,-3 1-20 16,-1-2-27-16,1 1-30 0,2-1-54 0,-2-1-63 0,4 0-65 0,-3-1-67 15,3-2-50-15,0 0-48 0,0 0-42 0,0 3-45 0,3-2-41 0,1-1-44 16,-4 0-53-16,2-3-65 0,3-1-9 0,3 0 11 0,-1 0 47 0,2-2 57 16,-2 0 63-16,0-1 66 0,2-1 52 0,4-1 43 0,-2 2 46 0,-2-3 44 15,5 2 47-15,-5-2 50 0</inkml:trace>
  <inkml:trace contextRef="#ctx0" brushRef="#br0" timeOffset="207861">8311 10089 99 0,'0'0'302'0,"0"0"63"0,-5 0 34 0,1 3 31 0,2-2 33 16,-1 4 37-16,1-2 41 0,-2 3 46 0,-1-2 48 0,1 2 33 0,-1 2 31 16,1-1-19-16,-1 1-40 0,-1 1-87 0,3 0-103 0,-3 1-53 0,1 2-28 15,1-1-28-15,-1 1-28 0,1-2-36 0,-1 3-42 0,-1-2-40 0,3 0-44 16,1 1-37-16,-2-2-32 0,4-1-28 0,-3 0-21 0,3 0-13 15,0-1-14-15,3-1-15 0,-3-2-15 0,4 1-17 0,-2-2-13 0,1-1-13 16,1-1-8-16,-2 1-10 0,3-3-13 0,-1 1-3 0,1-1-1 16,-1 0 1-16,1-1 3 0,1-1 3 0,-3 1 4 0,3-2 7 0,-1 1 11 15,-1-1 8-15,1 0 13 0,-1 1 10 0,-2 0 11 0,1-1 8 0,-3 1 7 16,0 1 7-16,0 1 7 0,6-2 13 0,-6 2 11 0,0 0 14 0,0 0 12 16,0 2 13-16,0-1 11 0,3 1 9 0,-3 1 12 0,2-1 4 0,2 2 4 15,-4 0 5-15,0 1 2 0,3 0-1 0,-1 2-3 0,-2 0-7 0,0 1-10 16,0-2-9-16,0 1-12 0,4 1-17 0,-4-2-16 0,0 0-22 0,0 0-28 15,2-2-34-15,-2 1-39 0,3-2-52 0,-3 1-56 0,4-1-58 0,-2-1-55 16,-2-2-48-16,0 1-44 0,0-1-49 0,3-1-52 0,3-1-49 0,-3-1-51 16,-1-1-45-16,2-2-44 0,-4-2 0 0,5 1 20 0,-1-4 42 0,-2 1 53 15,1-1 55-15,3-1 54 0,-3 0 46 0,3 0 45 0,-3 0 49 0,3 2 50 16,-3-1 54-16</inkml:trace>
  <inkml:trace contextRef="#ctx0" brushRef="#br0" timeOffset="207999.33">8468 10069 111 0,'4'-9'290'0,"0"3"51"0,-2 2 33 15,-2-1 26-15,3 2 21 0,-1 2 41 0,-2 1 44 0,4 0 64 16,-4 0 73-16,0 1 47 0,3 1 33 0,-3-1-20 0,2 2-46 0,-2 2-78 16,0-2-95-16,0 1-50 0,0 2-30 0,-2 2-25 0,-1-1-24 0,3 1-41 0,-4 1-51 15,2 0-84-15,2 0-101 0,-3 1-107 0,1 1-109 16,-2-1-97-16,0 1-91 0,3 0-81 0,-3 2-78 0,2-3-97 0,-1 2-106 0,-1 0-49 16,2-2-23-16,-1 1-8 0,-1 0 2 0,2-2 18 0,-1 3 26 15,1-3 62-15,-6 1 75 0,8-1 75 0,-5 2 75 0,0-2 72 0,1 1 74 16</inkml:trace>
  <inkml:trace contextRef="#ctx0" brushRef="#br0" timeOffset="208423.84">7662 10744 58 0,'-9'0'361'0,"0"0"179"0,3 0 89 0,-3 2 50 16,4-2 34-16,1 3 24 0,-1 0 18 0,1-2 16 0,-1 1 12 0,1-1 10 15,-1 1 6-15,5-2 4 0,0 0-79 0,-6 1-120 0,6-1-160 0,0 0-176 16,0 0-89-16,0 0-52 0,0 0-31 0,0 0-23 0,0 0-19 0,6 0-13 16,-1 0-11-16,2 0-9 0,1 2-5 0,1-2-2 0,3 1 1 15,3-1 1-15,-1 2 5 0,6-1 5 0,-2 1 2 0,6-2 4 0,-1 1 4 0,1-1 1 16,1 0 2-16,4-1 0 0,0-1 0 0,-2 1 0 0,6-1 3 15,-3 1 3-15,3-2 0 0,-1 0 3 0,3 1 3 0,-1-1 6 16,2 2 2-16,-1-2 1 0,-3 1 1 0,3 2 2 0,3-3-1 0,-6 3 1 16,1 0 1-16,-2 0 1 0,1-1-2 0,-3 1-5 0,4 0-2 0,-4-2-4 15,-1 2-5-15,0-1-9 0,-3-1-5 0,2 1-3 0,-2-3-3 0,-1 3-5 16,-2-2-1-16,-3 0-3 0,1 0-3 0,-2 0-3 0,-1 2-6 0,-1-3-9 16,-2 0-16-16,-3 3-22 0,0-2-17 0,-2 0-19 0,0 1-24 0,-5 1-25 15,1-1-58-15,-1 0-74 0,-2 1-96 0,-2 1-107 0,0 0-101 0,0 0-97 16,0 0-92-16,-6 1-90 0,-3 3-28 0,4-3 0 0,-1 1 7 0,-3 2 15 15,0 1 19-15,0-1 23 0,-5 2 60 0,5 0 73 0,-6 2 95 0,1 1 108 16,3 0 103-16,-7 1 98 0</inkml:trace>
  <inkml:trace contextRef="#ctx0" brushRef="#br0" timeOffset="212087.27">7814 11079 129 0,'0'0'360'0,"0"0"78"0,0 0 49 0,-4 1 36 0,4 2 31 0,0-1 35 0,0 0 35 15,0 2 35-15,0-1 34 0,0 0 26 0,0 1 22 0,0-1-22 0,0 2-44 16,0-1-106-16,0 1-136 0,0 0-72 0,0 2-41 0,0 0-33 0,4 0-25 15,-2 1-29-15,-2 0-30 0,0 1-30 0,3 0-29 0,-1-2-22 0,2 4-18 16,-4-2-14-16,3 0-14 0,-1 0-2 0,-2 1-4 0,4-1-1 0,-4 0-1 16,0-1-1-16,1 2 1 0,-1-2-4 0,0-1-1 0,4 1-3 0,-4-1-1 15,0 1-5-15,0-1-5 0,0-1-2 0,0 2-4 0,0-1-4 16,0-1-6-16,0 0-4 0,0 2-5 0,0-4-8 0,0 2-5 0,0-2-11 16,0 1-11-16,0 0-13 0,0-1-15 0,0-1-12 0,0 2-12 0,0-2-13 15,0 1-16-15,0-1-19 0,0-1-24 0,0 0-39 0,0 2-46 0,-4-3-55 16,4-1-60-16,0 3-49 0,0-3-41 0,0 3-32 0,0-3-22 15,0 3-20-15,0-3-18 0,-1 2-16 0,1-2-12 0,0 0-6 0,0 0-4 0,0 1 14 16,0-1 18-16,0 0 17 0,-4-1 18 0,4 1 25 0,-2-3 31 16,-1 0 29-16,3 3 31 0,0-5 28 0,-4 0 29 0,4 1 28 0,0-2 29 15,0 2 23-15,0 4 26 0,0-6 26 0,4 0 30 0</inkml:trace>
  <inkml:trace contextRef="#ctx0" brushRef="#br0" timeOffset="212462.56">7834 11280 57 0,'0'-3'193'0,"0"-1"25"15,0 0 14-15,0 1 12 0,0-1 7 0,0 1 3 0,0-1 7 0,0 2 6 16,0 0 4-16,0 2 5 0,0-3-3 0,1 0-13 0,-1 3-46 0,0 0-66 16,0-3-30-16,0 2-17 0,4-3-8 0,-4 4-5 0,0-2 2 0,0 0 1 15,4-1 0-15,-3 2 2 0,-1-1 2 0,4-1 2 0,-4 2 3 0,6-1 2 16,-6 0 1-16,5 0-1 0,-1 0 4 0,-4 1 1 0,5 1 7 0,-1-2 8 16,1 1 14-16,-1-1 17 0,-3 2 17 0,3 0 20 0,1 0 15 15,1 0 14-15,-2 0 22 0,1 2 18 0,-1-1 14 0,1 1 13 0,-1-1 5 16,1 1 4-16,-3 0-2 0,5 2 2 0,-5-1-11 0,3 1-10 0,-1-1-17 15,1 1-17-15,3 1-19 0,-7 1-20 0,5-1-20 0,-3 1-23 16,3 0-18-16,-2 0-15 0,-3 0-13 0,3 0-7 0,0 0-8 0,-3 1-11 0,-1-1-7 16,4 0-10-16,-4 0-3 0,0 0-3 0,0 2-3 0,0-2-3 0,0 0-3 15,-4 0-1-15,4 0-4 0,-1 1 1 0,-3-2-4 0,4 0-4 16,-4 2-3-16,3 0-3 0,1-3-4 0,-4 3-4 0,-2-1-4 0,3-1-4 16,3 0-4-16,-6 1-4 0,1 0-7 0,1 0-11 0,3 0-11 0,-3-1-10 15,-1 1-9-15,-1-2-10 0,2 2-13 0,-1-3-13 0,1 1-19 0,-1 1-25 16,1 0-38-16,3-1-47 0,-3-1-57 0,-1 2-60 0,1-2-49 0,-2 0-47 15,3 0-35-15,1 0-30 0,-2-1-27 0,4 2-27 0,-1-1-24 0,-3-2-23 16,4 1-24-16,-4-1-25 0,4-1-6 0,0 0 3 0,0 0 37 0,0 0 53 16,0 0 52-16,0 0 50 0,0 0 41 0,0 0 39 0,0-4 36 0,4-1 34 15,-4 1 36-15,4-1 35 0,-3 2 47 0</inkml:trace>
  <inkml:trace contextRef="#ctx0" brushRef="#br0" timeOffset="212882.69">8190 11212 55 0,'0'0'271'0,"0"0"55"0,0-1 29 0,0 1 21 0,0 0 14 0,0 0 16 0,0 0 20 16,0 0 26-16,0 0 32 0,0 3 48 0,-4 0 46 0,4 1 15 0,0-1-1 16,0 2-57-16,4-1-78 0,-4 2-33 0,0 0-15 0,0 0-11 0,0 2-12 15,0-2-7-15,0 1-8 0,0 2-23 0,0-1-27 0,0 1-41 0,0 1-45 16,0-1-43-16,0 2-47 0,0-1-29 0,0 0-25 0,0 1-19 0,0-1-18 15,0 0-8-15,0-2-5 0,0 3-10 0,-4-2-8 0,4 0-11 0,0-2-9 16,0 1-14-16,0-2-16 0,0 0-21 0,0-1-24 0,0-1-36 0,0 1-43 16,0-2-50-16,0-3-55 0,0 2-49 0,0-2-52 0,0 2-41 0,0-2-33 15,0 0-31-15,4 2-33 0,-4-2-24 0,0 0-21 0,2-4-13 16,-2 2-8-16,0 0-9 0,0-4-9 0,0 6 15 0,0-6 25 0,0-1 38 0,0-1 46 16,0 2 35-16,0-1 36 0,0-1 36 0,0 2 34 0,0 0 35 0,0 0 31 15,3 0 32-15,-1 0 29 0</inkml:trace>
  <inkml:trace contextRef="#ctx0" brushRef="#br0" timeOffset="213135.96">8210 11312 67 0,'0'-2'244'0,"2"-3"27"0,1 1 18 0,-3 1 14 0,6-1 11 0,-6 2 14 16,3-1 11-16,1 1 12 0,-2 1 12 0,3-1 13 0,-5 1 8 0,4-1 8 15,1 2-59-15,-1 0-88 0,-4 0-27 0,5 0-3 0,-1 0 17 0,-2 2 19 16,1-1 27-16,-1 1 32 0,2-1 19 0,1 1 15 0,-1-1 10 0,-1 2 5 16,-1 0 3-16,2 0 0 0,-2 2-4 0,1-2-8 0,1 1-16 0,-2 2-19 15,1-1-26-15,-3 1-27 0,0 0-35 0,2 0-37 0,2 1-30 0,-4 1-22 16,0-2-17-16,0 1-17 0,0-1-11 0,0 3-12 0,0-1-12 0,0-1-9 15,-4-1-6-15,2 2-6 0,2-1-8 0,-3 1-4 0,3-1-6 0,-2 1-6 16,-2-1-4-16,1-1-10 0,1 1-7 0,-2 0-10 0,2-1-14 0,-1-2-14 16,-1 1-19-16,4-1-21 0,-5 1-36 0,5-2-43 0,-4-1-64 0,2 2-72 15,2-3-65-15,-3 1-62 0,3-2-53 0,0 0-49 0,0 0-45 0,0 0-46 16,0 0-62-16,0 0-71 0,0 0-19 0,0-7 2 0,0 0 26 0,3 1 41 16,-3 0 60-16,0-3 73 0,2 1 65 0,2-2 61 0,-1 0 56 15,-1 1 53-15,2-2 53 0,1 2 50 0</inkml:trace>
  <inkml:trace contextRef="#ctx0" brushRef="#br0" timeOffset="213345.56">8478 11143 178 0,'0'0'422'0,"0"1"106"0,3 3 74 0,-3-3 55 0,0 4 45 16,0-1 30-16,0 2 25 0,0 0 20 0,0 0 13 0,0 0 10 0,0 2 9 15,-3-2-42-15,3 0-62 0,0 1-140 0,-2 1-173 0,2-2-105 0,-4 1-72 16,4 0-58-16,0 1-48 0,-4 0-44 0,4-2-41 0,0 0-50 0,0 0-52 15,0 1-74-15,0-2-85 0,0 1-75 0,0-1-71 0,0 0-66 0,4 1-65 16,-4-1-78-16,4-3-86 0,-4-2-54 0,2 5-40 0,-2-5-8 0,3 3 6 16,-3-3 26-16,0 0 37 0,0 0 64 0,0 0 75 0,0 0 72 0,6-1 65 15,-6 1 68-15,3-2 66 0,-1 1 81 0</inkml:trace>
  <inkml:trace contextRef="#ctx0" brushRef="#br0" timeOffset="214630.07">8939 10900 4 0,'0'0'321'0,"-4"-1"183"0,4 1 93 0,0-3 52 0,0 3 29 0,0 0 18 0,4 0 15 0,-4 0 10 0,0 0 14 0,0 0 10 16,0 0 11-16,0 0 10 0,0 0-56 0,0 0-87 0,0 0-150 0,0 0-178 16,3 0-87-16,-3 0-49 0,2 0-26 0,2 0-16 0,-4 0-11 0,5 0-10 15,-5 0-9-15,6 0-6 0,-3 0-14 0,3 0-8 0,-1-2-10 0,-1 2-7 16,1 0-4-16,1-1-4 0,3-1-1 0,-6 2 3 0,6-1-3 0,-3-1 0 15,-1 1 0-15,1-1 0 0,3 1-3 0,-4-3-1 0,2 2-2 0,-1 0 1 16,-1-1 1-16,1 0-2 0,-3 2-2 0,3-1 1 0,-1 1-2 0,-1-3-3 16,-1 3-2-16,-1 0 2 0,-2-1 2 0,4 2-2 0,-3-1 1 0,-1 1 2 15,0 0 3-15,4-2 2 0,-4 2-1 0,0 0 2 0,0 0 0 0,0 0 2 16,0 0 1-16,0 0 3 0,0 0 0 0,0-1-2 0,0 1-1 0,0 0 0 16,0 0-1-16,0 0-1 0,0 0-2 0,0 0-2 0,0 0-3 0,0 0 0 15,0 0-3-15,0 0-2 0,0 0-4 0,0 0 0 0,0 0-3 0,0 0-1 16,0 0-4-16,0 0 1 0,0 0-2 0,0 0 0 0,0 0-2 0,0 0-1 15,0 0-1-15,0 0-4 0,0 0-7 0,0 0-7 0,0 0-8 16,0 0-8-16,0 0-8 0,0 0-8 0,0 0-9 0,0 0-9 0,0 0-11 16,0 0-11-16,0 0-17 0,0 0-18 0,0 0-33 0,0 0-38 0,0 0-64 15,-4 0-73-15,4 0-66 0,-1 0-64 0,1 0-55 0,-4 1-57 0,4-1-58 16,-2 0-65-16,2 0-47 0,-7 0-37 0,5-1-9 0,2 1 6 0,-9 0 32 16,9 0 38-16,-5 0 69 0,-2 0 83 0,1 0 72 0,1 0 68 0,-1 1 66 15,3 1 64-15,-3 1 68 0</inkml:trace>
  <inkml:trace contextRef="#ctx0" brushRef="#br0" timeOffset="-214596.96">8942 10959 85 0,'2'3'334'0,"-2"-2"107"0,4 1 69 0,-4-2 56 16,0 1 47-16,5 1 48 0,-5-1 38 0,6 1 31 0,-6-1 25 0,3-1 20 15,3 2 13-15,-3-2 13 0,-1 0-81 0,5 1-126 0,-5-1-108 0,4 2-102 16,1-2-65-16,-2 1-51 0,1-1-48 0,-1 0-45 0,2 0-37 0,-1 0-30 15,-1 0-24-15,4 0-21 0,-3-1-13 0,3 1-11 0,-4-2-9 0,4 1-9 16,0-1-5-16,-3 1-2 0,3 1-5 0,-4-3-3 0,4 1-5 0,-3 2-2 16,-1-1-7-16,2-1-5 0,-1 1-8 0,-5-1-9 0,7 1-12 0,-6 1-17 15,1-2-20-15,-1 2-25 0,2-2-43 0,-4 2-50 0,0 0-61 0,0 0-64 16,0 0-57-16,0 0-55 0,0 0-60 0,0 0-64 0,0 0-81 16,0 0-86-16,0 0-36 0,-4-1-3 0,4 1 10 0,-5 0 22 0,-1-1 40 15,2 1 50-15,-1 0 61 0,-4 0 66 0,4 0 59 0,-1 1 57 0,3-1 66 16,-3 1 66-16</inkml:trace>
  <inkml:trace contextRef="#ctx0" brushRef="#br0" timeOffset="-209437.92">9868 10122 172 0,'0'-6'350'0,"0"0"67"0,-1 1 40 0,1 1 35 0,0 1 31 0,1-1 35 0,-1 4 35 0,0 0 39 0,0-2 39 0,0-1 32 0,0 3 27 0,0-3-29 16,0 3-55-16,0-2-94 0,0 2-111 0,0 0-58 0,0 0-33 0,0 0-29 16,0 0-26-16,0 0-30 0,0 0-32 0,0 0-35 0,0 0-34 0,0 0-25 15,0 0-25-15,0 0-15 0,0 0-9 0,0 0-3 0,0 0 0 0,0 2 4 16,0 1 10-16,4 1 7 0,-4 1 7 0,4 1 10 0,-3 1 10 15,3 2 9-15,-4 2 7 0,0 1 9 0,2 1 8 0,2 0 2 0,-4 3 4 16,0 2-3-16,0-2-1 0,0 4-4 0,0-2-8 0,0 3-11 0,-4-2-8 16,2 2-11-16,2-2-12 0,0 3-12 0,-4-1-12 0,3-2-10 0,-3 1-14 15,4-1-8-15,-4-1-12 0,4 0-8 0,0-1-7 0,-1-1-10 0,-3-1-7 16,4 0-5-16,0-3-5 0,0 0-11 0,-2-3-14 0,2 0-22 0,0 0-30 16,0-3-38-16,0 0-42 0,-3-1-36 0,3-2-35 0,0 0-34 0,0-3-34 15,0 0-64-15,0 0-81 0,0 0-86 0,0 0-90 0,0 0-70 0,0-2-62 16,0-1-50-16,0-2-48 0,0 1-25 0,0-2-16 0,0-3 12 0,0-1 21 15,0-1 27-15,0 1 33 0,0-2 62 0,0-1 82 0,0 0 86 0,0 0 93 16,0 0 79-16,0 2 72 0,0 0 74 0</inkml:trace>
  <inkml:trace contextRef="#ctx0" brushRef="#br0" timeOffset="-208974.19">9868 10174 168 0,'0'-1'303'0,"4"-3"50"16,-4 2 34-16,0 2 34 0,0 0 32 0,5 0 38 0,-1 0 43 0,-4 0 45 15,6 0 47-15,-6 0 36 0,5 0 31 0,-1 0-29 0,1 0-60 0,-1 0-71 16,-3 0-74-16,3 0-41 0,1 0-25 0,1 0-23 0,-2 1-24 0,-1 0-33 16,-1 1-38-16,2 0-38 0,1-2-43 0,0 1-33 0,-1 1-28 0,0 1-22 15,-3-2-15-15,5 1-14 0,-3-1-11 0,-3 2-11 0,6 0-9 16,-6-1-8-16,4 1-7 0,-3 0-6 0,-1 0-6 0,4 1-3 0,-4-1-6 16,0 2-3-16,0-1-4 0,-4 2-2 0,3 2 0 0,1-2-2 0,-4 1-2 15,-2 1-1-15,3 1 1 0,-3-2-1 0,-3 4 1 0,4-2-1 0,0 0 2 16,-4 0-1-16,5 1-1 0,-3-1 2 0,-1-1 0 0,-1 1 0 0,4-2 0 15,0-1 0-15,-1 0 2 0,1 0-1 0,-3 0-1 0,3-2 0 0,3 1-1 16,-1-2-2-16,-1 0 1 0,-1-1-1 0,5 1 2 0,0-3-2 0,0 0-2 16,0 0 1-16,0 0 2 0,0 0-2 0,0 0-1 0,0 0-1 0,0 1 2 15,5 0-1-15,-1-1 2 0,1 0 0 0,0 0-1 0,-1 0-1 0,5 0 1 16,-3 2 2-16,3-2 2 0,0 2-1 0,0-2-4 0,-2 0 2 0,2 1 3 16,0-1 2-16,0 2 2 0,2-1 1 0,-4 2 2 0,0-1 2 0,2-1 3 15,-5 1 5-15,5 0 4 0,-4 2 6 0,-1 0 7 0,2-1 8 0,-5 2 11 16,3-3 5-16,0 3 7 0,-4 0 4 0,1 1 6 0,-1-1 3 0,-1 0 1 15,-3 3 2-15,0-3 0 0,3 3-1 0,-3 1-5 0,-2 0-6 16,1-1-6-16,-4 1-9 0,5 0-7 0,-5 0-10 0,4 0-7 0,-1-2-12 16,-3 1-13-16,4-1-14 0,0-1-17 0,-4-1-14 0,5-1-17 0,-5 0-15 15,3 1-17-15,1-2-13 0,1 0-17 0,-1-1-22 0,0-1-28 0,1 1-62 16,2-2-77-16,-1 0-82 0,3 0-82 0,0 0-70 0,0 0-68 0,0-2-80 16,0-2-89-16,5-1-36 0,-5-2-18 0,5-1 1 0,3 0 7 15,-3 0 23-15,0-2 22 0,5 0 65 0,-1 0 78 0,0-1 86 0,1 1 91 16,-1-1 80-16,2 2 77 0</inkml:trace>
  <inkml:trace contextRef="#ctx0" brushRef="#br0" timeOffset="-207616.15">10315 10019 240 0,'0'-5'373'0,"0"0"70"0,0-1 47 0,0 4 42 0,4 0 38 0,-4 2 41 0,0 0 37 16,0 0 36-16,0 0 32 0,0 0 22 0,0 0 19 0,0 0-46 0,0 0-77 15,0 0-100-15,0 0-112 0,0 0-65 0,0 2-44 0,0 2-38 0,-4 0-37 16,4 1-39-16,0 0-37 0,0 3-34 0,0 0-35 0,0-1-25 0,0 2-21 16,-3 0-28-16,1 2-26 0,2-1-43 0,0-1-47 0,0 2-75 0,0-1-93 15,-4 1-78-15,4-2-72 0,0 1-82 0,0 0-82 0,0 1-84 0,0-2-79 16,0 0-34-16,0 2-13 0,0-4 3 0,4 2 11 0,-4 0 33 0,2-1 41 16,1-1 74-16,1 1 86 0,-2-3 78 0,1 3 72 0,3-2 80 15,-1 0 84-15</inkml:trace>
  <inkml:trace contextRef="#ctx0" brushRef="#br0" timeOffset="-206138.16">10610 10246 147 0,'0'-3'284'0,"0"0"48"0,-4 2 25 16,4-2 25-16,0 3 20 0,0 0 30 0,0 0 28 0,0-3 34 0,0 1 38 16,0 2 43-16,-1-1 41 0,1 1-13 0,-4 0-36 0,2 1-55 0,-1 1-65 15,-1 2-29-15,-2-1-13 0,1 3-13 0,1 0-11 0,-1 2-17 0,0-1-24 16,-1 4-27-16,-1-1-33 0,2 1-33 0,-1 1-36 0,-3 1-36 0,4-1-32 16,-1 2-21-16,-1-1-18 0,2 0-13 0,-1 3-11 0,1-3-11 0,1-1-9 15,-1 0-11-15,1-1-7 0,2-2-7 0,-1 0-7 0,3 0-4 0,0-3-4 16,0 0-5-16,0 0-3 0,0-2-3 0,0 1-5 0,3-1-1 0,-1-1-1 15,-2 0-2-15,0-2-2 0,4 3 1 0,-4-4-1 0,0 1 1 0,0 1-1 16,0-2 1-16,5 1-1 0,-5-1 1 0,0 0-1 0,5 0 1 0,-5 0-1 16,0 0 1-16,4-1-1 0,-4 1 2 0,6 0 0 0,-6-2 0 15,0 2 0-15,5 0 2 0,-5 0-1 0,0 0 1 0,4-1-2 0,-1 1-2 16,-3 0 1-16,2-2 1 0,2 0 1 0,-4 2-1 0,0 0 0 0,1-1 0 16,3 0 0-16,0 1 0 0,-3-2-1 0,-1 1 2 0,4-1 1 15,-2 1-1-15,2-1 1 0,-1 2-2 0,-1-3 0 0,-2 2 1 0,4-1 1 0,-1 0-1 16,-1 1 1-16,-2-2-1 0,4 2 1 0,-3-1-1 0,-1 1 2 15,4-1-1-15,-4 1 1 0,4-1-2 0,-4 1 1 0,1 1 1 0,-1-2 0 16,0 2 0-16,4-2 0 0,-4 0 0 0,0 2 0 0,0-2 1 0,0 2 1 16,2-1-1-16,-2 1 2 0,3-2 0 0,-3 2-1 0,0-1-1 0,0 1 2 15,0-2 0-15,4 1 0 0,-4 1 0 0,2-2 0 0,-2 2 2 0,0-1-1 16,0 1 1-16,4-2-1 0,-4 2 2 0,0-2-1 0,0 2 1 0,0-1 1 16,0 1-1-16,3-1 0 0,-3 1 0 0,0 0 0 0,0 0 0 0,0 0 0 15,2-3 2-15,-2 3-1 0,0 0 1 0,0 0-1 0,0 0-1 0,0 0-1 16,0 0 2-16,0 0 1 0,0 0 1 0,0 0 0 0,0 0 1 0,0 0 4 15,0 0-1-15,0 0-1 0,0 0 0 0,0 0-1 0,0 0-2 0,0 0 0 16,0 0 3-16,0 0 1 0,0 0-1 0,0 0-1 0,0 0-2 0,0 0 1 16,0 0-2-16,0 0-4 0,0 0 1 0,0 0-1 0,0 0 1 0,0 0-2 15,0 0 1-15,0 0 2 0,0 0-1 0,0 0-5 0,0 0 0 0,0-2 0 16,0 1 0-16,4-1-2 0,-4 2 1 0,1-1-1 0,-1-1 1 0,4 1-1 16,-4 1 2-16,0-3 0 0,4 3-1 0,-3-2-4 0,-1 2 2 0,4-2 3 15,-2 1 0-15,-2 0 0 0,0-1-1 0,3 1-4 0,-3-1 2 16,4 1 2-16,-2-1-2 0,-2-1-2 0,4 2 2 0,-4-1 2 0,1 0 1 15,3 0 0-15,-4 0-2 0,0 1-2 0,4-1 1 0,-3-1 1 0,-1 3 2 16,0-1 0-16,0-1 0 0,4 1 0 0,-4 1 2 0,0 0 1 0,0-4 0 16,0 4 0-16,0-2 0 0,0 2 0 0,0 0 0 0,0-2 1 0,0-1 1 15,0 3-1-15,0-3-1 0,4 2 0 0,-4 1 0 0,0-3 0 16,0-1-1-16,0 4-2 0,0-2 0 0,0 2 0 0,0-3 0 0,0 1-2 16,0 2 1-16,0 0-4 0,0-3 2 0,0 3 2 0,0 0-1 0,0 0 1 15,0 0-1-15,0 0 1 0,0 0-1 0,0 0 1 0,0 0-1 0,0 0-1 16,0 0 0-16,0 0 2 0,0 0-1 0,0 0 1 0,0 0-2 0,0 0-2 15,0 0 2-15,0 0 0 0,0 0 2 0,0 0-1 0,0-3 1 0,0 3 2 16,1-1-1-16,-1 1 0 0,0 0 0 0,0 0 2 0,0 0 1 0,0 0 0 16,0 0 1-16,0 0 2 0,0 0 0 0,0 0 2 0,0 0 1 0,0 0-2 15,0 0 2-15,0 0 0 0,0 0 0 0,0 0 2 0,0 0-1 0,0 0-1 16,0 0 0-16,0 0 2 0,0 0-2 0,0 0 1 0,0 0-1 0,0 0-2 16,0 0-3-16,0 0 1 0,0 0-1 0,0 0-1 0,0 0 0 0,0 0-1 15,0 0-1-15,0 0-1 0,0 0 0 0,0 0 0 0,0 0 0 0,0 0-1 16,0 0-1-16,0 0 2 0,0 0 0 0,0 0-1 0,0 0-1 0,0 0 1 15,0 0-2-15,0 0 0 0,0 0 1 0,0 0 2 0,0 0-1 16,0 0-4-16,0 0 1 0,0 0 1 0,0 0-2 0,0 0 2 0,0 0 2 16,0 0 1-16,0 0 0 0,0 0 0 0,0 0-2 0,0 0 1 0,0 0-1 15,0 0-2-15,0 0-1 0,0 0 1 0,0 0-1 0,0 0 2 0,0 0-3 16,0 0-3-16,0 0 0 0,0 0 2 0,0 0 1 0,0 0 1 0,0 0 2 16,0 0 0-16,0 0 2 0,0 0 1 0,0 0 0 0,0 0 1 15,0 0-1-15,0 0 0 0,0 0 3 0,0 0 2 0,0 0-1 0,0 0-1 16,0 0-1-16,0 0-2 0,0 0 0 0,0 0 1 0,0 0-1 0,0 0 0 15,0 0 2-15,0 0-2 0,0 0 1 0,0 0 1 0,0 0-1 0,0 0 1 16,0 0-2-16,0 0 0 0,0 0 0 0,0 0 0 0,0 0 0 0,0 0 0 16,0 0 0-16,0 0 1 0,0 0 1 0,0 0-1 0,0 0 1 0,0 0-2 15,0 0 1-15,0 0 2 0,0 0 0 0,0 0-1 0,0 0 1 0,0 0 1 16,0 0 1-16,0 0-1 0,0 0-1 0,0 0-1 0,0 0-1 0,0 0-1 16,0 0 0-16,0 0 2 0,0 0-1 0,0 0-1 0,0 0 0 0,0 0-1 15,0 0-4-15,0 0 2 0,0 0 0 0,0 0 2 0,0 0-1 0,0 0 1 16,0 0-1-16,0 0-1 0,0 0 2 0,0 0-1 0,0 0-1 0,0 0-1 15,0 0 2-15,0 0 2 0,0 0 0 0,0 0-1 0,0 0-1 0,0 0 1 16,0 0-1-16,0 0 2 0,0 0 0 0,0 0 0 0,0 0 0 0,0 0 0 16,0 0 0-16,0 0 3 0,0 0 0 0,0 0-1 0,0 0-1 0,0 0 2 15,0 0 0-15,0 0-1 0,0 0 0 0,0 0-1 0,0 0 1 0,0 0-1 16,0 0 1-16,0 0-2 0,0 0 0 0,-1-2 0 0,1 2 0 16,0 0-2-16,0-1 1 0,0 1-1 0,-4-4-1 0,4 4-1 0,0-2-1 15,0 0 1-15,0-1 1 0,0 0-2 0,0 0 1 0,0 0-1 0,0-1 1 16,0 1-1-16,0-2 1 0,4 2-1 0,-4-2 1 0,0 0-1 15,0 0-1-15,0-1 2 0,0 0-1 0,1 2 1 0,-1-2-1 0,0 1 4 16,0 1-1-16,0-1 1 0,0-1-2 0,0 1 1 0,0 1-1 0,-1 0 2 0,1-1-1 16,0 0-1-16,0 1 2 0,-4 0 1 0,4-1 0 0,0 0-2 15,0 1 1-15,0 1-4 0,0 0 4 0,0 0-1 0,-4-1 5 0,4 1 5 16,0 1 4-16,-1-1 6 0,1 0 3 0,-4 2 6 0,4-1 3 0,-4-1 4 16,3 2 2-16,-3-1 4 0,4 0 3 0,-6 2 4 0,6-1-1 0,-5 0 0 15,1 1 0-15,-1-2-1 0,1 2-4 0,-1 0-8 0,-4 0-3 0,3 0-3 16,1 2-4-16,-4-1-4 0,0 0-8 0,4 1-5 0,-4 0-13 0,-1 1-16 15,0 0-24-15,4 1-25 0,-3-1-26 0,0 2-28 0,0 1-27 0,0 0-20 16,0-1-45-16,-2 3-54 0,2 1-93 0,4 0-103 0,-4 1-87 0,0 1-77 16,0 3-78-16,3 0-73 0,-3 0-53 0,4 0-41 0,-4 1-3 0,3 0 11 15,3 0 18-15,-3 0 21 0,1 0 43 0,1-2 54 0,2 0 88 0,-1 0 107 16,-1 0 90-16,2-2 80 0,2 2 90 0</inkml:trace>
  <inkml:trace contextRef="#ctx0" brushRef="#br0" timeOffset="-205637.74">9691 10834 235 0,'-5'0'322'0,"1"2"42"0,-1-2 26 0,1 1 24 0,2-1 24 0,-1 0 29 0,-1 0 33 0,2 0 40 0,-1 0 44 16,3 0 43-16,0 0 44 0,-6 2-34 0,6-2-71 0,0 0-69 0,0 0-67 16,0 0-33-16,0 0-19 0,0 0-17 0,0 0-19 0,0 0-23 0,0 0-25 15,0 0-34-15,0 1-37 0,4 1-38 0,-2-2-37 0,3 1-22 0,2 0-17 16,-1 1-9-16,3 0-8 0,0-1-7 0,2-1-2 0,1 2-1 0,5-1 4 15,-3-1 2-15,4 0 2 0,2-1 2 0,2-1-1 0,-1 1 2 0,3-3 2 16,3 2-1-16,2-3 1 0,4 1 2 0,-4-2 4 0,5 0 7 0,-2-2 7 16,6-1 6-16,-3 2 8 0,3-3 4 0,0 0 1 0,0 1 3 0,3-1-2 15,-3-1 2-15,0 2 3 0,-3-1 2 0,3 1 1 0,-4 1 1 0,-1-1 2 16,1 1-1-16,-1 3-5 0,-5-1-10 0,1 0-11 0,0 1-10 0,2 1-6 16,-6 1-6-16,4-2-6 0,-5 2-7 0,3 1-8 0,-2 0-8 15,-1-1-10-15,-1 1-8 0,-3 1-9 0,4-2-7 0,-4 1-6 0,1 1-6 16,-4 1-2-16,1-2-4 0,2-1-2 0,-8 2-5 0,3 1-1 0,-1-2-2 15,-3 1-2-15,2-1 1 0,-4 1-2 0,0 1-2 0,-2-2 0 0,-3 2-2 16,1 0-2-16,-1 0-7 0,-2-1-13 0,-2 1-24 0,0 0-28 16,0 0-49-16,0 0-57 0,0 0-49 0,0 0-48 0,-2 0-72 0,-2 0-84 15,-1-2-108-15,-1 2-119 0,-3-1-109 0,0 1-103 0,0 0-87 0,-2 0-77 16,-1-2-17-16,-3 2 11 0,1 2 40 0,-1-1 52 0,-3 2 49 0,4 2 45 16,-6-1 75-16,0 2 83 0,0 0 111 0,-2 1 117 0,2 1 112 0,2 0 103 15</inkml:trace>
  <inkml:trace contextRef="#ctx0" brushRef="#br0" timeOffset="-202107.8">7320 9031 228 0,'-4'-5'288'0,"3"3"31"0,1-1 17 0,-4 0 10 0,4 1 10 0,-2-2 8 0,-2 2 11 0,4-1 15 15,-3 0 15-15,3 2 22 0,0-2 24 0,0 0-39 0,0 1-74 0,0-1-48 16,0 3-42-16,0-3-16 0,0 0-4 0,0 2 2 0,3-1 4 0,-3 2 6 16,0-3 5-16,0 0 8 0,0 3 7 0,0-1 2 0,0 1-6 15,0-3-12-15,0 3-11 0,0-4-10 0,0 4-11 0,0 0-7 0,0 0-7 16,4-1-6-16,-4 1-5 0,0 0-12 0,0 0-12 0,0 0-12 0,0 0-19 16,0 0-16-16,0 0-18 0,0 0-9 0,0 0-8 0,0 0-5 0,0 0-2 15,0 0-4-15,0 0-7 0,0 0-3 0,0 0-3 0,0 0-2 0,0 0-2 16,0 0-4-16,0 0-1 0,0 0-9 0,0 0-9 0,0 0-1 0,0 0 1 15,0 0 0-15,0 0-3 0,0 0 0 0,0 0-2 0,0 0-1 0,0 0-1 16,0 0-2-16,0 3-5 0,0 0-2 0,0 2-1 0,0 1 2 0,0-1 6 16,0 5-7-16,0 0-13 0,0 4-16 0,0-1-16 0,0 2-40 15,-4 3-49-15,4 0-100 0,-3 2-122 0,3-1-120 0,0 1-119 0,0-1-101 16,0-2-96-16,-2 1-42 0,2-2-20 0,0 0-5 0,0-2 1 16,0 0 9-16,0-4 16 0,0 1 37 0,0-5 48 0,0 1 102 0,0-1 121 15,0-1 120-15,0-5 117 0</inkml:trace>
  <inkml:trace contextRef="#ctx0" brushRef="#br0" timeOffset="-199883.92">7731 8733 132 0,'0'0'271'0,"-6"1"38"15,6-1 21-15,0 3 11 0,0-1 7 0,0 2 13 0,0-1 13 0,0 2 11 0,-2-1 14 0,2 1 12 0,0 0 13 16,0 3-34-16,0 0-57 0,0-1-66 0,0 2-69 0,2 0-33 0,-2 0-14 16,0 0-9-16,0 0-6 0,4-2-10 0,-2 3-13 0,1-3-9 0,-3 1-10 15,6-2-9-15,-3 1-12 0,3-2-7 0,-3 1-15 0,3-2-6 0,-1 1-9 16,0-1-4-16,-1-1-3 0,5-1-1 0,-3-1 1 0,3 1 1 0,-4-2 2 15,0 0 4-15,5-2 3 0,-1 1 6 0,-4-2 4 0,0 0 2 0,4-2 7 16,-3 1 4-16,1-1 5 0,-1-1 11 0,-1 0 7 0,0 0 14 0,3 0 11 16,-7-1 12-16,3 1 15 0,1 0 14 0,-1 0 11 0,-2 1 7 15,2-1 4-15,-4 3 7 0,0-2 5 0,0 1 2 0,3 1-1 0,-3 0 0 16,0 0-4-16,0 0-7 0,-3 1-8 0,3 0-12 0,0 0-14 0,0-1-13 16,-4 2-16-16,4-1-13 0,-2 1-12 0,-2-1-11 0,4 1-10 15,-3-1-8-15,1 0-8 0,2 2-8 0,-4-1-5 0,4 1-7 0,-1-1-6 16,1 1 0-16,-4-2 3 0,0 2-6 0,4 0-9 0,-1 0-4 0,1 0-2 15,-4 2-3-15,2-2-2 0,2 0-2 0,-3 1-1 0,3-1-1 0,0 1 0 16,0-1-1-16,0 0-4 0,0 0-16 0,0 0-22 0,0 0 1 0,0 0 10 16,0 0 5-16,0 0 2 0,0 0-5 0,0 0-9 0,0 0-4 0,0 0-5 15,0 0-5-15,0 0-4 0,0 0 0 0,0 0 0 0,0 0 9 0,0 0 12 16,0 0 1-16,0 0-4 0,0 0-3 0,0 0 1 0,0 0 7 0,0 0 10 16,0 0 6-16,0 0 6 0,0 0 4 0,0 0 7 0,0 0 7 0,0 0 9 15,0 0 3-15,0 0 0 0,0 0 1 0,0 0 4 0,0 0 2 0,0 0 2 16,0 0 2-16,0 0 1 0,0 0 1 0,0 0 2 0,0 0 0 15,0 0 3-15,0 0-6 0,0 0-6 0,-4-1-2 0,4 1 2 0,0 0-1 16,0 0-5-16,0 0 0 0,0 0-2 0,0 0-1 0,0 0 0 16,0 0-1-16,-2-1-1 0,2 1-2 0,0 0-1 0,0 0 1 0,0 0-1 15,0 0 2-15,-3 0 2 0,3 0-1 0,0 0 2 0,0 0-1 0,-4 1-4 16,2 0-1-16,2-1-1 0,0 2-2 0,0 1 0 0,-4-1-2 0,4-1-2 16,0 2-1-16,0-3-1 0,0 2-1 0,0-2-4 0,0 0 1 0,0 0-4 15,0 0-1-15,0 0-3 0,0 3-1 0,0-3-4 0,0 1-1 0,0-1-3 16,0 0-3-16,0 0-1 0,0 0-2 0,0 1-2 0,0-1 1 0,0 0-1 15,4 2 1-15,-4-2 1 0,0 0 2 0,0 0 4 0,0 0 4 0,0 0 2 16,0 0 3-16,0 2 3 0,0-2 3 0,0 0 3 0,0 0 2 0,0 0 2 16,0 0 4-16,0 0 1 0,0 0 0 0,0 0 1 0,0 0 1 0,0 0 1 15,0 0 0-15,0 0 0 0,0 0 0 0,0 0 0 0,0 0 1 16,0 0 2-16,0 0 2 0,0 0-4 0,0 0 1 0,0 0-2 0,0 0-2 16,0 0 1-16,0 0-1 0,0 0 1 0,0 0-2 0,0 0 0 0,0 0 0 15,0 0 1-15,0 0 2 0,0 0 0 0,0 0 0 0,0 1 2 16,0-1-1-16,0 0 1 0,0 0 1 0,0 3-2 0,-4-1 2 0,4-2-3 15,0 3 0-15,0-2 0 0,0 2-6 0,0 0-6 0,-1-1-16 0,1-2-17 16,0 3-33-16,0 0-41 0,0-3-56 0,0 3-62 0,0 0-59 0,1 0-54 16,-1-2-56-16,0 0-52 0,0 3-73 0,4-3-82 0,-4-1-57 0,0 0-48 15,0 0-10-15,6 3 3 0,-3-1 29 0,-3-2 39 0,6 3 55 0,-3-2 61 16,-3-1 59-16,2 2 56 0,3-2 54 0,3 1 55 0,-7 0 74 16</inkml:trace>
  <inkml:trace contextRef="#ctx0" brushRef="#br0" timeOffset="-193796.33">10178 10942 127 0,'0'5'430'0,"0"-1"97"0,0 0 51 0,-2 4 33 0,2-2 27 0,-4 3 22 0,4 0 24 0,-3 2 21 16,3 1 20-16,-2 1 18 0,2-1 13 0,0 3-21 0,0 0-41 16,2 0-141-16,-2 2-188 0,0-1-91 0,3 1-47 0,-3-3-30 0,0 2-26 15,0 0-21-15,0-1-24 0,4 0-20 0,-4-2-22 0,2 1-15 0,-2 0-20 16,0-2-10-16,3 0-10 0,-3-2-7 0,0-1-8 0,4 2-4 0,-4-2-2 16,0-2-4-16,2-1-1 0,-2 1-4 0,0 0-7 0,0-1-8 0,3-3-11 15,-3 1-18-15,0 1-18 0,0-4-40 0,0 2-50 0,0-3-62 0,0 0-65 16,0 0-58-16,0 0-57 0,0 0-56 0,2 3-55 0,-2-3-53 0,0 0-54 15,0 0-57-15,0 0-58 0,0 0-10 0,0-7 3 0,0 0 34 0,-2 2 46 16,2-3 60-16,0 1 65 0,-3-2 58 0,3 0 55 0,0-2 57 0,0 2 55 16,0-1 58-16</inkml:trace>
  <inkml:trace contextRef="#ctx0" brushRef="#br0" timeOffset="-193423.51">10196 11077 88 0,'5'-10'285'0,"-5"-1"50"0,4 3 25 0,-4 0 19 0,5 2 14 15,-1 0 21-15,-2 1 17 0,1 2 26 0,-1-1 26 0,5 0 32 0,-5 2 41 16,2 0-3-16,1-1-20 0,1 0-61 0,-3 2-83 0,1-1-32 15,1 1-11-15,-3 1-8 0,2-2-6 0,1 2-12 0,-1 0-18 0,-1 2-18 16,-1-2-23-16,2 1-32 0,-2 1-35 0,1-1-33 0,1 2-34 0,-2 0-25 16,-2 0-18-16,3 0-14 0,-3 2-15 0,2-1-8 0,-2 1-10 0,-2 1-5 15,2-2-2-15,-3 4-3 0,3-2-5 0,-2 1-1 0,-2 2-1 16,1-1-3-16,3 1-2 0,-6 0-3 0,1 0-1 0,1-2-2 0,2 2-2 16,-1-1-1-16,-3-1 2 0,6 1-4 0,-3-2-1 0,1-2 0 0,-2 1-1 15,4-2-4-15,-3-1-1 0,3 2 0 0,0-4 2 0,0 1-2 0,3 1-2 16,-3-1 2-16,4 1 0 0,-2-1-1 0,1 1-1 0,-3-1 2 0,6-1 0 15,-3 2 2-15,3-1-1 0,-1 0 2 0,-1 1 0 0,1 0 0 0,1-2-1 16,-3 1-1-16,3 2 2 0,-3-1 2 0,3-1-1 0,-4 1-1 0,1 1 2 16,3-1 1-16,-3 0 3 0,1 3 6 0,-2-2 4 0,-2 1 7 0,0 1 5 15,3 1 4-15,-3-2 4 0,0 4 3 0,0-2 1 0,-3 3 5 0,3-2 0 16,-2 2 3-16,-2 0 4 0,1 0-2 0,-3 0-7 0,3 0-4 0,1-1-3 16,-2-1-6-16,-1 2-6 0,1-3-4 0,-1 0-5 0,3 0-11 0,-2-2-13 15,1 1-16-15,-3 0-17 0,1-2-42 0,5 0-58 0,-4 0-79 0,-1-2-90 16,5 0-85-16,0-1-81 0,0 0-98 0,0 0-107 0,0 0-60 0,-4-5-39 15,8-1-14-15,-4 0 3 0,3-3 8 0,-1 0 12 0,2-2 41 0,1 0 55 16,1 0 78-16,3-1 93 0,-4-2 85 0,4 1 80 0,0-1 100 0</inkml:trace>
  <inkml:trace contextRef="#ctx0" brushRef="#br0" timeOffset="-193243.25">10511 10921 103 0,'-2'5'371'0,"-2"1"138"0,0-1 75 0,3 2 43 0,-3 0 29 0,0 2 19 0,3 0 12 0,-3 2 6 16,4-2 8-16,-5 0-2 0,5 1 1 0,-4-1-2 0,4 2-103 0,0-1-155 15,-2 0-176-15,-1 1-185 0,3-1-139 0,0 0-112 0,0-2-99 0,0 0-92 16,3 1-114-16,-3-3-120 0,0 2-59 0,2-4-24 0,-2 1-11 0,4-2-6 16,-1 1 8-16,-1-2 12 0,-2-2 38 0,4 3 52 0,-4-3 63 0,5 0 68 15,0 0 75-15,-5 0 70 0</inkml:trace>
  <inkml:trace contextRef="#ctx0" brushRef="#br0" timeOffset="-192917.72">10673 11053 93 0,'0'3'389'0,"-1"0"100"15,1 2 66-15,0-1 52 0,0 1 45 0,0 2 34 0,0 0 35 0,0 4 23 16,0 0 21-16,0-1 16 0,0 1 14 0,0 1-23 0,0 0-38 16,0 1-129-16,0 0-174 0,0 1-97 0,0 0-61 0,0-1-52 0,0 1-44 15,0-1-35-15,0 1-32 0,0-1-25 0,0-1-20 0,0 2-22 0,0-3-20 16,0 0-11-16,0 0-6 0,0-2-12 0,0 0-15 0,0-2-21 0,0 1-26 15,1-4-43-15,-1 2-49 0,0-3-65 0,0 0-68 0,0-3-62 0,0 0-56 16,0 0-51-16,0 0-51 0,0 0-53 0,0 0-53 0,0 0-63 0,0 0-61 16,-1-4-13-16,1-1 8 0,0-1 35 0,0 0 48 0,0-1 62 0,0-2 68 15,0 1 60-15,0 0 57 0,0 0 59 0,0 0 53 0,0 1 56 0,0-1 55 16</inkml:trace>
  <inkml:trace contextRef="#ctx0" brushRef="#br0" timeOffset="-192669.67">10668 11125 78 0,'4'-7'254'0,"-3"1"47"0,3-1 25 15,0 3 20-15,-3 1 19 0,3 0 17 0,1 2 20 0,-1-1 25 0,1 1 30 16,-1-1 37-16,1 2 38 0,-3-2 2 0,6 2-19 0,-3 0-40 16,0 0-53-16,1 0-20 0,3 0-9 0,-4 0-3 0,3 2-4 0,-3 0-4 15,4 1-8-15,-4-2-17 0,1 4-19 0,-1-1-28 0,3 1-30 16,-1-1-33-16,-4 4-35 0,3-2-28 0,-1 1-28 0,2 1-17 0,-5-1-15 16,5 1-13-16,-5-1-10 0,2 2-10 0,-2-2-10 0,1 1-7 0,-3 0-7 0,0 1-7 15,0-2-6-15,0 2-7 0,-3-1-5 0,3 0-5 0,-2 0-7 16,-2 1-6-16,-1 0-1 0,1 0-8 0,-1 0-9 0,-1 0-11 0,3-1-10 15,-3 1-15-15,3-2-18 0,-3-1-28 0,5 0-34 0,-7-2-74 0,6 1-94 16,-1 0-92-16,-3-1-87 0,3-2-92 0,1 0-97 0,2-2-79 0,0 0-72 16,0 0-26-16,-4-1-6 0,4 1 5 0,-3-4 10 0,3 4 27 0,0-8 30 15,3 2 74-15,-3-3 98 0,6 1 89 0,-3 1 88 0,3-2 95 0,-1 0 97 16</inkml:trace>
  <inkml:trace contextRef="#ctx0" brushRef="#br0" timeOffset="-192481.71">11057 10987 448 0,'2'5'582'0,"1"-1"77"16,-3 2 43-16,4 2 26 0,-2-1 15 0,-2 2 9 0,0 0 4 0,0 2 3 15,-2-1 0-15,-2 3 2 0,4-2-23 0,0 1-29 0,-3 1-229 0,3 0-313 16,-2-1-208-16,-2 0-159 0,4-2-131 0,-3 0-115 0,1 1-112 16,2-2-109-16,-4 0-51 0,2-3-23 0,-1 2-12 0,3-4-5 0,0 2 11 15,0-2 17-15,0-4 49 0,-4 5 62 0,4-5 77 0,0 5 86 16,0-5 87-16,0 6 91 0</inkml:trace>
  <inkml:trace contextRef="#ctx0" brushRef="#br0" timeOffset="-188737.48">7235 11422 49 0,'0'1'304'0,"-2"3"109"0,-2-3 53 0,4 1 33 0,-3-1 24 0,3-1 17 0,0 2 21 0,0-2 23 16,0 3 25-16,0-3 29 0,0 0 21 0,0 0 22 0,0 0-63 0,0 0-105 16,0 0-102-16,0 0-98 0,0 0-48 0,0 0-22 0,0 0-15 0,3 1-11 15,-3-1-17-15,4 0-17 0,-2 0-17 0,2 0-20 0,1 0-19 0,-1 0-19 16,1 0-14-16,0 0-8 0,4 0-6 0,-3 0-5 0,3 0-9 0,-4 0-10 15,4-1-8-15,0 1-6 0,-3-2-5 0,3 2-5 0,-4 0-3 0,4-1-3 16,-3 1-5-16,3-2-6 0,-4 2-3 0,3 0-5 0,-3-1 1 0,0 1-4 16,1-2-1-16,-1 2-1 0,2-1-16 0,-1 1-19 0,-1-2-49 0,1 2-62 15,1-2-84-15,-5 1-97 0,7 0-82 0,-4-1-72 0,-1 2-108 0,1-1-119 16,1-1-53-16,-3 1-25 0,3-2-9 0,-6 3-4 0,3-2 14 16,-3 2 17-16,0 0 48 0,0 0 61 0,0 0 83 0,0 0 94 0,-3 2 81 15,-3 2 76-15</inkml:trace>
  <inkml:trace contextRef="#ctx0" brushRef="#br0" timeOffset="-187811.92">7105 11721 220 0,'-4'1'431'0,"4"-1"75"0,0 1 35 16,0-1 18-16,0 0 7 0,0 2 9 0,4 0 9 0,-4-2 15 0,2 1 21 0,-2 1 16 0,0-2 19 0,3 0-37 0,1 0-62 16,1 0-130-16,-3 0-157 0,2 0-70 0,1 0-28 0,0-2-11 0,4 1 0 15,-5-3-1-15,5 3-4 0,-3-3-12 0,4 1-13 0,-2-2-18 0,-1 0-13 16,2 0-14-16,0-3-8 0,0 2-8 0,-4-1-4 0,4 1-5 0,1-2-1 15,-5 2-5-15,0-1-6 0,4 1-3 0,-3-2-4 0,-3 2-3 0,3 0-4 16,-2 0 1-16,1-2-2 0,-5 4 1 0,5-2-1 0,-5 2 2 0,4-2-1 16,-4 1-1-16,2-1 0 0,-2 3-1 0,0-3-2 0,0 2-2 0,0-1-1 15,0 1-3-15,-2-1-2 0,2-1 1 0,-4 2-4 0,4-1-2 0,-1-1-2 16,-3 3-2-16,0-3 1 0,3 3-2 0,-3 0 0 0,-2 0 0 16,3 2-2-16,-3-1 1 0,1 1-4 0,1-1 2 0,-1 2 0 0,0 3-1 15,1-3-4-15,-2 3-1 0,1-1-1 0,0 2-2 0,-3 1-2 0,3-1-2 16,0 3-4-16,1 0-1 0,-1 0 2 0,1 1 1 0,2 1 0 0,-2 0 3 15,3 0 3-15,-3 0-2 0,4 0-1 0,0-1-1 0,0 0-1 16,0 1 1-16,5 0-1 0,-5-1 4 0,6 1 2 0,-2-2 1 0,5 1-4 0,-4-1-1 16,0 1 0-16,4-1-3 0,0-1-4 0,1 1 1 0,-5 1 3 15,4-2 3-15,2 0 1 0,-2 0 1 0,0 0-1 0,-4 0 1 0,4 0-2 16,0 0 0-16,-3 1 1 0,3-2 1 0,-4 3-1 0,-1-3 1 0,1 3 2 16,1-2-1-16,-3 2 2 0,1-2-1 0,-2 1 2 0,-2 1-1 0,0 1 1 15,0-2-2-15,0 2 2 0,0-2 0 0,-2 3 2 0,-2-2-1 0,4 2 2 16,-3-2-1-16,-3 2-1 0,3-1-1 0,1-2-1 0,-3 2-1 0,1-1 2 15,-1-1 2-15,-1 0-1 0,-1 0 1 0,1-3 1 0,1 2-2 0,1-1 1 16,-1-2-1-16,0 0 2 0,-1-2 0 0,-1 2 2 0,5-3 1 0,-3 2 1 16,-3-2 1-16,7-2-1 0,-7 2 1 0,7-1 1 0,-5-1 1 0,2-1-1 15,-1 0 0-15,1 0 0 0,3-1-4 0,-3-1-5 0,0 1 0 0,3-3 1 16,-3 3 2-16,4-3 0 0,0 0-1 0,0 2-4 0,-4-3-2 0,4 1-4 16,0-1-1-16,0-1 0 0,4 2-7 0,-4-2-11 0,0 1-21 0,0 1-27 15,0-2-66-15,4 0-85 0,-3 0-79 0,-1 1-82 0,0-1-78 16,4 0-81-16,0 2-91 0,-4-2-101 0,1 0-45 0,-1 0-20 0,0 1-4 15,4-1 5-15,-4 2 23 0,2-2 30 0,-2 1 63 0,3 2 84 0,-3 0 81 16,6 0 79-16,-6 0 81 0,4 1 80 0</inkml:trace>
  <inkml:trace contextRef="#ctx0" brushRef="#br0" timeOffset="-186467.59">7201 11077 39 0,'0'-4'241'0,"0"-1"43"0,-4 1 20 0,4 1 11 0,4-2 9 0,-4 4 8 0,0-2 10 0,1-1 9 0,-1 2 10 16,4-3 9-16,-4 2 10 0,0-1-25 0,0-1-40 0,0 1-67 0,0-1-82 16,4 1-33-16,-4 0-13 0,1 0-4 0,-1 0-1 0,0-1 3 0,4 0 5 15,-4 1 8-15,0 1 13 0,0 0 17 0,0 0 19 0,0 2 20 0,0 1 18 16,0 0 17-16,0-3 8 0,0 3 6 0,0-3 3 0,-4 0 3 0,4 1 5 16,-1 1-3-16,-3-1-1 0,4-1-15 0,-4 3-17 0,3-3-20 15,-3 2-28-15,2 1-24 0,-1-2-27 0,-1 0-21 0,2 1-15 0,-2 1-12 0,-1-1-8 16,1 1-6-16,-1 0-9 0,3 1-7 0,-1-1-6 0,-3 1-8 15,3 1-3-15,-3 0-6 0,2 1-3 0,-1-2-2 0,1 2-2 16,3 2-1-16,-3-2-1 0,-1 3-3 0,1-2-3 0,-1 2-4 0,3 2-4 16,-2-1-4-16,1 0-1 0,1 1-2 0,-2 0-2 0,4-1 1 0,-4-1-1 15,4 0 1-15,-1 0-1 0,1 0 2 0,0-3 0 0,1 2 0 0,-1-3-1 16,4 0-2-16,-4 1-2 0,0 0-1 0,4-1-1 0,-2-1-2 0,-2 2-2 16,3-1-2-16,1-2-4 0,-2 1-1 0,3 0-3 0,-1-1-1 0,-1 2-3 15,-1-2 2-15,3 0 1 0,-1-2 1 0,1 2 0 0,-1 0 3 0,2-1 3 16,-3 0 1-16,-1-1 4 0,2-1 2 0,1 2 4 0,-1-1 2 0,-3 1 2 15,3-1 0-15,0 1 2 0,-3-1-1 0,-1 0 2 0,0 2 0 0,0 0-1 16,0 0-1-16,0 0 0 0,0 0 0 0,0 0 1 0,0 0 4 0,4 0 7 16,-2 2 11-16,2 0 7 0,-4-1 8 0,3 2 6 0,-1 2 6 0,2-1 3 15,-3 2 5-15,3 3 5 0,1-1 2 0,-1 2 3 0,0 1 1 0,-3-1 1 16,3 2-7-16,-2 0-6 0,1 0-10 0,1 0-6 0,-2 0-9 0,2 0-7 16,-4-1-17-16,1 1-20 0,3-2-44 0,-4 0-59 0,0 1-76 0,4-2-92 15,-3 2-85-15,-1-3-88 0,4 2-104 0,-4-2-116 0,0 0-53 0,4 0-22 16,-4-2-11-16,1 0-4 0,-1 0 8 0,4 0 16 0,-2-3 40 15,-2 1 53-15,3-1 78 0,1 0 87 0,-2-1 88 0,2 0 86 16</inkml:trace>
  <inkml:trace contextRef="#ctx0" brushRef="#br0" timeOffset="-183014.91">11205 10045 4 0,'-4'-3'248'0,"4"2"81"0,0 1 44 0,0 0 28 0,0 0 24 0,0 0 23 0,0 0 30 0,0 0 32 0,0 0 42 0,0 0 46 0,0 0 41 16,0 0 38-16,0 0-39 0,0 0-77 0,0 0-69 0,0 0-66 0,0 0-34 15,0 0-18-15,0 0-15 0,0 0-16 0,0 0-23 0,0 0-30 0,0 0-35 16,0 0-42-16,0 0-34 0,0 0-33 0,0 0-25 0,0 0-13 0,0 0-15 16,0 0-9-16,0 0-9 0,0 0-6 0,0 0-5 0,0 0-4 0,0 0-1 15,0 0-2-15,0 0 0 0,0 0-3 0,0 0-6 0,0 1-6 16,0-1 3-16,0 3 4 0,0-3 5 0,-1 3 0 0,1 0 5 0,0-1 4 15,0 2 3-15,0-1 1 0,0 0 5 0,0 3 2 0,-4-1 2 0,4-3 2 16,0 3 8-16,0 0 10 0,0-1 0 0,0 0-3 0,0 0 0 0,0 0 2 16,-4-1 3-16,4 2 2 0,0 1 3 0,-1-2 5 0,1 2 0 0,0 2 2 15,0-1 1-15,0 1-1 0,0 2-1 0,0-1-4 0,-4 2-1 0,4-3 0 16,0 3-3-16,-2-2-3 0,-1 0-6 0,3 1-4 0,0 0-8 0,-4-2-7 16,4 2-7-16,0-2-4 0,-2 3-5 0,-1-3-4 0,3 1-4 0,0 0-4 15,-2 0-4-15,2-2-4 0,-4 1-4 0,4-2-3 0,0 1-4 0,0-1-3 16,0 0-2-16,0-1-6 0,0 1 0 0,0-2-1 0,-4 1-3 0,4-2-1 15,0 0-1-15,0-1-3 0,0 2-1 0,0-1-2 0,0-3-1 0,0 1-6 16,0-1-11-16,0 3-15 0,0-3-29 0,0 0-34 0,0 0-45 0,0 0-52 16,0 0-46-16,0 0-39 0,0 0-71 0,0 0-82 0,0 0-106 0,0 0-121 15,0-1-119-15,0 1-115 0,0 0-78 0,0 0-59 0,-1-5-6 0,1 5 18 16,0-5 40-16,0 5 49 0,-4-5 42 0,4 0 42 0,0 1 69 16,-2 1 83-16,-1-2 107 0,3 5 119 0,0 0 122 0,-4-1 120 15</inkml:trace>
  <inkml:trace contextRef="#ctx0" brushRef="#br0" timeOffset="-181735.43">11042 10660 172 0,'0'0'285'0,"-3"-1"30"0,3 1 15 0,0 0 14 0,0 0 10 0,0 0 7 0,0 0 11 0,0 0 13 0,0 0 11 0,0 0 15 0,0 0 1 0,0 0-1 15,0 0-58-15,0 0-87 0,0 0-27 0,0 0-3 0,0 0 9 0,0 0 15 16,0 0 15-16,0 0 15 0,0 0 10 0,0 0 5 0,0 0 2 16,0 0-1-16,0 0-5 0,0 0-9 0,0 0-15 0,0 0-15 0,0 0-17 15,0 0-19-15,0 0-22 0,0 0-19 0,0 0-19 0,0 0-20 0,0 0-13 16,0 0-12-16,0 0-13 0,0 0-10 0,0 0-8 0,0 0-9 0,0 0-7 15,0 0-6-15,0 0-5 0,0 0-8 0,0 0-2 0,0 0-2 16,0 0-3-16,0 0-3 0,3 0-3 0,-3 0 1 0,2 1 2 0,2-1 0 16,-4 0 0-16,5 2-3 0,-5-1 0 0,6-1 0 0,-3 2 0 0,1-2 5 15,-2 1 1-15,3-1-2 0,-1 0 4 0,1 2 1 0,-1-2 1 0,1 1-1 16,1-1 3-16,-1 2 0 0,2-2 3 0,-1 0 2 0,3 0 1 0,-4 0 4 16,4 0-1-16,-3 0 0 0,3 0 1 0,0 0 2 0,-4 0 0 0,6 0 0 15,-4 0-2-15,-1-2-1 0,4 2-2 0,-2 0 2 0,-1-1-2 0,2-1 1 16,0 2-2-16,0 0 0 0,0-1 0 0,0 1-1 0,-2-2 0 0,2 2-2 15,0 0 0-15,4 0 2 0,-6-1 1 0,2-1-1 0,0 2-1 0,2 0-3 16,-2-1 0-16,0-1-2 0,0 0-3 0,2 2 1 0,2-2 0 0,-4 0 3 16,0 1-1-16,-2-1 1 0,2 1-1 0,0-2-3 0,0 1 3 0,0 1-3 15,0-1 4-15,-3 0 0 0,3 1 2 0,-4 0 3 0,6-1 0 0,-7 1 3 16,5 1-3-16,-4-2 0 0,1 1-3 0,-1-1-2 0,-1 2 1 0,1 0 2 16,2-1 7-16,1-1 10 0,-5 2 4 0,3-1 4 0,3 1 1 0,-4 0 0 15,-1-2-1-15,5 0-1 0,-4 2-2 0,1 0-2 0,-1 0-2 16,2 0 2-16,-5 0-8 0,4 0-7 0,-3 0-6 0,3 0-6 0,-3 0-18 15,1 0-32-15,-2 0 0 0,3 0 0 0,-1 0 0 0,-4 0 0 0,5-1 0 16,1 1 0-16,-3 0 0 0,1 0 0 0,-2 0 0 0,1 0 0 0,3 0 0 16,-1 0 0-16,-1 0 0 0,-1 0 0 0,-1 0 0 0,2 0 0 0,-4 0 0 15,2 0 0-15,-2 0 0 0,0 0 0 0,3 0 0 0,-3 0 0 0,4-1 0 16,-4 1 0-16,0 0 0 0,0 0 0 0,0 0 0 0,0 0 0 0,0 0 0 16,0 0 0-16,0 0 0 0,0 0 0 0,0 0 0 0,0 0 0 0,0 0 0 15,0 0 0-15,0 0 0 0,0 0 0 0,0 0 0 0,0 0 0 16,0 0 0-16,0 0 0 0,0 0 0 0,0 0 0 0,0 0 0 0,0 0 0 15,0 0 0-15,0 0 0 0,0 0 0 0,0 0 0 0,0 0 0 0,0 0 0 16,0 0 0-16,0 0 0 0,0 0 0 0,0 0 0 0,0 0 0 0,0 0-234 0,0 0-114 16,0 0-43-16,0 0-33 0,0 0-31 0,0 0-52 0,-4 0-57 15,1-2-66-15,1-1-71 0,-2 3-49 0,-1-3-40 0,1 3-38 0,2-3-32 16,-5 2-27-16,5-3-22 0,-7 3 12 0,6-2 26 0,-3 2 28 0,1-1 32 16,-4-1 63-16,3 2 73 0,1-1 91 0,-2 1 97 0,1-1 82 0,1 2 70 15,5 0 73-15</inkml:trace>
  <inkml:trace contextRef="#ctx0" brushRef="#br0" timeOffset="-173337.07">11359 11143 33 0,'0'0'498'0,"0"0"137"0,0 1 70 0,0-1 41 0,0 5 27 0,0-2 18 0,0 0 17 16,0 2 12-16,0-1 13 0,0 1 14 0,0 1 16 0,0 1 8 0,0 2 6 15,0 0-178-15,0 0-254 0,-2 3-117 0,2 0-52 0,0 0-27 0,-4 0-15 16,4 2-12-16,0-2-10 0,0 1-7 0,-1 1-9 0,1-1-12 0,0 1-14 16,0 1-18-16,0-2-20 0,0 1-20 0,0-1-20 0,0-1-19 0,0 2-17 15,1-2-15-15,-1-2-15 0,0 1-23 0,0-2-25 0,0-2-36 16,0 1-42-16,0-3-35 0,0 2-37 0,4-4-33 0,-4 0-34 0,0-3-63 16,0 0-73-16,0 0-91 0,0 0-96 0,0 0-79 0,0 0-70 15,2 0-65-15,-2-2-59 0,0 2-31 0,3-4-18 0,1-3 8 0,-2 2 22 16,-2-3 26-16,3 1 33 0,-3-1 59 0,2 1 76 0,2-1 89 0,-4-1 98 15,4 2 80-15,-4 1 74 0,1 0 78 0</inkml:trace>
  <inkml:trace contextRef="#ctx0" brushRef="#br0" timeOffset="-172905.39">11420 11329 24 0,'0'-1'299'0,"0"1"129"0,0 0 90 0,4 0 75 0,-2 0 56 0,1 1 53 16,3 0 35-16,-3 3 28 0,3-3 23 0,-1 1 19 0,-1-1 15 0,1 1 12 15,4-2-56-15,-3 0-91 0,3 0-106 0,0 0-111 0,0 0-75 0,0-2-57 16,-2 2-39-16,2-1-34 0,4-1-14 0,-2 1-4 0,-2-3-8 0,2 2-11 15,1 0-11-15,-1-1-12 0,2 0-12 0,-2 0-14 0,1 2-15 0,-1-3-15 16,-2 3-15-16,2 0-9 0,2-1-16 0,-4 1-19 0,0-1-18 0,-4 2-20 16,6-1-13-16,-2-1-15 0,-3 2-6 0,3-1-6 0,-4-1-12 15,2 2-13-15,-5-1-19 0,4 1-19 0,-3 0-23 0,1 0-27 0,-4 0-24 0,0 0-23 16,0 0-24-16,0 0-23 0,0 0-19 0,0 0-16 0,0 0-21 0,0 0-22 16,-4 0-28-16,1 0-35 0,-3-2-42 0,4 2-49 0,-1-2-38 15,-3 2-31-15,3-1-16 0,-3 0-9 0,-3-1-7 0,4 2-5 0,-1-1-1 16,-1 1-1-16,2-2 9 0,-4 1 12 0,3-1 30 0,1 1 40 0,-1-2 58 15,-3 1 67-15,6-3 62 0,-3 1 56 0,3 0 49 0,-3-2 46 16,4 1 42-16,-1-1 40 0,-1 0 37 0,2 0 35 0,-1 0 33 0,3 0 29 16,-2 3 29-16,-2-1 32 0,4 1 30 0,0 0 35 0,0 3 39 0,0 0 40 15,0 0 38-15,0 0 40 0,0 0 26 0,0 0 19 0,0 0 9 0,0 3 4 16,0 0-1-16,0-1-7 0,4 3-9 0,-2 1-12 0,-2 1-15 0,0 1-19 16,3 2-21-16,-3 1-21 0,0 3-28 0,0 0-28 0,0 0-23 0,0 1-18 15,0 3-14-15,-3 0-10 0,3-1-11 0,0 1-13 0,-2 0-10 0,-2 0-12 16,4 0-15-16,-3-2-18 0,1 0-33 0,-2 0-38 0,4 0-45 0,-3-2-51 15,1-1-48-15,2-1-47 0,0-1-42 0,-4-2-36 0,4-2-56 0,0-1-61 16,0-1-96-16,0-2-110 0,0 0-89 0,0-2-84 0,0-1-99 0,0 0-106 16,4-1-29-16,1-4 4 0,1 1 17 0,-3-2 27 0,3-1 25 0,3-1 26 15,-4-2 52-15,1 2 62 0,-3-3 94 0,3 2 109 0,-3-1 92 0,3 1 87 16</inkml:trace>
  <inkml:trace contextRef="#ctx0" brushRef="#br0" timeOffset="-172650.94">11835 11386 118 0,'0'0'418'0,"0"0"185"0,0 0 89 0,3-1 47 0,-1 2 26 0,2 0 22 0,-1 3 11 0,-1-4 10 16,2 0 8-16,1 0 8 0,0 0 6 0,-1 0 4 0,7-2-95 0,-4 0-140 16,0 1-167-16,6 0-184 0,-4-2-84 0,2 0-44 0,-2 1-26 0,4-1-20 0,-2 0-13 15,-1 1-8-15,3 0-8 0,-2-1-9 0,2 0-8 0,-3 0-4 16,-1 0-7-16,2 1-7 0,2-1-7 0,-4 0-9 0,0 2-9 0,-2-1-7 15,2-1-10-15,-1 2-8 0,-3-1-28 0,0 1-34 0,1-1-72 0,-3 1-90 16,-1-1-83-16,2 0-83 0,-1 2-82 0,-3 0-81 0,0 0-87 0,0 0-88 16,0 0-38-16,0 0-15 0,0 0 1 0,-7 0 5 0,2 0 24 0,-1 2 33 15,1 0 71-15,-4-1 91 0,4 2 84 0,-5 2 85 0,7-2 81 0,-6 3 86 16</inkml:trace>
  <inkml:trace contextRef="#ctx0" brushRef="#br0" timeOffset="-172265.62">11990 11485 69 0,'2'0'353'0,"1"2"155"0,1-2 94 0,-2 1 67 16,-2 1 42-16,5 1 30 0,-5 0 23 0,4-1 18 0,0 0 15 0,-3 1 9 15,3-1 10-15,-2-1 4 0,1 2-81 0,-3 0-120 0,6-1-139 16,-3 1-146-16,-3 0-91 0,6 0-64 0,-6-2-41 0,5 4-28 0,-5-1-23 16,4-1-20-16,-4 2-11 0,4-1-13 0,-3 1-7 0,-1 0-7 15,0 2-5-15,0 0-3 0,0 1-6 0,0-1-5 0,-1 1-2 0,-3-1-4 16,0 2-1-16,3-1-1 0,-3-1 1 0,-2 2 1 0,3-1 1 0,-3-1-1 15,3 1 2-15,-3-1 2 0,1 1 5 0,0-2 5 0,-1 1 6 0,-1-1 6 16,1 0 9-16,1 0 11 0,0-2 7 0,1 0 6 0,-1 0 4 0,1-1 5 16,2 0 5-16,-1-1 4 0,3-1 1 0,0-1 2 0,0 0-1 0,0 0-5 15,0 0-4-15,0 0-10 0,0 0-7 0,0 0-7 0,0 0-8 0,0 0-7 16,0 0-5-16,0 0-3 0,3 0-5 0,-1 0-2 0,3 0-4 0,-1-1-1 16,1 1-3-16,1-2-1 0,3 2-1 0,-2 0 1 0,0-1-1 0,1 1 1 15,-1-2-1-15,2 1 2 0,0 1 0 0,-4-2-4 0,4 2 0 0,-3 0-4 16,1-1 1-16,-2 1-2 0,1-2 0 0,-1 2-2 0,-1 0 1 0,0 0-1 15,1 0 2-15,-3 0 2 0,1 0-1 0,-3 0-2 0,6 2-1 0,-6-2-2 16,0 0-10-16,0 0-13 0,0 0-18 0,0 0-24 0,0 0-24 0,0 0-22 16,0 0-32-16,0 0-33 0,0 0-83 0,0 0-101 0,0 0-92 0,0 1-90 15,-2 1-86-15,-2-1-84 0,4-1-79 0,-3 0-71 0,3 0-22 0,-6 2 4 16,1-1 16-16,5-1 18 0,-4 0 30 0,4 0 34 0,-9-1 80 0,7-1 98 16,2 2 95-16,-3 0 92 0,3 0 87 0,-6-3 86 0</inkml:trace>
  <inkml:trace contextRef="#ctx0" brushRef="#br0" timeOffset="-170097.89">11929 10951 199 0,'0'0'386'0,"0"0"86"0,0 0 59 0,0 0 48 0,0 0 45 0,0 0 40 0,0 0 36 0,0 0 28 0,0 0 25 15,0 0 19-15,0 0 18 0,0 3-38 0,0-3-65 0,-4 3-111 16,4-1-132-16,0 1-78 0,0-2-52 0,0 2-40 0,-2 0-38 0,2 2-31 16,0-1-30-16,0-1-20 0,0 3-14 0,0 1-9 0,0 0-8 15,0 0-2-15,2 1-4 0,-2-1 2 0,4 0 6 0,-4 3 6 0,5-3 3 0,-1 2 2 16,-3-1 4-16,3 1-1 0,1-2 1 0,1 0-2 0,-2 1-3 0,1 0-5 16,-1 1-6-16,1-2-4 0,0-1-4 0,-1 0-4 0,1 0-8 15,1 1-5-15,-3 0-7 0,3-1-4 0,-1-1-6 0,-1 0-1 0,0 1 1 16,-3-1-2-16,5 1 1 0,-3-2-2 0,1 1 2 0,-2-1 2 0,1-1 3 15,-1-1 2-15,2 1 2 0,-4-2 6 0,0-1 3 0,4 2 5 0,-4-2 3 16,0 0-1-16,0 0 0 0,0 0 0 0,0 0-3 0,-4 1-4 0,4-1-7 16,0 0-22-16,0 0-71 0,0 0 0 0,0 0 0 0,-6 0 0 0,6 2 0 15,-3-1 0-15,1-1-10 0,-2 2-184 0,-1-1-77 0,0 1-60 0,-3 0-51 16,-3 2-87-16,2-1-105 0,0 1-106 0,0-1-109 0,-1-1-95 0,-1 0-85 16,-2 0-60-16,4-2-53 0,-6 0 6 0,6 0 31 0,0-2 54 0,2 2 65 15,0-2 49-15,0-1 48 0,-1 0 84 0,3-2 98 0,0 0 108 0,5 1 108 16,-4-2 98-16,4 2 99 0</inkml:trace>
  <inkml:trace contextRef="#ctx0" brushRef="#br0" timeOffset="-169903.86">12001 10969 258 0,'4'-4'414'0,"1"1"89"0,-5 0 66 0,5 1 50 16,1 0 45-16,-3 2 29 0,3 0 26 0,-3 0 10 0,-1 0 12 0,2 0 4 15,1-1 4-15,-1 1-61 0,0-1-89 0,-3-1-124 0,5 2-138 0,-3 0-90 16,3-1-66-16,-3 1-61 0,-1-2-56 0,6 2-67 0,-3-1-72 0,-1-1-72 15,1 1-79-15,-3 1-64 0,1-2-60 0,3 2-60 0,-1 0-59 16,-1-1-72-16,-4 1-81 0,0 0-54 0,0 0-38 0,0 0-11 0,0 0 5 16,0 0 33-16,0 0 45 0,0 0 59 0,0 0 68 0,0 0 62 0,0 0 53 15,0 0 62-15,0 0 59 0,0 0 72 0</inkml:trace>
  <inkml:trace contextRef="#ctx0" brushRef="#br0" timeOffset="-168234.15">8895 13188 66 0,'0'0'482'0,"2"0"114"0,-2 0 46 0,0 0 17 0,0 0-3 0,0 0-7 0,0 0-12 16,0 0-16-16,0 0-11 0,0 0-30 0,0 0-32 0,0 0-66 0,0 0-82 16,0 0-247-16,0 0-327 0,0 0-213 0,0 0-160 0,0 0-67 0,0 0-24 15,0 0 0-15,0 0 6 0,0 0 10 0,0 4 14 0,0-4 27 0,-2 5 32 16,-1-1 48-16,3 2 53 0,-2-1 68 0,-2 2 71 0</inkml:trace>
  <inkml:trace contextRef="#ctx0" brushRef="#br0" timeOffset="-167934.14">8828 13540 33 0,'-3'8'358'0,"3"1"208"0,-4-2 103 0,2-1 56 0,2 1 32 0,0 0 24 16,0 0 14-16,0-1 10 0,0-3 7 0,0 2 4 0,-3-1 3 0,3-1 0 15,0 0-77-15,0 0-107 0,0-3-181 0,0 3-211 0,0-3-113 0,0 2-67 16,0-2-57-16,3 1-47 0,-3 1-53 0,0-2-51 0,2 1-50 0,2 1-51 16,-1-2-38-16,-1 1-37 0,2-1-28 0,-1 0-26 0,-1 0-19 0,4 0-11 15,-3 0-1-15,3 0 3 0,-3 2 17 0,3-2 21 0,-1 0 36 0,-1 1 42 16,1-1 44-16,-1 1 41 0,1 1 41 0,-1 0 35 0,-2 1 38 0,3-2 31 16,-5 2 32-16,4-1 26 0,-1 1 20 0,-1-1 15 0,2 2 9 0,-4 0 3 15,5-1-3-15,-5 0-11 0,4 2-19 0,-2-3-24 0,-2 3-42 0,3-2-48 16,-3 0-78-16,4 0-92 0,-4-3-61 0,0 0-47 0,2 2-22 0,3-1-14 15,-5-1-6-15,7 0-2 0,-1 0 5 0,-1-1 11 0,1-2 19 0,3 0 25 16,-4 0 39-16,4 0 47 0,0-2 73 0</inkml:trace>
  <inkml:trace contextRef="#ctx0" brushRef="#br0" timeOffset="-167710.72">9248 13351 24 0,'0'5'365'0,"0"1"230"0,-4 1 107 0,4 1 52 0,0 1 28 0,-1 1 18 16,1 2 11-16,-4 0 10 0,4 3 4 0,-4 0 6 0,3 1 2 0,1 1 2 15,-4 0-73-15,4 1-103 0,0 0-192 0,0-2-224 0,-2 2-111 0,2 0-59 16,0-1-37-16,0-2-30 0,0-2-30 0,0 1-31 0,2-1-61 0,-2-2-68 16,4-1-83-16,-4-2-83 0,1-1-71 0,3-1-66 0,0 0-62 0,-3-1-63 15,-1-5-73-15,0 0-75 0,0 0-27 0,0 0-7 0,0 0 13 0,4-4 20 16,0 0 52-16,-3 0 65 0,-1-2 77 0,4-2 81 0,-4 2 71 0,0-2 62 15,2 3 66-15,-2-1 65 0</inkml:trace>
  <inkml:trace contextRef="#ctx0" brushRef="#br0" timeOffset="-166810.55">9252 13380 184 0,'0'-9'292'0,"1"0"38"16,-1 3 30-16,4 1 21 0,-2 2 18 0,-2 0 30 0,0 2 31 0,0 1 30 15,0 0 29-15,0 0 27 0,0 0 29 0,0 0-37 0,0 0-65 0,0 0-65 16,0 0-68-16,0 0-40 0,0 0-25 0,0 0-20 0,0 0-18 0,0 0-29 15,0 0-30-15,0 0-30 0,0 0-29 0,0 0-27 0,0 0-26 16,0 0-19-16,0 0-18 0,0 0-11 0,0 0-4 0,0 0-2 0,0 0 3 16,0 0 1-16,0 0 5 0,0 0 6 0,0 0 6 0,0 0 7 0,0 0 7 15,0 0 5-15,0 0 5 0,0 0 7 0,0 0 4 0,0 0 4 0,0 0 5 16,0 0 4-16,0 0 3 0,0 0 1 0,0 0-2 0,0 0-1 0,0 0 5 16,0 0-3-16,0 0-2 0,0 0-2 0,0 1-3 0,0-1-3 0,0 0-7 15,0 0-2-15,0 0-2 0,0 2-4 0,0-2-3 0,0 0-4 0,-6 0-2 16,6 0-5-16,0 0-6 0,0 0-5 0,-5 0-2 0,5 0-2 0,0 0 0 15,0 0 0-15,-4 0 0 0,4 0 1 0,-1 0-1 0,1 0 0 0,0 0-2 16,-4 0 2-16,4 0 2 0,-4 0-2 0,4 0-5 0,0 0 4 16,-1 1 2-16,1-1 2 0,0 0 0 0,0 0 0 0,0 0 0 0,0 0-1 15,0 0-1-15,0 0-1 0,0 0-1 0,0 0-2 0,0 0 0 0,0 0 1 16,-4 0 5-16,4 0-1 0,0 0-4 0,0 0-2 0,0 0-1 0,0 0-1 16,0 0 0-16,0 0 0 0,0 0 2 0,0 3 1 0,0-3 3 15,0 1-5-15,0 3-5 0,-2-1 5 0,-1 0 11 0,3 1 8 0,0 1 4 16,0-1 6-16,-4 1 4 0,4 1 5 0,-2-1 0 0,2 2 5 0,-4-1 7 15,4-1 4-15,0 2 4 0,-1-1 7 0,-3-1 11 0,4 2-4 0,0-3-12 16,-4 2-9-16,4 0-4 0,0 0-7 0,0-1-11 0,0-1-1 0,-1 1-4 16,1-2-11-16,0 0-17 0,0 0-24 0,0-3-26 0,0 1-25 0,0-1-24 15,0 0-20-15,0 0-19 0,0 0-14 0,0 0-16 0,0 0-14 0,0 0-17 16,0 0-19-16,0 0-22 0,0 0-24 0,0 0-25 0,0 0-26 0,0 0-27 16,0 0-24-16,0-1-26 0,1-2-18 0,-1 0-11 0,0-2-7 15,0 1 0-15,0-1 6 0,0-1 8 0,0 0 19 0,0 0 21 0,-1 0 27 16,1-2 33-16,-4 3 43 0,4-1 44 0,0-1 48 0,-4 2 44 0,3-1 39 15,1-1 32-15,0 3 24 0,-4-2 17 0,4 2 14 0,-2-1 12 16,2 1 12-16,-3-1 9 0,3 2 15 0,3-1 22 0,-1 0 19 0,-2 2 25 16,0-3 20-16,4 2 22 0,1-1 19 0,-1 0 22 0,-3 0 15 0,7 0 18 15,-1-1 16-15,-3 0 14 0,5 0 10 0,0 0 7 0,0 1-3 0,-2-1-9 16,2 1-11-16,0-1-18 0,2 2-16 0,1-1-17 0,-2 1-16 0,0 0-18 16,-1 1-16-16,0-1-13 0,2 2-17 0,-2-1-15 0,0 1-12 0,0-1-8 15,-3 2-10-15,-1-1-7 0,4 1-4 0,-3 0-5 0,-3 0-5 0,1 1-3 16,1-1-3-16,-5 2-2 0,6-2-4 0,-6 1-3 0,0-1-1 0,0 3-1 15,3 0-4-15,-3 0-6 0,0 0-4 0,-3 2-7 0,3-1-2 0,-4 2-2 16,2 2-6-16,-1-1-5 0,-3 2-5 0,3 0-8 0,-3 2-8 0,1-2-7 16,1 1-6-16,-1-1-7 0,-1 2-5 0,1-1-3 0,-2-1-3 0,1 0-3 15,1 0 0-15,-4 0-2 0,3-1 1 0,1-1 1 0,-2 1 3 16,1 1 3-16,1-3 3 0,0 1 6 0,-5-1-6 0,7 0-8 0,-3 0 5 16,1 0 11-16,1-1 7 0,-1-1 3 0,1-1 4 0,3 2 2 15,1-4 0-15,-4 1 0 0,4-2 0 0,0 0 2 0,0 0-1 0,0 0-1 16,0 1 9-16,4 1 11 0,-3-2-2 0,3 0-11 0,1 0-4 0,-1-2-1 15,5 1 1-15,-4 1 0 0,1-2 0 0,3 1 1 0,0-2 2 0,0 1-1 16,-2 0 2-16,2 1 1 0,0 1-2 0,0-1-2 0,0-1 4 0,-3 2 4 16,3 0 1-16,0 0 5 0,-4 0 2 0,1 0 1 0,3 2 1 0,-4-1 4 15,-1 0 2-15,-2 3 7 0,5-1 2 0,-5 0 5 0,-2 0 5 0,3 1 7 16,-3 0 1-16,0 3 5 0,0-3-4 0,0 3-4 0,0 0-1 0,-3 0 0 16,3 2 0-16,-2 0-1 0,-2-1-4 0,-1 2-2 0,1-1-11 15,-1 0-12-15,1 2-12 0,-1-2-14 0,-1 0-13 0,3 0-12 0,-3 0-12 16,-3 0-12-16,4-2-28 0,-1 2-32 0,-3-1-83 0,6-2-100 0,-3 1-88 15,-3-1-84-15,4 0-79 0,-1 0-82 0,3-1-77 0,-3-3-79 16,3 2-31-16,3-4-9 0,0 0 2 0,0 0 9 0,0 0 24 0,0 0 30 16,0-6 78-16,3 0 101 0,3-2 89 0,3 1 83 0,0-1 87 0,0-1 85 15</inkml:trace>
  <inkml:trace contextRef="#ctx0" brushRef="#br0" timeOffset="-166402.58">9849 13258 3 0,'-6'-6'437'0,"6"3"131"0,-4-1 79 0,-1-1 44 0,1 2 34 0,3 2 20 0,-3-1 23 0,2 1 13 0,-5 1 14 16,5 0 11-16,-1 1 6 0,-3-1-3 0,3 2-7 0,-3 1-165 0,1-1-239 16,-1 2-124-16,-1-1-70 0,2 1-44 0,-1 2-28 0,1 2-19 0,-3-1-14 15,3 1-11-15,0 2-8 0,-1 1-7 0,3 1-5 0,-3 0-5 0,1 3-8 16,1-2-4-16,-1 2-6 0,1-1-6 0,2 1-6 0,-1-2-3 15,-1 2-1-15,2-3-7 0,2 0-4 0,0-1-7 0,0-2-11 0,0-2-9 16,2 0-9-16,2 0-6 0,-1-3-6 0,-1 1-8 0,5-3-7 0,-5 0-4 16,7 0-5-16,-3-2-5 0,-1-2-5 0,4 0-5 0,-4 0-5 15,5-3-1-15,-1 1 0 0,-4-3 2 0,4 2 1 0,0-3 3 0,-3 1 4 0,3-2 5 16,-4 1 8-16,4 1 5 0,-4-1 5 0,-1 2 5 0,1-1 4 0,-1 1 5 16,2 1 4-16,-3 2 4 0,-1 0 5 0,-2 0 8 0,4 2 5 15,-4-1 10-15,0 2 10 0,0 0 6 0,3 0 6 0,-1 2 4 0,-2-1 6 16,4 2 4-16,-3 2 4 0,-1-1 3 0,4 1 3 0,0 1 1 0,-3-1 2 15,-1 5-1-15,4-3-5 0,-4 1-6 0,2 1-9 0,2-2-5 0,-4 2-7 16,0-2-7-16,0 0-11 0,3 0-17 0,-3-3-19 0,0 3-42 0,0-4-49 16,0 1-88-16,2-1-104 0,-2-1-93 0,0-2-87 0,0 0-116 0,0 0-126 15,0 0-57-15,0 0-28 0,4-5-6 0,-4 1-1 0,1-4 10 0,3 1 13 16,0-2 38-16,-3 0 49 0,-1-2 87 0,0 1 98 0,4-2 97 0,0 1 88 16</inkml:trace>
  <inkml:trace contextRef="#ctx0" brushRef="#br0" timeOffset="-166202">10073 13006 12 0,'0'3'352'0,"0"2"222"0,0 1 101 0,0 0 52 0,-2 1 20 16,2 2 13-16,-4 0 4 0,4 2 4 0,-3 0 0 0,3 2-3 0,-2 0-14 16,-2 1-23-16,3-1-125 0,-3 1-170 0,0-1-261 0,4 0-304 0,-2 1-188 15,-1 0-138-15,3-2-117 0,0 0-104 0,-2-3-49 0,2 1-23 0,0-2-9 16,2-1-3-16,-2 0 12 0,3 0 22 0,-1-3 54 0,2-1 70 0,0 2 79 15,-3-2 82-15,5 0 90 0,1-2 90 0</inkml:trace>
  <inkml:trace contextRef="#ctx0" brushRef="#br0" timeOffset="-166007.1">10283 13245 159 0,'7'-2'487'0,"-5"0"105"0,3 2 49 15,-1-1 21-15,1 0 11 0,-1-1 11 0,1 2 9 0,1-1 10 0,-3-1 11 16,3 2 3-16,-1-1 4 0,4-1-39 0,0 1-58 0,-3-2-198 0,3 1-263 16,-4 0-149-16,4 0-99 0,0 0-80 0,-3 2-73 0,3-1-82 0,-4-1-89 15,2 2-104-15,-7 0-113 0,6-1-54 0,-6 1-23 0,5 0-9 0,-5 0 0 16,4 3 25-16,-4-3 35 0,0 0 47 0,-4 5 51 0,4 2 56 0,-3 0 63 16,3-1 74-16,-2 2 78 0</inkml:trace>
  <inkml:trace contextRef="#ctx0" brushRef="#br0" timeOffset="-165856.64">10342 13409 121 0,'-3'4'355'0,"3"-1"116"0,0 0 79 0,0-3 65 0,0 1 44 16,3 2 41-16,-1-3 26 0,2 2 16 0,1-1 22 0,1-1 19 15,-3 0 14-15,6 0 5 0,-3 0-89 0,3-1-134 0,-4-1-122 0,4 1-117 16,0-1-81-16,-3 2-60 0,5-1-52 0,-4-2-45 0,0 0-60 0,2 1-72 16,-4-1-106-16,5 0-131 0,-1 0-114 0,-4 0-107 0,2 2-113 0,-1-2-116 15,-1 1-53-15,-1-1-23 0,1 3-11 0,1-1-4 0,-1 1 1 0,-5 0 6 16,4 1 32-16,1-1 48 0,0 1 89 0,3 3 112 0,-3-3 106 0,1 2 100 15</inkml:trace>
  <inkml:trace contextRef="#ctx0" brushRef="#br0" timeOffset="-163783.37">11283 13494 102 0,'-6'3'374'0,"1"0"142"0,1-2 81 0,3 0 51 0,-5 3 36 0,3-3 27 0,-1 1 17 0,4-2 14 0,0 0 13 0,0 1 13 0,0-1 17 0,0 3 14 16,0-1-83-16,4-1-129 0,1-1-130 0,0 0-134 0,3 0-70 0,2 0-41 15,0 0-25-15,4-1-18 0,0-2-8 0,1 0-5 0,5-4-3 0,2 5-2 16,1-4-5-16,-1 0-7 0,1-2-4 0,4 1-1 0,2-1-1 0,-2 1-1 16,-1-3-2-16,3 2-1 0,-2-1-1 0,-2 0-1 0,-1 1-2 0,-1-1 1 15,1 2-7-15,1-1-8 0,-7 1-7 0,6 1-6 0,-4 0 0 0,-2 0-2 16,2 1-1-16,-2 1-3 0,0-1-4 0,-2 1-7 0,-2-1-6 0,1 2-8 16,-2-2-10-16,1 3-7 0,-3-1-5 0,2 0-4 0,-3 0-2 0,-1 1-4 15,0-1-6-15,1 0-10 0,-5 2-14 0,4-2-17 0,-4 1-24 0,1-1-26 16,-3 3-37-16,-1-1-39 0,2-1-37 0,0 1-36 0,-4 1-48 0,0 0-57 15,0 0-107-15,0 0-130 0,-4-2-117 0,4 2-109 0,0 0-97 16,-6 2-93-16,-3-1-26 0,4 2 4 0,-4 0 25 0,0 3 35 0,0 2 35 16,-2-1 35-16,2 2 47 0,-5 0 58 0,-1 3 107 0,1 1 132 0,1 1 115 15,-3 1 110-15</inkml:trace>
  <inkml:trace contextRef="#ctx0" brushRef="#br0" timeOffset="-163364.78">11581 13719 60 0,'0'0'373'0,"0"1"198"16,0 1 98-16,4-2 52 0,-2 1 36 0,3 1 25 0,4-1 17 0,-5-1 15 15,1 1 10-15,1-1 10 0,1 2 6 0,-2-2 8 0,1 2-78 0,5-2-117 16,-4 1-168-16,-2-1-190 0,4 2-95 0,-3-2-52 0,3 0-31 0,-4 1-25 16,1 1-17-16,-1-2-12 0,4 1-12 0,-5 1-11 0,1-1-7 0,1 1-6 15,-3-1-6-15,1 1-6 0,-2 1-3 0,1 0-3 0,-1 0-3 0,-2 0-1 16,0 0-2-16,0 1-2 0,0 1 1 0,-2 1-4 0,-1 1 1 0,1-1 2 15,-2 0 1-15,1 1-4 0,-3 3 4 0,1-3 1 0,-1 1-2 0,-1-1 1 16,2 0 2-16,-1 1 7 0,1-2 8 0,-1 2 10 0,-1-2 8 0,2 0 8 16,1-2 9-16,-1 1 6 0,3-1 6 0,-2 1 3 0,1-2 3 15,3-2-1-15,-2 1-2 0,2-2 2 0,0 0-5 0,0 0-5 0,0 0-5 16,0 0-6-16,2 1-4 0,1 1-5 0,1-2-5 0,1 0-5 0,1-2-2 0,3 1-2 16,-4 1 0-16,8-3-1 0,-2 1 2 0,-2-2 4 0,5 1 1 0,1-2 1 15,-4 0-1-15,1 0-1 0,3-1-5 0,-5 1-3 0,0-1-3 16,4 0-1-16,-5 0-4 0,0 2-2 0,0-2-1 0,2 0-1 15,-2 1-1-15,-4 1-4 0,5-1 1 0,-5 1-3 0,2 1-4 0,-5-2-4 16,3 2-14-16,-1 0-14 0,0 2-19 0,-3-2-21 0,-1 1-23 0,0 2-25 16,0 0-31-16,0 0-29 0,0-3-61 0,0 1-71 0,0 1-87 0,-5 0-92 15,5-2-74-15,-5 1-61 0,5 1-59 0,-4-1-60 0,-1 1-53 0,1-1-54 16,-1 1-12-16,-5-1 9 0,5 0 21 0,0 2 28 0,-1 2 60 0,-3-2 70 16,0 2 86-16,0-1 93 0,0 1 77 0,4 1 69 0,-4-2 67 0,-1 2 72 15</inkml:trace>
  <inkml:trace contextRef="#ctx0" brushRef="#br0" timeOffset="-162469.68">11406 13675 72 0,'0'3'250'0,"0"-1"43"0,0 1 24 0,0-3 17 0,0 0 12 0,0 3 15 0,0-3 12 0,0 1 19 0,0-1 20 16,0 3 27-16,0-3 33 0,3 1 0 0,-1 1-12 0,2-2-35 0,1 0-43 15,-1 0-10-15,1-2 5 0,1 2 6 0,3-1 7 0,0 0-4 0,0-1-9 16,0-1-5-16,2 0-1 0,1-1-16 0,-1 0-26 0,4 0-28 0,-3 0-36 15,-1-1-34-15,4-1-37 0,-4 2-30 0,1-1-23 0,3 1-16 0,-6-3-15 16,2 3-5-16,1 0-2 0,-3-1-11 0,-1 0-17 0,4 1-11 0,-6 1-8 16,3 0-8-16,0 0-8 0,-4-2-4 0,4 4-1 0,-3-2-5 0,-1 0-6 15,-1 2-6-15,1-1-5 0,1 2-7 0,-3-1-9 0,3-2-9 0,-3 3-9 16,-1-2-12-16,-2 1-15 0,4-1-19 0,-4 0-25 0,0 2-49 0,0 0-60 16,0 0-74-16,0 0-78 0,0 0-65 0,0-2-58 0,0 2-48 15,0-2-49-15,0-1-45 0,-4 0-50 0,2 2-45 0,-3-4-49 0,1 2-8 16,-1-1 13-16,-2 1 41 0,1 1 59 0,1 1 72 0,-4-2 80 0,3 3 64 15,-3-2 56-15,4 2 54 0,-4 2 53 0,3-2 55 0</inkml:trace>
  <inkml:trace contextRef="#ctx0" brushRef="#br0" timeOffset="-162140.71">11552 13534 234 0,'0'0'329'15,"0"0"46"-15,0 0 27 0,0 0 23 0,2 2 22 0,-2 1 22 0,0-3 22 16,0 0 28-16,4 0 27 0,-4 0 29 0,3 0 26 0,-1-2-39 0,4-1-76 15,-3 2-77-15,6-4-75 0,-3 2-40 0,-1-3-25 0,4 2-19 0,0-2-18 16,0-2-17-16,2 2-20 0,-2-1-26 0,0-1-25 0,0 2-25 0,2-2-23 16,-2 4-13-16,-3-2-10 0,3 2-7 0,-4-2-3 0,4 3 1 0,-5-2-1 15,1 4 6-15,1-2 7 0,1 3 9 0,-5-2 4 0,3 2 2 0,-1 0 5 16,-4 2 6-16,0-2 6 0,5 0 0 0,-5 3-4 0,4-2-3 0,-4 2-2 16,0 0 1-16,0 0 2 0,0 2-8 0,0-2-8 0,0 3-7 0,0-1-10 15,0 2-3-15,0 0-3 0,-4 1-9 0,4-1-15 0,-2 0-7 0,-1 1-4 16,-1 0-5-16,2-1-5 0,-1 1-6 0,1-1-9 0,-2 1-9 0,1-2-9 15,3-1-17-15,-6 3-17 0,6-2-34 0,-5 0-43 0,5 0-67 16,-4 0-81-16,2-1-71 0,-1-1-71 0,-1 1-64 0,2-1-69 0,2-1-75 16,-3 0-80-16,3-3-51 0,-6 1-36 0,6-1-6 0,-3 4 8 0,3-4 28 15,0 0 39-15,-6-2 67 0,1 0 84 0,-1 1 71 0,3-2 69 0,3 3 68 16,-4-3 67-16,2 0 80 0</inkml:trace>
  <inkml:trace contextRef="#ctx0" brushRef="#br0" timeOffset="-161812.2">11552 12791 193 0,'0'-4'398'0,"-3"0"91"0,3 1 63 0,0 0 53 0,0 3 47 0,0 0 38 0,0 0 33 0,0 0 25 0,0 0 19 0,0 0 13 0,0 0 8 15,0 0-41-15,0 3-66 0,0 0-118 0,-2 0-144 0,2 1-88 0,0 2-63 16,0 2-46-16,-4-1-48 0,4 4-34 0,0-1-30 0,0 4-26 0,0-1-21 16,0 2-18-16,0 2-15 0,0-1-20 0,0 0-20 0,0 2-35 15,4 0-42-15,-4-1-69 0,2 1-84 0,-2-1-77 0,0-1-76 0,3 1-76 16,-1-2-78-16,2-1-94 0,-1 2-101 0,-1-3-43 0,2 1-17 0,-2-2 1 15,1 0 9-15,3-2 26 0,-3-1 35 0,3 0 65 0,-1-1 81 0,-1-1 77 16,1-1 76-16,4 0 73 0,-3 0 78 0</inkml:trace>
  <inkml:trace contextRef="#ctx0" brushRef="#br0" timeOffset="-160930.35">12345 13263 108 0,'0'3'413'0,"0"-3"192"0,0 3 96 0,0 0 51 0,0-3 28 0,0 0 16 0,0 0 17 0,0 1 10 0,0-1 13 0,0 0 11 16,0 0 12-16,0 3 9 0,0-3-84 0,0 0-128 0,0 0-163 0,0 0-179 15,0 0-80-15,0 0-38 0,0 0-17 0,0 2-10 0,0-2-5 0,0 0-4 16,0 3-2-16,3 0-3 0,-3-2-6 0,0-1-5 0,0 3-7 0,0-3-6 16,4 2-7-16,-4-2-9 0,2 1-8 0,-2-1-11 0,0 2-4 0,0-2-9 15,0 0-8-15,0 0-6 0,0 1-5 0,0-1-7 0,0 0-3 0,0 0-5 16,0 0-3-16,0 0-2 0,0 0-2 0,0 0-4 0,3 0 1 0,-3 0-1 16,0 0 0-16,0 0-2 0,0 0 3 0,0 0 1 0,0 0-1 0,0 0 2 15,0 0-2-15,0 0 1 0,0 0 0 0,0 0 0 0,0 0 1 0,0 0 1 16,0 0-1-16,0 0 1 0,0 0 1 0,0 0 1 0,0 0 0 15,0 0 0-15,0 0 0 0,0 0 0 0,0 0-2 0,0 0 1 0,0 0-3 0,0 0 2 16,0 0-1-16,0 0 0 0,0 0-1 0,0 0 0 0,0 0-2 0,0 0-1 16,0 0 1-16,0 0-1 0,0 0 0 0,0 0 1 0,0 0-3 0,0 3-2 15,0-3 0-15,0 0 3 0,0 0-1 0,0 0 0 0,0 0-1 16,0 0-1-16,0 0 2 0,0 0-2 0,0 0-23 0,0 0-10 16,0 0 0-16,0 0 0 0,0 0 0 0,0 0 0 0,0 0 0 0,0 0 0 0,0 0 0 15,0 0 0-15,0 0 0 0,0 0 0 0,0 0 0 0,0 0 0 0,0 0 0 16,0 0 0-16,0 0 0 0,0 0 0 0,0 0 0 0,0 0 0 15,0 0 0-15,0 1 0 0,0-1 0 0,0 0 0 0,0 0 0 0,0 0 0 16,0 0 0-16,0 0 0 0,0 0 0 0,0 0 0 0,0 0 0 0,0 0 0 0,0 0 0 16,0 0 0-16,0 0 0 0,0 2 0 0,0-2 0 0,0 0 0 15,0 0 0-15,0 0 0 0,0 0 0 0,0 0 0 0,0 0 0 0,0 0 0 16,0 0 0-16,0 0 0 0,0 2 0 0,0-2 0 0,0 0 0 0,0 0 0 16,0 0 0-16,0 0 0 0,0 0 0 0,0 0 0 0,0 0 0 0,0 0-32 15,0 0-293-15,0 0-61 0,0 0-88 0,0 0-105 0,0 0-116 0,0 0-124 16,0 0-121-16,0 0-119 0,0 0-55 0,0 0-24 0,0 0 16 0,0 0 34 15,2-5 55-15,-2 5 65 0,0-4 57 0,0 4 55 0,4-3 85 0,-4 3 105 16,3-5 113-16,-3 5 123 0,0 0 127 0</inkml:trace>
  <inkml:trace contextRef="#ctx0" brushRef="#br0" timeOffset="-160512.85">12677 13113 132 0,'-1'3'422'0,"1"-3"178"0,-4 3 83 0,4-3 44 0,0 1 22 0,0-1 14 0,0 0 9 0,0 0 10 0,0 2 11 0,0-2 13 16,0 0 12-16,0 0 11 0,0 1-97 0,0 1-144 0,4-1-162 0,-3 1-171 16,3-2-77-16,-2 0-37 0,5 0-20 0,-2 0-10 0,1 0-7 0,3 0-7 15,0-2-7-15,0 1-10 0,0-2-8 0,2 1-8 0,0-2-4 0,1 1-4 16,-1-2-4-16,2-1-1 0,-2 2 0 0,3-3-3 0,-5 3-1 0,6-2-2 16,-6 0-5-16,0 2-1 0,2-2-1 0,-2 1-2 0,0 1 0 0,2-1-3 15,-4 2-1-15,-2-1-1 0,4 1-2 0,-3 0-5 0,-1-1-3 0,1 2-6 16,-3-1 0-16,3 0 0 0,-3 1 0 0,3 1-3 0,-6-2-6 0,5 1-8 15,-5 0-14-15,4 2-23 0,-4-1-23 0,0 1-22 0,3-1-26 0,-3-1-32 16,0 2-70-16,0 0-88 0,0 0-99 0,0 0-102 0,0 0-102 0,0 0-98 16,0 0-83-16,0 0-72 0,-7 0-23 0,2 0 3 0,1 2 12 0,-1-1 17 15,-1 0 25-15,3 3 33 0,-5 0 70 0,1-1 88 0,2 0 101 0,-4 1 101 16,3 3 102-16,1-1 102 0</inkml:trace>
  <inkml:trace contextRef="#ctx0" brushRef="#br0" timeOffset="-159885.8">12806 13278 102 0,'0'3'398'0,"0"-3"179"0,0 3 83 0,0 0 40 0,-2-2 20 0,2 2 12 16,-4 0 11-16,4-3 7 0,0 0 12 0,0 0 9 0,0 0 11 0,0 0 8 16,0 0-90-16,0 0-131 0,6 0-159 0,-6-1-174 0,5-1-79 0,-5 1-36 15,4-1-19-15,-1-1-12 0,-1 0-6 0,2-1-11 0,1 1-8 0,1-2-14 16,-3 1-6-16,1-3-6 0,-2 0-8 0,3 1-8 0,-1 0-4 0,1-1-2 16,-1-1-4-16,1-1-2 0,-5 2-1 0,6-2 1 0,-6 0 1 0,3 0 0 15,-3 0 0-15,4 0-2 0,-2 0-2 0,-2 0-2 0,0 1-2 0,-2 1 1 16,2-1-1-16,-4 1-1 0,4-1 0 0,-3 4 2 0,1-2 1 0,-2-1-2 15,1 5-1-15,1-3-1 0,-4 2-1 0,3 2 2 0,-1-2-1 0,-1 1-1 16,3 2 2-16,-5-2 0 0,5 2 0 0,-2 2 0 0,-1 0 0 0,1 1-1 16,-1-2-2-16,1 2-2 0,-1 3 1 0,-1-1-1 0,3-1 1 0,-3 2-1 15,1 2 1-15,5-2-1 0,-4 1 1 0,2 1-2 0,2-1 0 16,-3 0 0-16,3 1 1 0,3 0-1 0,-1-1 2 0,-2-1-1 0,4 1 1 16,0 1-1-16,-3-2-1 0,5-1 2 0,-3 1-1 0,1 0 2 0,-2-2 2 15,3 2-1-15,-1-1 1 0,1 1 1 0,-1-1-2 0,1 0 1 0,-1 1-1 16,-2 0 2-16,1 0-1 0,1-1-2 0,-2 1 1 0,3 0 1 15,-5 0-1-15,4-2-2 0,-4 2-2 0,3 0 3 0,-1 0-2 0,-2 0 1 16,0 2-1-16,0-2 4 0,0-1-2 0,0 2-2 0,-2-1 2 0,-1-1 2 16,3 0-1-16,-4 1 1 0,4 0 2 0,-2-2 7 0,-1 3 2 0,1-1 2 15,-2-2 0-15,1 2 2 0,1 0-1 0,-2-3 2 0,1 1 2 0,1 1-1 16,-2 0 2-16,2-2 0 0,-1-2 2 0,-1 2-1 0,-1 0 1 0,5-1-4 16,-6-1 1-16,6 1-4 0,-3-1 2 0,1-1 0 0,2 0-1 0,0 0-2 15,-4 0-2-15,-1 0 1 0,5-1-2 0,0 1 0 0,-4-3-3 0,4 1-2 16,0-1-2-16,-2-1-7 0,-1 1-5 0,3-2-7 0,0-1-8 0,-4 0-8 15,4-1-12-15,0-1-9 0,0 1-20 0,0-2-19 0,0 0-46 0,0-1-61 16,0-1-77-16,0 0-90 0,0 1-75 0,0-1-69 0,0 0-71 0,0 1-76 16,-2-2-65-16,2 0-60 0,0-1-20 0,0 2-6 0,0-1 10 0,0 0 19 15,0 2 47-15,-3-1 56 0,3 0 81 0,0 1 90 0,0 1 76 0,3 0 72 16,-3 1 77-16,0 1 82 0</inkml:trace>
  <inkml:trace contextRef="#ctx0" brushRef="#br0" timeOffset="-159497.17">12768 12495 39 0,'-6'-9'302'0,"3"3"118"0,-4 1 68 0,-1 2 49 0,3 2 41 0,-1 2 38 0,1 2 42 0,-2-1 46 0,1 2 32 0,-3-1 25 16,4 0 18-16,-1 0 15 0,1 2-66 0,-2-1-104 0,1 1-108 0,1-1-107 15,1 2-66-15,-1 0-47 0,-1 0-37 0,3-2-38 0,1 3-43 0,-2-1-45 16,3-1-31-16,-3 0-22 0,4 0-22 0,0-1-16 0,0-1-10 0,0-3-11 15,0 1-8-15,0 3-5 0,4-3-7 0,-3 1-5 0,-1-2-2 0,4 0 0 16,-2 0-2-16,1 0 1 0,3 0-4 0,-2 0-2 0,-3 0-1 0,3 0 4 16,1-2-2-16,-1 1 0 0,1-1 1 0,-1 0 2 0,-2 1 2 0,1 1-1 15,1 0 2-15,-2-1 0 0,2 1 2 0,-4 0 1 0,1 0 1 16,-1 0 4-16,4 0 2 0,0 1 2 0,-3 0 6 0,-1 4 3 0,4-2 6 16,-4 3 3-16,2 0 5 0,-2 2 5 0,3 1 5 0,-3 0 8 0,0 1 2 15,4 2 7-15,-2 2 4 0,-2-1 6 0,0 2 3 0,0 0 3 0,0 2 0 16,0-1 1-16,0 2-2 0,3 0-4 0,-3 2-2 0,0-2-5 15,0 0-5-15,0 0-5 0,4 0-8 0,-4 0-11 0,0-2-16 0,2-1-18 16,-2 0-24-16,0-1-22 0,0-1-23 0,0-1-20 0,4-1-35 0,-4-2-43 16,0 0-76-16,0 0-91 0,1-2-79 0,-1-1-69 0,0 2-63 0,0-2-57 15,0-2-60-15,4 2-57 0,-4-2-47 0,0-4-38 0,-4 7-9 0,4-7 3 16,0 7 29-16,0-2 37 0,0-5 76 0,0 6 92 0,0-6 74 0,0 4 75 16,0-4 62-16,0 8 62 0,4-2 69 0</inkml:trace>
  <inkml:trace contextRef="#ctx0" brushRef="#br0" timeOffset="-157959.93">13191 12834 135 0,'4'0'437'0,"-3"-2"193"0,3 2 92 0,-4 0 44 0,4 2 24 0,-2 1 14 0,1-2 13 0,-1 1 9 15,-2-1 13-15,4-1 11 0,-4 3 9 0,3-3 6 0,-1 2-96 0,2-1-144 16,-3-1-171-16,3 1-185 0,0-1-85 0,-3 2-40 0,3-2-22 0,-2 0-13 16,5 0-11-16,-5 0-13 0,2 0-10 0,1 0-12 0,0 0-10 0,-1 0-10 15,1 0-14-15,1 0-17 0,-2 0-21 0,1 0-24 0,-1-2-21 0,-3 2-21 16,3 0-23-16,1-1-22 0,-1 1-45 0,0 0-55 0,-3-1-79 0,3 1-88 16,-2 0-73-16,-2 0-64 0,3 0-57 0,-3 0-58 0,0 0-57 0,0 0-59 15,0 0-30-15,0 0-19 0,0 0 3 0,0 0 14 0,-3 1 42 0,-3 0 52 16,1 3 80-16,0-1 89 0,-3 0 74 0,3 1 63 0,0-1 65 15,-1 3 64-15,-3 0 72 0</inkml:trace>
  <inkml:trace contextRef="#ctx0" brushRef="#br0" timeOffset="-157796.23">13209 12973 217 0,'0'5'506'15,"2"-1"106"-15,-2 1 56 0,4-2 32 0,-4 0 22 0,5 0 19 0,-1-1 16 0,-3 2 21 16,3-3 13-16,1 1 16 0,-1-1 14 0,2 1-35 0,-3-1-60 16,3-1-163-16,-1 2-213 0,-1-1-102 0,1 1-54 0,0-2-32 0,1 1-22 15,1-1-22-15,-1 0-19 0,-1 0-27 0,0 0-28 0,3 0-37 0,-1 0-37 16,-4-1-72-16,7-1-87 0,-5 1-103 0,0-1-113 0,3 2-106 0,-1 0-108 15,-4-1-91-15,-3 1-81 0,6-2-38 0,-1 2-14 0,-5 0 2 0,0 0 7 16,4 0 19-16,-4 0 24 0,0 0 60 0,0 0 79 0,0 0 95 0,5 3 106 16,-1 2 104-16,-2-3 106 0</inkml:trace>
  <inkml:trace contextRef="#ctx0" brushRef="#br0" timeOffset="-157198.49">13585 13006 76 0,'-3'-1'394'0,"3"-2"202"0,-2 1 99 0,-2 0 50 0,4 2 32 0,0 0 17 0,0 4 12 0,-3-4 9 0,3 0 9 0,0 0 6 16,0 0 9-16,0 0 8 0,0 0-77 0,3 3-118 0,-3-2-165 0,6-1-187 15,-1 0-87-15,-1 0-41 0,5 0-19 0,0-1-9 0,2 1-6 0,3-2-1 16,1 1 1-16,-1-1 1 0,4-1-2 0,2 0 0 0,-2 0-4 15,6 0-6-15,-4-1-7 0,3-1-9 0,-3 2-6 0,4-1-8 0,-5-1-7 16,5 1-7-16,-2-1-4 0,-2 1-8 0,-2-1-8 0,-2 1-8 16,2-1-9-16,-4 1-7 0,1-1-8 0,-1 1-4 0,1-1-5 0,-2 2-5 15,-3-1-8-15,-1 1-11 0,0 0-1 0,-3-1 2 0,3 2 2 0,-4 0-2 16,1-1-11-16,-3 2-17 0,3-1-22 0,-3 1-29 0,-1-1-28 0,-2 1-28 16,0 1-26-16,0 0-28 0,0 0-41 0,0 0-53 0,0 0-96 0,0 0-118 15,-2-2-92-15,-1 2-80 0,-3 2-71 0,1-1-68 0,-4 1-46 0,0-1-37 16,0 2 0-16,0 2 14 0,-2-1 19 0,-3 2 24 0,1 0 47 0,2 2 57 15,-3 1 98-15,-1 0 110 0,-3 0 94 0,4 1 80 0,-1 1 81 0</inkml:trace>
  <inkml:trace contextRef="#ctx0" brushRef="#br0" timeOffset="-156812.9">13763 13129 243 0,'3'3'417'0,"-1"-1"101"15,2 1 80-15,1-2 62 0,1 1 55 0,-3 1 34 0,3 0 27 0,-3-2 16 16,3 0 14-16,-1 3 9 0,2-3 9 0,-5 1-48 0,4 1-80 15,1-2-123-15,-2 2-141 0,1-1-95 0,-1-1-75 0,-1 0-61 0,1 3-54 16,0-3-32-16,-1 1-26 0,2-1-17 0,-1 2-14 0,-1-1-8 0,-1-1-10 16,-1 2-7-16,2-2-7 0,1 3-7 0,-5-3-4 0,4 2-1 0,-3 0-4 15,-1-1-2-15,0-2-2 0,0 3 0 0,0 0-2 0,0 1 1 0,-1 1-2 16,-3-1-2-16,0 2 1 0,3 0-4 0,-5 0-1 0,3 1 0 0,-3 1 0 16,3 0-1-16,-3-1-1 0,1 1-2 0,-3-2-5 0,3 0 1 0,0 0 5 15,1 0 2-15,-1-2 1 0,3 1 0 0,-2-1-2 0,1 1 4 0,-3-4 2 16,6 2 1-16,-2-1-4 0,2-2 1 0,-3 1-2 0,3-1 4 15,0 0 5-15,0 0 0 0,0 0-1 0,3 2 1 0,-1-1 4 0,4-1 4 16,-3 0 1-16,3 0 0 0,-1 0-2 0,2 0 1 0,0 0 2 16,2-1 4-16,1 1-1 0,2-2 1 0,-5-1-4 0,6 1 2 0,-4 1 2 15,2-2-5-15,-2 0-3 0,-4 2-3 0,5-2 0 0,-1 0 1 0,-4 1 1 16,4-1 1-16,-4 0-2 0,1 2 1 0,-3-1-2 0,3-1 1 0,-2 3-1 16,-1-1-3-16,-1-1-3 0,2 1 0 0,-3-1 0 0,-1 2 2 0,0 0-1 15,0-1-5-15,0 1-8 0,0 0-11 0,0 0-10 0,0 0-15 0,0 0-12 16,0 0-30-16,0 0-33 0,-1 0-85 0,1 0-106 0,-4 0-88 0,-1-2-85 15,1 2-86-15,-2 0-87 0,1 0-78 0,0-1-77 0,-4 1-27 0,0 0-9 16,3 0 6-16,-3 0 11 0,4 0 27 0,-4 1 34 0,0 1 84 0,0-2 110 16,-1 1 89-16,5 1 83 0,0-1 86 0,-1 1 87 0</inkml:trace>
  <inkml:trace contextRef="#ctx0" brushRef="#br0" timeOffset="-155902.66">13611 13077 33 0,'-2'4'277'0,"2"-1"59"0,0 2 32 0,-4-3 19 0,4 3 16 0,4-2 20 0,-4 2 20 0,2-4 29 0,-2 2 35 16,0 0 42-16,3-1 45 0,-3 1 15 0,2-2 5 0,2 1-64 0,1-1-92 15,-1-1-43-15,-1 2-20 0,3-1-12 0,-1-1-10 0,1 0-14 0,-1 0-14 16,4-1-26-16,-2 1-28 0,1-2-38 0,1 1-39 0,-4-1-40 0,4 1-41 16,0-2-26-16,0 1-22 0,0-1-10 0,0 0-9 0,-1 2-6 0,1-1-3 15,-2-1-3-15,0 3-3 0,0-1-2 0,-1-1-1 0,-1 2-3 0,1 0-3 16,-1 0-3-16,-1 0-4 0,1 0-1 0,-1 2 2 0,1-2 0 0,1 1 2 15,-6-1-7-15,3 2-7 0,3-1 5 0,-3 2 7 0,-1-1 3 0,2 0 3 16,-1 2 3-16,-1 0 1 0,2 1 4 0,1 1 4 0,-1-2 4 0,-3 4 2 16,3-1 3-16,2 1 2 0,-6 2 7 0,5-1 12 0,-5 1-2 0,4 1-6 15,-4 1-1-15,3 0-2 0,-3 0 1 0,0 2-1 0,0-1-2 0,0-1 0 16,0 2-5-16,-3-1-6 0,3 1-6 0,0-1-4 0,-4 1-5 16,4-2-8-16,0 1-4 0,-2 1-7 0,-1-2-3 0,3 0-8 0,0 0-5 15,-2-2-2-15,-2 2-7 0,0-1-7 0,4-2-9 0,-1 1-10 16,-3-1-13-16,4-1-13 0,0-1-17 0,-4-1-13 0,3 0-17 0,1 0-11 15,0-1-12-15,0-2-12 0,-4 0-12 0,4 0-11 0,0-3-12 0,0 1-12 16,0-1-24-16,-2 1-28 0,2-1-50 0,0 0-60 0,-3 0-52 0,3 0-47 16,0 0-39-16,-4 0-37 0,4-1-41 0,-2 0-39 0,-1-2-58 0,3-2-62 15,0 1-31-15,-2-4-17 0,-2 1 18 0,4-1 30 0,0-1 61 0,-3-2 71 16,3 1 68-16,0 0 63 0,0-1 54 0,0-1 49 0,-2 2 53 0,2-1 53 16</inkml:trace>
  <inkml:trace contextRef="#ctx0" brushRef="#br0" timeOffset="-155481.55">13705 12534 61 0,'0'-8'282'0,"2"-1"56"0,1 3 28 0,1 0 16 0,-2 0 16 0,1 2 11 0,-3 0 15 0,6 2 18 16,-3-1 23-16,-1 1 25 0,5 1 26 0,-5-1 28 0,4 1-57 0,-3 1-97 16,3-2-50-16,-3 2-31 0,3 0-5 0,-1 2 5 0,-1-1 4 0,1-1 2 15,-1 3-4-15,-2-1-7 0,1 1-17 0,-3-1-17 0,6 2-21 0,-6 0-25 16,3 2-19-16,-1-1-20 0,2 2-20 0,-4 1-23 0,0-1-17 0,0 1-18 16,0-1-14-16,0 2-12 0,0-1-6 0,-4 1-7 0,2-2-4 0,2 1-3 15,0 1-4-15,-3-2-6 0,1 2-3 0,-2-1-1 0,1-1-2 16,3 1-3-16,-6-1-3 0,6-1-3 0,-2 0-3 0,-1-2-5 0,-1 1-4 15,4 0-7-15,0-2-2 0,-2 0 0 0,2-3-2 0,0 0 1 0,0 0-2 16,0 3-5-16,0-3-1 0,2 1-3 0,-2 0-1 0,4 1-1 0,-1 0-2 16,-1-2 1-16,-2 1 1 0,6-1 2 0,-3 2-3 0,3-2-4 15,-3 0-4-15,3 0-2 0,-3 0-11 0,3 0-14 0,-1 1-17 0,1-1-20 16,-3 0-41-16,3 0-52 0,-1 0-70 0,2 2-75 0,-1-1-61 0,-1-1-56 16,0 2-54-16,3-1-54 0,-3-1-65 0,1 2-70 0,-1-1-49 0,-1 0-41 15,-4-1-5-15,5 0 9 0,0 2 38 0,3 0 49 0,-3 1 70 0,1-2 73 16,-3 2 63-16,3-1 57 0,-5-1 56 0,7 3 57 0,-3 0 67 0</inkml:trace>
  <inkml:trace contextRef="#ctx0" brushRef="#br0" timeOffset="-155241.12">14063 12888 67 0,'0'6'372'0,"3"0"181"0,-1-1 102 16,-2 2 62-16,4-1 39 0,-4 1 27 0,4 1 20 0,-3-2 16 15,3 0 12-15,0 0 12 0,-3 0 8 0,-1-2 8 0,4 2-84 0,-2-3-120 16,-2 2-161-16,3-2-179 0,-3 1-99 0,4-2-63 0,-2 1-41 0,-2-2-31 16,3 2-28-16,-1-3-25 0,-2 2-26 0,4-1-26 0,-4-1-36 0,0 0-45 15,5 2-80-15,-5-2-94 0,0 0-89 0,0 0-82 0,4 0-87 0,1-2-86 16,-5 2-86-16,0 0-81 0,0-3-33 0,4-1-8 0,-2 1 5 0,-2-2 9 16,0 2 27-16,0 3 35 0,3-6 76 0,-3 6 92 0,0-4 86 0,0 4 83 15,4-5 86-15,-4 5 88 0</inkml:trace>
  <inkml:trace contextRef="#ctx0" brushRef="#br0" timeOffset="-154941.64">14229 12936 52 0,'0'0'376'0,"0"0"211"0,0 0 96 0,0 0 46 0,0 3 25 16,4-1 10-16,-2-2 9 0,-2 0 9 0,0 0 8 0,0 0 7 15,3 0 6-15,1 2 8 0,-2-2-79 0,1 0-112 0,-1 0-176 0,2 0-202 16,1 0-97-16,-1 0-42 0,1 0-23 0,-1 0-13 0,1 0-8 0,1-2-10 16,-1 2-7-16,4-1-6 0,-3 0-7 0,1-1-7 0,-2 2-7 0,4-1-4 15,-3-1-5-15,3 1-3 0,-4-2-2 0,4 1-2 0,0 1-1 0,-3-1-1 16,-1-1 0-16,4 2 0 0,-3-1-1 0,-1 1-4 0,-1-2-4 0,1 1-4 16,-5 2-10-16,4-1-7 0,-4 1-18 0,2-2-24 0,-2 2-43 0,0-1-56 15,0 1-63-15,0 0-67 0,0 0-61 0,0 0-59 0,0 0-64 0,0 0-60 16,0 0-81-16,0 0-88 0,0 0-39 0,0 0-18 0,-2 0 4 0,2 0 17 15,-6-4 44-15,6 4 52 0,-7 0 64 0,2 2 70 0,-1 0 60 0,3-2 61 16,-3 3 61-16,1-2 67 0</inkml:trace>
  <inkml:trace contextRef="#ctx0" brushRef="#br0" timeOffset="-154023.81">14282 13002 112 0,'0'3'373'0,"0"-3"81"0,0 0 47 0,3 1 33 15,-1 1 27-15,-2-2 26 0,4 1 29 0,-4-1 27 0,3 0 29 16,-3 0 20-16,0 0 18 0,2 0-23 0,2 0-39 0,-2-1-117 0,1 1-150 0,-3-2-77 16,6 1-40-16,-6-1-29 0,3 1-21 0,1-1-27 0,-2 0-27 15,1 1-24-15,-1-2-28 0,2 2-21 0,-1-1-17 0,-1 1-14 0,2-2-13 16,-2 1-10-16,1 1-7 0,-3-2-7 0,6 0-4 0,-6 1-3 0,3 1-4 16,-3-1-2-16,2-1 0 0,-2 3 0 0,0-1 0 0,0 1 1 0,0 0 4 15,0 0 1-15,0 0 0 0,0 0 1 0,0 0 2 0,0 0 2 0,0 0-1 16,0 0 4-16,0 0 1 0,-2 0-2 0,-1 0-2 0,3 0 0 0,-2 0-2 15,-2 1-1-15,1-1-2 0,-3 3-2 0,4-1-4 0,-1 1 0 0,-1-2-1 16,-1 4-2-16,-1-2-2 0,3 1-2 0,1-1-1 0,-2 1 1 0,-1 0-1 16,1 0 2-16,2 1 0 0,-1-1-1 0,3 1-1 0,-4-1 1 0,4 2 1 15,0-2-2-15,0 1 2 0,0 0 0 0,0-1 3 0,0 1 0 0,0 1-1 16,4-2 1-16,-4 1 0 0,5-1 1 0,-5 2-1 0,6-1 2 0,-3-1-2 16,-3 0 1-16,6 3 2 0,-3-1 2 0,1-2-2 0,-2 1 0 0,3 1-2 15,-1-2-1-15,-1 1-1 0,-1-2 1 0,4 3 0 0,-6-3 0 0,3 1-2 16,1-2 2-16,-2 0 2 0,1 3 1 0,-3-3 0 0,0-1 0 0,2 2 1 15,-2-3 1-15,0 3 2 0,0-3 1 0,0 0 2 0,0 0 1 0,0 0-1 16,0 0 2-16,0 0 2 0,0 0-1 0,0 0-1 0,0 0-1 0,0 2-1 16,0-2-1-16,0 1-1 0,-2 2-2 0,2-3 0 0,0 2-2 0,-3-1-1 15,3 1 0-15,-6-1 0 0,6 1-1 0,-3-1-2 0,1 1-2 16,-2-1-1-16,2-1 2 0,-1 2-1 0,3-2 1 0,0 1-1 16,0-1 1-16,0 0-1 0,0 0 1 0,0 0-1 0,0 0-1 0,0 0-3 0,0 0 0 15,0 0-3-15,0 0 0 0,-4-3-3 0,4 3-4 0,0 0-5 0,0 0-5 16,-2-3-7-16,2 2-7 0,-3-2-8 0,3 0-15 0,0-1-21 15,0 2-30-15,3-3-33 0,-3 2-46 0,2-1-51 0,-2-2-47 0,0 1-44 0,4 1-35 16,-1-2-31-16,-1 0-23 0,-2 0-21 0,4 0-15 0,-2 1-15 16,1-2-8-16,1 1 0 0,-2 0 10 0,1-2 17 0,-1 2 27 0,2-1 32 15,1 1 34-15,-1-2 35 0,-1 1 30 0,3-1 30 0,-4 1 23 0,1-1 20 16,3-1 23-16,-3 2 26 0,-1-1 28 0,5 1 33 0,-5-2 37 0,2 1 37 16,-2 1 36-16,1-3 38 0,1 3 27 0,-2 0 25 0,1-2 21 0,-3 0 16 15,4 1 16-15,-2-1 12 0,-2 2 7 0,0-2 2 0,0-1-1 0,0 3-6 16,0 0-10-16,0-2-9 0,0 1-12 0,0-1-9 0,0 2-7 0,-2-4-5 15,-2 2-6-15,4 0-5 0,0 0-1 0,0 0-2 0,-3-1 3 0,3 1 4 16,-2 0 2-16,-2-2 2 0,4 2 5 0,-3 0 9 0,1 2 11 16,2-1 13-16,-4 2 18 0,4 2 18 0,-2-1 20 0,-1 0 20 0,3 3 17 15,-4 0 13-15,4-1 18 0,-2 3 14 0,-1-1 7 0,3 1 1 0,-6 0-3 16,3 1 0-16,1-1-10 0,-2 2-12 0,2 1-20 0,-1-1-17 0,-1 0-25 16,2 1-23-16,-1 0-18 0,-1 0-20 0,2 2-25 0,-1-3-24 0,3 2-14 15,0-1-10-15,0-2-12 0,-2 2-12 0,2-3-8 0,0 0-7 0,0 0-7 16,0 0-5-16,2 3-5 0,-2-3-2 0,0 2-5 0,0-2-5 15,0 1-1-15,0-1-1 0,3 1 1 0,-1-1 0 0,-2 0 1 0,4 0 1 16,-1 2-2-16,-1-2 0 0,-2 2 0 0,4-2 0 0,-4 0 0 0,3 1 0 16,-1 1 3-16,2-2 3 0,-2 1 6 0,1 2 6 0,1 0 4 0,-2 0 5 15,1 1 8-15,-1 0 5 0,-2 2 8 0,4 0 12 0,-4 1 1 0,3 1-1 16,-1 1 0-16,-2 0 2 0,0 0 1 0,0 1 0 0,4-1-2 0,-4 3-3 16,0-1-5-16,0-1-7 0,0-1-4 0,0 3-4 0,0-1-8 0,0-1-9 15,0 1-3-15,0-1-5 0,0 1-1 0,-4-1-4 0,4 0-11 0,0 0-11 16,0-1-11-16,0 0-17 0,0-2-27 0,0 1-31 0,0-1-50 0,-2 0-59 15,2 0-63-15,0-3-64 0,0 2-48 0,0-1-44 0,0-2-48 0,0 1-55 16,0-1-66-16,-3 0-68 0,3-3-38 0,0 0-24 0,0 0 9 16,0 0 22-16,0 0 47 0,0 0 59 0,0 0 58 0,0 0 65 0,0 0 50 15,0 0 45-15,0 0 53 0,0 0 56 0,0 0 73 0</inkml:trace>
  <inkml:trace contextRef="#ctx0" brushRef="#br0" timeOffset="-153679.45">14419 13066 129 0,'0'0'305'0,"0"0"60"0,0 0 37 0,0 0 35 0,4 2 35 0,-2-1 38 0,1 1 42 0,-1-2 37 0,2 0 35 0,-4 1 31 16,5-1 26-16,-5 0-29 0,4 0-53 0,-2 0-83 0,1 0-99 0,3 0-53 16,-3 0-32-16,1 0-33 0,-2 0-34 0,3-1-39 0,-1 1-39 0,-1 0-37 15,-1-2-35-15,4 2-30 0,-3-1-28 0,3-1-15 0,-3 2-12 0,-3 0-9 16,6-1-6-16,-3 1-3 0,-1-2 1 0,2 2-2 0,-4 0-5 16,5-1-2-16,-5 1-2 0,0 0-4 0,5-2-1 0,-5 2-13 0,0 0-17 15,4-1-36-15,-4 1-37 0,4 0-51 0,-4 0-50 0,0 0-53 0,0 0-50 16,0 0-43-16,2 0-36 0,-2 0-47 0,0 0-50 0,0 0-71 0,0 0-79 15,0 0-32-15,0 0-13 0,0 0 19 0,0 0 35 0,0 0 46 0,0 0 52 16,-6 0 47-16,6 0 46 0,-5 0 41 0,5 0 41 0,-6 1 49 0,3 2 54 16</inkml:trace>
  <inkml:trace contextRef="#ctx0" brushRef="#br0" timeOffset="-153516.37">14492 13134 49 0,'0'3'289'0,"0"0"84"0,3 0 48 0,-3-2 38 0,2 1 29 0,2-1 27 15,-4-1 21-15,3 0 17 0,-1 1 10 0,2-1 9 0,-4 0 2 0,5 2 3 16,-5 0-82-16,5-2-114 0,-1 0-109 0,0 0-103 0,-2 1-84 0,3-1-74 16,-1 0-65-16,-1 0-63 0,3 0-38 0,-1-1-29 0,0 1-25 0,3-4-23 15,-1 3-43-15,2 0-54 0,-4-2-77 0,4-2-93 0,4 1-29 0,-4-2 1 16,-2 1 25-16,2-1 36 0,-3 0 34 0,1 0 34 0,-1-1 18 0,-3 0 11 16,-1 3 14-16,2-2 18 0,-3 3 40 0,3-2 48 0</inkml:trace>
  <inkml:trace contextRef="#ctx0" brushRef="#br0" timeOffset="-153141.68">14725 12936 84 0,'0'0'362'0,"0"0"95"0,0 0 66 0,3-2 58 0,-3 2 56 15,0 0 47-15,6 0 43 0,-6 0 32 0,0 0 22 0,0 0 19 0,4 0 15 16,-3 0-18-16,-1 0-37 0,4 0-114 0,1-1-152 0,-1-1-85 0,-2 2-54 16,5-1-49-16,-2 1-48 0,1-2-42 0,-1 1-39 0,4-1-26 0,0-1-19 15,0 2-13-15,2-1-10 0,-2-1-5 0,6 0-4 0,-1 2-7 0,-1-2-6 16,3-1-8-16,-1 2-7 0,3-3-6 0,0 2-8 0,-2 0-4 16,6-1-3-16,-6-1-4 0,6 1-2 0,-2-1-4 0,0 1-5 0,-2-1-6 15,2-1-6-15,1 2-3 0,-4-3 0 0,1 0-3 0,2 3 0 0,-2-3-1 16,-2 0-1-16,2 0-2 0,0 0-2 0,-3 0 0 0,-1 0-3 0,4 1 0 15,-3-2 0-15,-1 0-2 0,-3 3-4 0,3-1-6 0,-1-1-7 0,-2 2-17 16,-2 0-20-16,-4 1-18 0,4-1-23 0,-3 2-22 0,-3-1-16 16,3 2-39-16,-6-1-43 0,0 3-90 0,0 0-112 0,0 0-86 0,-6 0-81 15,3 2-78-15,-3-1-76 0,1 2-66 0,0 0-60 0,-8-2-16 0,4 4 6 16,-2 0 12-16,2 1 18 0,-2-1 34 0,-2 2 44 0,3-1 90 0,-3-1 109 16,-2 3 89-16,6-2 83 0,-1 0 81 0,1 0 87 0</inkml:trace>
  <inkml:trace contextRef="#ctx0" brushRef="#br0" timeOffset="-152811.89">15177 12870 139 0,'-5'4'410'0,"1"1"106"0,2-2 69 0,-1 1 53 15,3 2 45-15,-2 0 29 0,-2-1 23 0,1 1 18 0,3 0 18 0,-6 0 14 16,6 0 7-16,-4 1-29 0,3-1-52 0,-3 2-134 0,4-1-172 16,-2 1-101-16,-1 1-66 0,3-2-51 0,0 2-43 0,0 0-27 0,0 0-20 15,0 0-17-15,0 0-17 0,0 0-9 0,3-1-8 0,-1-1-4 0,2 2-3 16,-4 0-1-16,5-2-1 0,-1 1 1 0,-2 0-1 0,1-1 4 0,3-1 4 15,-1 0 3-15,2 0-2 0,-5-1 2 0,3-1 2 0,3 1 1 0,-3-1 3 16,1 1-2-16,-1-1-1 0,2-1 0 0,-5 1-3 0,3 0-3 0,-1-1-3 16,2 0-3-16,-3 0-3 0,-1-2 0 0,2 2 0 0,-4-3-1 0,5 1 1 15,-5-1 1-15,0 2 1 0,0-2 1 0,0 0-1 0,0 0-2 0,0 0-5 16,0 0 1-16,0 3 1 0,-2 0-8 0,-1 0-10 0,-1 0-13 0,-1 0-19 16,3 0-19-16,-6 2-19 0,3-2-19 0,-4 1-21 0,4 1-22 0,-4-1-24 15,-1-1-27-15,3 0-28 0,-2 2-55 0,0-2-64 0,0-1-61 0,0 0-62 16,4 0-41-16,-4-1-33 0,3-1-28 0,3 0-30 0,-3-1-27 15,4 1-30-15,-1-4-29 0,-1 0-28 0,4 1-16 0,0-3-6 0,0-1 36 16,0 1 57-16,0 0 63 0,0-2 66 0,0 1 52 0,4-1 48 0,-1 1 45 16,-1-1 43-16,4 1 44 0,-3 1 42 0,3-2 48 0</inkml:trace>
  <inkml:trace contextRef="#ctx0" brushRef="#br0" timeOffset="-152660.36">15157 13098 186 0,'6'-3'329'16,"-1"-2"58"-16,-1 2 36 0,1 0 31 0,-5 0 27 0,5 0 22 0,-1 2 24 16,0-1 20-16,-2 0 13 0,1 1 24 0,3 0 21 0,-1 1-37 0,-1-3-68 15,1 1-95-15,0-1-111 0,3 2-53 0,-3-2-32 0,1 1-40 0,-1 1-47 16,-1-1-61-16,-1-1-69 0,-1 3-63 0,3-1-58 0,-5-1-60 0,0 2-59 15,4 0-57-15,-4 0-58 0,0 0-56 0,0 0-54 0,0 0-58 0,0 0-58 16,0 0-14-16,0 0 10 0,0 0 31 0,0-4 45 0,0 4 43 0,0-6 43 16,-4 1 37-16,4 5 37 0,4-6 42 0,-4 2 47 0,4-1 54 15</inkml:trace>
  <inkml:trace contextRef="#ctx0" brushRef="#br0" timeOffset="-152376.33">15363 12919 123 0,'0'2'296'0,"0"2"52"0,-1-1 27 15,-3 3 20-15,4-1 16 0,0 1 17 0,-5 1 17 0,5 0 26 0,-4 3 29 16,2-1 29-16,-2 0 25 0,4 0-11 0,-1 1-28 0,1 0-55 0,-4 1-71 16,4 0-27-16,0 1-9 0,0-2-8 0,0 2-7 0,4-1-7 0,-3 1-12 15,-1-2-19-15,4 1-26 0,-2-1-22 0,2-1-22 0,1 0-28 0,0-1-32 16,-1-1-29-16,1-1-28 0,-1 0-15 0,5 0-16 0,-4-3-7 0,1 1-6 16,-1 0-5-16,4-1-8 0,-3-2-4 0,1-1-4 0,-2 0-3 0,5 0-6 15,-5-1 2-15,0-1-1 0,1 1-2 0,3-3-10 0,-6 3-7 0,3-2-6 16,-3 0-3-16,-1 2-3 0,2-2-1 0,0 0-1 0,-4 1-1 15,0 2-1-15,0-3-1 0,-4 2 1 0,4-1-5 0,-4 1-8 0,2-1 1 16,-1 2 4-16,-1-3-5 0,-1 3-7 0,-1-1-18 0,3 1-22 16,-4-2-53-16,-1 2-66 0,3-1-82 0,-4 1-87 0,0 0-80 0,-2 1-75 15,0 1-98-15,-2-2-106 0,-1 1-59 0,0 1-34 0,-5-1-12 0,5 2 1 16,-2 0 14-16,-2 0 19 0,-1 2 53 0,3-2 66 0,-2 0 82 0,0 0 86 16,4-1 80-16,-1 2 77 0,1-1 99 0</inkml:trace>
  <inkml:trace contextRef="#ctx0" brushRef="#br0" timeOffset="-144717.18">14667 11962 150 0,'-4'4'441'0,"4"0"91"0,-1 0 42 0,-3-1 26 0,4 0 24 16,-5 2 26-16,5-3 31 0,-4 3 29 0,4 0 28 0,0-1 20 0,-2 0 15 15,2 1-24-15,0 1-46 0,0 0-146 0,0 0-188 0,0 0-83 0,2 1-36 16,-2 3-26-16,0-1-21 0,4 1-24 0,-4 2-22 0,0 0-25 0,5 3-26 16,-5-1-17-16,4 0-13 0,-3 3-8 0,-1 1-8 0,4 0-5 0,0 2-4 15,-4-2-4-15,1 2-4 0,-1 0-1 0,0 1 0 0,0-1-4 0,0-1-7 16,0 1-4-16,0-2-4 0,0 1-10 0,0-1-10 0,0 0-16 16,0-1-20-16,-1-1-29 0,1-1-35 0,0 0-82 0,-4-1-106 0,4-1-97 15,0-1-90-15,0-1-104 0,4-1-107 0,-4-2-77 0,1-2-58 16,-1 0-22-16,4-4-3 0,-2 3 6 0,-2-5 11 0,7 2 27 0,-5-4 32 15,5-1 82-15,-5 0 104 0,3-3 95 0,4 2 93 0,-3-3 106 0</inkml:trace>
  <inkml:trace contextRef="#ctx0" brushRef="#br0" timeOffset="-144179.52">14987 12462 148 0,'0'3'347'0,"-2"0"60"0,-1-2 28 16,3 2 16-16,0-2 7 0,0-1 11 0,0 4 9 0,0-4 15 15,0 0 21-15,0 0 22 0,0 0 25 0,0 0-24 0,0 0-45 16,0 0-94-16,0 0-120 0,0 0-52 0,0 0-22 0,0 0-11 0,0 0-3 16,0 0-6-16,0 0-6 0,0 0-10 0,0 0-13 0,0 0-20 0,0 0-18 15,0 0-20-15,0 0-13 0,0 0-8 0,0 0-3 0,0 0-1 0,0 0 0 16,0 0 1-16,0 0 1 0,0 0 2 0,0 0 4 0,0 0-1 0,0 0-3 16,0 0 4-16,0 0 2 0,0 0-1 0,0 0 0 0,0 0 1 0,0 0-3 15,0 0-1-15,0 0-3 0,0 0-1 0,0 0-4 0,0 0-3 0,0 0-1 16,0 0-1-16,0 0-1 0,0 0-5 0,0 0-5 0,0 0-5 0,0 0-3 15,0 0-7-15,0 0-4 0,0 0-5 0,0 0-2 0,0 3-2 0,0-3-4 16,0 0-2-16,0 0-5 0,0 1-5 0,0-1-4 0,-2 2-3 0,-2-1-1 16,4-1-1-16,0 0 1 0,0 0-4 0,0 0-1 0,-3 2-6 0,3-2-6 15,-2 1-9-15,2-1-6 0,0 0-12 0,-4 2-13 0,4-2-20 16,0 0-25-16,0 0-32 0,0 0-36 0,0 0-43 0,0 0-44 0,0 0-37 16,0 0-36-16,0 0-24 0,0 0-22 0,0 1-12 0,0-1-10 0,-3 0-6 15,3 0-4-15,0 0 7 0,-2 1 9 0,2-1 18 0,0 0 24 16,0 0 22-16,0 0 24 0,0 2 17 0,0-2 12 0,0 0-7 0,0 2-19 15,0-2-25-15,0 0-27 0,0 0-4 0,-6 1 7 0,6-1 10 0,-3 2 14 16,3-2 14-16,0 0 15 0,-4 1 19 0,4-1 17 0,0 0 23 0,0 0 27 16,0 0 39-16</inkml:trace>
  <inkml:trace contextRef="#ctx0" brushRef="#br0" timeOffset="-142747.02">13896 12502 88 0,'-9'-3'312'0,"2"-1"72"0,-2 2 42 0,0-1 31 0,0 3 25 0,0 1 23 16,4-1 21-16,-1 2 17 0,3-2 18 0,-3 2 15 0,6-2 35 0,0 0 42 16,0 0-52-16,0 0-95 0,4 3-62 0,-2 0-48 0,7 1-28 0,0 1-15 15,1 2-16-15,5 2-15 0,7 2-14 0,-2 0-11 0,9 5-14 0,-1 0-14 16,9 2-30-16,-3 3-40 0,8 0-39 0,1 2-38 0,0 1-25 0,4-2-22 16,-1 2-16-16,4 0-11 0,-1 0-8 0,-2 0-2 0,0-1-7 0,0-1-1 15,0 1 0-15,-3-1-3 0,-5 1 0 0,3-2-3 0,-4-1-1 16,-4 2 1-16,-1-1 0 0,1-3 0 0,-5 1 0 0,-2-1-2 0,-1-2-2 15,1 1-2-15,-4-2-3 0,-3-1-5 0,0-2-5 0,2 0-8 0,-6-2-6 16,2-1-6-16,-3-1-9 0,-3-2-8 0,-1-2-8 0,0 0-8 0,-2 1-11 16,-2-2-10-16,-1-1-16 0,-4-1-22 0,1-1-43 0,-3 0-54 0,0 0-70 15,0 0-83-15,0 0-58 0,0-1-52 0,-3-4-39 0,-3 0-36 16,1 1-35-16,-4-3-30 0,0-2-32 0,0-2-33 0,-2-1-31 0,-4-1-32 16,1-1 20-16,-1-1 46 0,-3 0 73 0,0-1 83 0,-2-1 65 0,-3-1 55 15,-1 0 47-15,1 0 43 0,-3-1 41 0,-1 0 38 0,-2-1 44 0</inkml:trace>
  <inkml:trace contextRef="#ctx0" brushRef="#br0" timeOffset="-142531.64">14338 12595 48 0,'-24'-15'298'0,"6"1"98"0,-2 4 46 0,6 1 21 16,5 3 11-16,0 2 5 0,7 1 26 0,-5-1 37 0,7 4 54 0,0 0 65 15,3 2 45-15,3 1 37 0,3 0-55 0,5 3-98 0,1 0-90 0,3 3-86 16,2 3-38-16,3 0-18 0,6 3-2 0,0 2-3 0,7 1-23 16,-1 1-35-16,-1 1-55 0,4-1-61 0,0 2-44 0,0-1-36 15,0-2-24-15,0 0-19 0,-4 0-14 0,4-2-11 0,-5-1-5 0,3-2-7 16,-5 1-4-16,-2-2-4 0,1 0-4 0,-4-1 1 0,1-1-7 0,-5-1-10 15,-1-2-7-15,-4 1-11 0,1-2-9 0,-4 0-12 0,1-1-26 0,-3-1-28 16,-3-1-45-16,-1 0-51 0,1-2-62 0,-4 3-67 0,-1-4-59 0,1 1-62 16,-5-1-58-16,0 0-59 0,0 0-80 0,0 0-89 0,-5-5-33 0,-1 1-9 15,-3 0 14-15,4-2 26 0,-8-2 41 0,4 2 50 0,-5-2 61 0,-1 0 67 16,1-1 62-16,-6 1 60 0,2-2 65 0,-6 1 66 0</inkml:trace>
  <inkml:trace contextRef="#ctx0" brushRef="#br0" timeOffset="-142312.83">14168 12781 144 0,'-6'21'372'0,"3"2"90"0,-3-1 68 16,6 1 59-16,0 1 50 0,6 1 45 0,1 1 33 0,-2-1 24 0,10 2 21 15,-4 0 18-15,7 0 11 0,2-1 12 0,3-1-101 0,1 1-148 16,-1-1-105-16,6-1-84 0,0 0-67 0,0-2-55 0,4 0-50 0,-1 0-43 16,-3-2-33-16,5-1-24 0,-3-1-20 0,0-1-16 0,-2-2-13 0,0 0-11 15,2-3-9-15,-6 0-9 0,-2-3-8 0,1 0-4 0,-1-3-10 0,-3 0-13 16,0-2-19-16,-5 1-22 0,3-2-52 0,-4-2-65 0,-1-1-84 0,-2 0-90 15,-2 0-86-15,2-1-86 0,-4-1-104 0,-5-1-111 0,1-2-48 0,-3 0-23 16,0-3-5-16,-3-1 7 0,1 0 15 0,-5-1 22 0,1-3 51 0,-3 3 63 16,-5-3 83-16,5 1 92 0,-6-2 84 0,1 2 88 0</inkml:trace>
  <inkml:trace contextRef="#ctx0" brushRef="#br0" timeOffset="-142099.55">14347 12873 192 0,'-4'-3'433'0,"1"-1"116"0,3 4 72 0,0 0 51 15,0 4 38-15,3 2 28 0,3 1 25 0,3 1 20 0,0 1 16 0,5 0 15 16,1 1 10-16,3 4 9 0,2-2-118 0,0 2-171 0,1 2-129 0,-1 0-114 16,5 1-69-16,-3-1-52 0,2 1-36 0,-3-2-29 0,3 1-23 0,-1-1-22 15,5 0-20-15,-5-1-22 0,1-1-19 0,-3 1-19 0,3-4-31 0,-1 1-32 16,1-4-68-16,-1 1-81 0,-3-3-88 0,4 0-90 0,-6-2-87 0,0-1-87 16,-2-1-93-16,-1-2-102 0,-3-2-42 0,-1-4-15 0,-2 2 1 0,-3-3 5 15,1-1 22-15,-5-1 26 0,1-1 64 0,-3-1 80 0,0-1 86 0,-3-1 92 16,1 2 86-16,-5-1 85 0</inkml:trace>
  <inkml:trace contextRef="#ctx0" brushRef="#br0" timeOffset="-141952.55">14757 12670 186 0,'-3'-9'441'0,"-3"3"134"16,5 0 78-16,1 5 53 0,0 1 34 0,0 4 26 0,1 2 14 0,3 0 10 16,1 3 10-16,1 2 4 0,-1 1 2 0,4 3 2 0,4 0-123 0,-2 1-174 15,2 2-154-15,1 2-145 0,0-2-117 0,1 1-104 0,-1 1-120 0,1-1-127 16,5 1-110-16,-6-1-101 0,4-1-115 0,-3 0-124 0,3-1-56 0,-4-2-27 15,1-2-9-15,-1 1-7 0,-3-4 7 0,4 1 11 0,-6-2 38 0,0-2 52 16,0-1 87-16,2 0 104 0,-4-1 93 0,0-1 90 0</inkml:trace>
  <inkml:trace contextRef="#ctx0" brushRef="#br0" timeOffset="-136747.9">16215 12661 285 0,'0'-2'470'0,"0"1"79"0,0 1 39 0,-2-3 23 0,2 3 16 0,0 0 14 0,0 0 18 0,0 0 19 0,0 0 26 16,0 0 24-16,0 0 18 0,0 0-46 0,0 0-78 0,0 0-133 0,0 0-164 16,0 0-75-16,0 0-34 0,0 0-23 0,0 0-10 0,0 0-14 0,0 0-10 15,0 0-18-15,0 0-21 0,2 3-17 0,2-3-18 0,-4 0-11 0,5 0-11 16,1 0-5-16,-3 0-1 0,3 0-1 0,-1 0-1 0,4-1 4 0,-3 1 1 15,3-2 4-15,0 2 5 0,3 0 5 0,-1 0 1 0,0-1 3 16,2 1 3-16,1-2 1 0,1 2 5 0,-1-1 2 0,1 1 2 0,-1-2 4 16,4 1 1-16,2-1 2 0,-2 1 2 0,2-1-1 0,0 0-4 0,-2 1-2 15,6-2-1-15,-4 2 1 0,3-2 3 0,1 0 3 0,-1 1 1 16,1-1 2-16,1 0 3 0,2 0 4 0,-2 0 7 0,2 0 6 0,6 0 4 16,-4-2 4-16,0 3 1 0,0-3 2 0,0 2 0 0,3 0-2 0,-6 0-5 15,4 0-4-15,-4 0-4 0,1 0-10 0,-2 0-11 0,-5 0-9 0,4 0-9 16,-3 0-7-16,-4 0-10 0,1 2-7 0,0-1-6 0,-4-1-8 0,-3 2-4 15,2-1-8-15,-2 1-5 0,-2 1-4 0,0-2-6 0,-4 2-6 0,1-1-7 16,-1 1-21-16,-1-2-23 0,1 2-30 0,-1-2-29 0,-4 2-37 0,1 0-34 16,-1 0-41-16,0 0-37 0,0 0-39 0,0 0-36 0,0 0-75 0,0 0-91 15,-5 0-98-15,3-1-102 0,-5 0-88 0,2 1-82 0,-5 0-65 0,0-2-57 16,-3 2-5-16,2 0 17 0,-3 2 33 0,1 0 33 0,-7 2 36 16,4 0 37-16,-2 2 72 0,-6 2 94 0,4-1 104 0,-1 2 110 15,-3 2 106-15,-1 1 103 0</inkml:trace>
  <inkml:trace contextRef="#ctx0" brushRef="#br0" timeOffset="-134858.52">16530 12928 289 0,'0'0'469'0,"-2"-1"92"0,2 1 54 0,0 0 38 0,0 0 26 0,0 0 26 0,0 0 24 0,0 0 20 0,0 0 18 16,-3 0 17-16,3 0 13 0,0 0-53 0,0 0-83 0,0 0-138 0,0 0-167 15,0 3-85-15,0-3-51 0,0 0-35 0,0 0-25 0,0 0-25 0,0 0-21 16,0 0-17-16,0 0-14 0,0 0-14 0,5 0-9 0,-1 0-6 0,1 0-6 16,-1 0-3-16,1 0-3 0,1 0 0 0,3 0 0 0,-4 0 0 0,4 0 4 15,-4 1 2-15,4-1 2 0,1 2 1 0,-1-2-2 0,0 1 1 0,-4 1-2 16,4-1-3-16,-3-1-2 0,3 2-2 0,-4-1-1 0,0 0-1 0,3 1-3 15,-7 0-3-15,5 1-3 0,-3-2-3 0,3 2-3 0,-6-1-4 0,4 1-4 16,-4-1-2-16,0 2-1 0,0 0-1 0,0-1-1 0,0 3 0 0,-4 0-2 16,4 2 0-16,-6-2 1 0,3 1-1 0,1 2-1 0,-3-1-2 0,-3 1 0 15,7 0 0-15,-8-2 0 0,5 2 1 0,-1-1 2 0,-5 1 2 16,5-2-2-16,0-1 1 0,-4 1 4 0,3 1 1 0,-3 0 4 16,4-2 5-16,-3 1 6 0,3-1 6 0,-4 0 5 0,4 0 7 0,-1-1 6 0,3-1 6 15,-3 1 3-15,1-2 3 0,5 1 2 0,-4-2 0 0,2-1-5 16,2-1-7-16,0 0-4 0,0 0-4 0,0 0-7 0,0 0-3 0,0 0-8 15,0 0-6-15,0 0-8 0,0 0-4 0,2-1-6 0,2-1-3 0,-4-1-4 16,5 2 2-16,1-2 2 0,-3-1 3 0,6 0 2 0,-3 1-2 0,3-1 0 16,-4-1 0-16,4 1 2 0,-3-2-4 0,3 1-4 0,-4-1-12 0,4 2-12 15,-4-2-24-15,1 1-26 0,3 0-24 0,-5 1-28 0,1-2-26 0,0 2-24 16,-1-1-43-16,1-1-53 0,1 2-90 0,-3-1-104 0,3-1-79 0,-2 0-66 16,1 2-63-16,0-3-58 0,-1 3-60 0,0-2-60 0,-3 0-15 0,3 3 7 15,-2-3 17-15,1 3 20 0,-3-1 42 0,4-1 55 0,-4 5 88 16,2-6 104-16,-2 3 81 0,0 3 72 0,5-3 73 0,-1 0 71 0</inkml:trace>
  <inkml:trace contextRef="#ctx0" brushRef="#br0" timeOffset="-134311.95">16816 12963 102 0,'0'0'293'0,"3"0"56"0,-3 0 35 0,6 0 29 0,-3 0 26 0,-3 0 33 0,6 1 35 0,-6 1 42 0,5-2 43 15,-1-2 37-15,0 1 33 0,-3 1-18 0,5-4-40 0,-3 3-78 0,1-2-96 16,1-1-50-16,1-2-28 0,-1 1-27 0,-1-1-23 0,1 0-28 0,1-1-30 15,-3-1-35-15,3-1-35 0,-1 2-35 0,-1-2-27 0,1 1-23 0,-1-1-23 16,-1 2-3-16,-1-2 3 0,2 1 1 0,-2 1-1 0,-2 1 1 0,3-2 2 16,-3 1-1-16,0 1-5 0,0-2-3 0,0 2 2 0,-3 0 0 15,3 2-2-15,-2-2 3 0,-2 1 4 0,2 0-2 0,-1 1-11 0,-1 0-5 0,-1 1-1 16,1 0-3-16,2-1-1 0,-3 2-2 0,-2 2-3 0,1-2-6 16,1 2-5-16,1 0-2 0,-1 2-4 0,-4 0-4 0,3 0-4 0,1 3-4 15,0-1-2-15,-3 1-4 0,1 1 1 0,0 1-2 0,1 0-2 16,1 3 1-16,0 0 1 0,-3-1 0 0,3 1 0 0,-1 1 0 0,3 1-3 15,1-1 1-15,-2-1 4 0,4 0 1 0,0 1 0 0,0-2 0 0,0 0-2 16,6-1 1-16,-3-1-2 0,3 1 0 0,-1-3 0 0,3 2 0 0,-3-1-3 16,0-1 0-16,4-1 1 0,0 2 1 0,-3-2-1 0,5-1-1 0,-4 0-1 15,-2 0-1-15,6 0 1 0,-2 0-1 0,-3 0 2 0,3-1 0 0,-4-1-1 16,4 2 2-16,-5-2 1 0,5 1-1 0,-4 0 1 0,-1 1-1 0,-2-2 1 16,3 1-1-16,-1-1 2 0,-4 2 0 0,5 0 0 0,-5-2 0 0,0 4 0 15,0-2-1-15,0 2 1 0,0-1 0 0,0 1 1 0,0-1 2 0,-2 2 0 16,-1-1 2-16,3 1 2 0,-4-2 2 0,-1 1 0 0,3 0 2 0,-2 0 2 15,1-2 4-15,1 3 2 0,-4-3 2 0,3 0 3 0,-1 0 2 16,-1 0-1-16,1-1 4 0,-1 1 5 0,3-2 1 0,-5-1-1 0,5 0 1 16,-2 0-1-16,-1 0-1 0,1-1-3 0,4-1 0 0,-5 1-3 15,5-2-1-15,-6 0-5 0,6-2-3 0,0 1-2 0,-3-2-4 0,3-1-4 16,0 0-4-16,0 0-1 0,0-1-4 0,0-2-7 0,0 1-8 0,0 0-11 16,0-2-14-16,3 1-11 0,-3-1-20 0,0 2-20 0,0 0-32 0,0-1-43 15,2-1-74-15,-2 2-92 0,4 0-78 0,-4 0-73 0,0-1-66 0,0 0-56 16,0 3-59-16,0-3-53 0,0 1-52 0,-4 0-45 0,2 0-10 0,2-2 7 15,-3 2 29-15,3-2 38 0,-2 3 75 0,-2-1 92 0,4 0 77 0,-3 0 76 16,3 0 64-16,-2 0 63 0,2-2 66 0</inkml:trace>
  <inkml:trace contextRef="#ctx0" brushRef="#br0" timeOffset="-133729.09">16771 12084 190 0,'-4'-14'307'0,"4"2"32"0,-4 0 21 0,4 0 17 0,0 1 13 0,-5 1 13 0,5 1 19 0,-6-1 22 15,6 1 35-15,-5 1 37 0,1 1 32 0,-1-1 32 0,1 2-54 0,3 0-87 16,-7 0-37-16,7 2-14 0,-5-1-4 0,2 2-1 0,-1 0-5 0,0 2-7 16,-3-1-13-16,3 1-14 0,0 1-30 0,-1 0-29 0,-1 0-43 0,1 1-44 15,1 2-33-15,0 0-30 0,-1 0-21 0,-1 2-15 0,2-1-14 0,-1 2-13 16,1 2-6-16,1-2-6 0,-1 1-5 0,1 1-7 0,-1-2-6 0,5 1-9 15,-4 1-4-15,4-3-7 0,-2 2-2 0,2-1-8 0,0-2-3 16,0 1-3-16,2-2-2 0,-2 0-2 0,4 0-2 0,-4-2-3 0,3 1-3 16,-1-1-2-16,3 0-1 0,-1-1 0 0,1 0-3 0,-1 0-3 15,2 0-4-15,3-1-2 0,-4 0 0 0,0-2-3 0,3 0-2 0,-1 0-1 16,-4-2-1-16,7 1 1 0,-5-1 3 0,0 1 0 0,-1-1 1 0,1 1 2 16,-1 1 5-16,1-2 2 0,-5 2 4 0,6 0 4 0,-6 1 0 0,4 0 0 15,-3 2 1-15,-1 0 4 0,0-2 1 0,0 2 1 0,0 0 4 0,0 0 2 16,0 0 4-16,0 0 1 0,0 0 1 0,0 0 4 0,0 0 2 0,0 0 4 15,0 0 2-15,0 0 4 0,0 3 1 0,0 0 1 0,0 0 2 0,0 0 5 16,0 0-1-16,-1 2 1 0,1-1-2 0,0 2 0 0,-4 0 0 0,4 0-3 16,0 2 4-16,0-2 5 0,-2 3 3 0,2-2 0 0,0 0 2 0,0 3 2 15,0-2 5-15,0 3 3 0,0 0 5 0,0-1 4 0,0 1 4 0,0 1 4 16,0 0 5-16,0 1 5 0,-4 0 0 0,4 1-1 0,0 1 1 0,0 0 6 16,-3 0 3-16,3 0 2 0,-2 2-3 0,-2-1-1 0,4-1-1 15,-1 2-5-15,-3-2 0 0,4-1-2 0,-4 0-2 0,4 1-7 0,-1-1-2 16,-3-2-6-16,4 0-8 0,0-2-7 0,-2-1-6 0,2 0-7 0,-3-1-5 15,3-1-3-15,0 1-6 0,0-2-6 0,0 0-3 0,0-2-3 16,3 1-7-16,-3-1-8 0,0-1-12 0,0 0-14 0,2-2-12 0,-2-1-19 16,0 4-24-16,0-4-28 0,0 3-23 0,0-3-21 0,0 1-20 0,0-1-21 15,0 3-27-15,0-3-33 0,0 3-54 0,0-3-62 0,0 0-62 0,0 3-59 16,0-3-46-16,4 2-37 0,-4-2-40 0,1 1-35 0,-1-1-63 0,0 0-72 16,0 0-23-16,0 0 2 0,0 0 19 0,0 0 25 0,-5 2 58 0,5-2 68 15,-5 0 71-15,5 0 69 0,-6 0 63 0,6 0 56 0,-7-2 63 0,7 2 65 16</inkml:trace>
  <inkml:trace contextRef="#ctx0" brushRef="#br0" timeOffset="-129397.5">6600 15038 211 0,'-7'5'473'0,"1"0"151"0,5-2 74 0,-7 0 35 0,7-2 23 0,-3 2 15 0,-2-2 14 0,6 1 13 0,-3 0 10 0,3-2 11 16,0 0 8-16,0 0 8 0,0 0-121 0,0 0-182 0,0 0-156 0,0 0-144 15,0 0-72-15,0 0-34 0,0 0-19 0,0 0-17 0,0 3-14 0,3 0-13 16,-3-2-9-16,0 2-7 0,4 0-11 0,-4-2-15 0,2 3-14 0,-2-1-13 15,4 0-19-15,-4 0-23 0,1 1-48 0,3-1-59 0,-4 2-89 0,4-1-104 16,-3 1-82-16,3 1-72 0,-2 0-82 0,1-2-83 0,1 2-72 0,-2-3-64 16,-2 2-22-16,3-1-6 0,1 1 8 0,-2-1 17 0,-2-1 45 0,4 0 57 15,-4-3 90-15,1 3 102 0,3 0 83 0,0 0 72 0,1 0 79 0</inkml:trace>
  <inkml:trace contextRef="#ctx0" brushRef="#br0" timeOffset="-129264.89">6763 15105 226 0,'9'-3'304'0,"-4"1"38"15,1 1 29-15,1 1 26 0,-2 3 24 0,1-2 35 0,-1 2 35 0,1 2 38 16,1-1 40-16,-2-1 22 0,-3 2 17 0,5-1-58 0,-5 1-89 0,5-1-80 16,-5 2-78-16,2-1-72 0,1-1-71 0,-1 1-75 0,-2-1-79 15,1 2-87-15,-1-2-92 0,2 3-108 0,1-3-114 0,-5 2-89 0,4-1-75 16,-1 1-34-16,-1-2-16 0,-2 1-3 0,4-1 7 0,-2 1 32 0,1-1 44 16,-3 1 48-16,0-1 51 0,4-1 55 0,-2 2 59 0,1-4 69 0</inkml:trace>
  <inkml:trace contextRef="#ctx0" brushRef="#br0" timeOffset="-129083.17">6940 15263 10 0,'0'5'266'0,"0"-2"100"0,0-1 61 0,0 2 44 0,0-1 49 0,4 2 52 15,-4-2 52-15,3 1 48 0,-1 1 33 0,-2-1 21 0,0 1 8 0,4-1 4 16,-4 2-69-16,2-2-104 0,1 1-121 0,1 0-131 0,-2 1-103 0,-2-2-95 16,3 1-112-16,-1-1-120 0,2 1-121 0,1-1-124 0,-1 1-132 0,-1-1-135 15,-1-1-63-15,2 0-26 0,1-1-11 0,-5-2-2 0,6 0 20 0,-1 0 29 16,2-2 44-16,-1-2 53 0,-1 1 62 0,1-2 67 0,1 2 73 0,-2-1 74 15</inkml:trace>
  <inkml:trace contextRef="#ctx0" brushRef="#br0" timeOffset="-128125.92">7533 14896 70 0,'-3'-3'315'0,"3"0"67"0,-4 1 35 0,4 0 25 0,0 2 20 16,0 0 23-16,0 0 29 0,-2-2 40 0,2 2 45 0,0 0 47 0,0-1 45 15,0 1 0-15,0 0-26 0,-3-2-88 0,3 2-119 0,0 0-59 0,0 0-29 16,0 0-22-16,-2 0-20 0,2 0-24 0,-4 0-27 0,1 2-39 0,1-1-46 15,-2 1-42-15,2 0-44 0,-1 2-28 0,-1 0-21 0,-1 1-13 0,3 2-10 16,-2 1-3-16,-1 1-4 0,1 3 0 0,-1-2 3 0,-1 4 2 0,-1 1 4 16,2 0 1-16,3 0 1 0,-5-1-1 0,5 3-1 0,-2-2 0 0,-1 0 2 15,1 0-1-15,2-2-4 0,-1 1-3 0,-1 0 0 0,4-3-3 16,-2 2-3-16,2-3-3 0,0 1-4 0,-3-2-2 0,3 0-2 0,0-2-1 16,3 1 0-16,-3-4-6 0,0 2-3 0,2-1-1 0,2-2-2 0,-4 1 0 15,5-2-2-15,-1 0 2 0,-1 2-1 0,-1-4 4 0,4 1 7 0,-3 1-2 16,3-2-7-16,-3 0-2 0,3-2-1 0,3 1 1 0,-4-1-2 0,1-1 0 15,-3 0 0-15,3 0-2 0,-1-1 1 0,2 1 1 0,-1-3 1 0,-1 0-5 16,1 0-8-16,-1-2 3 0,-1 2 4 0,1-1 4 0,2-1 1 0,-5 2-2 16,2 0-1-16,1 0 2 0,-5 2 1 0,6-1 0 0,-6 0 0 15,3 4 0-15,-3-2 1 0,0 3 1 0,0-3-1 0,0 3 2 0,0 0 0 16,0 0 2-16,0 0-1 0,0 0 4 0,0 0 5 0,0 0 4 0,0 0 1 16,0 0 1-16,0 0 2 0,0 0 3 0,0 0 2 0,0 0-1 0,0 0 1 15,0 0 1-15,0 0 4 0,0 5 1 0,0-3-1 0,0 2-2 0,0-1-2 16,0 1-2-16,0 1-1 0,0 1-3 0,0 0-3 0,0-2-1 0,0 4-2 15,0-2-2-15,0-2-1 0,0 2-6 0,0 0-7 0,2 0-10 0,-2 0-5 16,0-1-13-16,4-1-13 0,-4 2-21 0,0-2-27 0,3 1-58 0,-1 1-71 16,-2-1-81-16,0-1-88 0,4 2-75 0,-4-1-72 0,5-1-80 0,-5 2-84 15,4-1-57-15,-2-2-46 0,-2-3-14 0,3 4 2 0,-3 1 16 0,6-4 24 16,-3 2 57-16,-3-3 71 0,6 2 81 0,-6-2 89 0,5 0 75 0,-1 1 74 16,5-1 81-16</inkml:trace>
  <inkml:trace contextRef="#ctx0" brushRef="#br0" timeOffset="-126333.15">9948 13171 99 0,'-4'6'290'0,"4"-3"48"0,0 1 24 0,0 1 11 0,4 0 10 0,0-2 8 0,-3 0 8 0,3 0 13 0,-2-2 14 16,1 1 20-16,1-2 25 0,-2 0-16 0,2 0-29 0,1 0-58 0,-1-2-77 15,1-1-20-15,-3 2-1 0,5-4 7 0,-2 1 5 0,-1-1 5 16,2-1 3-16,-5 0-4 0,7 0-2 0,-3-1-13 0,-3-1-9 0,1 1-20 16,3-2-19-16,-3 1-18 0,1 1-19 0,-2 1-18 0,1-2-16 0,-1 2-11 15,-2 2-8-15,0-3-11 0,0 5-8 0,0-3-8 0,0 2-10 16,0 2-11-16,0-2-8 0,-2-1-14 0,-1 3-15 0,3 0-27 0,-6 1-33 0,3-2-60 16,1 2-72-16,-2 0-84 0,-1 0-85 0,1 0-79 0,-1 2-71 15,1-1-73-15,-3 2-76 0,0 2-70 0,-2-2-67 0,2 1-28 0,-2 2-9 16,-1 0 11-16,1 2 19 0,0-1 50 0,-5 2 65 0,5-1 76 0,-6-1 84 15,5 2 75-15,-3 0 65 0,2 1 75 0</inkml:trace>
  <inkml:trace contextRef="#ctx0" brushRef="#br0" timeOffset="-126108.92">9534 13059 265 0,'0'-3'479'0,"0"0"91"0,0 0 46 16,0 3 26-16,0 0 14 0,3 1 13 0,-1 1 12 0,-2 1 8 0,0 1 4 16,0 2 2-16,0 1 0 0,0 1-68 0,0 1-102 0,-2 3-202 15,-1 2-245-15,3-1-156 0,0 2-112 0,-4 0-96 0,4 0-94 0,0 2-106 16,-2 1-110-16,-1-4-56 0,3 3-25 0,-4 0-10 0,4-2-6 0,-2 1 10 16,2-1 15-16,-3 0 48 0,3 0 62 0,-2 0 66 0,-2 0 65 15,4 0 76-15,-3 0 77 0</inkml:trace>
  <inkml:trace contextRef="#ctx0" brushRef="#br0" timeOffset="-124824.45">8411 14833 54 0,'-6'-4'299'0,"6"1"93"0,0 0 67 0,-3 0 49 0,3 3 58 0,0 0 61 0,0 0 50 0,0 0 48 0,-2 0 30 0,2 0 25 0,-4 0 15 0,4 0 15 16,0 0-72-16,-3 0-110 0,3 0-92 0,-2 0-89 0,-2 0-62 15,4 0-46-15,0 0-56 0,-5 0-52 0,5 1-50 0,-4 1-43 0,2-1-30 16,-1 1-22-16,1-1-14 0,-2 1-11 0,1 2-7 0,1 1-4 15,-2-1-2-15,-1 4 0 0,1-1 3 0,2 2 3 0,-1 3 3 0,-1 2 3 16,-1-1 4-16,-1 4 7 0,3-1 4 0,-3 2 6 0,1 3 3 0,1-1 6 16,-1-1 2-16,1 2 2 0,-1 0-1 0,3-2-5 0,-2 3-3 0,1-3-2 15,-3 1-7-15,4-1-9 0,-1-1-7 0,-1 0-6 0,4 0-10 0,-2-2-5 16,-1 0-9-16,3-1-9 0,0 0-6 0,0-2-8 0,0 1-1 0,0-2-1 16,3 1-7-16,-1-1-5 0,-2 0-14 0,4 0-18 0,-1 0-21 0,-1-1-23 15,4-1-22-15,-3 1-19 0,3-3-30 0,-3 2-33 0,3-1-76 0,-1-2-95 16,1 1-97-16,3-4-95 0,-2 2-92 0,0 0-85 0,2 0-76 0,0-3-70 15,0 2-19-15,0-2 6 0,2-2 12 0,-2 1 17 0,6-2 28 0,-6 1 33 16,1-2 78-16,3-1 95 0,-2-1 97 0,3 0 97 0,-1 0 93 0,2-3 90 16</inkml:trace>
  <inkml:trace contextRef="#ctx0" brushRef="#br0" timeOffset="-124342.95">8714 15259 276 0,'-3'0'544'0,"1"2"110"0,-2-1 56 0,1-1 32 0,3 0 20 0,-2 1 14 0,2 1 12 0,0-2 8 0,0 0 10 16,-4 0 4-16,4 0 5 0,0 0-50 0,0 0-75 0,0 0-173 0,0 0-217 15,0 0-104-15,4 0-58 0,-2 0-27 0,1 0-17 0,3 0-5 0,-1-2-5 16,4 1-5-16,0 1-7 0,0-1-4 0,0-1-2 0,2 2 1 0,2-3 1 15,-2 3-4-15,-2-1-8 0,5-1 2 0,-3 1 5 0,2-1 0 0,-2 1-3 16,-2-1-4-16,3 0-5 0,-1 1 0 0,-2 1-2 0,2-1-1 0,-2-1-1 16,0 2-6-16,-3-1-4 0,3 1-4 0,0 0-3 0,-4-2-4 0,4 2-5 15,-3 0-5-15,-3 0-1 0,3 0-3 0,-1 0-6 0,-1 0-1 0,1 0-4 16,1 0-4-16,-3 0-9 0,1 0-15 0,-2 0-18 0,1 0-19 0,-1 0-21 16,-2 0-26-16,0 0-30 0,4-1-66 0,-4 1-82 0,0 0-92 0,0 0-95 15,0 0-93-15,0 0-91 0,0 0-90 0,0 0-88 0,0 0-28 0,0 0-3 16,-4 3 9-16,2 0 15 0,-1-1 24 0,-3 0 29 0,3 1 68 0,1 0 82 15,-2-1 93-15,-1 1 97 0,1 0 93 0,2-1 92 0</inkml:trace>
  <inkml:trace contextRef="#ctx0" brushRef="#br0" timeOffset="-123705.25">8638 15486 30 0,'0'0'287'0,"0"-3"63"0,0 3 34 0,0-2 27 0,2 1 24 0,2-1 31 0,-4 2 34 0,4 0 45 0,1 0 47 16,-1 0 44-16,-3 0 47 0,5 2 3 0,-3-2-15 0,3 0-83 15,-3 1-113-15,3 1-50 0,-1-1-27 0,3 1-18 0,-3 0-15 0,-3 0-28 16,7 1-32-16,-6 0-37 0,3 0-41 0,-1 0-42 0,1 0-42 0,1 2-28 0,-5-2-19 16,5 0-12-16,-5 1-9 0,3-1-6 0,-1 1-6 0,-1 1-5 0,-1 0-4 15,2-1-4-15,-4 0-4 0,2 3-4 0,1-3-1 0,-3 2-2 16,0 0-2-16,0 0-1 0,0-1-1 0,-3 1-2 0,1 0-2 0,2-2 1 16,-4 2-2-16,4-1 0 0,-5-1-2 0,5 1 1 0,-4-1-1 0,2 1-2 15,-1-2-4-15,-3 3 2 0,3-3 3 0,1 1 3 0,-5-1 2 0,5 2 1 16,-2-2 0-16,3-2 3 0,-3 2 0 0,-2-2 0 0,6 1-5 15,-3 0 2-15,3-2 0 0,0 1 2 0,0-1 2 0,0 0-4 0,0 0-4 0,0 0-7 16,0 0-4-16,0 0-4 0,0 0-3 0,0 0-5 0,0 0-5 0,0 0 1 16,0 0-1-16,0-1 1 0,0-1-4 0,3 2 1 0,-1-2-1 15,2 1-4-15,1-2-4 0,-1 2-7 0,-2-1-9 0,5-1-7 0,-2 0-9 16,1 0-7-16,-1 0-7 0,-1 0-11 0,1 1-14 0,1-3-21 0,1 2-27 16,-2-1-59-16,1 0-71 0,-3 1-80 0,3-1-84 0,-1 1-61 0,-1-2-55 15,1 1-57-15,-1-1-59 0,1 1-68 0,-3-2-71 0,2 0-23 0,1 0-5 16,-1 1 14-16,1-1 23 0,-1 0 58 0,-2 0 71 0,1 2 86 0,1-1 86 15,-2 1 71-15,3-1 61 0,-1 2 66 0,1 0 69 0</inkml:trace>
  <inkml:trace contextRef="#ctx0" brushRef="#br0" timeOffset="-123216.52">8953 15537 247 0,'0'3'337'0,"0"-3"30"0,0 0 25 0,0 0 17 16,0 0 21-16,6 0 27 0,-6-2 34 0,3 2 35 0,-1-1 36 0,2-1 32 15,1-1 15-15,-5 0 6 0,4 0-75 0,1 0-113 0,-1-1-53 0,-2-1-24 16,1 1-15-16,-3-1-10 0,6-1-20 0,-6 0-22 0,3-1-27 0,-1 1-29 16,2-2-29-16,-1-1-34 0,-1 2-29 0,-2-1-28 0,4 1-19 0,-4-1-15 15,0 2-4-15,0 0 5 0,0 0-7 0,0 2-7 0,0-1-2 0,0 1 2 16,-4 1-3-16,4-2-7 0,-2 4-1 0,-1-2 7 0,-1 1 1 0,2 1-1 16,-1-1-3-16,1 1-5 0,-2 1-8 0,1 1-7 0,-3 1-3 0,1-1 3 15,1 1-3-15,-1-1-7 0,-1 2-2 0,3 2 0 0,-3-2-5 0,1 1-5 16,1 2-4-16,2-1-2 0,-1 1-1 0,-1 0-1 0,2 0-1 15,-1 0-2-15,3 1-2 0,-2 1 1 0,2-2-1 0,0 1 1 0,2 1-1 0,-2-1 1 16,3-1-1-16,-1 2 1 0,2-1-2 0,1 1 0 0,-1-2 0 0,5 1 0 16,-4 1 0-16,1-4 0 0,-1 3 1 0,2 0 1 0,1-3 2 15,-5 2 1-15,3-1-1 0,3 1-2 0,-4-2-1 0,-1 1 1 0,1-1 1 16,-1 1 3-16,-2-1 0 0,1 1 1 0,3-1 1 0,-6 1 1 0,3-2 0 16,-1 3-2-16,-2-2 1 0,4 1-1 0,-4 1 4 0,0-1 4 0,-4 2 1 15,4-1 1-15,-2-1 1 0,-1 2 0 0,3-1 0 0,-6 1 1 0,3-1 2 16,1 0 3-16,-2 1 2 0,-1 0 4 0,1-1 1 0,-1-2 2 0,-1 1-1 15,3 1-2-15,-3-3 1 0,3 1 2 0,-3 1-1 0,1-2-1 0,1 0 2 16,-1-2 2-16,-1 2-2 0,3-3 0 0,-3 2-3 0,3-2-3 0,1 0-3 16,-2 0-3-16,4-2-2 0,-2 2-1 0,-1-1-3 0,3-2-1 15,0 1-4-15,-4 1-1 0,4-4-3 0,0 2-3 0,0-1-4 0,0-1-5 16,0-1-6-16,0-1-6 0,0-1-9 0,0 1-11 0,4-2-16 0,-4 0-18 16,0 0-36-16,3-2-48 0,-1 1-73 0,-2-1-86 0,0 1-72 0,4-1-64 15,-4 0-62-15,0 0-59 0,0 0-61 0,0-1-61 0,0 0-49 0,0 0-43 16,0-1-11-16,0 1 8 0,0-2 31 0,-4 1 44 0,4-1 74 0,0 1 86 15,0-2 75-15,0 0 64 0,0 1 63 0,0-1 64 0,0 2 65 0</inkml:trace>
  <inkml:trace contextRef="#ctx0" brushRef="#br0" timeOffset="-122821.41">8910 14832 177 0,'-4'-12'330'0,"2"0"37"0,-1 3 30 0,-1-2 21 0,4 4 35 0,-5-1 37 0,5 2 47 0,-6 2 53 15,3-1 48-15,1 2 43 0,-2 0 22 0,-1 3 11 0,1-1-83 16,-1 1-132-16,1 0-63 0,-1 0-31 0,3 1-25 0,-5-1-18 0,1 3-24 16,4-1-29-16,-5 2-44 0,2-1-54 0,-1 2-43 0,3 1-42 0,-6 0-27 15,3 0-23-15,1 1-13 0,1-1-9 0,-1 2-8 0,-1-1-4 0,3-1-3 16,1 0-6-16,-2 0-9 0,1 0-9 0,1-1-6 0,2-2-1 0,0 1-5 16,0-3-6-16,0 3-3 0,0-4-5 0,2 1-2 0,1 1-2 15,-3-2-5-15,0 0-1 0,6 0-1 0,-3 0-1 0,3 0 1 0,-3 0-1 16,-1-2 2-16,5 1 2 0,-5-1 2 0,4 0 1 0,-3 1 3 0,3-2-1 15,-3 3 2-15,-1-3 3 0,2 3 2 0,1-1-1 0,-1 1 5 0,-4 0 3 16,5 0 5-16,-5 1 2 0,4-1 5 0,-2 3 5 0,1 0 4 0,1 2 8 16,-2-2 4-16,-2 3 8 0,3-1 1 0,-1 2 3 0,2 2 3 0,-4 0 6 15,3 0 1-15,-1 1 2 0,-2 1-3 0,4 1-4 0,-4-2 1 0,0 4 6 16,2-2-6-16,1 1-12 0,-3 2-9 0,0-3-6 0,4 3-5 16,-4-1-2-16,2-1-8 0,-2 2-11 0,0-1-16 0,3-1-18 0,-3-1-36 15,0 0-43-15,4 0-91 0,-2-1-112 0,-2-1-88 0,0-1-76 0,3 0-97 16,-1 0-105-16,-2 0-70 0,0-3-52 0,4 0-18 0,-4 1-8 0,3 0 8 0,-1-1 13 15,-2 1 34-15,4-1 43 0,-4 0 85 0,5 0 104 0,-1 0 91 16,-2 2 80-16,1-1 102 0</inkml:trace>
  <inkml:trace contextRef="#ctx0" brushRef="#br0" timeOffset="-122552.52">9349 15415 172 0,'4'6'595'0,"-4"-1"135"0,0-1 61 0,0 1 28 0,0-1 14 0,-4 2 8 16,4-1 3-16,0 1 5 0,0 0 3 0,0-2 1 0,0 2-2 0,0 0-28 15,0 0-45-15,0 0-224 0,0-1-302 0,0 1-148 0,0 0-76 0,0 0-76 16,0 0-76-16,0-2-107 0,0 0-118 0,0 1-113 0,0 0-113 15,0-5-100-15,0 6-97 0,0-6-48 0,-1 4-19 0,1-4-5 0,0 0-2 0,0 0 13 16,0 0 14-16,0 0 48 0,0 0 65 0,0 0 95 0,0 0 119 0,0 0 108 16,0 0 109-16</inkml:trace>
  <inkml:trace contextRef="#ctx0" brushRef="#br0" timeOffset="-122043.05">9537 15259 142 0,'-3'0'307'0,"3"0"52"0,0 0 25 0,0 0 24 16,0 0 22-16,0 0 27 0,0 3 31 0,0-3 44 0,0 3 46 15,-4-1 51-15,4 1 52 0,0 0-10 0,0 0-37 0,0-2-76 0,0 4-89 0,0-1-40 16,0 1-19-16,0-1-18 0,0 2-15 0,0 0-25 0,4 0-28 16,-4 0-37-16,0 2-44 0,5-1-50 0,-5-1-50 0,4 2-36 0,-2-2-30 15,1 0-17-15,1 0-11 0,1-2-7 0,-3 2-9 0,2-1-4 0,1-2-5 16,-1 1-3-16,1-1-3 0,1-1-3 0,-3-1-3 0,3 2-2 0,-3-3 1 15,-1 2-1-15,5-2-1 0,-5-2 0 0,2 2-1 0,1-2 2 0,1 1 1 16,-3-2-4-16,1 2 1 0,-2-1-2 0,1-1 0 0,-1 0 0 0,2 2 1 16,-4-3 4-16,3 2 1 0,-3-1 1 0,2 0 2 0,-2 1 2 0,0-1 1 15,0-1 1-15,0 2 2 0,0-2 2 0,0 1 1 0,0-2 3 0,0 2 1 16,-2 0 1-16,2-1-2 0,-3-1 0 0,3 1-2 0,-4 1-1 0,4-2-1 16,0 1-2-16,-2-1-3 0,2 1-2 0,-3-1-1 0,3-1 0 0,-6 2-3 15,6-1-1-15,-3-1-4 0,1 2 1 0,-2-1-1 0,1 1 1 0,1-1-2 16,-2 2-3-16,2-1-6 0,-1 1-2 0,-1-2-4 0,4 2-7 0,-5-1-13 15,3 1-13-15,-2 1-16 0,1-1-38 0,-3 0-48 0,1 3-81 0,1-2-101 16,-1 1-81-16,-1 1-74 0,3 0-70 0,-3 1-69 0,1 1-79 0,-1 0-87 16,-1 1-35-16,2-2-10 0,1 2 5 0,-1-1 11 0,5 2 36 0,-6-1 48 15,6-3 83-15,-3 2 100 0,3-2 79 0,0 0 74 0,0 0 72 0,0 0 72 16</inkml:trace>
  <inkml:trace contextRef="#ctx0" brushRef="#br0" timeOffset="-121653.9">9796 14986 111 0,'6'-2'347'0,"-3"2"79"0,-3-1 48 0,6 1 44 0,-6 0 40 0,5 0 50 15,-1 0 56-15,1 1 39 0,0-1 35 0,-1 2 18 0,1 0 11 0,5-2-30 16,-5 1-43-16,4 1-106 0,-4-1-130 0,4 1-69 0,1-1-43 0,-1 2-36 15,0 0-33-15,0-2-45 0,-2 3-50 0,2 0-33 0,0-1-27 16,0 3-11-16,2 0-5 0,-2 0-2 0,0 0-2 0,0 2 1 0,0 1 4 16,0 0 1-16,-2 0 4 0,2 1 5 0,-3 1 5 0,3-1 5 0,-6 2 7 15,3 0 6-15,-1 0 5 0,-1 1 4 0,0 1 3 0,-3 0 0 0,-1-2 1 16,4 3-1-16,-4-2-3 0,0 1-6 0,-4-1-3 0,4 2-7 0,-1-1-5 16,-3-1-6-16,0 0-7 0,4 1-10 0,-5-2-16 0,-1 2-10 0,3-2-13 15,-3 0-8-15,1-1-11 0,-4 2-16 0,4-3-20 0,-5 2-26 0,1-1-31 0,4-1-34 16,-8 1-37-16,6-1-39 0,-6-1-43 0,4 2-30 0,-5-2-24 15,3 0-35-15,-2 0-40 0,-1 0-76 0,-1 0-98 0,5-2-78 0,-5 1-70 16,2-2-64-16,3 1-59 0,-3-1-59 0,2-1-60 0,-2-1-5 0,6-1 16 16,-2 0 21-16,0-1 23 0,0 1 32 0,4-2 40 0,-4-1 80 0,3 2 95 15,1-2 88-15,-2 0 82 0,1 1 83 0,4 1 84 0</inkml:trace>
  <inkml:trace contextRef="#ctx0" brushRef="#br0" timeOffset="-121474.04">9925 15508 120 0,'0'3'416'0,"5"0"182"0,-5 2 83 0,0-2 37 0,0 1 18 0,0 1 8 15,0 1 2-15,0-3-1 0,0 1-12 0,-2-1-16 0,2 2-29 0,-3-2-41 16,3-2-156-16,0 2-206 0,0 0-229 0,-4-2-235 0,4 3-146 0,0-1-103 0,0-3-110 16,-2 4-116-16,2-4-50 0,-4 2-22 0,4-2 0 0,-5 3 10 15,5-3 29-15,-4 1 40 0,-1 2 52 0,0-1 63 0,1-2 58 0,-1 1 56 16,-1 1 62-16,2-1 69 0</inkml:trace>
  <inkml:trace contextRef="#ctx0" brushRef="#br0" timeOffset="-120323.64">9125 15168 54 0,'-5'-2'326'0,"-1"1"73"0,3 1 39 0,-3 0 30 0,3 1 25 0,-3 1 32 0,6 2 35 0,-5-1 44 0,5 2 46 0,-4-1 40 0,2 4 29 15,-1 1-8-15,-1-1-22 0,4 5-102 0,0-1-133 0,-2 1-62 0,2 2-33 16,0 2-23-16,0 1-20 0,0 1-26 0,0-1-31 0,2 3-40 0,-2 0-48 16,4 0-35-16,-4-1-30 0,3-1-22 0,-1 1-16 0,-2-2-14 0,4 0-14 15,-3-2-7-15,3-1-6 0,2-1-6 0,-3-2-6 0,-1 0-6 0,2-3-4 16,1 0-4-16,2-2-2 0,-5 1-4 0,3-2-1 0,3-2-4 15,-6-1-2-15,3-1-2 0,-1-1 1 0,1-1-4 0,2-1-1 0,-1 1-3 0,-5-3-1 16,7-2-4-16,-7 1-2 0,3-1-2 0,2-2-3 0,-1-1-3 0,-5-1 0 16,4-1-2-16,-3-1 1 0,3-1-3 0,-4-1 2 0,0 1 1 0,0-2 2 15,0 1 2-15,-4-1 2 0,3 2 1 0,-3-1 3 0,-1 1 4 0,1 0 4 16,-2 0 2-16,1-1 4 0,0 2 1 0,-4 0 4 0,0-1 2 0,0 0 2 16,-1 0 1-16,0 2-2 0,1-1 2 0,-2-1 2 0,-2 2-1 0,4-1 4 15,-2 4 1-15,-1-2 1 0,4 1 5 0,-1 4 3 0,0-2 0 0,0 2 2 16,4 2-1-16,-1 0 1 0,-3 2 1 0,6 2 0 0,-6-1 0 15,3 4-2-15,1 1 2 0,1 1 2 0,-1 2-1 0,1 3-1 0,-1 2-1 0,3 1-4 16,-2 3 1-16,-1 0-4 0,1 3 2 0,2 0 2 0,-1 1-1 0,3 1 2 16,-4-1-1-16,4 1-4 0,0-2-2 0,0-2-2 0,4 1-2 0,-1-1-2 15,-1-2-5-15,2-2-6 0,1-4-3 0,1 2-2 0,-1-4-5 0,4 1-8 16,-2-2-8-16,1-1-8 0,-1-1-10 0,-2-3-8 0,4 0-10 0,-3 0-8 16,-1-1-6-16,4-2-10 0,-3-2-6 0,-1-1-7 0,4 0-11 15,-5-3-11-15,1 2-9 0,1-4-11 0,1 1-4 0,-2-2-2 0,-3-2 5 0,5 0 8 16,-5 0 9-16,2 0 6 0,-4-1 8 0,1 0 12 0,-1 0 10 15,0 2 11-15,0-1 17 0,-1 1 23 0,-3-1 26 0,2 2 27 0,-5-1 24 16,2 1 23-16,-1 1 24 0,-3-1 21 0,0 2 17 0,0-2 12 0,2 1 12 16,-6 1 11-16,4-1 8 0,-5 1 9 0,5 1 3 0,-2-2 2 0,-2 2-6 0,2 0-8 15,2 2-7-15,0-1-10 0,-2 2-14 0,2-1-19 0,4 1-15 16,-4 1-14-16,3 1-9 0,1-1-13 0,-2 1-13 0,1 1-14 0,1 0-20 16,1 1-19-16,-1 1-34 0,1-1-44 0,2 1-57 0,-1 1-67 0,-3-2-70 15,6 2-71-15,-3-1-88 0,-3 0-96 0,4 2-83 0,-1-1-86 0,-3 0-36 16,3 0-9-16,-3 0 0 0,3 1 9 0,-3-2 27 0,3-1 39 0,-3 1 55 15,1-4 61-15,1 1 68 0,-1-1 69 0,-1-2 89 0,3-1 96 0</inkml:trace>
  <inkml:trace contextRef="#ctx0" brushRef="#br0" timeOffset="-119919.58">8629 14350 73 0,'-3'-3'336'0,"1"0"121"0,-2 3 61 0,4 0 28 0,0 0 26 0,-1 3 22 0,1 0 36 0,0 2 37 0,-4-2 30 0,4 0 27 0,0 1 18 0,0 2 13 16,0 0-79-16,0 0-116 0,0 2-120 0,0 1-117 0,0 0-57 0,0 0-26 15,0 0-26-15,4 0-21 0,-3 0-34 0,-1-2-38 0,4 0-29 0,-4 1-26 16,5-2-17-16,-5-2-11 0,6 0-11 0,-3 0-9 0,-1-1-5 0,2-1-2 15,1-1-4-15,-1 1 1 0,1-2-1 0,1 0 1 0,-3-3-1 0,1 0 1 16,1 0-1-16,1-4 1 0,-2 3-1 0,-3 1 1 0,7-3 2 0,-7 1-1 16,5-2 1-16,-3 1 1 0,-3 0 1 0,6 2 1 0,-6-1 4 0,3-1 4 15,-3 1 1-15,0 0 2 0,0 0 3 0,0 1 5 0,-3-1-1 0,3 1 2 16,-2-1 3-16,-2 1 2 0,1-1 1 0,3 1-2 0,-6 1 1 0,5-2-4 16,-3 0-4-16,0 3-3 0,-1-1-4 0,1 0-2 0,2 1-5 15,-1-1-4-15,-3 2-9 0,3-1-7 0,3 1-14 0,-6-1-14 0,6 2-25 16,0 0-31-16,-5 0-65 0,5 0-84 0,-4 0-84 0,3 2-79 15,-3-1-74-15,4 2-70 0,0-3-96 0,0 6-108 0,0 0-45 0,0 0-17 16,0 0 0-16,4 1 8 0,-3 4 19 0,3-2 30 0,0 0 66 0,-3 0 84 16,5 0 80-16,1 1 84 0,-2 0 73 0,1-2 71 0</inkml:trace>
  <inkml:trace contextRef="#ctx0" brushRef="#br0" timeOffset="-119420.04">9329 14634 226 0,'6'0'422'0,"-3"0"78"0,-3 0 47 0,6 0 46 0,-1-2 46 0,3 2 38 0,-3 0 35 0,0 0 25 0,1-1 16 16,3 1 15-16,0-2 8 0,0 0-49 0,-4 1-75 0,4 1-129 0,2-1-152 15,-2-1-79-15,-3 1-45 0,3-2-45 0,0 3-43 0,0-2-39 0,-4 1-35 16,4-1-22-16,-3 1-21 0,3-1-19 0,-4 0-20 0,4 2-30 0,-3-1-32 15,-3 1-61-15,3-1-72 0,-1 1-68 0,-1-2-64 0,-4 2-54 16,0 0-48-16,5 0-55 0,-5 0-61 0,0 0-80 0,0 0-97 0,0 0-36 16,0 0-7-16,-5 4 13 0,1 0 23 0,-1 0 57 0,-1 1 70 0,3-1 65 15,-6 1 65-15,3-1 52 0,1 1 48 0,-1 0 55 0,-3 2 58 16</inkml:trace>
  <inkml:trace contextRef="#ctx0" brushRef="#br0" timeOffset="-119093.03">9320 14815 87 0,'0'0'290'16,"0"3"57"-16,0-3 33 0,4 2 29 0,-2-2 27 0,1 1 38 0,3-1 41 16,-3 2 42-16,3-2 43 0,-1 0 40 0,-1 0 35 0,1 0-7 0,1 0-31 15,1 0-81-15,-5 0-106 0,3 1-51 0,-1-1-34 0,1 2-29 0,3-2-25 16,-7 1-36-16,5-1-40 0,-3 2-39 0,-3-1-43 0,6 2-36 0,-6-2-38 16,3 3-28-16,-3-1-21 0,0 0-9 0,0-2-4 0,0 4-2 15,0-1 0-15,0 1-2 0,-3 0-1 0,-3 0-1 0,3 1-1 0,1 0-2 16,-3-1-1-16,-3 1 1 0,3 1-1 0,-1-1 4 0,1 0-1 15,-2 0 4-15,1 0 5 0,1 0 2 0,0-1 1 0,-3 1 5 0,3-2 5 16,3-1 1-16,-5 0 3 0,5 2 1 0,-2-4-1 0,-1 2 0 0,5 0-4 16,-4-2-2-16,3 1-2 0,1 0-4 0,-4 1-6 0,4-3-4 0,0 0-3 15,0 0-6-15,0 0-2 0,0 0-5 0,0 0-1 0,0 0-1 0,0 0-5 16,5-2-1-16,-1 2-4 0,1-1-8 0,-1-1-11 0,-2 0-24 0,5 1-27 16,-2 0-54-16,1-2-63 0,-1 1-64 0,-1-1-63 0,5-1-52 0,-4 2-51 15,1-1-55-15,-3-1-59 0,3 1-68 0,-1 0-78 0,3-2-35 0,-7 1-18 16,5-1 13-16,-3 1 23 0,3-1 54 0,-3 1 62 0,-1-1 64 0,2 1 63 15,1-1 54-15,-1 2 51 0,-2 1 55 0,5 0 61 0</inkml:trace>
  <inkml:trace contextRef="#ctx0" brushRef="#br0" timeOffset="-118528.39">9501 14859 93 0,'4'-3'271'16,"-2"1"49"-16,1-1 28 0,3 2 22 0,-3-1 22 0,3-1 23 0,-3 0 23 15,3 0 32-15,-3-2 36 0,-1 1 37 0,4 0 38 0,-3-1-5 0,1-1-26 16,-2 0-53-16,1 2-68 0,3-2-30 0,-3 0-16 0,-1 0-13 0,2-2-14 16,-2 2-20-16,1 0-19 0,1-2-28 0,-2 1-30 0,1 1-35 0,-3-1-34 15,4-1-34-15,-2 1-29 0,-2 1-25 0,0 0-22 0,0-2-16 0,0 2-12 16,0 0-7-16,0 0-4 0,-2 0-4 0,-2 2-4 0,4-1-1 0,-3 1-4 16,3-1-1-16,-6 2-3 0,6 0-1 0,-5 2-4 0,1-2-1 15,2 1-1-15,-1 1-4 0,-3 1-2 0,3 0-1 0,1 0 1 0,-5 1-3 16,1 1-3-16,1 1-2 0,1 1 0 0,-1 1-3 0,-1-1-2 0,1 2-2 15,-4 0-2-15,5 2-1 0,-1-2 1 0,-1 1-2 0,1 1 1 0,-2-1-1 16,5 1-1-16,-2-1-1 0,-1-1 1 0,5 2-3 0,-4-2-3 16,4-2 0-16,0 2 0 0,0-1 0 0,0-1 0 0,0 1-2 0,0-1 1 15,4 1-2-15,-4-2 1 0,5 1 1 0,-1-1-1 0,-2 0 1 0,1 0 2 16,3 0 2-16,-1 0 5 0,-1 0 1 0,1 0 0 0,1 0 1 0,1 0 1 16,-2 0 1-16,1 0 3 0,-1 0 1 0,4 0 1 0,-3 0-1 0,-3-2 2 15,6 3 0-15,-3-1 0 0,-1 0 0 0,-1 1 2 0,1-1 1 0,1 0 4 16,-3 0 1-16,1 2 2 0,-2-2 2 0,3 1 3 0,-5-1 3 0,4 2 5 15,-4-1 1-15,3 2 1 0,-3-1 5 0,0 1 3 0,0 0 2 0,0-1 0 16,-3 2 1-16,3-3-1 0,-4 2 1 0,4 0-2 0,-2 0 1 16,-1-1-2-16,1-1-3 0,-2 1-2 0,1-1-1 0,1-1-1 0,-2 1-2 15,-1 0-5-15,5-1 1 0,-6 0-1 0,3 0 1 0,-1-2 1 0,2 2-2 16,-1-1-1-16,1-1 0 0,-2 0 0 0,1-1-1 0,1 2-4 16,2-2-1-16,-4 0-1 0,4 0-1 0,-2-2-1 0,-1 1-1 0,3 0-4 15,-4-1-2-15,4-1-7 0,-2 0-2 0,2-1-7 0,-3-1-4 0,3 1-9 16,0-2-9-16,-4-2-9 0,4 1-16 0,0-2-17 0,0 1-36 0,0-2-42 15,0 1-64-15,0 0-67 0,0-2-60 0,4 1-52 0,-4 1-44 0,0-2-39 16,0 1-38-16,3-1-35 0,-3-1-37 0,2 2-35 0,-2-2-41 0,0 0-52 16,0-2 6-16,4 0 31 0,-4 0 54 0,0 0 69 0,5-1 55 0,-5-1 57 15,4 0 48-15,-2 2 41 0,-2-1 45 0,3-2 42 0,1 2 45 0</inkml:trace>
  <inkml:trace contextRef="#ctx0" brushRef="#br0" timeOffset="-118168.52">9530 14163 78 0,'-2'-9'263'0,"-5"1"50"0,5 1 26 0,-1 1 20 0,-3 3 14 0,3-2 20 0,1 2 15 0,-2-1 23 0,-1 2 23 0,1-1 30 0,2 3 35 15,-3-1-4-15,1 1-26 0,1 0-46 0,-3 0-62 0,1 1-23 0,1-1-4 16,-1 3-1-16,1-1-3 0,-1 2-6 0,-1-1-11 0,1 2-13 0,-2-2-17 16,1 3-25-16,1-2-28 0,-1 2-27 0,3 0-31 0,-3 2-30 0,1-2-28 15,1 0-24-15,-1 0-23 0,1 0-17 0,3-2-15 0,-3 2-10 0,4-1-7 16,0-2-10-16,0 1-5 0,0-1-10 0,0-1-5 0,0-1-5 0,4 0-6 15,-3 1-2-15,3 0-2 0,0-2-5 0,-3 1-2 0,5-1 1 0,-3 0-1 16,1 0-1-16,1 0 0 0,-3 0 0 0,2 0 2 0,1 0 1 16,-1 0 1-16,1 0 1 0,-1 0-1 0,-2 2 4 0,1-2 1 0,-3 0 1 0,6 1 4 15,-6 1-1-15,5-1 4 0,-5 1 2 0,4-1 7 0,-1 2 4 16,-1 2 7-16,2-1 5 0,-2 1 2 0,1 0 4 0,1 3 3 0,-2 0 3 16,-2 1 6-16,3 1 3 0,1 1 6 0,-2 0 2 0,1 3 3 0,-1-2-2 15,-2 3-2-15,4 0-4 0,-4 0-4 0,0 0-7 0,3 2-4 0,-1-2-3 16,-2 1-1-16,0 0-7 0,0 1-7 0,0-2-13 0,0 0-16 15,0 0-20-15,0-2-25 0,0 3-50 0,-2-3-62 0,-1 1-73 0,3-2-77 16,0 0-65-16,-4-2-61 0,4 2-62 0,-2-1-61 0,2-1-77 0,-3-1-83 16,3 0-40-16,-2 0-19 0,-2-1 6 0,1-1 14 0,3 1 46 0,-6-1 58 15,6-1 72-15,-5 2 76 0,5-1 66 0,-4-1 61 0,2 2 63 0,-1-1 59 16</inkml:trace>
  <inkml:trace contextRef="#ctx0" brushRef="#br0" timeOffset="-117555.64">8839 14901 150 0,'-5'-3'283'0,"5"-2"29"0,-4 2 18 0,2 0 11 0,2 0 13 0,-3 2 12 0,3 1 13 0,0 0 14 0,0 0 10 0,0 0 17 16,0 0 9-16,0 0 7 0,0 0-46 0,0 0-68 0,3 1-11 0,-1-1 17 15,2 3 17-15,1 2 17 0,-1-1 10 0,1 2 2 0,1 1 1 16,-3 4-3-16,6 0-4 0,-3-1-6 0,5 4-16 0,-2-1-17 16,-4 1-37-16,4 1-43 0,0 1-47 0,0-1-42 0,2 2-34 0,-4-3-25 15,1 3-20-15,1-2-14 0,0 0-11 0,0 0-10 0,2 0-9 0,-2 0-7 16,0-1-3-16,0-1-6 0,2-1-4 0,-2 0-4 0,0 0-7 0,-4-1-6 16,4 1-12-16,0-4-15 0,0 2-18 0,-3-2-19 0,3 2-36 0,-4-4-38 15,1 0-50-15,-3 0-54 0,3-2-52 0,-1 2-50 0,-1-3-39 0,-1 0-32 16,-1-1-25-16,-2 1-24 0,4-3-23 0,-4 0-23 0,0 0-21 0,0 0-22 15,0 0-26-15,0 0-31 0,0 0 20 0,-4-5 34 0,2-1 43 0,-1 0 47 16,3 0 38-16,0 0 33 0,-4 0 30 0,2-1 33 0,-1 0 29 0,3 0 34 16,-6 3 39-16,6-4 42 0</inkml:trace>
  <inkml:trace contextRef="#ctx0" brushRef="#br0" timeOffset="-116984.52">9044 15127 195 0,'-4'3'318'0,"2"0"46"0,2 0 27 16,0 2 20-16,0 1 19 0,0-1 27 0,0 2 30 0,2-1 37 0,-2-1 44 15,4 2 35-15,-4-1 35 0,3 1-31 0,-1-1-62 0,-2 0-77 0,4 0-85 16,-2 2-42-16,1-2-22 0,1-1-20 0,-2 2-21 0,1-1-24 0,3 1-31 16,-3-2-43-16,-1 1-48 0,5-1-59 0,-1 2-59 0,-1-3-59 0,1 1-60 15,3-1-54-15,-4-1-47 0,2 0-40 0,-1 0-34 0,-1 0-29 0,1-1-25 16,-1-1-23-16,2 1-24 0,-1-2-13 0,-1 0-12 0,0 0 2 16,-1 0 5-16,1-2 17 0,-1 1 19 0,2-1 24 0,-1-1 26 0,-1 0 19 15,-3 0 18-15,3 0 13 0,1 0 11 0,-5-1 14 0,4 1 16 0,1 0 24 16,-1-2 28-16,-2 2 36 0,2 0 41 0,1 0 44 0,-1-1 43 0,1 1 36 15,-1-1 37-15,1 2 26 0,-1-1 28 0,1 0 22 0,1 0 17 0,-1 0 16 16,-1 1 12-16,1-1 8 0,0 0-1 0,-1 3-9 0,1-1-13 0,1-1-18 16,-3 1-16-16,3 1-15 0,-1 0-13 0,-1 0-8 0,1 0-3 15,-1 0-2-15,1 0 1 0,1 1 1 0,-3-1-1 0,3 2-4 0,-1-1-4 0,-5 1-5 16,4-1-4-16,1 0-7 0,-1 1-2 0,-2-2-3 0,-2 2-3 16,3-1 0-16,1 1-4 0,-2-1-3 0,-2 1-5 0,3-1-7 0,-3-1-8 15,0 2-5-15,0 1-5 0,0-3-6 0,2 1-3 0,-2-1-7 0,0 3-8 16,0 0-10-16,-2 0-12 0,2-1-10 0,0 1-10 0,0 0-9 0,-3-1-11 15,3 0-9-15,-2 1-8 0,-2 0-6 0,4 0-8 0,-3 0-5 0,3-1-7 16,-2 1 2-16,-2-2-2 0,3 1 4 0,-3-1 4 0,0 1 4 0,4-2 5 16,-1 0 6-16,-3 1 7 0,4-1 8 0,0 0 10 0,-6 2 6 0,6-2 6 15,0 0 9-15,0 0 8 0,0 0 5 0,-3 0 7 0,3 0 5 0,-2 0 5 16,2 0 3-16,0 0 3 0,0 0 2 0,-4 0 2 0,4 0 1 0,-3-2 1 16,3 2 0-16,-2-1 1 0,2-2 1 0,0 1-1 0,-4-1 3 0,4 0-1 15,0 3 2-15,0-1 4 0,0-2 1 0,0 3 2 0,0-2 6 0,0 2 6 16,0-1 3-16,0 1 7 0,0 0 3 0,-1-3 5 0,1 3 3 0,0 0 1 15,0 0 0-15,0 0-1 0,0 0-2 0,0 0-4 0,0 0-4 0,0 0-4 16,0 0-10-16,-4 0-9 0,0 1-12 0,4 1-12 0,-1-2-14 0,1 0-16 16,-4 1-18-16,2 1-19 0,-2 1-19 0,4-3-18 0,0 1-24 0,-3 1-24 15,3-1-22-15,-2-1-24 0,-2 2-35 0,4-1-41 0,0-1-33 0,0 0-32 16,0 0-8-16,-9 0 2 0,9 0 13 0,-5-1 11 0,0 1 18 0,5 0 18 16,-4 0 20-16,4 0 23 0,0 0 27 0,-5 0 26 0,-1 1 38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2-02T07:42:01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24119 3883 52 0,'9'-9'255'0,"1"0"46"0,0 0 24 0,-2-1 16 0,2-1 10 0,-4 2 10 16,7 0 5-16,-4 0 5 0,-2 0 7 0,5-1 8 0,-2 1 9 0,0 0 8 16,-1-2-70-16,2 2-106 0,2-1-62 0,-2-1-41 0,-2 2-20 0,0 0-10 15,2 0-7-15,-2 0-5 0,0 0-3 0,0 2-4 0,0-1 0 0,-4 2-2 16,1 2 2-16,1-2-2 0,-5 2 5 0,1 2 5 0,-1-1 6 0,-2 3 5 15,0 0 9-15,0 0 8 0,0 0 10 0,0 3 10 0,-5 1 8 0,3 2 6 16,-2 0 5-16,-1 3 1 0,1 2 0 0,-5-1-3 0,4 3-5 16,-1 1-7-16,1 1-10 0,-4 0-8 0,2 0-9 0,1 0-11 0,1-1-13 0,-1-2-15 15,3-1-10-15,-3 2-9 0,3-6-8 0,3 2-7 0,0-3-6 16,0 0-6-16,0-1-4 0,3-1-4 0,1-1 1 0,-2 0-2 0,3 0-1 16,2-1-5-16,-1-2-1 0,-1 0 1 0,1 0-3 0,3-4-2 15,0 2-2-15,2-1-2 0,1-3-2 0,-1-2-2 0,4-1-1 0,-3 0-1 16,3-1 0-16,-1-2 2 0,1-2-1 0,-1 2-1 0,1-1 1 0,-1-1-1 15,-5 1 1-15,4 1 2 0,-2-2 0 0,-2 2 2 0,-4 0 1 0,4 1 1 16,-3 1 2-16,-1 1 3 0,2-1-1 0,-5 2-4 0,4-1 1 0,-3 2 2 16,1-2-1-16,-2 1 0 0,-2 2 0 0,3-1 3 0,-1 1 6 0,-2 1 4 15,0 1 7-15,4 1 5 0,-4 0 1 0,0 3-4 0,0 0 2 0,0 0 2 16,0 0 0-16,0 0-2 0,0 0 0 0,0 0 2 0,0 0 1 0,-4 3 3 16,2-2 3-16,-1 5 2 0,3-1 1 0,-2 4 0 0,-2 1 6 15,1 2 6-15,1 3 9 0,-2 2 6 0,2 1 9 0,-5 4 7 0,5 0 5 16,-1 3 1-16,-1 0-1 0,2 2-2 0,-1 0-4 0,1 0-7 0,-2 2-8 15,1-1-9-15,3-1-2 0,-2 0 0 0,-2 0-7 0,4-1-7 16,0-1-4-16,-2-1-1 0,-1 0 0 0,3-1 5 0,-4-1 1 0,4-3 3 16,-5-1 3-16,5 0 2 0,-2-1 6 0,-5-2 7 0,5-1 0 0,-5-3-3 15,1 2-2-15,1-3 1 0,-4 1-4 0,3-2-4 0,-3 1-4 0,-2-2-8 16,-1 1-5-16,3-2-4 0,-6 1-3 0,4-1-6 0,-1 1-3 0,-3-2-4 16,1-2-5-16,-1 2-5 0,1-1-5 0,-4-2-5 0,3-2-8 0,1 2-4 15,-1-1-12-15,1-2-15 0,-2 0-28 0,-1-2-35 0,6-1-66 0,-3 2-80 16,3-2-75-16,-2-2-77 0,4-1-72 0,0 0-70 0,4 0-92 0,0-3-107 15,1 2-45-15,2-4-18 0,2 1 1 0,2-2 10 0,2-2 24 0,1 2 35 16,0-1 65-16,4-1 81 0,0 2 74 0,4-1 78 0,-6-1 73 0,6 2 72 16</inkml:trace>
  <inkml:trace contextRef="#ctx0" brushRef="#br0" timeOffset="181.38">24720 3993 220 0,'7'-2'320'0,"2"-1"45"0,-7 2 26 0,7-1 25 0,-4 2 20 0,5 0 24 0,-1 0 27 16,-4 0 17-16,0 2 10 0,4-2 5 0,-3 0 2 0,1 1-58 0,0-1-89 15,1 0-89-15,1 2-84 0,-2-1-68 0,-4-1-60 0,7 0-63 0,-5 2-60 16,0-2-76-16,1 1-79 0,1 1-97 0,-2-2-106 0,-5 0-56 0,0 0-32 16,6 0-17-16,-6 0-7 0,4 1-2 0,-4-1 3 0,0 0 22 0,0 0 33 15,0 0 38-15,0 0 42 0,0 6 50 0,-4 0 53 0</inkml:trace>
  <inkml:trace contextRef="#ctx0" brushRef="#br0" timeOffset="358.66">24762 4110 142 0,'-4'4'306'15,"4"-1"52"-15,-2 0 26 0,-2 0 23 0,8 0 20 0,-2 0 21 0,-2 0 21 16,4-1 21-16,-1 1 24 0,-1-2 19 0,2 2 18 0,1-1-35 0,-1-1-61 16,-3 1-87-16,7 1-97 0,-7-2-49 0,5-1-27 0,-2 3-32 0,5-3-36 15,-4 2-52-15,0-1-59 0,4-1-71 0,-3 0-72 0,7 0-105 0,-4 0-120 16,1 0-90-16,3-3-74 0,-6 0-35 0,6 2-15 0,-2-2-9 0,1-2-3 15,-1 2 9-15,2 0 16 0,-2 0 30 0,3-1 39 0,-1 1 47 0,1 0 52 16,-3 1 85-16</inkml:trace>
  <inkml:trace contextRef="#ctx0" brushRef="#br0" timeOffset="612.64">25225 4100 100 0,'0'0'454'0,"0"0"114"0,0 0 66 0,0 0 46 0,3-1 37 0,3 1 27 16,1-1 19-16,-5 1 17 0,3-2 6 0,4 1 12 0,-3-2 7 15,6 1-24-15,-1-1-36 0,2 0-163 0,-2 1-219 0,3 0-110 0,1-1-63 16,-1 1-43-16,-1-1-36 0,5 2-29 0,-7-2-22 0,3 1-13 0,4 2-10 16,-3-1-8-16,1-2-8 0,0 1-12 0,-1 2-14 0,-5-1-28 0,5-1-34 15,-1 1-77-15,1 1-96 0,-6-3-81 0,2 3-80 0,-2-2-74 0,0 2-72 16,-4 0-92-16,-5 0-103 0,0 0-46 0,0 0-21 0,0 0-4 0,0 0 6 15,0 0 23-15,0 0 33 0,-2 5 73 0,-1-4 92 0,1 2 83 0,-5 0 77 16,1 0 78-16,1-1 74 0</inkml:trace>
  <inkml:trace contextRef="#ctx0" brushRef="#br0" timeOffset="955.98">25461 4135 36 0,'4'-3'265'0,"-2"2"67"16,5-1 36-16,-5 1 24 0,3-1 19 0,3 2 21 0,-7-1 17 0,5 1 19 16,3-2 16-16,-4 1 19 0,3-1 14 0,-3 0 13 0,0 1-65 0,1-2-97 15,1 2-71-15,0-1-56 0,-3 1-30 0,1-2-13 0,1 1-11 0,1 1-9 16,-2 1-9-16,1-4-9 0,-1 3-6 0,4 1-1 0,-3-1 11 0,3-1 22 16,0 1 8-16,0-1 7 0,0 2 2 0,2-1-1 0,1 1-4 0,-1 0-9 15,2 0-4-15,1 0-5 0,-3 0-8 0,4 1-4 0,-1-1-12 0,-1 2-11 16,-2-2-25-16,3 0-29 0,-1 0-23 0,-2 0-19 0,1 0-10 15,-4 0-8-15,1 0-7 0,0 0-4 0,3 1-1 0,-6-1 1 0,3 0-2 16,-2 0-3-16,0 0-2 0,-1 0-2 0,-1-1-4 0,1 1-1 16,1 0 0-16,-5 0 2 0,3 0-2 0,-1 0 0 0,-4 0 4 0,0 0 5 0,0 0-6 15,3 1-10-15,-3-1-13 0,0 0-14 0,0 0-31 0,0 0-40 16,0 0-65-16,0 0-79 0,0 0-70 0,0 0-62 0,0 0-59 0,-3 0-57 16,-1 2-65-16,2-1-68 0,2-1-64 0,-5 1-62 0,-2 3-20 0,-2-3-1 15,3 1 26-15,1 1 35 0,-1 0 64 0,1 0 80 0,-2-1 67 0,1 2 64 16,4-1 60-16,-5-2 55 0,2 4 64 0</inkml:trace>
  <inkml:trace contextRef="#ctx0" brushRef="#br0" timeOffset="1492.69">25774 4192 27 0,'-7'0'258'0,"5"0"54"0,-1 0 33 16,1 1 20-16,-2-1 16 0,1 2 19 0,3-2 15 0,-2 0 26 0,2 0 25 16,-4 0 31-16,4 0 32 0,-3 2 1 0,3-2-8 0,0 0-62 0,0 0-82 15,0 0-33-15,0 0-14 0,0 0-11 0,0 0-8 0,0 0-10 0,0 0-11 16,0 0-18-16,0 0-21 0,0 0-26 0,0 0-29 0,0 0-28 0,0 0-29 16,0 0-21-16,0 0-17 0,0 0-14 0,0 0-13 0,3 0-7 0,1 1-4 15,-2 1-4-15,1-2-2 0,3 1-4 0,-3 1-6 0,-1-1 0 0,2 1-1 16,1-1-1-16,-1 2 1 0,-2-2-1 0,1 3-6 0,1-1-1 0,-2 0 0 15,1 0-3-15,-1 1-1 0,-2-1-2 0,0 2-2 0,0 1-1 0,0-2-1 16,0 2-2-16,-5 2-3 0,3-2-2 0,-2 1-1 0,1 1-1 16,-3 1-5-16,-3-2-1 0,4 2-2 0,-1-3-1 0,-3 3-4 0,0-1-1 15,0-1-1-15,4 0-2 0,-4 1 1 0,1-2-1 0,-1 2 0 0,2-2-1 16,0-2 1-16,0 2 1 0,0-1 4 0,-1-2-2 0,3 1-3 16,1-1 0-16,-1 0 0 0,-1-2 1 0,3 3 2 0,-3-4 2 0,6 1 2 15,-1 1 1-15,-3-1 1 0,4-1-2 0,0 0 1 0,0 0-4 0,0 0-1 16,0 0 0-16,0 0 3 0,0 0 2 0,0 0-1 0,4 0-1 0,-3 2-1 15,5-2 2-15,1 1 1 0,-2-1 1 0,1 0 0 0,3 2 1 0,0-2 5 16,2 0 3-16,-2 0 2 0,3 0 4 0,-4 0 0 0,4 0 1 0,-1 0 1 16,-2 0-1-16,4 0 1 0,-6 0-4 0,2 0-2 0,0-2-1 0,-3 2 1 15,3-1-2-15,-4 1-3 0,2-2-3 0,1 1-3 0,-5-1-3 0,3 1-3 16,-1 1-2-16,-1 0-1 0,-1-2 0 0,-1 0-1 0,2 2-5 0,-1-1-3 16,-3 1-8-16,0 0-8 0,0 0-22 0,0 0-22 0,0 0-78 15,2-3-99-15,-2 3-88 0,0-3-79 0,0-1-74 0,0 1-73 0,0 3-94 16,-2-8-104-16,2 2-48 0,0-1-17 0,-7-2-4 0,7 1 3 0,-2-1 18 15,-1 2 23-15,-1-2 78 0,-1-2 99 0,3 2 87 0,-5-1 81 16,5-1 75-16,-4 1 74 0</inkml:trace>
  <inkml:trace contextRef="#ctx0" brushRef="#br0" timeOffset="1716.44">25948 3628 130 0,'-2'-3'380'0,"-1"2"134"0,3-1 74 0,0 2 49 0,0 0 35 0,0 0 30 0,0 0 24 0,0 0 20 0,0 0 20 0,0 2 22 16,-2-1 19-16,2 2 10 0,-4 0-88 0,4 2-137 0,-3 1-132 0,3 0-129 16,-2 3-73-16,-2 0-47 0,4 3-31 0,-3-1-29 0,1 3-23 15,-2 1-22-15,2 2-20 0,-1-1-20 0,-1 2-17 0,-1 0-13 0,3 2-19 16,-5-2-20-16,5 0-35 0,-2 0-40 0,1 0-96 0,-3 0-120 0,1 0-106 16,1-1-97-16,2 1-122 0,-1-1-130 0,1 0-58 0,-2-2-27 15,4-2-14-15,0 0-2 0,0 0 4 0,4-3 11 0,-2-1 30 0,1 0 39 16,-1-3 92-16,5 0 120 0,1-2 104 0,-5 0 97 0</inkml:trace>
  <inkml:trace contextRef="#ctx0" brushRef="#br0" timeOffset="1985.8">26223 3862 270 0,'0'0'444'0,"-4"-3"83"0,4 3 48 0,0 0 32 0,0 0 26 16,0 0 25-16,0 0 27 0,0 0 24 0,0 0 23 0,0 2 20 0,-1 1 18 16,-3 0-46-16,0 1-76 0,3 0-129 0,-3 3-149 0,-2 2-78 15,3 0-44-15,-4 1-30 0,-1 2-21 0,1 2-24 0,0 0-25 0,-2 2-22 16,2 0-24-16,-2 2-18 0,0 0-20 0,-1 2-14 0,5-2-14 0,0 1-8 16,-3-1-7-16,3 2-7 0,3-2-8 0,-1 0-20 0,3 0-25 0,-4 0-60 0,4-2-76 15,0-1-96-15,4 0-100 0,-4 0-97 0,3-1-92 0,-1-1-96 16,2-2-98-16,-3-1-46 0,3-1-18 0,1 0-7 0,1-1-2 15,-3-3 14-15,7 2 23 0,-5-3 58 0,4-1 76 0,0 0 93 0,0 0 100 16,2 0 97-16,-2-3 93 0</inkml:trace>
  <inkml:trace contextRef="#ctx0" brushRef="#br0" timeOffset="2911.69">26447 4042 181 0,'0'-3'437'0,"0"3"84"0,0 0 41 0,0-1 28 0,4-2 22 0,-2 3 29 0,-2 0 36 16,0 0 31-16,0 0 24 0,7 1 24 0,-5 1 17 0,1-1-31 0,-1 2-55 15,5 0-137-15,-1 2-173 0,-1-2-77 0,4 1-38 0,-3 2-22 16,3 2-14-16,0-1-31 0,0 1-35 0,-2 2-30 0,2-1-28 0,0 2-19 16,0 1-20-16,2 1-14 0,-2-1-8 0,-3 3-10 0,3-1-7 0,-2-1-4 15,-2 1-7-15,1-1-5 0,-1 1-7 0,-1-1-5 0,-2-1-10 16,1 0-13-16,-3-1-13 0,0-1-29 0,0-1-35 0,0 2-55 0,0-4-65 16,0 1-60-16,-3-1-59 0,3-1-46 0,0-1-41 0,-2-1-34 0,2-1-34 15,-4 0-24-15,4-3-28 0,0 0-15 0,0 0-11 0,0 0 8 0,4-3 17 16,-2-1 43-16,-2-1 58 0,0-1 62 0,3 0 59 0,1-2 59 0,-2 1 56 15,5-2 59-15,-5 0 56 0,1 0 50 0,3 0 49 0,-3 0 43 0,-1-1 44 16,3-1 35-16,-1 2 35 0,2-3 28 0,-1 2 22 0,-1-1 20 0,1-2 21 16,2 2 17-16,-5-1 18 0,3 0 23 0,3 0 29 0,-6 2 37 15,3-1 42-15,-1 2 24 0,1 0 15 0,-5 2 7 0,4 1 1 0,-1 1-5 16,-3 1-6-16,0 1-11 0,0 3-14 0,0 0-23 0,0 0-26 0,0 0-39 16,0 0-47-16,0 0-49 0,-3 3-54 0,-1-2-35 0,-1 1-31 15,1 2-19-15,-3 0-15 0,-1 3-12 0,-2-1-10 0,-3 3-10 0,2 1-7 16,-3 1-7-16,-4 2-10 0,3 1-11 0,1-1-13 0,-4 1-13 0,3 0-15 15,1 0-15-15,-1 0-15 0,4-3-25 0,2 2-31 0,0-4-65 0,0 1-82 16,4-2-83-16,3-2-87 0,-2 1-71 0,4-1-62 0,0-1-79 0,0-1-85 16,0-4-54-16,4 3-39 0,-2 0-11 0,3-3 3 0,2 0 18 0,1 0 26 15,1-3 65-15,0 0 80 0,3-1 86 0,-4-1 84 0,1-1 72 0,5 2 62 16,-5-1 85-16</inkml:trace>
  <inkml:trace contextRef="#ctx0" brushRef="#br0" timeOffset="3089.7">26753 4224 90 0,'0'0'347'0,"0"1"98"0,0 1 69 0,4-1 73 0,-4 2 72 0,5 0 51 0,-5-1 38 0,5 1 24 0,-1 0 19 15,1 0 14-15,3 1 11 0,-7-3-27 0,5 3-44 0,3-3-114 0,-4 2-144 16,4-1-95-16,0 1-68 0,1-2-73 0,-1 1-71 0,0-1-49 0,-2-1-40 16,2 1-28-16,0-1-27 0,0 2-36 0,0-2-40 0,0 0-92 0,-2 0-114 15,2 0-105-15,0 0-98 0,0 0-108 0,-3 0-112 0,3 0-72 0,-4-2-52 16,4 2-26-16,-3 2-10 0,1 0-1 0,-5 1 4 0,3-2 20 0,-1 2 29 15,1 0 86-15,-1 0 108 0,-2 2 102 0,1-1 97 0,1 1 105 0</inkml:trace>
  <inkml:trace contextRef="#ctx0" brushRef="#br0" timeOffset="3345.21">27136 4258 70 0,'2'-3'304'0,"2"2"82"0,-2-1 40 0,-2 0 22 0,3 1 15 16,1 2 12-16,-2 1 10 0,5-2 11 0,-5 0 5 0,3-2 8 0,2 2 0 15,-1-1 4-15,-1 0-89 0,4-1-123 0,-3 1-95 0,-1 1-79 16,2-2-42-16,1 1-28 0,-5-1-34 0,3 1-35 0,-1-1-39 0,2 1-39 16,-1 1-31-16,-3-2-37 0,3 2-35 0,-1 0-39 0,-1 0-47 0,-2 0-50 15,-2 0-63-15,0 0-68 0,0 0-25 0,0 0-8 0,0 0 12 0,0 0 21 16,0 0 25-16,0 0 29 0,-2 3 28 0,-2 2 27 0,-1-2 36 0,1 0 35 15,2 1 48-15</inkml:trace>
  <inkml:trace contextRef="#ctx0" brushRef="#br0" timeOffset="3668.56">27122 4332 178 0,'0'3'305'0,"2"-3"48"0,-2 1 31 15,5 1 30-15,-1-1 25 0,1 2 32 0,1-2 30 0,-3 1 37 0,3 1 39 16,1-3 35-16,-2 2 34 0,1-1-28 0,-1 1-59 0,1 1-68 0,-3-3-73 15,3 1-39-15,-3 1-23 0,3-1-23 0,-6 2-19 0,5-1-26 16,-5 1-28-16,4 0-29 0,-1 0-35 0,-3 0-31 0,0 1-29 0,0 2-27 0,0-1-22 16,-7 1-13-16,7 1-10 0,-5 1-12 0,3-1-7 0,-5 1-7 15,1 0-8-15,3 2-5 0,-3-3-1 0,-3 2-3 0,4-1-6 0,-1 1-4 16,-3-3-4-16,6 1 1 0,-3-2-1 0,1 1-1 0,1-3-1 16,-1 1-2-16,3-1 0 0,-2 0 0 0,4-1-2 0,-3-1 1 0,3-1-1 15,0 0-1-15,0 0 2 0,3 2 1 0,-3-1 3 0,4 1 1 0,-2-1 2 16,1-1 2-16,-1 0 1 0,2 2 0 0,1-2 1 0,1 1 1 0,1-1 0 0,-2 0 1 15,1 0 0-15,-1 0 0 0,4 0-1 0,-3 0-5 0,3-1-8 16,-2-1-7-16,-2 2-10 0,4-3-17 0,-7 2-22 0,4-2-37 0,3 0-46 16,-4-1-58-16,-1 0-59 0,1 0-56 0,2 1-56 0,-5-4-46 0,4 2-48 15,-3-1-46-15,3-1-54 0,-3 2-53 0,-1-4-56 0,2 1-30 0,-1 1-17 16,-1-3 21-16,-2 2 40 0,4-2 53 0,-1 2 59 0,-3-3 56 0,0 2 50 16,2-1 50-16,-2-2 44 0,4 1 53 0,-2-1 56 0,1-1 61 0</inkml:trace>
  <inkml:trace contextRef="#ctx0" brushRef="#br0" timeOffset="4001.34">27314 3778 12 0,'-4'-3'365'0,"-1"3"105"0,3-1 63 16,-2 1 42-16,1 0 40 0,3 0 29 0,0 0 30 0,0 0 25 0,0 0 27 16,0 0 20-16,-2 1 22 0,-2 2-4 0,4 0-13 0,0 0-129 15,-2 2-177-15,2 1-98 0,0 1-58 0,0 1-40 0,0-1-35 0,0 4-30 16,0-1-25-16,0 2-24 0,0 0-27 0,2 0-18 0,2 0-20 0,1-1-13 15,-1 2-12-15,-2-2-7 0,3 0-7 0,2 2-1 0,-1-3 0 16,-1 1 2-16,1-2 1 0,1 1 3 0,-5-2 0 0,3 1 0 0,-1-2 0 16,1-1 1-16,-1 0 5 0,-3 0 5 0,-1-1 4 0,4-1 3 0,-4 1 0 0,4-3 0 15,-2 2 0-15,-2-1 0 0,0 0 1 0,0-3 1 0,0 3 1 16,-2-2-2-16,2 1 1 0,-4-1-2 0,0 1-6 0,3-1-6 0,-3 2-4 16,-1-1-7-16,-1 1-7 0,1 0-16 0,-4-2-19 0,1 2-23 0,-2 0-25 15,1-2-27-15,0 1-25 0,1 0-45 0,-1-2-57 0,0 1-81 0,0-1-94 16,0 0-78-16,0-1-65 0,0 1-56 0,4-2-49 0,-4 0-46 0,3 0-41 15,-3-1-39-15,4 0-44 0,3-3-7 0,-5 0 11 0,5 0 38 0,-2 0 52 16,4-3 79-16,0 0 96 0,6 0 74 0,-3-2 65 0,1 1 61 0,3-1 55 16,0 1 54-16</inkml:trace>
  <inkml:trace contextRef="#ctx0" brushRef="#br0" timeOffset="4151.3">27305 3889 4 0,'9'-3'242'0,"0"-1"69"0,-4-1 40 0,8 2 22 0,-8 0 22 16,4 2 18-16,-2 1 22 0,3-2 25 0,-1 1 23 0,-4-1 24 0,4 1 16 0,0-1 14 15,-4 1-62-15,5-1-94 0,-5 0-78 0,4 1-67 0,-4 0-37 16,4-1-24-16,-3 1-25 0,1 1-28 0,-1-2-47 0,-1 2-60 0,0 0-60 15,3 0-60-15,-3 0-56 0,1 0-56 0,-1 0-53 0,0 2-55 0,-1-1-74 0,-4-1-82 16,5 3-37-16,-1 0-17 0,0-1-3 0,-3 1 5 0,3 0 24 16,-4-3 34-16,2 4 36 0,-2 0 38 0,3 0 41 0,-3-4 40 15,0 6 48-15,4-2 53 0</inkml:trace>
  <inkml:trace contextRef="#ctx0" brushRef="#br0" timeOffset="4375.46">27704 3937 46 0,'6'3'294'0,"-3"2"92"16,1-1 72-16,-2 1 62 0,1 1 76 0,-1 2 82 0,2 2 51 0,1-1 36 16,-5 0 21-16,6 1 15 0,-3 1 13 0,1-1 10 0,-2 2-70 0,-2 2-106 15,3-2-93-15,1 1-82 0,-4 1-64 0,0-1-55 0,0 2-69 0,0 0-78 16,-7 2-47-16,7 1-32 0,-6-2-23 0,3 2-15 0,-3 2-12 0,1-1-11 16,1 1-8-16,-3-1-10 0,0 1-8 0,-2-2-13 0,-2 1-14 0,2-1-19 15,0-1-19-15,2-1-19 0,-6-1-25 0,4 0-26 0,0-3-56 0,-2 2-65 16,2-3-85-16,-2 0-96 0,-2 0-80 0,4-2-69 0,-2 0-75 0,-1-2-76 15,5-1-62-15,-6 0-57 0,4-3-18 0,2 0 2 0,-1-3 14 16,3 0 25-16,1-1 49 0,-1-2 66 0,5-2 86 0,0-1 96 0,0-1 80 16,0-1 68-16,5-1 78 0</inkml:trace>
  <inkml:trace contextRef="#ctx0" brushRef="#br0" timeOffset="4734.43">27865 3705 141 0,'2'-5'381'0,"-2"1"77"0,4 1 36 15,-4-1 26-15,3 2 16 0,-1-1 26 0,4 1 26 0,-3 1 29 0,-3 1 33 16,6-2 21-16,-3 1 19 0,1 1-26 0,1-2-52 0,-3 2-119 0,2 0-152 16,1 0-70-16,-1 0-35 0,-2 0-22 0,1 0-18 0,-3 2-25 0,4-2-23 15,-2 1-31-15,-2-1-29 0,0 2-23 0,3-1-17 0,-1 2-12 0,-2-3-9 16,0 3-3-16,0 0 2 0,0 2 1 0,0-2 2 0,-2 1 4 0,-1 0 4 15,3 1 2-15,-6 3 0 0,3-3 2 0,1 3 1 0,-4 0 3 0,-1-2 2 16,5 1 0-16,-3 1-2 0,-2-1-3 0,1-1-5 0,3 1-4 0,1 0-4 16,-2-3-5-16,-1 1-6 0,1-3-3 0,4 2 0 0,0-1-3 0,-2 0-2 15,2-3-4-15,0 1-1 0,0-1-2 0,0 0-2 0,0 3-1 0,0-3 2 16,2 2-2-16,-2-1-2 0,4-1 1 0,-1 1-1 0,-1 1 2 0,4 0-1 16,-3 1-10-16,1-3-11 0,1 3-26 0,-1-2-35 0,1 1-65 15,-3-1-84-15,5 1-75 0,-1-1-74 0,-4 2-75 0,5-1-78 0,-5-1-86 16,3 1-93-16,-5-2-40 0,4 3-17 0,1 0-1 0,-5-2 7 0,7 2 25 15,-7 0 33-15,0-3 66 0,2 3 83 0,2 2 78 0,-2-2 72 16,1 1 77-16,-3 0 77 0</inkml:trace>
  <inkml:trace contextRef="#ctx0" brushRef="#br0" timeOffset="5122.27">27985 4300 31 0,'0'0'300'0,"-4"0"121"0,4 0 62 0,0 0 38 0,0 0 41 0,4 3 43 0,-1 0 39 0,-3-2 38 0,2 1 26 0,2-2 19 0,1 0 18 16,-1 0 13-16,1 2-64 0,1-2-99 0,-1 0-108 0,0 1-113 0,5-1-60 0,-1 0-34 15,-4 2-39-15,4-2-43 0,-4 1-36 0,4-1-39 0,1 0-26 16,-1 2-20-16,0-2-17 0,-4 0-11 0,4 0-13 0,-3 0-9 0,3 0-11 16,0 0-7-16,-4 0-10 0,0 0-8 0,1 0-24 0,3 0-30 15,-5 0-54-15,1 0-63 0,-1 0-70 0,-3 0-69 0,7 0-60 0,-8 0-58 16,0 0-64-16,1-2-69 0,-1 2-79 0,0 0-84 0,0 0-34 0,0-4-10 15,-1-1 14-15,1 2 25 0,-8-1 49 0,8-1 65 0,-5 2 70 0,3-3 70 16,-1 2 58-16,-1-1 59 0,-1-1 64 0,1 2 68 0</inkml:trace>
  <inkml:trace contextRef="#ctx0" brushRef="#br0" timeOffset="5301.54">28175 4107 237 0,'0'4'371'0,"-4"-1"54"0,2 3 52 0,2-1 49 0,-3 2 58 0,-1 1 59 16,2 1 47-16,-1 1 39 0,-1 1 29 0,-2 1 22 0,1 1 3 0,1 1-10 15,-1-1-102-15,3 1-146 0,-5 0-82 0,2 0-53 0,-1 1-51 0,1-1-50 16,-3 2-57-16,7-1-62 0,-5-1-58 0,3 1-55 0,-1 0-60 0,-1-2-57 16,3 2-93-16,-2-1-103 0,0-1-93 0,4-1-88 0,-1-1-96 15,1-1-103-15,0-1-73 0,1-3-60 0,-1 2-25 0,4-2-8 0,0-3 5 16,-2 1 12-16,3-3 29 0,-5-1 37 0,7 2 77 0,-1-4 97 0,-1 1 86 16,0 1 83-16,5-3 97 0</inkml:trace>
  <inkml:trace contextRef="#ctx0" brushRef="#br0" timeOffset="5615.07">28381 4400 79 0,'5'-1'336'0,"-1"0"114"0,-1-1 69 0,-1 2 51 16,5-1 46-16,-5 1 42 0,4 0 29 0,1 0 28 0,0 0 20 0,0 0 18 16,1-3 14-16,1 3 15 0,3-2-76 0,-3 2-115 0,2 0-113 0,0 0-110 15,-2 0-67-15,4 0-51 0,-2 0-40 0,1 0-44 0,-1 0-31 0,2 0-24 16,-6 0-23-16,6 0-17 0,-4 2-22 0,2-2-19 0,-2 0-30 0,0 1-31 16,0 1-43-16,0-2-46 0,-2 0-68 0,0 1-78 0,-1-1-68 0,-1 0-63 15,1 0-64-15,-1 2-61 0,-5-2-73 0,4 1-80 0,-4-1-53 0,0 0-45 16,0 0-5-16,0 0 8 0,0 0 32 0,0 0 41 0,-4 0 65 0,-1 1 75 15,-1 1 68-15,1 0 62 0,-1-2 64 0,-1 3 64 0,0-3 74 16</inkml:trace>
  <inkml:trace contextRef="#ctx0" brushRef="#br0" timeOffset="6287.9">28442 4549 210 0,'0'0'354'0,"-3"1"36"0,3-1 17 0,0 0 9 16,0 0 8-16,0 0 5 0,0 0 16 0,0 0 20 0,0 0 26 0,3 4 33 15,-3-4 25-15,0 1 22 0,4 1-83 0,-2-1-133 0,1-1-57 0,1 2-24 16,-4-2-8-16,2 0 0 0,1 0-4 0,-1 0 0 0,2 1-12 0,-4-1-15 16,3 0-23-16,-1 0-28 0,4 0-30 0,-6 0-31 0,0 0-21 0,3 0-14 15,1 0-10-15,-4 0-11 0,2 0-7 0,-2 0-4 0,5 0-4 0,-5 0-1 16,0 0-2-16,0 0-1 0,4 0-1 0,-4 0-1 0,3 0 2 0,-3 0-3 15,0 0-3-15,2 0-2 0,-2 0-2 0,0 0-2 0,0 0 0 0,4 0 0 16,-4 0-2-16,0 0-1 0,0 0 4 0,3-1-1 0,-3 1-3 0,2 0-4 16,-2-2-4-16,0 1-4 0,0-2-1 0,4 1-4 0,-2-1 1 0,-2-1-2 15,0 1-3-15,0-2-2 0,3 0-2 0,-3 1-2 0,0-2-3 16,0 2-3-16,0-3-2 0,0 2 4 0,0 0-7 0,0-1-7 0,0 0 3 16,0 2 6-16,0-2 2 0,-3 1 2 0,3 1 2 0,-2-2 0 0,-2 3-1 15,2-2-4-15,-1 2 1 0,-1 0-2 0,-1 0-2 0,1 2-1 0,2-2 3 16,-3 1 8-16,-2 2-2 0,5 0-8 0,-4 0-2 0,-1 0-5 15,2 2-2-15,3 1 1 0,-5-2-1 0,5 4 1 0,-5-2 1 0,1 1 1 16,4 1 2-16,-1 1 0 0,-1 1 2 0,2-1 1 0,-1 0 1 0,3 2 2 16,-2 1 0-16,2-2 0 0,0 2 2 0,-4 0 1 0,4 0 1 0,-3 0 2 15,3 0 2-15,0 1-1 0,3 1 1 0,-3 0 2 0,4-1 1 0,-4 1 2 16,2-1 1-16,-2 1-1 0,5-1 2 0,-5 2 3 0,4-1 2 0,1-1 2 16,-1 1 1-16,-2-1-1 0,1-1 1 0,1 0-1 0,-2 2 1 0,1-2-1 15,1 0-1-15,-4-2-1 0,2 2-1 0,-2-1 1 0,3-1-1 0,-1 1-2 16,-2-2-1-16,0 1-3 0,0-1 1 0,0 0 1 0,0-2-2 0,-2 1-2 15,2 0-1-15,-3-1 1 0,1-1-1 0,2 2 1 0,-7-2-2 0,5 0-2 16,-5 0 1-16,1 0 1 0,1 1 0 0,-1-3-2 0,1 3-1 0,-2-1 0 16,-1-2-1-16,-1 1-1 0,2-1 1 0,-4 1-1 0,6-1 1 0,-4-1-4 15,0-1 2-15,0 1 0 0,0-2-1 0,3 1-2 0,-3-1 0 0,4-1 0 16,-1 0-2-16,1 1-1 0,-2 0 0 0,5-1 2 0,-2-2-1 0,3 1-2 16,-3 1-2-16,4-2 0 0,0 2 1 0,0-1 1 0,4-1-1 15,-3 0 1-15,3 1 1 0,-2-2 0 0,5 0 0 0,-2 2 0 0,1-2 1 16,3 0 1-16,0 1 0 0,0-2 2 0,-2 1 1 0,2-2 1 0,4 2 0 15,-4 0-2-15,2 0-2 0,-2-1-8 0,2 1-18 0,-4 0-24 0,0 0-50 16,2-2-64-16,0 1-74 0,0 1-79 0,-3-2-71 0,3 1-71 0,-4-1-105 16,1 2-125-16,-3-1-54 0,3-1-26 0,-3 1-9 0,-1-1 4 15,2 1 14-15,-1-2 25 0,-3 1 49 0,2 2 64 0,-2-1 75 0,0-1 77 16,-2 1 74-16,2 2 68 0</inkml:trace>
  <inkml:trace contextRef="#ctx0" brushRef="#br0" timeOffset="7102.63">28679 3892 153 0,'2'-10'296'0,"5"1"49"0,-7-2 24 0,2 2 18 0,2 2 15 0,-2-2 21 0,5 1 22 0,-7 1 33 0,2-1 37 0,-2 1 50 0,0 0 55 0,0 2-11 0,0-1-41 15,0 1-61-15,0 1-79 0,0-1-31 0,0 4-15 0,-2-2-10 0,2 0-7 16,-4 1-13-16,4 0-16 0,-3 1-30 0,3 1-35 0,-2-1-47 0,-2-1-51 15,2 2-40-15,2 0-31 0,-7 0-23 0,5 2-16 0,-5-1-13 0,5 2-11 16,-3-1-8-16,-2 1-7 0,1 1-7 0,4 2-7 0,-7-1-4 0,4 1-4 16,-2 0-4-16,1 0-1 0,3 0-1 0,-3 0-2 0,1 0 0 15,1 0 0-15,4-2 0 0,-2 1-2 0,-1-1-4 0,3 1-4 0,0-2-4 16,0 0-1-16,0 1-1 0,0-1-4 0,0 0-1 0,0 0-3 0,3-1-4 16,-1 1-5-16,-2 0-8 0,4-2-2 0,-1 0-8 0,-1 1-3 15,2 0-1-15,-2-1 1 0,1 1 1 0,3-2 2 0,-3 0-1 0,1 0 4 16,-2 0 3-16,3 0 2 0,2-2 4 0,-5 2 7 0,2 0 4 0,-2-1 6 15,1-1 4-15,3 2 6 0,-3 0 4 0,-1 0 4 0,-2 0 4 0,4 0 1 16,-4 2 4-16,3-1 5 0,-1 1 7 0,-2 2 5 0,0-1 10 0,4 3 8 16,-4-1 12-16,0 2 10 0,0 2 7 0,-4 2 10 0,4 1 7 0,-2 1 5 15,-1 1 5-15,-1 1 4 0,4 1 4 0,-5 2 0 0,-1 2-5 0,3-1-1 16,-3 2-8-16,4 0-9 0,-5 0-7 0,2 2-9 0,-1-1-8 0,1-1-6 16,1 0-8-16,-1-1-4 0,-1-1-7 0,3-1-8 0,-1-1-14 0,2-1-16 15,-1-1-28-15,1-3-37 0,-2 2-76 0,1-2-98 0,1-2-88 0,-2-1-85 16,4 0-100-16,-3 2-104 0,1-2-78 0,-2-4-63 0,2 2-31 0,-1-1-9 15,-1-1 1-15,-1 2 10 0,3-3 26 0,-5-1 33 0,1 0 73 0,1 0 97 16,-4-3 88-16,3 2 87 0,-3-4 98 0</inkml:trace>
  <inkml:trace contextRef="#ctx0" brushRef="#br0" timeOffset="20330.91">25127 5086 235 0,'2'7'367'0,"1"3"33"0,-1-3 18 0,2 1 8 0,-4 1 9 0,5 0 5 0,-1 1 10 16,-1-1 10-16,-1 2 6 0,4-1 6 0,-3 2-9 0,1 0-10 0,-2 0-115 15,1-1-158-15,-1 1-74 0,2-2-38 0,-4 1-31 0,5-1-31 0,-5-1-30 16,0 0-33-16,4-1-43 0,-2 0-48 0,-2 0-56 0,0-2-58 16,0 0-70-16,0-1-79 0,0-2-37 0,0-3-15 0,0 0-4 0,0 0-1 15,0 0 16-15,0 0 19 0,0 0 25 0,0 0 24 0,0 0 34 0,0-5 39 16,3-1 48-16,3-1 56 0</inkml:trace>
  <inkml:trace contextRef="#ctx0" brushRef="#br0" timeOffset="20540.89">25353 5040 48 0,'4'-8'383'0,"-4"4"100"0,0 1 56 0,0 1 47 0,-4 1 42 16,2 2 37-16,-1 2 36 0,1 2 26 0,-2-1 26 0,1 4 20 0,-3-1 16 16,2 2-10-16,-1 0-25 0,0 0-131 0,-1 3-180 0,1 0-90 0,-2 0-50 15,1 2-41-15,-3-2-37 0,0 1-32 0,4 1-34 0,-4 1-27 0,1-2-26 16,-4 1-19-16,3-1-16 0,0 1-13 0,-2-1-11 0,2 2-14 0,0-1-17 15,-2-2-17-15,-2 1-16 0,2 1-29 0,2-4-34 0,-2 0-61 0,2 1-73 16,0-2-88-16,0-1-95 0,0-2-86 0,0 1-85 0,4-2-98 16,-1-1-104-16,1-1-44 0,-1 0-14 0,6-3-1 0,0 0 8 0,-7-1 19 15,7 1 28-15,0 0 59 0,0-6 71 0,4 0 87 0,1 1 95 0,1-1 87 16,1 0 85-16</inkml:trace>
  <inkml:trace contextRef="#ctx0" brushRef="#br0" timeOffset="20731.77">25433 5220 84 0,'5'0'332'0,"4"0"111"15,0 0 71-15,-4 0 56 0,1 0 51 0,1 1 44 0,0 2 36 0,1-2 29 16,-7 1 22-16,8 0 19 0,1-1 10 0,-5 1 10 0,8 1-86 0,-6-2-129 16,0 1-110-16,0-1-104 0,2 1-73 0,0-1-57 0,-3 2-46 0,3-1-47 15,-4-1-40-15,3-1-39 0,-3 2-45 0,0-2-52 0,1 0-83 0,1 0-101 16,-5 0-87-16,1 0-82 0,-1 0-87 0,2 0-93 0,-4 0-84 0,0 0-82 15,0 0-37-15,0 0-19 0,0 0-1 0,0 0 4 0,0 0 23 0,-9 0 32 16,3 1 74-16,-3 1 90 0,4 1 83 0,0 1 79 0,-3-1 86 0,3 2 90 16</inkml:trace>
  <inkml:trace contextRef="#ctx0" brushRef="#br0" timeOffset="20914.41">25489 5382 40 0,'1'0'273'0,"3"0"72"0,-2 0 47 0,1 0 35 0,3 0 45 0,-2 0 46 16,1-2 48-16,0 2 47 0,3 0 28 0,-1 0 23 0,-4 0 9 15,7 2 7-15,-5-2-76 0,4 0-109 0,-4 1-86 0,1 1-72 0,3-2-77 16,-4 0-74-16,3 0-104 0,-1 0-116 0,-4 1-113 0,6-1-112 16,-3 2-112-16,3-1-113 0,-4-1-82 0,1-1-64 0,1-1-31 0,-2 1-13 15,1 1-7-15,-1-2 1 0,3 1 25 0,-3-2 41 0,-3 1 61 0,5-1 69 16,-5 0 67-16,3 0 63 0,-1 2 86 0</inkml:trace>
  <inkml:trace contextRef="#ctx0" brushRef="#br0" timeOffset="21183.65">25843 5325 10 0,'7'-2'336'0,"-5"1"198"0,4-1 100 0,-3 0 56 16,3 1 29-16,3 1 16 0,-4 0 16 0,1 0 20 0,3 0 11 0,-2 0 14 16,0-1 9-16,0 1 5 0,1 0-65 0,1 0-99 0,0-2-166 0,0 2-195 15,2 0-99-15,-2 0-54 0,0 0-29 0,0 0-16 0,-4 0-17 0,4 0-16 16,-3 0-15-16,3 0-13 0,-4 0-10 0,4 2-5 0,-4-1-7 0,3 0-5 15,-3 1-10-15,1-2-10 0,-3 2-10 0,3-1-14 0,-5 1-20 0,3-1-22 16,0 1-37-16,-4-2-41 0,0 0-55 0,0 0-63 0,0 3-56 0,-4 0-57 16,4-2-47-16,-4 2-44 0,3 2-36 0,-3-2-34 0,-1 1-35 15,-1 0-37-15,1 1-30 0,-3 0-33 0,1-1 14 0,0 1 28 16,-2-1 53-16,2 1 59 0,-2-1 57 0,0-1 57 0,0 1 49 0,0 1 46 0,0-2 44 16,1 3 44-16,-4-2 46 0</inkml:trace>
  <inkml:trace contextRef="#ctx0" brushRef="#br0" timeOffset="21452.28">25850 5475 225 0,'0'3'317'0,"-3"0"40"0,-1 1 21 15,4-3 16-15,0-1 13 0,4 2 18 0,-1 1 22 0,-3-3 25 0,2 2 31 16,2-1 42-16,-2 1 45 0,1-2-19 0,3 1-48 0,-1-1-55 0,-1 2-60 16,1-2-26-16,1 1-12 0,1 1-6 0,-2-2-7 0,1 1-11 0,-1-1-9 15,2 0-24-15,-1 1-26 0,-1 1-37 0,1 0-45 0,1-1-41 0,-2 1-34 16,1-2-24-16,-1 3-16 0,-1-2-10 0,-2 2-7 0,1-1-3 0,3 1-5 16,-3 0-5-16,-1 0-5 0,-2 0-2 0,0 1-2 0,0-1 1 0,0 3 4 15,0-1-5-15,-2 1-3 0,-1-1-2 0,1 2-4 0,-2 0-3 0,1 1-1 16,-3-2-5-16,4 1-3 0,-1-1-3 0,-1 0-2 0,2 0-4 0,-1-2-6 15,3 1-3-15,-2-2-3 0,2 0-3 0,0 0-1 0,0-3-4 0,0 0-1 16,0 2-3-16,2-1-3 0,-2 0-4 0,3 1-4 0,-1-2-7 16,2 0-10-16,-1 0-14 0,3 0-15 0,-1-2-30 0,1 1-35 0,-1-2-61 15,2-1-75-15,2-1-71 0,-3-1-68 0,3-1-58 0,-2-2-53 0,0 0-55 16,2 0-60-16,-3-2-65 0,-1-1-72 0,1 2-24 0,-1-2 1 0,-1 0 22 16,1 0 34-16,-1 0 59 0,-3 1 75 0,3-1 72 0,0-1 67 15,-3-1 59-15,3 1 56 0,0 1 61 0,-2-4 62 0</inkml:trace>
  <inkml:trace contextRef="#ctx0" brushRef="#br0" timeOffset="21677.28">26057 5054 261 0,'-4'-5'385'15,"2"0"70"-15,-1 2 50 0,1-2 44 0,2 5 44 0,0 0 45 0,0-1 44 16,0 1 34-16,0 0 31 0,0 0 21 0,0 0 17 0,0 0-51 0,0 0-83 16,0 0-103-16,0 0-110 0,0 0-61 0,0 0-44 0,0 0-41 0,0 3-37 15,0 0-38-15,0 2-39 0,0-1-26 0,0-1-25 0,0 3-17 0,0 2-19 16,0-1-10-16,0 1-12 0,0 1-6 0,0 0-7 0,0 1-5 0,0-1-6 15,0 0-8-15,0 0-7 0,-4 0-13 0,4-1-13 0,-4 1-17 0,4-2-17 16,0 1-20-16,-1-1-16 0,-3-1-28 0,4 2-34 0,0-4-59 0,-2 2-76 16,2-1-74-16,-3 1-71 0,-1-3-62 0,2 1-54 0,-1-2-51 0,3 1-51 15,-4 0-55-15,2-2-65 0,2-1-28 0,0 0-14 0,-3-1 14 0,3 1 27 16,-2-5 57-16,-2 2 73 0,4-3 72 0,-4 2 73 0,4-1 64 0,0-1 56 16,0 2 56-16,4-2 56 0</inkml:trace>
  <inkml:trace contextRef="#ctx0" brushRef="#br0" timeOffset="21887">26031 5071 6 0,'2'-4'253'0,"-2"-1"54"0,0 2 30 0,5-2 20 16,-5 3 18-16,8 0 23 0,-6 1 24 0,1-1 34 0,3 2 35 16,-3-1 43-16,-1 1 50 0,3 0 18 0,3 0 7 0,-7 1-59 0,7 1-86 15,-6-1-40-15,3 1-18 0,-1-2-15 0,-1 1-14 0,-1 0-19 0,3 3-26 16,-1-3-30-16,0 1-35 0,-3-1-44 0,5 2-46 0,-3-1-44 0,3-1-45 16,-2 1-28-16,-1 1-19 0,-1-2-17 0,3 2-17 0,-1-1-28 0,0-1-34 15,-3 1-49-15,-1-1-59 0,6 1-54 0,-6-2-58 0,0 0-46 0,0 0-44 16,3 1-39-16,-3-1-36 0,0 0-38 0,0 0-38 0,0 0-34 0,-3 3-30 15,3-3-34-15,0 0-32 0,0 3 20 0,-6-2 42 0,6-1 50 0,-5 2 54 16,5-2 44-16,-4 0 43 0,-1 2 36 0,5-2 38 0,-5 0 39 0,-5 1 39 16,10-1 36-16</inkml:trace>
  <inkml:trace contextRef="#ctx0" brushRef="#br0" timeOffset="28524.84">24879 8320 48 0,'0'0'172'0,"0"0"21"0,0 0 12 0,0 0 6 0,0 0 5 0,0 0 4 0,0 0 3 0,0 0 5 0,0 0 5 15,0 0 6-15,0 0-10 0,0 0-16 0,0 0-43 0,0 0-58 16,0 0-26-16,2 0-12 0,-2 0-7 0,0 0-2 0,0 0-1 0,0 0-3 15,0 0 0-15,0 0-1 0,0 0 0 0,0 0-5 0,0 0 2 0,0 0-5 16,0 0 0-16,0 0-2 0,0 0-1 0,0 0 0 0,0 0-1 0,0 0 3 16,0 0-3-16,0 0 2 0,0 0 0 0,0 0-1 0,0 0 2 0,0 0-2 15,0 0 2-15,0 0-2 0,0 0 1 0,0 0 0 0,0 0-2 0,0 0 0 16,0 0-3-16,0 0-3 0,0 0 1 0,0 0-3 0,4 2-1 0,-4-2 3 16,0 0-3-16,0 0-2 0,0 0 0 0,0 0-2 0,0 0-1 0,0 0 1 15,0 0 0-15,0 0 0 0,0 0 1 0,0 0 0 0,0 0 1 0,0 1-1 16,0-1 0-16,0 0-2 0,0 0-1 0,0 3 0 0,0-3-2 0,0 3 2 15,0-3-5-15,-4 2-2 0,4-2-4 0,0 2-2 0,0-2-4 16,0 2-1-16,0-2-3 0,0 3-3 0,0 0-2 0,-2 0 1 0,2-1-1 16,0 1-1-16,0-2-1 0,0 0-1 0,-4 1 1 0,1 1-1 0,3-1 1 15,0 1 1-15,0-2 1 0,-2 1 2 0,-2 1 0 0,4 0 2 0,0-2 0 16,-3 2 0-16,3 0 1 0,0-1 0 0,-2 1 1 0,-2-2 2 0,4 2 0 16,0 0 2-16,-1-2-1 0,1 3-1 0,-4-1 1 0,4 0-1 0,0 0-1 15,-4 0-1-15,4-1-1 0,-1 3-1 0,-3-2-1 0,4 0-2 16,-2 0-2-16,-2 1 1 0,4 0-1 0,-3-1-1 0,3 0-1 0,-2 0-1 15,-2 0 0-15,4 0-1 0,-1 0-2 0,1 1-2 0,-4-1 2 0,0 0-1 16,4 0 1-16,-1 0 0 0,-3 0 1 0,4 0-1 0,-4 0 0 0,4 0 2 16,-1 0-2-16,1 0 1 0,-4 0 2 0,4 0-3 0,-2 0 1 0,2 0 1 15,-3-1-1-15,3 1 1 0,-4-1-1 0,4 0-1 0,0 1 2 0,0 0-2 16,-2 0-2-16,2-1 1 0,-4 1-1 0,4-2 1 0,0 1-1 0,-1 1 4 16,1-2-2-16,0 2 0 0,-4 0 0 0,0-1-2 0,4 1 2 0,0 0 0 15,-1-1-1-15,-3 0-2 0,0 1 3 0,4 0 3 0,-1-1-2 0,-3 1-1 16,4 0 0-16,-2-2 2 0,2 0-2 0,-3 3 0 0,3-1 0 0,0-3 1 15,0 3-1-15,0 0 2 0,-4 0-4 0,4-1-1 0,0 2-1 0,-2-3 4 16,-2 2 0-16,4 0 3 0,0 0-2 0,0-1 4 0,-1 2-2 16,1-2 0-16,-4 1-2 0,4 0-2 0,0 0 1 0,-4 0 1 0,4 0 1 15,-1-1 1-15,1 3-2 0,-4-2 1 0,4 2-4 0,-2-2 2 0,2-1-1 16,0 2-5-16,-3-1 1 0,3 1 2 0,-4-2 0 0,4 1 2 0,-2-1-2 16,2 2 2-16,-3-3-1 0,3 4 1 0,-4-4-1 0,4 2 1 15,0 0-1-15,0 0 2 0,-2 0-1 0,-2 0-1 0,4 0 2 0,0 2 0 0,-1-2 0 16,-3-1 0-16,4 0-1 0,0 1 1 0,0 0-2 0,-4-1 1 15,4-2-1-15,0 3 2 0,0 0 0 0,0-3 0 0,0 2-1 0,0 0 1 16,-1 0 0-16,1-2 0 0,0 3-2 0,-4 0 2 0,4-2 0 0,0-1-1 16,0 2 1-16,0 1 0 0,0-3 0 0,0 2 0 0,-2 0 0 0,2 1 0 15,0-3 0-15,0 3 1 0,0-3-1 0,-3 3 0 0,3-1 0 0,0-2-1 16,0 3 2-16,0-3 1 0,0 3-1 0,0-3-1 0,0 1 0 0,0-1-1 16,-4 3 1-16,4-3 0 0,0 2 0 0,0-2 0 0,0 1 1 0,0-1-1 15,0 3 0-15,0-3 2 0,-2 2-2 0,2 1 0 0,-3-2-2 0,3 1 2 16,0-2 2-16,-2 2-2 0,2 0 1 0,0 1 1 0,0 0-2 0,0-3-2 15,-4 2 2-15,1-1 0 0,3 1-1 0,0-2 1 0,0 3-2 0,0-1 2 16,0 0 0-16,0-2 0 0,-2 3 0 0,2-3 0 0,-4 3 0 16,4-1 0-16,0 1 0 0,0-2 2 0,-4 1-2 0,4-2 0 0,0 2 0 15,0 2 1-15,-1-3-1 0,1 1 0 0,0-1 0 0,-4 2 0 0,4-3 0 16,0 3 0-16,0-1 0 0,0-1 0 0,0-1 0 0,-2 3-1 0,2-3 1 16,-3 3-2-16,3-1 1 0,0-2-1 0,0 1 1 0,0 2-1 0,0-3 1 15,0 2-1-15,0-2 1 0,-4 1-1 0,4-1-1 0,0 0 0 16,0 2-1-16,0-2-2 0,0 3 0 0,0-3 0 0,-2 2 0 0,2-2-2 15,0 2-1-15,-3 0-1 0,3 1 1 0,0-2 0 0,0 1 0 0,-2-1-2 16,2 2 3-16,0-1 0 0,0 0 2 0,0 2 0 0,-4-3 2 0,4 2-1 16,-3-1 2-16,3-2 2 0,0 3-1 0,0-2 1 0,-2 1-1 0,2-2 2 15,-4 2 0-15,4 0 0 0,-4 0 0 0,4-1-1 0,0 1 1 0,-1-1 0 16,-3 1 0-16,4-2 0 0,0 1 1 0,0 1-2 0,-2 1 1 0,2-3 0 16,-3 1 0-16,3 0-2 0,0 3 1 0,0-4-1 0,-4 1-1 0,4 1 2 15,0-1-2-15,0-1-2 0,-2 3 1 0,-1-1-1 0,3-2 1 0,0 3 1 16,0-3 0-16,0 3 0 0,-2-1 0 0,2 0 0 0,0-2 1 0,-4 3 1 15,4-1 1-15,0-2 0 0,0 1 1 0,-3 2 1 0,3 0-1 0,0-1-1 16,0 0 0-16,-2 0 0 0,-2 0 0 0,4-2 0 0,0 3 0 16,0 0 2-16,0-3-2 0,-2 1 1 0,2-1-1 0,0 2-1 0,0 1 1 15,0-3 0-15,0 0 0 0,-3 2 0 0,3-2-2 0,-4 2 2 0,4-2 0 16,0 2 0-16,0-2 0 0,0 1 0 0,0-1 0 0,0 3 0 0,0-3 0 16,-2 2 0-16,2-2 0 0,-3 3 0 0,3-3 0 0,0 1 2 0,0-1-2 15,0 2 0-15,0-2 1 0,-4 2-1 0,4 0 0 0,0-2 0 16,0 2 0-16,-2-1 0 0,2-1 0 0,-3 3 0 0,3-1 0 0,0-2-1 15,0 3 1-15,-2-2-2 0,-2 1 2 0,4-2 2 0,0 3-4 0,0-2 2 16,-3 0 0-16,3-1-1 0,0 2 1 0,0 1 1 0,0-3-1 0,-2 2 0 16,-2 1 0-16,4-2 2 0,0 1-2 0,-2-1 0 0,2 2 0 0,0-2 0 15,-3 1-2-15,3-2 4 0,0 3-2 0,-4 0 0 0,4 0 0 0,-2-1 0 16,2-1 0-16,-3 1-2 0,3 0 2 0,0 0 0 0,-4 0 2 0,4-1-1 16,-2 2 1-16,2-1-1 0,-3-1 1 0,3 1-2 0,-2 1 0 0,-2-2-2 15,4 0 1-15,0 3 1 0,-3-3-2 0,3 2 4 0,-2-1-1 0,-2 1-1 16,4-2-1-16,0 1-1 0,0-1 1 0,0 2 1 0,-2-2 0 0,2-1 1 15,-3 2-1-15,3 1 0 0,0 0 0 0,-4-1 2 0,4 1-2 0,0 0 0 16,-2-2 0-16,-1 2-2 0,3 0 2 0,0-1 2 0,-2 1-2 16,2 0 0-16,0-2-2 0,-4 2 1 0,4-2-1 0,-3 3 4 0,3-1-2 15,0-2 1-15,-2 2-1 0,2 0 0 0,-4-1 2 0,4 0-1 0,-3 2 1 16,3-3-2-16,0 2 1 0,-2 0 1 0,-2 0-1 0,4 0 1 0,0 0-1 16,-2-2 2-16,-1 3-1 0,3-1-1 0,0-2 2 0,-4 2 0 15,4 0-1-15,-2-1-1 0,2 0 1 0,-3 2-1 0,3-3 2 0,-2 2-1 16,2 0 1-16,-4 0 0 0,4-1 0 0,0 0-2 0,-3 2 2 0,3-1 0 15,-2 0 0-15,-2 0 0 0,4 0 2 0,0-1-1 0,-2 0 2 0,2 1 0 16,0 0 1-16,-3-1 1 0,-1-1-1 0,4 1 1 0,0 1 1 0,0-2 1 16,0 2-1-16,-2-1 2 0,2 1-1 0,-3-2 2 0,3 2-1 0,0-1-4 15,-4 1 1-15,4 0 1 0,0-1-2 0,-2 0 2 0,2 1-2 0,-3 0-1 16,3-1 2-16,-2 1-2 0,2-2 0 0,-4 3 0 0,4-2-2 0,-3 3 2 16,3-2 2-16,-2 0 5 0,-2 1 2 0,4-1 0 0,-2 2 2 0,2-2-1 15,-7 1 5-15,7-1-2 0,-2 2 2 0,-1-2 0 0,3 1 0 0,-4-1 2 16,4 0 0-16,-2 1-2 0,-1 0 0 0,1-1-1 0,-2 1-1 0,4-1 1 15,0 0-1-15,-3 0 2 0,3 0-2 0,-2 0 1 0,-2 2-1 0,4-2 1 16,-2-1 1-16,-1 2 1 0,3-1 2 0,0 0-2 0,-4 0 1 16,4 0-1-16,0 0 1 0,-5 0-1 0,5-2 3 0,0 4-1 0,-2-4 3 15,2 2 0-15,-4 0 0 0,4 0 3 0,-3 0 3 0,3 0-2 0,-2 0 5 16,2 2 2-16,0-2 3 0,-4-1 0 0,4 2 2 0,0-1 3 0,0 1 1 16,-3-1-1-16,3 1 2 0,-2 0 3 0,2 0-2 0,-4-1 1 0,4 2-1 15,-2-2-3-15,2 1-4 0,-3-1-1 0,3 0-1 0,-4 2-1 16,4-2 0-16,0 1-2 0,-2-1-1 0,-1 2-5 0,3-2 1 0,-2 1-2 15,-2-1 1-15,4 3 3 0,-3-3-1 0,1 2 3 0,-2-3 0 0,4 2 3 16,-3 0 1-16,3-1 1 0,-2 2 2 0,2-2 2 0,-4 1 1 0,4-2 2 16,-2 1 3-16,-1 0 0 0,3 0 4 0,0-2-2 0,-4 2-2 0,4 0-5 15,0-1 0-15,-2 1-4 0,-1 0-3 0,3-2-3 0,0 4-4 0,-2-3-3 16,-2 0 0-16,4 3-1 0,-3-1-4 0,3-1-4 0,-2 0-7 0,2 2-1 16,-4-2-6-16,4 0-4 0,-1 0 2 0,1 0 5 0,-4 1 5 0,4-1 1 15,-4 0 3-15,4 2 2 0,-2-2 0 0,-1 0-2 0,3-1 4 0,0 3 7 16,-4-2 2-16,4 0 2 0,0 0 6 0,-2-1 10 0,-1 0-1 0,3 2-4 15,0-1-2-15,-2 0 0 0,-2 0 1 0,4 0-1 0,0-1 0 0,-3 2 0 16,3-1-2-16,0 1-4 0,-2-1-3 0,-2 1 0 0,4 0-2 16,0 0-1-16,-1-1 0 0,-3 0 0 0,4 0-1 0,0 0-2 0,-4 0-3 15,4 2 0-15,0-1 0 0,-1-2-1 0,1 2 1 0,-4-1 3 0,4 0 2 16,0 2 1-16,-4-2 0 0,4 1 0 0,0-1-2 0,-2 2 2 0,-1-2 0 16,3 0 0-16,0 1 0 0,-2-1-1 0,-2 2-1 0,4-2-3 15,-3 1-2-15,3-2-4 0,0 1-2 0,-2 1-4 0,-2-2-1 0,4 1-3 16,-1 0-1-16,1-2-1 0,-4 2-1 0,4 0-3 0,0-2-1 0,-4 3-4 15,4-1-7-15,-1-2-10 0,1 1-14 0,0-2-17 0,-4 1-30 0,4-1-33 16,0 0-43-16,0 3-49 0,0-3-52 0,0 0-53 0,0 0-49 0,0 0-47 16,0 0-52-16,0 0-56 0,0 0-78 0,0 0-85 0,0-6-29 0,0-2-2 15,4 3 18-15,-3-4 32 0,3 0 42 0,-4-2 48 0,5-1 53 0,1-1 50 16,-3-3 50-16,3 0 46 0,3-2 55 0,0 2 61 0</inkml:trace>
  <inkml:trace contextRef="#ctx0" brushRef="#br0" timeOffset="29649.13">25899 7942 54 0,'0'-3'253'0,"0"3"46"0,-3-1 24 0,3 1 13 0,0 0 8 0,0 0 5 16,0 0 9-16,0 0 7 0,0 0 5 0,0 0 8 0,0 0 9 0,0 0-24 16,0 0-40-16,0 0-71 0,0 0-79 0,3 1-35 0,-3-1-16 0,0 0-1 15,0 0 1-15,0 1 3 0,0-1 4 0,0 0 2 0,0 0 2 0,0 0 3 16,0 0 2-16,4 2 4 0,-4-2 3 0,0 0 7 0,0 0 8 0,0 0 6 15,0 0 6-15,0 0 7 0,0 0 5 0,0 0 5 0,0 0 1 16,0 0 1-16,0 0 2 0,0 0-3 0,0 0-5 0,0 0-8 0,0 0-8 16,0 0-10-16,0 0-13 0,0 0-11 0,0 0-12 0,0 0-11 0,0 0-8 15,0 0-9-15,0 0-6 0,0 0-8 0,0 0-5 0,0 0-4 0,0 0-3 16,0 0-2-16,0 0-1 0,0 0 0 0,0 0-3 0,0 0-3 0,0 0-2 16,0 0-2-16,0 0-4 0,0 0-2 0,0 0-4 0,0 0-4 0,0 0-2 15,0 0-4-15,0 0-6 0,0 0-3 0,0 0-4 0,0 0-4 0,0 0-4 16,0 0-6-16,0 0-7 0,0 0-14 0,0 0-15 0,-7 0-30 0,7 0-38 15,0 0-66-15,-6 0-78 0,3 0-71 0,3-2-67 0,0 2-65 0,-6 0-59 16,6 0-69-16,-2 2-73 0,2-2-60 0,0 0-53 0,-7 0-17 0,7 0 2 16,0 0 24-16,-5 0 32 0,5 0 65 0,0 0 81 0,0 0 69 0,0 0 68 15,0 0 63-15,0 0 61 0,0 0 68 0</inkml:trace>
  <inkml:trace contextRef="#ctx0" brushRef="#br0" timeOffset="30666.49">25957 7922 34 0,'0'-2'203'0,"0"2"33"0,0 0 17 0,0 0 13 0,0 0 7 0,4-2 3 0,-4 2 4 0,0 0 5 0,0 0 5 16,0 0 5-16,0 0 6 0,0 0-28 0,0 0-45 0,0 0-53 0,0 0-61 15,0 0-28-15,0 0-14 0,0 0-6 0,0 0-5 0,0 0-3 0,0 0 1 16,0 0-1-16,0 0-1 0,0 0 2 0,0 0 1 0,0 0 3 0,0 0 0 16,0 0 1-16,0 0 0 0,0 0 3 0,0 0 3 0,0 0 2 0,0 0 4 15,0 0 5-15,-4 2 4 0,4-2 3 0,0 0 2 0,0 0 4 16,-2 1 0-16,2-1 3 0,-3 1 2 0,3-1 3 0,-4 2 1 0,4 0 0 16,0-2-1-16,-2 0-4 0,-1 1-4 0,3-1-5 0,-2 0-6 0,-2 2-5 15,1-1-6-15,1-1-7 0,-2 2-5 0,1-1-6 0,-3 1-5 0,4-1-8 16,-5 2-5-16,5 0-8 0,-3-1-3 0,-2 1-5 0,1 0-4 0,3 0-1 15,-5 0 0-15,1-1-3 0,2 3-1 0,-4-2-4 0,3 2-1 16,-3-2 0-16,4 1-1 0,-4-1-1 0,3 2-1 0,-3-2 0 0,4 1 0 16,-4-1 0-16,3 2 0 0,-3-2 0 0,4 0-1 0,-4 0 1 0,0 1-2 15,3-1 1-15,-3 0-1 0,4 0 2 0,-4 0-2 0,3 2 1 0,1-3-1 16,-4 0-1-16,3 1 2 0,-3 0-2 0,2-1 0 0,2 1-2 0,-1-2 2 16,-3 1 0-16,8-1-1 0,-9-1 1 0,3 1 0 0,2 1-2 0,-1 1-2 15,-3-1 1-15,4-1 0 0,-1 2 0 0,1-1 0 0,-2 1 0 0,1 0 0 16,1-2 0-16,0 2-1 0,-3 0-1 0,3 0-1 0,-1-1-1 0,-3-1-2 15,6 1-2-15,-3 1 2 0,1-2-1 0,-4 0 1 0,3 1-2 0,3 1 1 16,-3-1-4-16,-3-1-1 0,4 1-2 0,1-1 2 0,-1 1 0 0,-1-1 0 16,1 1 1-16,0-1 2 0,-3 0 2 0,3 1-1 0,3-2-1 0,-5 2 2 15,1-1-1-15,3 1 1 0,-3-1 1 0,1-1 3 0,0 2 2 16,-1-1 1-16,-1 1 0 0,2 1 0 0,1-1 0 0,-2 0 0 0,1 0 1 16,0 1 2-16,-1-2 0 0,-1 2 0 0,2-1 0 0,3-1-1 0,-6 2 1 15,3-1 1-15,1-1 1 0,-1 0 1 0,0 3 0 0,1-3 1 16,-1 1 1-16,3-1-1 0,-5-1 1 0,1 2-1 0,2-1 0 0,-1 1 2 0,3-1 0 15,-1 1 2-15,-3-1-2 0,3 0 0 0,-3-1-2 0,3 2 1 16,3-2-2-16,-6 2-2 0,4-1-1 0,-1-1 0 0,-1 0 0 0,2 2 2 16,-1-1-1-16,-1-1 1 0,-1 2 2 0,3-1 4 0,-5 1 4 0,5-1 6 15,-2 1 4-15,2 0 5 0,-5-2 7 0,2 2 5 0,3 0 8 0,-2-1 9 16,-1 2 4-16,1-1 6 0,1-2 4 0,-3 1 2 0,1 1 3 0,1-1-2 16,2 1 0-16,-1-1-5 0,1-1-1 0,-2 1-7 0,1-1-3 0,-3 2-4 15,3-2-5-15,1 0-3 0,-2 2-4 0,-1-1-3 0,5-1 0 0,-6 2-1 16,3-1 1-16,-3 1 2 0,3-1 6 0,1-1 5 0,-2 2 6 0,2 1 4 15,-5-2 2-15,2 2 0 0,1 0 1 0,2-1-4 0,-1 1 0 0,-3 0 0 16,3-2 4-16,-3 2-1 0,4-1 0 0,-5 0-2 0,2 2-4 0,1-3-6 16,-1 2-1-16,-1 0-3 0,3-1-2 0,-3 1-1 0,1-2-4 0,1 0 1 15,-1 1-4-15,3 0 0 0,-5-1-5 0,5 1-5 0,-2-1-6 16,1 1-5-16,-3-2-2 0,4 1-4 0,-1-1-2 0,-1 2-4 0,2-2-1 16,-1 1-3-16,1 1-1 0,-2-2-1 0,1 1 1 0,-3 0 1 0,6 1 0 15,-3 0 0-15,-3-1 0 0,4-1 1 0,-1 3-2 0,-1-1-4 16,-1 1-1-16,5-2 0 0,-6 1-4 0,3-1-7 0,1 1-11 0,-2-1-13 15,-1 0-18-15,1 1-19 0,2 0-23 0,-5-1-24 0,7-1-25 0,-5 2-24 16,3-1-28-16,-2-1-28 0,1 0-27 0,1 2-30 0,-2-2-24 0,3 1-21 16,1-1-21-16,-4 0-21 0,4 0-22 0,0 0-21 0,-4 0-39 0,4 0-41 15,0 0-13-15,0 0-2 0,0-3 16 0,0 3 27 0,0-6 27 0,4 3 28 16,-4-1 30-16,5 1 27 0,1-2 33 0,-3 1 34 0,6 0 40 0,0 0 39 16</inkml:trace>
  <inkml:trace contextRef="#ctx0" brushRef="#br0" timeOffset="32057.77">25928 7974 30 0,'0'0'162'0,"4"-3"20"0,-4 3 16 0,0 0 11 0,0 0 6 0,2 0 11 0,-2 0 7 0,0 0 6 0,0 0 6 0,0 0 7 15,0 0-7-15,0 0-14 0,0 0-39 0,0 0-49 0,0 0-23 0,0 0-13 16,0 0-8-16,0 0-7 0,0 0-2 0,0 0-4 0,0 0-3 0,0 0-1 16,0 0-5-16,0 0-2 0,0 0-2 0,-2 3-4 0,2-2 0 0,-4 1-4 15,4-1-6-15,-3 1-5 0,3-1-4 0,-2 2-5 0,-2-1-3 0,2-1-5 16,-1 1-4-16,3 1-4 0,-4 0-1 0,2-2-4 15,-1 2-2-15,1-1-1 0,-2 1-1 0,1 0-2 0,-3 0-1 0,3 1-2 0,-3-1 0 16,4 2 0-16,-5-2-1 0,2 1 1 0,-1 0 0 0,1 1 1 16,-1 0 2-16,-1-1-3 0,-2 0 0 0,2 1 0 0,0 1 0 0,-1-1-3 15,-1 0 1-15,0 2-1 0,0-3 0 0,0 3 1 0,0-2-2 0,-2 3-1 16,2-3-1-16,0 2-1 0,0-1-1 0,2-1 1 0,-6 0-2 0,4 1-2 16,0 0-1-16,4-2 0 0,-4 3 0 0,2-1 0 0,-3-1-1 0,3 0 1 15,-4 1-2-15,6-1 1 0,-4 1-1 0,3 0 1 0,1 0-2 0,-8-2 0 16,8 2-2-16,-4 0 4 0,3 0-2 0,1 0 1 0,-8 2-1 0,8-3 2 15,-4 3-2-15,0-2 0 0,0 0-2 0,3 2 2 0,-3-2 0 0,0 1 0 16,2 1 0-16,-2-2 2 0,0 1-2 0,0-1-2 0,0 1 1 0,0 0 1 16,3-1-2-16,-3 1 2 0,2-1 0 0,0 0 0 0,-2 0 2 0,2 2-2 15,-2-2 0-15,0-2 1 0,3 2-1 0,1 0 0 0,-3 0 0 0,-1 0-1 16,4-1 1-16,0 1-2 0,-1 0 2 0,1-2-1 0,-2 1 1 0,1 0-2 16,2 0 1-16,-1 1-1 0,0-1-1 0,1-2 0 0,-1 3 0 15,3-2 0-15,-5 1 0 0,5-2 2 0,-2 1-1 0,-1 1-1 0,1-1 2 16,-1 1-2-16,1-1 0 0,2 2 0 0,-3-3 0 0,1 2 1 0,1-1-1 15,-3 1-1-15,4-1-2 0,-5 1-2 0,5-1-2 0,-1 1-2 16,1-1-4-16,-5 1 1 0,5-1-5 0,-5-1-1 0,7 2-3 0,-6-2-3 16,1 3-4-16,1-4-2 0,2 3 0 0,-1 0-1 0,-3-1-2 0,1 0 3 15,1 1 0-15,-1 0 2 0,-1-1 1 0,-1 2 2 0,2 0 2 0,-1-1 5 16,1 1 1-16,-1 0 0 0,-1 0 5 0,-2 0 3 0,4 0 3 0,-1 0 3 16,-3 0 2-16,4 0-1 0,-4 1 2 0,3-1 0 0,-3 2 0 0,4-2-3 15,-4 1 0-15,3-1 2 0,1 2 1 0,-4-3 4 0,2 3 2 0,-1-3 2 16,1 2-1-16,0-1-1 0,-2 0 0 0,2 0-1 0,1 0-2 0,-3 2 1 15,4-3 2-15,-1 2 3 0,-3-1 0 0,4-1-3 0,-1 3 0 0,-1-2-1 16,0 0-2-16,0 0-2 0,1 2-1 0,1-2 0 0,-1 0 2 0,1 0 2 16,-2 1 1-16,1-1-1 0,-3 0 1 0,4 0-1 0,1 0 1 0,-1 0 1 15,-1 0 0-15,1 0 1 0,-2-1 1 0,5 0-1 0,-3 0 2 0,1 1 2 16,-1-3 1-16,-1 2-2 0,2-1 1 0,1 1 3 0,-3-1-2 0,5 1 2 16,-7-1 1-16,7 1 0 0,-7-1 0 0,7 1 0 0,-3-1 0 15,-1-1 1-15,1 3-1 0,-2-1 3 0,5-1-3 0,-7 1 0 0,7-1 0 16,-7 1 0-16,7-1-2 0,-3 1 1 0,-1 1-2 0,1-3-2 15,-2 2-1-15,5 0 2 0,-7 1-1 0,3-1 1 0,3 1 0 0,-5 0 0 16,5 0-1-16,-5 0 1 0,1-2 2 0,1 4 2 0,1-1 2 0,-3-1 2 16,0 2 5-16,2-1 2 0,3 1 2 0,-7 1 2 0,1-2 3 0,3 2 1 15,0-1 3-15,-1-1 1 0,1 2 2 0,-2-1 3 0,-3-1 2 0,5 2 0 16,0 0 4-16,-1 0 1 0,-3 0 1 0,4 0 4 0,-1 0 0 0,-1 2 5 16,-2-1 0-16,4-1 3 0,-4 2 5 0,3-1 1 0,1 1 1 0,-4-1-2 15,3-1-1-15,1 2-4 0,-2-1-4 0,1-1-2 0,1 0-3 0,-1 0-5 16,1 0-4-16,-2-1-3 0,1 1-2 0,-3-2-7 0,4 2-1 0,1-1-1 15,-3 0 0-15,0 0-2 0,1 1 1 0,1 0 1 0,-1 0 4 0,-1 0 5 16,2 2 0-16,-1-2 5 0,-3 1 3 0,4-1 4 0,-1 1 1 0,-1 1 5 16,2-2 0-16,-1 2-1 0,-3-1 0 0,4-1-3 0,-4 2 0 0,7-1-1 15,-7-1 0-15,2 2-4 0,-1-1-1 0,1 1-6 0,0-2 0 0,0 1-2 16,-2-1-1-16,3 1-2 0,-3 1-1 0,4-2 2 0,-4 0-1 0,2 1 2 16,-1 0-2-16,-1-2-1 0,4 2-1 0,-4-3-2 0,3 2-2 0,1-1 0 15,-4-1-4-15,5-1-4 0,-1 2-4 0,-1-2-2 0,1 0-4 16,0 0-2-16,1 0-2 0,-1-2-3 0,-1 2-2 0,2-2-2 15,1 1-4-15,-3 0-2 0,3-2-8 0,3 1-8 0,-6 1-13 0,6-4-13 0,-1 2-15 16,-3 0-17-16,4 0-21 0,-4-3-19 0,4 2-19 0,0-2-20 16,-1 1-21-16,1-1-21 0,0 0-27 0,0 0-29 0,0 0-38 0,0 0-44 15,0 0-60-15,0 0-63 0,0 0-21 0,1-4 0 0,3-1 10 0,-4-1 17 16,5-1 20-16,1-2 19 0,-3-2 20 0,3-2 25 0,1-1 26 0,0-2 35 16,2-2 44-16,0-2 54 0</inkml:trace>
  <inkml:trace contextRef="#ctx0" brushRef="#br0" timeOffset="32791.89">26143 7929 79 0,'-1'3'315'0,"-3"0"84"0,4-3 48 0,4 3 35 0,-3-3 42 0,-1 0 41 0,4 0 41 0,1 1 47 0,-1-1 30 16,-2 0 28-16,5 0 17 0,-1 0 15 0,-1-1-77 0,0 1-121 0,3-2-90 15,-1 1-77-15,0 1-43 0,0-3-31 0,1 1-36 0,1 2-39 0,-2-3-41 16,2 2-44-16,0-3-29 0,-4 3-27 0,4 0-16 0,0-2-13 0,-3 0-11 16,3 1-11-16,-4 1-4 0,4-2-8 0,-3 1-4 0,1-1-4 15,-2 3-4-15,1-1-5 0,-1-1-1 0,-1 1-1 0,1-1 0 0,-1 1 2 16,-2 1-2-16,3 0-2 0,-1-2-1 0,-1 2-4 0,-1-1-7 0,2 1-8 15,-4 0-16-15,3 0-17 0,-3 0-35 0,0 0-34 0,0-2-55 0,0 2-65 16,0 0-63-16,0 0-64 0,0 0-63 0,0 0-60 0,0 0-70 0,0 0-72 16,0 0-56-16,-3-3-53 0,-1 2-12 0,4 1 5 0,-5-2 29 0,-1 2 36 15,1 0 54-15,-2 0 62 0,1 2 63 0,-3-1 63 0,2 2 61 0,0 0 61 16,-2 2 72-16</inkml:trace>
  <inkml:trace contextRef="#ctx0" brushRef="#br0" timeOffset="33000.87">26196 8025 13 0,'3'0'237'0,"1"0"64"0,-2 0 36 0,3 0 22 16,-1 0 25-16,0-2 16 0,1 1 26 0,-1-1 23 0,1 1 29 0,0 1 27 15,1-2 23-15,-1 2 23 0,-1-2-54 0,5 2-84 0,-4-1-68 16,1 0-58-16,1-1-33 0,-5 1-22 0,3 1-21 0,-1-2-20 0,1 1-25 16,-1-1-27-16,1 1-33 0,1-1-35 0,-3 2-41 0,1-1-44 15,-2-1-41-15,3 0-44 0,-5 1-31 0,4 0-33 0,-4 1-30 0,0 0-24 0,0 0-28 16,3-2-30-16,-3 2-30 0,0 0-31 0,0 0-32 0,0 0-28 0,0 0-37 15,0 0-42-15,0 0-5 0,0 0 13 0,0 0 20 0,-3-1 25 16,3 1 24-16,0 0 25 0,-4-2 25 0,4 2 28 0,0 0 33 0,-5-1 33 16,5 1 37-16,0 0 37 0</inkml:trace>
  <inkml:trace contextRef="#ctx0" brushRef="#br0" timeOffset="33255.26">26252 7966 7 0,'0'3'278'0,"-4"-1"68"0,4-1 40 16,0 1 32-16,0 1 33 0,0-2 42 0,-2 2 49 0,2 0 56 0,0 2 61 15,-3-1 44-15,3 0 37 0,0 1-2 0,0 1-14 0,-2 1-86 0,-2 0-114 16,4 0-58-16,0 1-32 0,-3 1-27 0,3-2-28 0,-6 4-39 0,6-1-45 16,-1 1-55-16,1-1-59 0,-8 1-43 0,8 1-34 0,-1-2-25 0,-3 2-19 15,4 0-15-15,-4-1-13 0,4-1-17 0,0 0-14 0,-1 0-25 16,-3-2-28-16,4 0-56 0,0 0-69 0,-2-4-90 0,2 2-96 0,-4 0-96 15,4-1-92-15,0-5-99 0,-3 4-104 0,3-4-46 0,0 0-16 0,0 0-6 16,0 0 6-16,0 0 14 0,0 0 22 0,-2-3 53 0,-2-1 67 0,4 1 89 16,0-3 96-16,0 0 94 0,0 1 93 0</inkml:trace>
  <inkml:trace contextRef="#ctx0" brushRef="#br0" timeOffset="44347.08">5126 3285 15 0,'-2'9'238'0,"2"1"45"0,0-1 20 0,-3 2 15 0,3 1 7 0,0 0 8 0,0 1 7 16,0 1 5-16,0-1 5 0,0 2 4 0,0-1 3 0,0-1-26 16,0 2-35-16,0-1-76 0,0-2-92 0,0 1-41 0,0-2-20 15,0-1-13-15,0 1-9 0,0-2-8 0,0 0-7 0,0 0-9 0,0 0-8 16,0-2-10-16,0 2-13 0,0-2-13 0,0 0-16 0,0 0-16 0,0-1-17 16,0 0-17-16,0-1-20 0,0-1-24 0,0-1-27 0,0-3-60 0,0 0-74 15,0 0-33-15,0 0-18 0,0 0-2 0,0 0 2 0,0 0 11 0,-6 0 10 16,2-3 12-16,4 3 16 0,-1-4 16 0,-3-1 19 0,4 1 23 0,4-2 30 15</inkml:trace>
  <inkml:trace contextRef="#ctx0" brushRef="#br0" timeOffset="44601.09">5139 3411 214 0,'5'-12'272'16,"0"1"29"-16,4 1 17 0,1-2 12 0,-1 0 11 0,1 1 10 0,-1 0 9 16,4 3 10-16,-2-3 11 0,-2 4 12 0,2-2 9 0,-2 1-51 15,0 1-81-15,0 0-50 0,0 0-35 0,-2 3-15 0,2-1-4 0,-1 2-1 16,-1-1 0-16,-4 2 3 0,3-1 4 0,-3 2 7 0,3-1 9 15,-1 2 13-15,-1 0 14 0,-2 2 12 0,5 1 17 0,-5-2 1 0,1 2 0 16,3 1-1-16,-3 3-2 0,-1-3-2 0,2 5-5 0,1-1-9 0,-1 2-9 16,-4 1-17-16,2 1-17 0,1 1-24 0,1 1-23 0,-4-1-28 0,2 2-27 15,-2 0-17-15,3 0-16 0,-3 0-27 0,0-1-33 0,0-1-45 0,0 2-51 16,0-3-57-16,-3 2-62 0,3-2-52 0,0 0-50 0,-2-2-38 0,2 2-39 16,-4-3-39-16,4 2-39 0,-3-2-45 0,3-2-47 0,-2 2-41 0,-2-3-45 15,4 0 6-15,-5-2 35 0,5 1 46 0,-6-2 58 0,6-3 46 0,-3 3 47 16,3-3 40-16,-2 2 38 0,2-2 41 0,0 0 37 0,-7-2 45 15</inkml:trace>
  <inkml:trace contextRef="#ctx0" brushRef="#br0" timeOffset="44884.85">5249 3475 171 0,'-4'-6'286'0,"3"0"29"0,1 3 14 0,-4-1 8 16,4 1 5-16,0-2 5 0,0 2 5 0,0 0 5 0,0 0 8 0,0 0 8 15,4 2-5-15,-4-4-11 0,1 4-78 0,-1-3-110 0,4 2-50 0,0-1-25 16,-3 0-11-16,-1 0-4 0,4 1-3 0,-4-1-4 0,4 1-4 0,-3 1-5 15,-1 0-6-15,0 1-9 0,4-2-8 0,-4 2-3 0,0 0-5 0,0 0-1 16,2 0 1-16,1 2 2 0,-3-1 3 0,0 2 4 0,4-1 6 0,-2 1 7 16,-2 0 3-16,0 1 6 0,0 0 1 0,0 0 5 0,0 2-2 0,0-3 0 15,0 1-4-15,0 1-3 0,0-1-6 0,0 1-5 0,0-2-4 16,3-2-6-16,-3 2-6 0,0 0-5 0,0-1-4 0,0 1-6 0,2-2-3 16,-2 1-5-16,4 1-1 0,-4-2-1 0,4 1-1 0,-3 0 1 0,-1 0-4 15,4-2-2-15,0 2-17 0,-3-2-18 0,3 0-24 0,-2 0-22 0,1 0-29 16,3-2-26-16,-3 0-31 0,-1 0-35 0,6-1-38 0,-7-2-38 15,3 1-50-15,1-2-53 0,-1-2-43 0,-2 1-38 0,1-1-4 0,1-1 7 16,-2 2 18-16,-2-2 22 0,3 1 23 0,-3 1 28 0,0-3 31 0,0 3 35 16,0-2 37-16,0 2 40 0,0-1 50 0</inkml:trace>
  <inkml:trace contextRef="#ctx0" brushRef="#br0" timeOffset="45048.55">5310 3186 36 0,'-3'-9'268'0,"1"3"55"0,2-2 28 15,-4 5 17-15,4-1 10 0,0 4 10 0,0 0 8 0,0 0 14 0,0 0 16 16,0 0 27-16,0 3 29 0,0 1 2 0,0 1-12 0,0 2-61 0,-1 2-85 15,-3 0-35-15,4 2-13 0,0 1-7 0,-4 0-5 0,4 1-6 16,0-1-9-16,-1 3-14 0,-3-1-19 0,4-2-38 0,-4 1-50 16,4 1-73-16,0-4-81 0,0 2-78 0,0-1-79 0,0-1-76 0,4 1-72 15,-4-1-105-15,4-1-115 0,-3 0-53 0,3-3-24 0,1 2-13 0,1-4-2 16,-3 2 10-16,6-1 19 0,-3-1 41 0,3-2 50 0,0-1 52 0,-4 2 54 16,4-3 56-16,2 0 61 0</inkml:trace>
  <inkml:trace contextRef="#ctx0" brushRef="#br0" timeOffset="46513.23">5811 3244 133 0,'-5'2'300'0,"1"-2"46"0,3 3 22 0,-3-2 10 0,4 1 6 15,-2 2 9-15,-1-1 10 0,3 2 9 0,-4-1 12 0,2 2 15 0,2 2 14 16,0-1-32-16,-3 4-47 0,3-2-77 0,0 3-82 0,0-1-35 0,-2 3-11 15,2 0-2-15,0-1 0 0,0 2-1 0,2 0-1 0,-2-1-7 0,0-1-5 16,3 0-10-16,-3 0-7 0,6-1-7 0,-3-2-7 0,-1-1-3 0,3 0-3 16,3-1 2-16,-3-2 2 0,4 0 6 0,0-2 4 0,-3 1 0 0,4-1 5 15,-1-1 7-15,1-1 7 0,-1-1 6 0,0-1 5 0,-2 0 0 0,2-1-1 16,4-1-4-16,-8-2-4 0,4 1-10 0,2-4-6 0,-6 2-11 0,4-1-11 16,-1-3-5-16,-1 0-5 0,0 0-10 0,-2-2-9 0,1 1-9 0,-1-1-8 15,-1 1-6-15,0-1-7 0,-3 2-7 0,3-2-7 0,-4 1-2 0,2 1-5 16,-2 0 0-16,0 0-2 0,-2 0-1 0,2 0-6 0,-4 0-4 15,3 0-5-15,-3 0-3 0,0 0-5 0,-1 2-1 0,1-2-3 0,-1 1 0 16,3 2 0-16,-5-1-1 0,5 2-5 0,-3-1-3 0,-3 2-5 0,3-1-1 16,-1 1 0-16,3-1-3 0,-3 4-4 0,1-2-4 0,0 1-4 15,-3 1-1-15,3-1-4 0,3 2-7 0,-5 0-6 0,1 2-9 0,3-2-6 16,-3 3-17-16,1 0-16 0,1 0-32 0,-1 1-34 0,3 1-43 0,-5-1-43 16,5 1-40-16,-2 0-38 0,-1 2-32 0,1 0-28 0,4-1-20 0,-1 0-20 15,-3 0-14-15,4 0-14 0,0 0-12 0,0 0-8 0,0-1 9 0,0-1 17 16,4 1 25-16,-3-2 30 0,3 1 19 0,-4-2 16 0,5-1 7 0,-5 0 1 15,0-1 5-15,0 0 3 0,6-1 14 0,1 0 19 0,-5-1 25 0,2 1 27 16,1-2 24-16,-1 1 22 0,-3-1 27 0,3 0 37 0,-2 1 94 0,1 0 121 16,1-1 77-16,-2 1 60 0,2-1 42 0,-4 2 34 0,3-2 20 15,-1 1 13-15,-2 2 15 0,0 0 13 0,0 0 12 0,0 0 12 0,0 0 5 16,0 0 0-16,4 0-53 0,-3 2-74 0,-1-1-32 0,0 2-14 0,4-1-5 16,-4 1-2-16,0 1-4 0,4-1-3 0,-3 2-11 0,-1-1-10 15,0 1-10-15,4 1-13 0,-4 0-16 0,2-2-19 0,1 2-38 0,-3 0-45 16,6 0-47-16,-6-1-48 0,3-1-44 0,-1 1-41 0,2-1-46 0,1 1-48 15,-1-1-65-15,1-2-72 0,-1-1-51 0,1-2-43 0,1 1-16 0,3-4-3 16,-4 0 15-16,4 0 23 0,0-1 29 0,0-2 32 0,2-1 27 0,-2-1 33 16,6-1 40-16,-3 0 43 0,-1 2 62 0</inkml:trace>
  <inkml:trace contextRef="#ctx0" brushRef="#br0" timeOffset="47154.37">6311 3142 138 0,'0'-3'284'0,"0"3"46"0,0 0 26 0,0 0 21 16,3 3 18-16,-3 0 18 0,0 0 23 0,-3 2 25 0,3-1 28 0,-6 2 33 15,3 0 30-15,-3 0-23 0,3 1-50 0,-3 1-68 0,1 1-74 16,1-1-40-16,-5 1-22 0,4 0-18 0,-4 1-19 0,3 1-20 0,-3-1-22 16,2 1-31-16,-2-3-35 0,0 3-48 0,3 0-50 0,-3-2-46 0,4-1-40 15,-2 0-32-15,1 0-28 0,1-1-22 0,1-2-18 0,-1 1-17 0,5-2-13 16,-4-1-13-16,2 0-12 0,2 0-2 0,0-3 0 0,0 0 14 0,0 2 16 16,0-2 19-16,6 0 23 0,-6 0 18 0,5 0 17 0,-1-2 14 0,1 1 17 15,1-2 13-15,1 1 17 0,-2-1 13 0,1 0 10 0,-1-1 9 0,1 1 6 16,1-2 4-16,-2 2 2 0,1 0 1 0,-1 0-4 0,-1 0 1 0,-1 2 1 15,-1 1 3-15,-2 0 3 0,0 0 8 0,0 0 10 0,0 0 9 0,0 1 9 16,0-1 12-16,0 5 7 0,0-1 12 0,-5 2 10 0,5 0 11 16,-4 2 12-16,-1-1 10 0,3 2 11 0,-2-1 5 0,-1 1 1 0,-2 0-4 15,1 0-2-15,4-2-8 0,-5 2-5 0,5-1-10 0,-3-2-11 0,1 0-11 16,1 0-13-16,1-2-10 0,-2-1-13 0,4 0-15 0,0 0-10 0,0-3-16 16,0 0-16-16,0 0-13 0,0 0-10 0,0 2-9 0,0-2-5 15,4 1-6-15,-2-1-6 0,1-1-7 0,3-1-9 0,-3 1-8 0,3-2-10 16,-1 1-5-16,4-1-6 0,-3-1 1 0,1 0 5 0,0 0 5 0,0 0 0 15,-1-2 4-15,3 2 0 0,-4 0 5 0,1 0 6 0,-3-1 7 0,3 2 9 16,-6 0 8-16,5 0 12 0,-5 3 8 0,0 0 9 0,0 0 9 0,0 0 7 16,0 0 10-16,4 2 7 0,-4 0 11 0,0 2 10 0,-4 0 5 0,4 1 9 15,0 0 7-15,-5 2 7 0,5-1 2 0,-4 1 6 0,2 1 1 0,-1-2-1 16,-1 1-3-16,2-1-1 0,2 0-6 0,0 0-6 0,-3 0-7 0,3-3-8 16,0 2-7-16,-2-3-10 0,2-2-4 0,0 4-7 0,0-4-4 15,2 3-4-15,-2-3-3 0,0 0-4 0,0 0-5 0,3 0-5 0,3 0-2 16,-3 0-5-16,-1-2-6 0,2 1-4 0,1-3-5 0,-1 3-8 0,1-3-5 15,1 1-3-15,-1-3-6 0,2 1 1 0,-1-1-1 0,-1 2 4 16,1-3 2-16,-3 2 4 0,3-1 4 0,-3 0 3 0,3 0 8 0,-1 0 6 16,0 0 6-16,-1 1 5 0,2-1 7 0,-3 2 4 0,3-1 7 0,-1 1 1 15,-1-1 3-15,1 2 3 0,-1 0 1 0,-3 0 4 0,3 1 5 0,0 1 9 16,-2 1 8-16,1 0 11 0,-1 0 13 0,2 1 13 0,-1 1 10 0,-1 0 13 16,2 1 15-16,-4-2 14 0,3 2 20 0,-1 2 20 0,-2-1 20 0,4 1 23 15,-4-1 16-15,0 2 18 0,1-1 8 0,-1 2 4 0,0-1-4 0,0 0-6 16,0 0-6-16,0 0-11 0,-1 0-13 0,1-1-13 0,0-1-23 15,0 1-18-15,-4-1-33 0,4 1-37 0,0-2-67 0,-2 0-80 0,-1 1-88 16,3-3-90-16,-4 3-90 0,4-1-91 0,0-3-100 0,-5 3-112 0,1 1-51 16,2-2-22-16,2-2-9 0,-3 2-5 0,3-2 5 0,0 4 13 15,0-4 41-15,0 0 59 0,0 0 70 0,0 0 78 0,3 1 80 0,-3-1 83 16</inkml:trace>
  <inkml:trace contextRef="#ctx0" brushRef="#br0" timeOffset="47542.67">6710 3366 37 0,'0'1'405'0,"-3"1"94"0,1-1 40 0,-2 1 20 0,4-2 7 0,0 0 4 0,0 0 7 0,0 0 7 0,4 0 10 0,1 0 16 0,-1 0 21 0,1 0-2 16,1-2-8-16,3 1-141 0,0-1-196 0,2 1-87 0,-2-2-35 15,2 1-14-15,1 1-4 0,-1-2-2 0,2 1-3 0,-2 1-6 0,3-3-6 16,-5 3-16-16,4 0-15 0,-2-1-17 0,-2 2-16 0,2 0-7 0,-2 0-4 16,0 0 2-16,-4 2 1 0,1-1 4 0,3 2 4 0,-6 0 5 0,3 2 6 15,-3-1 2-15,-1 1 4 0,2-1 2 0,-4 2 5 0,0 0-2 0,0 2-1 16,-4-1-4-16,4 2-5 0,-5-1-7 0,-1 2-5 0,3-1-9 0,-6 2-9 15,3-1-10-15,-3 1-13 0,2-1-14 0,-2 1-19 0,0-2-26 0,0 0-31 16,0 0-56-16,-2 0-69 0,2-2-70 0,0 0-69 0,-2 1-63 0,2-2-54 16,-4 0-53-16,6-1-51 0,-6-1-52 0,4 1-51 0,0-3-47 0,4 0-42 15,-4-2-4-15,3-2 16 0,-3 1 47 0,7-2 65 0,-1 0 68 0,-3-1 71 16,6-3 57-16,0 0 56 0,0 0 53 0,0 1 54 0,6 0 52 16</inkml:trace>
  <inkml:trace contextRef="#ctx0" brushRef="#br0" timeOffset="47669.8">6763 3463 136 0,'0'-4'297'0,"3"1"33"0,-1 3 21 0,2-2 20 0,-4 2 18 0,0 0 19 15,5 2 21-15,-5-1 19 0,4 2 19 0,-2 0 22 0,1 0 11 0,-3 2 10 16,6-2-83-16,-6 1-118 0,3 0-59 0,-1 0-32 0,-2 0-19 0,4-1-20 16,-1 2-35-16,-1-3-45 0,-2 2-55 0,4 0-59 0,-2-1-61 0,1 0-58 15,1 0-61-15,-2 0-63 0,1 2-64 0,-3-4-68 0,0-1-58 0,0 0-57 16,0 0-24-16,6 0-13 0,-1 0 15 0,-1-1 22 0,1-2 32 0,-1-1 42 16,1 0 37-16,1 0 41 0,-3 1 41 0,3-2 46 0,3 1 53 0</inkml:trace>
  <inkml:trace contextRef="#ctx0" brushRef="#br0" timeOffset="48080.11">7011 3406 42 0,'5'-6'237'0,"4"2"45"0,-3-3 25 0,3 3 17 0,0-2 13 0,0 2 11 16,0-1 11-16,0-1 11 0,-2 2 11 0,2-2 7 0,0 1 7 15,0-1-28-15,0 2-43 0,-3-1-70 0,3 1-83 0,-4-1-43 0,0 1-22 16,1-1-16-16,1 2-14 0,-1 0-10 0,-1 0-12 0,-1 0-10 0,-3 0-11 16,3 2-12-16,0-2-13 0,-3 1-16 0,-1-1-14 0,4 0-16 0,-4 3-17 15,0-3-12-15,0 0-17 0,-4 0-11 0,4 0-16 0,-1 0-10 0,-3-1-12 16,4 1-6-16,-4 0-4 0,-1 0 1 0,5-1 6 0,-5 0 7 0,1 3 11 15,2-2 14-15,-1 0 13 0,-3 1 16 0,2 1 17 0,3-1 17 0,-3 0 19 16,0 2 19-16,4 0 21 0,0 0 15 0,0 0 16 0,-1 0 15 0,1 2 11 16,-4 0 12-16,4 1 8 0,0 0 11 0,0 1 9 0,0 2 12 15,0 2 12-15,0-1 6 0,0 2 6 0,0 2 1 0,0 1-4 0,0 1 3 16,0 0 2-16,0 3-2 0,0 0-3 0,0 1-1 0,0-2-3 0,0 1-5 16,0 1-5-16,0-1-9 0,0-1-13 0,0 0-5 0,0 2-4 15,-2-4-2-15,-1 0 3 0,3 1-1 0,0-2-2 0,-4 0 8 0,4-1 9 16,0-1 16-16,-2-2 19 0,-1-1 16 0,3 1 13 0,-2-2 16 0,-2 0 14 15,4-2 7-15,-3-1 5 0,3 2 1 0,0-4-4 0,-2 2-2 0,-2 0-7 16,4-2-10-16,-4 1-15 0,4-2-22 0,-1 2-21 0,1-2-21 0,0 0-23 16,0 0-17-16,0 0-16 0,0 0-13 0,-4-2-13 0,4-1-14 0,0 3-13 15,0-3-14-15,0-1-16 0,0 1-29 0,0-4-36 0,4 0-69 0,-3 0-83 16,3-1-79-16,2-1-71 0,-3-1-78 0,1-1-78 0,1-1-88 0,-3 1-91 16,2 0-40-16,1-3-14 0,0 2-2 0,3-1 4 0,-3 1 25 0,1-2 31 15,-1 2 66-15,2 0 82 0,0 0 77 0,1 0 75 0,-1 2 75 0,6-1 77 16</inkml:trace>
  <inkml:trace contextRef="#ctx0" brushRef="#br0" timeOffset="48872.08">7515 3184 210 0,'0'0'330'0,"0"2"47"0,-5 1 23 0,1 0 16 0,2 1 11 0,-1 0 12 0,-1 1 12 0,-1 1 12 0,-1 0 13 16,1 0 13-16,-4 0 10 0,3 2-51 0,-3 1-76 0,0-2-91 0,4 1-90 15,-4 1-46-15,0 0-22 0,0 0-17 0,0-2-9 0,3 2-13 0,-3-1-14 16,4-1-11-16,-4 1-12 0,3-1-14 0,1 1-9 0,1-2-10 0,-1 0-8 16,1 0-3-16,2 0-3 0,-1-2 1 0,1 1 2 0,2-1 3 15,0-1 2-15,0 0 4 0,0 0 4 0,2-2 2 0,-2 1 4 0,3 1 5 16,-1-1 3-16,2-2 2 0,1 1 5 0,1 1-1 0,1-2 3 16,-2 0-2-16,4 0-1 0,-3-2-3 0,3 1-2 0,0-1-2 0,-4-1-2 15,4 1-5-15,0 0-3 0,-1-1-5 0,-1 0-4 0,-2 0-10 0,1 0-12 16,3 0-16-16,-4 0-17 0,-1 0-12 0,-2 0-16 0,1 1-9 0,3 1-11 15,-6-1-6-15,0 1-5 0,0 1-8 0,0 0-8 0,0 0-4 0,0 0-8 16,0 0 5-16,0 0 8 0,0 0 14 0,-6 1 21 0,3 1 13 0,1 1 8 16,-2-2 8-16,-1 4 10 0,1-1 7 0,-1 1 7 0,1-1 12 0,-1 3 8 15,3 1 13-15,-5 0 11 0,1 1 10 0,4 0 9 0,-5 0 3 0,5 1 2 16,-5 1 8-16,5-2 12 0,-1 1 6 0,1 0 5 0,-2 0 1 0,1-2 1 16,3 2-2-16,-2-3 0 0,-2 1-2 0,4-2-2 0,0 0-4 15,0-2-2-15,0 1-4 0,0-1-6 0,4-1-3 0,-4 0-6 0,0-2-5 16,2 1-2-16,-2-2-4 0,0 2 3 0,3-1-4 0,1 1-4 0,-2-2-2 15,-2 0-2-15,3 0-4 0,-1-2-3 0,2 1 0 0,1-3-6 0,-1 2-2 16,1-3-2-16,-1 2-7 0,1-3-5 0,-1 0-5 0,1 2-6 16,-3-2-3-16,5-2 0 0,-1 1-3 0,-4 1-1 0,5-2 0 0,-5 2-1 15,5-2 2-15,-5 3-1 0,3-1 1 0,-1 1 0 0,1-1 6 0,-1 2 5 16,1-1 2-16,-5 1 4 0,6 0 2 0,-6 2 4 0,3 0-1 0,-1 1 4 16,2-1 2-16,-4 2 4 0,0 0 7 0,0 0 6 0,0 0 7 0,0 0 8 15,0 0 7-15,0 2 10 0,0-2 11 0,0 0 12 0,0 1 11 0,0 2 6 16,0-3 4-16,0 3 3 0,0 2 0 0,0-4-1 0,0 2-6 0,3 0-7 15,-3 0-8-15,0-1-7 0,0 0-12 0,0-2-18 0,0 4-25 0,0-4-29 16,0 0-29-16,0 3-27 0,0-3-25 0,0 0-26 0,2 1-23 0,-2-1-25 16,0 0-20-16,0 0-23 0,4-1-13 0,-1-1-20 0,-1 1-10 15,2-1-7-15,-2-2 1 0,1 1 3 0,3-2 11 0,-3 1 12 0,-1-3 16 16,2 2 16-16,1-1 23 0,-1-1 18 0,1 0 20 0,1 1 19 0,-3 0 19 16,1 0 17-16,1 0 19 0,1 0 18 0,-3 0 19 0,-1 2 20 15,2-2 22-15,1 3 25 0,-1-2 29 0,1 2 28 0,-1 0 15 0,-2 0 10 16,3 2 5-16,-1-1 5 0,1 2-1 0,-1 0 4 0,1 0 7 0,1 0 12 15,-3 2 22-15,3-1 29 0,-1 2 10 0,2 0 3 0,-1 0-6 0,-1 2-11 16,1-2-4-16,-1 3 2 0,2-2 13 0,-1 2 15 0,-1 0 23 0,-1 0 22 16,1 0 9-16,-1 2 2 0,-2-1-12 0,1 1-14 0,-1-1-16 0,2 0-11 15,-4 3-8-15,3-3-8 0,-1 1-5 0,-2-1-2 0,0 0-11 0,0 0-15 16,0 0-18-16,-2-1-20 0,2 0-16 0,-3 0-13 0,3 0-15 16,0 0-14-16,-6 0-11 0,3-1-10 0,1-1-7 0,-2 1-2 0,1-1-10 15,-3 1-7-15,1-3-13 0,-4 3-14 0,0-2-19 0,3 0-19 0,-3 2-32 16,4-1-34-16,-4-1-56 0,0 0-66 0,3-1-60 0,-3 1-64 15,4 0-52-15,-1-2-54 0,3 2-54 0,-3-1-56 0,1-2-75 0,5 0-78 16,-7 0-29-16,5-2-4 0,2 2 18 0,-4-4 29 0,4-1 52 0,0 1 63 16,0-3 61-16,4 0 62 0,-2 1 53 0,1 0 53 0,3-1 55 0,-3-1 59 15</inkml:trace>
  <inkml:trace contextRef="#ctx0" brushRef="#br0" timeOffset="49410.62">7734 3133 341 0,'0'0'482'0,"0"-3"59"0,0 3 37 0,0-1 28 0,0 1 29 0,0 0 31 0,0 0 24 0,-3-2 26 0,3 2 17 0,0 0 12 16,0 0 2-16,-6 2-3 0,4 1-143 0,-1 0-203 0,-3 1-103 0,-1 1-58 15,2-1-38-15,-1 4-26 0,-3-1-29 0,4 1-31 0,-4-1-25 0,3 1-24 16,1 1-17-16,-4-2-16 0,3 1-8 0,-1-1-10 0,2 1-7 0,-1-2-4 16,3-2-5-16,-3 2-3 0,3-1-8 0,1-2-8 0,-2 0-10 0,2-2-10 15,2-1-7-15,0 0-8 0,0 0-3 0,0 0-3 0,0 0-1 0,2 0 1 16,2 0 0-16,1 0-1 0,1 0 1 0,1-1 3 0,0-1 6 0,2 1 10 16,0-2 10-16,4 0 9 0,-2-2 8 0,0 2 7 0,1-1 4 15,-1-1 3-15,4 1 1 0,-6-1 1 0,3 2-1 0,-1 0 1 0,-2 0 1 16,0 0 0-16,0 2-2 0,-3-1 1 0,3 2-1 0,-4 0-1 15,1 0-1-15,-1 2-8 0,-1-1-2 0,1 1 1 0,-1 1-26 0,-3 0-35 16,3 0-59-16,-4 1-64 0,0 1-61 0,0-1-56 0,0 2-60 0,0 2-61 16,-4-1-72-16,3 2-78 0,-3-1-47 0,-1-1-36 0,-1 2-18 0,-3-1-6 15,5 1 20-15,-5-2 37 0,4 2 56 0,-4-3 65 0,4 2 62 0,-1-2 56 16,-3 0 61-16,5-2 60 0,-1 2 74 0</inkml:trace>
  <inkml:trace contextRef="#ctx0" brushRef="#br0" timeOffset="49754.19">7720 3402 133 0,'0'4'292'0,"0"1"53"16,3-2 32-16,-3 3 26 0,2 1 26 0,-2-1 32 0,6 2 37 0,-6 1 42 16,0 0 46-16,3 0 46 0,-3 1 40 0,4 1-22 0,-2-1-49 0,-2 2-70 15,0 0-86-15,3 0-44 0,-3 0-27 0,0 0-24 0,0-1-20 0,0 1-30 16,0-2-39-16,0 1-40 0,0-1-41 0,0 1-38 0,0-3-38 16,-3 2-23-16,3-3-18 0,-2 1-11 0,-2-2-9 0,4-1-2 0,0-1-2 15,-3 0-2-15,3 1-1 0,-2-2 2 0,-2-2 1 0,4 2 0 0,0 0-2 16,-2-1-1-16,-1-1-1 0,-1 1 0 0,-1-1 1 0,5 1 0 0,-6-1 0 15,3-1 0-15,-3 0 0 0,3 0 0 0,1 0-1 0,-2 0-2 0,2 0 0 16,-1 0-3-16,3-1-6 0,-4-2-2 0,4 1-2 0,-2 1-4 0,2-4-4 16,0 2-1-16,0-1-2 0,2-2-3 0,-2-1-3 0,4 2-2 0,1-3-2 15,1 1-1-15,1-2-1 0,-2 1 2 0,4 1-1 0,0-3 1 0,-1 3 1 16,1-2-3-16,-4 3-2 0,4-1 1 0,0 2 1 0,-4-1 0 16,3 2 1-16,-3 1 1 0,1 0-2 0,3 0 0 0,-4 1 1 0,-1 0-1 15,1 2-1-15,-1 0-10 0,1 0-10 0,-3 2-25 0,2-2-31 0,1 3-76 16,-1-1-101-16,-4 1-89 0,5-2-84 0,-5 4-96 0,4-1-101 0,-3 1-75 15,-1-5-69-15,0 6-29 0,0-1-15 0,0 2 5 0,0-1 7 16,0-2 25-16,0 2 34 0,0-6 76 0,0 5 101 0,0-5 88 0,0 4 83 16,4 1 96-16</inkml:trace>
  <inkml:trace contextRef="#ctx0" brushRef="#br0" timeOffset="49963.99">8024 3575 64 0,'0'0'379'0,"1"4"199"0,-1-4 89 0,0 0 41 16,0 1 18-16,0 2 8 0,0-1 1 0,0-2 2 0,0 0-6 0,0 0-6 15,0 0-15-15,0 0-19 0,0 0-121 0,0 0-163 0,0 0-232 0,4 3-262 16,-4-3-145-16,0 1-91 0,0-1-77 0,0 2-65 0,2-1-69 16,-2 2-74-16,0-3-47 0,0 0-34 0,0 0-5 0,0 0 8 0,0 5 30 15,0-5 42-15,-2 6 57 0,2-3 66 0,0-3 56 0,0 4 54 0,0-4 57 16,0 5 58-16,0-5 68 0</inkml:trace>
  <inkml:trace contextRef="#ctx0" brushRef="#br0" timeOffset="50068.07">8016 3667 21 0,'-2'3'256'0,"2"-1"73"0,-3-1 34 0,3-1 14 16,0 0 7-16,0 0 4 0,0 0 3 0,0 0 5 0,0 0-2 0,0 5 2 15,0-4-6-15,0-1-14 0,3 3-90 0,-3-1-131 0,2 1-119 0,2-2-118 16,-4-1-109-16,4 3-108 0,-3 0-51 0,5-1-22 0,-3 1-12 0,-3-3-8 16,6 1-3-16,-3 1 0 0,3-1 8 0,-6-1 10 0,5 0 20 0,3 2 25 15,-3-1 39-15,0 0 45 0</inkml:trace>
  <inkml:trace contextRef="#ctx0" brushRef="#br0" timeOffset="50630.28">8221 3411 72 0,'3'0'331'16,"-3"0"117"-16,0 0 74 0,0-2 54 0,0 2 48 0,0 0 48 16,4 2 33-16,-4-2 26 0,0 0 16 0,0 0 14 0,0 0 6 0,0 0 4 15,0 0-81-15,0 0-122 0,2-2-116 0,1 2-113 0,-1 0-71 0,2-3-51 0,-4 3-49 16,5-1-47-16,-5-1-31 0,4-1-27 0,1 2-18 0,-1-2-12 0,-2 1-11 15,1-1-7-15,-1 1-3 0,2 1-4 0,1 1-2 0,-5-1-5 16,4 1-1-16,-1 1-1 0,-1-1-1 0,2 3 1 0,-2 0-1 0,-2 2-1 16,3-1 2-16,-3 2-1 0,0-1 4 0,4 2 2 0,-2 1 1 0,-2 1-2 15,0-2 0-15,3 2-2 0,-3-1 1 0,2-1-1 0,2 1-2 0,-1-3-2 16,-1 2 0-16,-2-3-2 0,4 1 1 0,1-1-2 0,1-2-6 0,-3 1-5 16,3-2-2-16,-3 1-4 0,3-2-1 0,-3 0 0 0,3 0-3 0,-4-2-3 15,5 1 2-15,-2-1 1 0,-1 1 0 0,-2-1 1 0,3-1-1 0,-1 0 2 16,-1 2 2-16,-1-1 4 0,2 1 1 0,-4-1 3 0,0 2 0 0,2-1-1 15,-2 1 2-15,0 0 4 0,0 0-1 0,0 0 1 0,0 0-1 0,0 0 4 16,3 1-1-16,-3-1 2 0,0 3 2 0,0 0 1 0,4 0 1 16,-4 2 2-16,0 1 3 0,0-2 2 0,0 4 2 0,0-2 1 15,0 1 2-15,0 1 4 0,-4-1-1 0,4 2 1 0,0-1-2 0,-3-2-2 16,3 1 1-16,-2-1 1 0,2 0 1 0,0 0 0 0,-4-1-1 0,4-1 0 16,0 1-1-16,-2-1-4 0,-1-1-2 0,3 2-8 0,0-4-20 0,-4 2-24 15,4 0-45-15,-2-2-53 0,-1 3-65 0,1-3-67 0,-2 1-54 0,1-1-50 16,1 2-47-16,-2-1-48 0,-1-1-40 0,1 1-36 0,2-1-56 0,-1-1-59 15,3 0-23-15,0 0-5 0,-9 0 32 0,7-1 51 0,-2-1 58 0,1 1 67 16,-3-2 52-16,6 0 50 0,-3 0 44 0,1-2 48 0,2 5 42 0,0-7 37 16</inkml:trace>
  <inkml:trace contextRef="#ctx0" brushRef="#br0" timeOffset="51148.97">8219 3526 76 0,'-4'0'328'0,"-1"0"79"0,-1 0 47 0,3 2 31 0,-1-2 26 0,4 0 30 0,0 0 29 0,0 0 41 0,0 0 44 16,0 0 38-16,0 0 35 0,0 0-9 0,4 0-33 0,-1 0-100 0,3-2-128 15,-4 1-71-15,5-1-42 0,-2-1-31 0,4 0-24 0,0 0-25 0,-1-1-29 16,1 1-37-16,3-2-43 0,-1 1-36 0,-2-2-35 0,2 0-22 0,2 1-17 16,-2-1-10-16,1 2-9 0,-1-1-6 0,2-1-4 0,-2 2-2 0,-2 1-2 15,0 0-1-15,0 0-1 0,-4-1-4 0,4 3-1 0,0 0 0 0,-3-1 2 16,-1 4 1-16,1-1 3 0,-3 0 6 0,3 3 6 0,-1-1 6 0,-1 1 3 15,1 2 3-15,-5 0 4 0,4 3 5 0,-3 0 3 0,-1 0 3 16,0 2 5-16,0 2-1 0,-1-1-1 0,-3 2-1 0,-1-1-4 0,1-1-4 0,2 2-4 16,-5-1-7-16,2 1-4 0,-1-2-4 0,2-1-4 0,-1 2-4 15,-4-3-4-15,4 1-5 0,-1 1-6 0,1-2-5 0,-4-1-2 0,3 0-8 16,-3-1-9-16,0 1-11 0,4-2-8 0,-4 1-13 0,0-1-11 16,0-1-16-16,0-1-19 0,-2-1-28 0,2 0-34 0,0 1-37 0,0 0-42 15,-2-2-38-15,2 0-35 0,0-2-24 0,0 0-18 0,3 1-12 0,-3-2-7 16,4 0-5-16,-4-3 2 0,3 0 11 0,3 0 12 0,1-1 29 0,-2-1 32 15,2-1 42-15,-1-1 43 0,3-1 47 0,0 1 44 0,0-2 44 0,0 0 37 16,0-2 41-16,0 2 42 0,0 0 40 0,0-1 43 0,0 1 37 0,3 0 31 16,-1 1 25-16,-2 1 25 0,0-1 18 0,4 2 16 0,-4 0 9 0,2 2 5 15,1 1 1-15,-3 0 0 0,4-1-10 0,-2 3-15 0,1 0-22 16,1-1-27-16,-2 1-25 0,1 1-23 0,-1 0-20 0,2 0-16 0,1 0-18 16,-1 1-13-16,1-1-13 0,-1 2-10 0,1-1-10 0,-3 0-12 0,5 1-9 15,-5-2-8-15,5 3-7 0,-1-1-4 0,-1-1-5 0,1 1-3 16,-3-1-8-16,3 2-8 0,-3-3-13 0,3 2-13 0,-4-1-34 0,5 0-41 15,-5-1-72-15,1 2-90 0,3-2-74 0,-3 0-70 0,3 0-68 0,-3 0-72 16,3-2-91-16,-4 1-104 0,5 0-48 0,-2-4-22 0,1 2-3 0,-1-1 6 16,2-1 27-16,-1 1 41 0,-1-2 68 0,4 0 87 0,-3-2 76 0,-1 2 72 15,4 0 68-15,-4 0 72 0</inkml:trace>
  <inkml:trace contextRef="#ctx0" brushRef="#br0" timeOffset="51324.43">8559 3520 207 0,'4'-2'303'0,"-1"1"43"0,-1 1 24 0,2 0 24 0,-3 0 20 0,7 0 24 0,-7 0 25 15,3 0 25-15,1 0 28 0,-1-1 35 0,-2-1 37 0,5 1-29 16,-5-1-63-16,3 1-67 0,3 1-67 0,-3-3-37 0,0 1-25 16,1 1-20-16,-1-1-23 0,3-1-19 0,-3 0-26 0,0 0-25 0,1 2-25 15,-3-1-38-15,3-1-37 0,-3 2-35 0,-1-1-29 0,2-1-40 0,0 2-43 16,-3-1-55-16,-1-1-58 0,0 0-50 0,0 0-45 0,0 0-46 0,0-1-44 16,0 1-35-16,0-3-30 0,0 1-45 0,-1 0-48 0,-3 0-53 0,0-3-52 15,2 2 1-15,-1-1 24 0,3 1 45 0,-6-2 55 0,6 1 48 0,-3 0 44 16,3 2 44-16,-6-1 42 0,6 0 36 0,0 1 30 0,0 5 44 0</inkml:trace>
  <inkml:trace contextRef="#ctx0" brushRef="#br0" timeOffset="51598.6">8657 3360 4 0,'0'0'248'0,"0"0"85"0,1 3 48 0,-1-2 27 0,0 2 30 0,4 0 28 16,-4 2 43-16,2 1 42 0,-2 0 58 0,0 1 58 0,0 2 41 15,0 2 29-15,0-1-45 0,3 2-82 0,-3 2-75 0,0-2-73 0,0 1-37 16,0 1-22-16,0-1-26 0,4 1-27 0,-4 1-38 0,2-3-43 0,-2 2-54 16,3 0-56-16,-3 0-38 0,0-1-31 0,0-1-20 0,2 0-14 0,2-2-11 15,-4 3-8-15,0-4-5 0,0 0-5 0,0 0-2 0,4 0 1 0,-4-2-2 16,0-1-2-16,0 2 5 0,0-4 6 0,-4 1 8 0,4 1 7 15,0-3 6-15,0-2 4 0,0 2 5 0,-4-2 6 0,4-1 5 0,-2 2 7 16,-1 0 1-16,1-2 4 0,-2 0 4 0,1 0 4 0,1 0 1 0,-2 0-7 16,-1 0-6-16,1 0-9 0,3 0-7 0,-3-2-6 0,-2 0-9 0,6 1-9 15,-3 0-12-15,1-1-14 0,-2-1-15 0,1 2-19 0,1-4-23 0,2 2-23 16,-4 0-22-16,4-1-22 0,0-1-29 0,-1 1-37 0,-3-2-75 0,4 0-96 16,0 0-87-16,0-1-86 0,4 2-82 0,-3-1-79 0,-1-2-76 0,4 4-79 15,-4-4-25-15,5 2 0 0,-1-1 8 0,1 1 13 0,1 0 29 0,-1 0 32 16,3 0 76-16,-3 1 97 0,0-1 90 0,4 2 89 0,-3 1 86 0,3 0 84 15</inkml:trace>
  <inkml:trace contextRef="#ctx0" brushRef="#br0" timeOffset="52199.91">9082 3354 90 0,'5'-6'308'0,"-1"1"81"0,1-1 58 0,1 0 54 0,3 2 55 0,-4-1 59 0,4 1 44 0,0-1 37 0,2 2 30 0,2 0 23 16,-3 0 15-16,3 0 14 0,-2 2-78 0,3 1-116 0,1 0-86 0,-2 0-68 15,1 1-53-15,1 1-46 0,-1 1-47 0,0-2-51 0,-1 5-39 0,2-1-36 16,-5 1-25-16,5 0-16 0,-6 1-13 0,2 2-11 0,1 0-9 0,-1 0-8 15,-2 2-5-15,-3 1-8 0,3 0-8 0,-4 0-7 0,2-2-6 0,-1 4-6 16,-4-2-6-16,5 0-6 0,-5 0-7 0,-2-1-10 0,3 0-10 0,-3 0-12 16,0-2-16-16,0 0-17 0,0 0-27 0,0-2-32 0,-3-1-70 15,3 0-87-15,-2 0-87 0,-2 0-89 0,1-1-74 0,1-2-64 0,-2 1-59 16,2-3-55-16,2-1-55 0,0 0-56 0,-7-1-16 0,5 0 1 16,-1-4 18-16,3 1 27 0,0-3 70 0,0-1 85 0,0-2 89 0,3 0 87 15,-1-1 73-15,2 0 65 0,1-1 63 0</inkml:trace>
  <inkml:trace contextRef="#ctx0" brushRef="#br0" timeOffset="52363.6">9487 3336 150 0,'9'-15'368'0,"-4"1"95"0,-1 2 75 0,1 2 71 0,1 0 69 16,-1 5 50-16,-1 0 37 0,-4 1 31 0,0 2 23 0,0 2 15 0,0 0 13 16,0 0-37-16,0 0-56 0,0 0-112 0,-6 2-137 0,3 1-87 0,1-2-66 15,-2 2-66-15,-5 3-59 0,4 0-41 0,-4 2-35 0,0 1-25 0,-2 1-21 16,-2 2-15-16,2 1-10 0,-3 1-11 0,-1 3-9 0,3-2-17 0,-3 0-19 16,4 1-24-16,-1-1-25 0,1-1-28 0,2 1-26 0,0-4-50 15,-2 0-62-15,7 0-100 0,-1-2-117 0,0 0-92 0,1-2-82 0,4-1-83 16,0 0-87-16,0-1-58 0,4-2-44 0,1-2-8 0,0 1 8 15,1-2 13-15,3-2 17 0,0-1 42 0,4-1 54 0,-3-4 97 0,1 1 117 16,2-1 92-16,1-1 79 0,1 0 87 0</inkml:trace>
  <inkml:trace contextRef="#ctx0" brushRef="#br0" timeOffset="52543.85">9633 3348 57 0,'2'0'287'0,"5"0"71"0,-5 1 56 0,4-1 46 15,1 1 59-15,-2 3 67 0,1-1 50 0,-1-2 45 0,2 2 30 0,-1-1 24 16,-1-1 11-16,4 1 9 0,-3-1-75 0,3 1-117 0,-4-1-85 0,4-1-69 15,-3 2-54-15,-1-2-48 0,4 0-59 0,-4 1-62 0,3-1-57 0,-3 0-47 16,4 2-46-16,-3-2-49 0,-1 0-67 0,-1 1-71 0,1 1-75 0,1-2-74 16,-3 0-59-16,3 1-53 0,-6 1-60 0,5-2-61 0,-5 0-78 15,0 0-86-15,0 0-37 0,0 4-16 0,0-4 10 0,0 6 22 16,-5 0 50-16,5 0 65 0,-6-2 67 0,3 1 70 0,-3 0 58 0,1-1 52 16,1 2 61-16,-5-1 62 0</inkml:trace>
  <inkml:trace contextRef="#ctx0" brushRef="#br0" timeOffset="52707.91">9697 3555 267 0,'3'1'343'0,"-1"2"42"0,2-1 40 0,-1-1 38 16,-1 1 35-16,2-1 33 0,1 1 22 0,1-1 18 0,-3-1 10 0,6 2 6 15,-3-1-19-15,-1-1-29 0,4 0-102 0,-3 0-134 0,3-1-105 16,-4-1-95-16,4 2-84 0,0-1-77 0,0-1-81 0,0 1-81 0,2 1-109 16,-2-2-124-16,0 1-65 0,2-3-41 0,-2 3-18 0,4-2-8 0,-6 0 1 15,2 2 7-15,0-2 36 0,0 0 53 0,-4 1 43 0,5-1 43 0,-5 2 43 16,0-1 48-16,3 1 88 0</inkml:trace>
  <inkml:trace contextRef="#ctx0" brushRef="#br0" timeOffset="52930.76">10073 3484 220 0,'3'0'428'16,"-1"0"95"-16,2-2 67 0,1 2 49 0,-1-1 41 0,1 0 23 0,1 1 20 15,1-2 12-15,-2 2 9 0,1-1 5 0,3-1 5 0,-4 1-51 0,4-1-72 16,0 1-133-16,-3-1-161 0,3 1-94 0,0 1-66 0,-4-2-47 0,4 0-40 16,-3 1-24-16,3 0-18 0,-4-1-15 0,4 2-10 0,-3-1-18 0,-1-1-22 15,2 1-62-15,1 1-75 0,-5-2-75 0,3 1-75 0,-3-1-59 0,3 2-53 16,-1 0-56-16,-5 0-56 0,0 0-72 0,0 0-83 0,0 0-41 0,0 0-21 16,0 0-1-16,0 0 13 0,0 0 55 0,0 0 71 0,-2 0 72 0,-5 2 72 15,5-1 59-15,-3 1 54 0,-2 1 54 0,1 0 56 0</inkml:trace>
  <inkml:trace contextRef="#ctx0" brushRef="#br0" timeOffset="53246.79">10076 3595 219 0,'0'0'314'0,"0"2"49"0,0-2 31 0,0 1 37 0,6 1 41 0,-6 1 46 16,5-2 49-16,-1-1 44 0,1 2 41 0,-1-2 35 0,1 0 29 16,-1 0-44-16,1 0-75 0,1 0-75 0,-1 1-72 0,-1-1-43 0,1 0-27 15,1 2-35-15,-3-2-36 0,3 1-43 0,-3-1-46 0,-1 2-43 0,2-1-39 16,-4-1-29-16,3 1-29 0,-1 1-20 0,-2-2-12 0,0 2-6 0,4-1-2 15,-4-1 1-15,0 3-2 0,0-3 1 0,0 2-1 0,0 1-2 0,0 0 1 16,-4-1-1-16,4 2 1 0,0-1-2 0,-2 0 0 0,-1 0-3 0,3-2 1 16,0 2-4-16,0 0-3 0,-4-1-7 0,4 1-5 0,0-3-3 0,0 3-2 15,0-3-4-15,0 0-1 0,0 0-2 0,0 1-3 0,4 1-2 0,-4-2-1 16,0 1 0-16,5 1 2 0,-5-1-2 0,4 0 0 0,1 1 0 0,-1-2 1 16,-2 2-1-16,1-2-3 0,3 1-6 0,-1-1-7 0,-1 0-13 0,1 0-16 15,-1 0-33-15,1-1-39 0,1 1-68 0,-1-2-79 0,-1-1-70 0,1 0-62 16,2 0-59-16,-5-1-55 0,4-1-54 0,1-1-55 0,-5-1-62 0,1-1-65 15,-3-1-20-15,2 0-1 0,2-1 28 0,-4-1 38 0,3 1 65 0,-3-1 78 16,0 1 69-16,0-2 66 0,0-2 57 0,0 2 57 0,2-1 53 0,-2-2 60 16</inkml:trace>
  <inkml:trace contextRef="#ctx0" brushRef="#br0" timeOffset="53561.59">10283 2992 106 0,'-6'2'382'0,"4"-1"92"15,-1 2 61-15,-3 0 56 0,3 2 48 0,-1-2 45 0,2 1 39 0,-1 1 27 16,-3 1 23-16,3 0 16 0,1 0 12 0,-2 0-23 0,-1 1-44 0,5 1-125 16,-4-1-163-16,-1 1-89 0,5-1-56 0,-4 2-51 0,2-1-46 15,2-1-42-15,0 2-38 0,0 0-23 0,0-1-20 0,0 1-12 0,2 0-11 16,2 0-5-16,-1-2-5 0,-1 2-3 0,2 0-2 0,1-1 1 0,-1-1 1 16,-2 1 0-16,1 1 1 0,3-2 1 0,-3 1 1 0,3-2-2 0,-3 1 1 15,3-2-2-15,-3 1 1 0,-1-2 2 0,4 1 2 0,-6-1 5 0,3-1 5 16,1 0 5-16,-4 0 2 0,2 0 6 0,-2-1 5 0,0-2 6 0,0 3 7 15,0-3 4-15,0 0 7 0,0 0 2 0,0 0-2 0,0 0 0 0,0 0-4 16,0 0-6-16,0 0-8 0,0 0-9 0,0 0-14 0,-2 1-31 0,2-1-41 16,-4 0-43-16,1 0-44 0,-3 2-40 0,4-2-37 0,-5 0-47 0,2 1-52 15,-1-1-89-15,-3 2-108 0,4-1-87 0,-4-1-76 0,3 0-69 0,-3 0-71 16,6 0-58-16,-6-3-55 0,3 2-6 0,1-4 21 0,1 0 24 0,2-2 24 16,2 0 42-16,-3-1 46 0,3-1 88 0,3-1 104 0,-1-2 84 0,2 1 76 15,-1-1 76-15,-1 0 73 0</inkml:trace>
  <inkml:trace contextRef="#ctx0" brushRef="#br0" timeOffset="53711.68">10254 3100 138 0,'3'-4'384'0,"-1"-1"93"0,5 1 61 0,-5 1 46 0,2 1 40 0,1 1 33 16,1 1 29-16,-3-2 21 0,1 2 22 0,1 0 15 0,-3-1 11 0,2 1-31 16,1 0-50-16,-1 0-125 0,1-2-157 0,1 2-88 0,-3 0-60 0,3 0-45 15,-3 0-43-15,3 0-33 0,-3 2-30 0,3-2-48 0,-4 0-53 16,1 0-90-16,3 0-106 0,-3 0-97 0,3 0-91 0,-3 0-101 0,-1 0-105 16,-2 0-74-16,0 0-61 0,0 0-26 0,0 0-14 0,0 0-2 0,0 0 0 15,0 0 22-15,0 0 31 0,-9 1 76 0,4 1 96 0,-4-1 87 0,1 4 82 16,-4-1 98-16</inkml:trace>
  <inkml:trace contextRef="#ctx0" brushRef="#br0" timeOffset="61152.21">5430 4500 49 0,'5'3'316'0,"-5"0"63"15,4 1 30-15,-4 2 15 0,-4 0 11 0,4 3 10 0,0 0 9 0,-2 1 16 0,-1 3 20 0,-1-1 24 0,2 1 27 16,-3 1-9-16,-2 1-23 0,1 0-100 0,1 0-134 0,-4-2-59 0,3 2-29 16,-3-1-21-16,0 1-19 0,-2-2-31 0,2 1-39 0,0-2-40 0,0-2-46 15,0 2-51-15,2-2-50 0,-2 0-43 0,0-2-37 0,4 2-25 0,-3-4-24 16,3 0-14-16,-1-2-12 0,1 1-2 0,1-4 4 0,-1 2 18 0,1-1 27 15,3-1 24-15,-3-2 23 0,0-1 28 0,3 1 25 0,1-2 22 0,0 0 24 16,0 0 22-16,0-2 21 0,0-1 20 0,1 2 20 0,3-2 17 16,0 0 15-16,-3 0 14 0,3-2 13 0,1 2 13 0,-1 0 11 0,1 0 15 15,-1 2 16-15,-2-1 17 0,3 1 21 0,-1 1 24 0,1 0 21 0,-1 1 26 16,-4 0 26-16,4 1 24 0,-4 1 23 0,1 0 16 0,-1 0 16 16,0 0 8-16,0 0 3 0,0 0-3 0,4 0-3 0,-4 0-15 0,0 0-15 15,0 0-23-15,2 1-26 0,-2-1-30 0,0 0-34 0,0 0-32 0,0 0-33 16,0 2-28-16,0-2-28 0,0 0-19 0,0 0-12 0,0 0-14 0,0 0-11 15,0 2-8-15,3-1-5 0,1 1-5 0,-2-2-3 0,3-2-5 0,3 2-2 16,-3-1-7-16,6-3-5 0,-2 2-5 0,0-3-2 0,2-1-2 0,1 0-5 16,3-1-1-16,-1-1-5 0,1-2-2 0,-1-1-1 0,1 1 0 0,-3-1-1 15,3 1 2-15,-4-1 2 0,1 2 5 0,-1 0 4 0,-2 2 4 0,0-1 4 16,-3 2 2-16,-1 0 4 0,1 3 1 0,1 0 8 0,-5 0 4 0,1 2 6 16,-3 1 8-16,0 0 6 0,0 0 4 0,0 0 6 0,0 0 3 0,0 0 4 15,0 2 4-15,0 2 2 0,-3-1 4 0,3 1 1 0,-2-1 1 0,-2 3 1 16,4 0-1-16,-3 0-7 0,1 0-6 0,2 2-8 0,-4-2-5 15,4-1-5-15,-2 2-3 0,2-3-3 0,0 1-5 0,0-1-4 0,0-1-4 16,2-1-5-16,-2 1-5 0,4-2-4 0,-4 1-4 0,5-1-5 16,-5 2-5-16,6-1-2 0,-3-1-7 0,-3 1-8 0,6-1-5 0,-3 1-7 15,-1-2-8-15,2 1-8 0,-1-1-16 0,-1 0-16 0,2 2-20 0,-2-2-19 16,-2 0-20-16,3 0-19 0,-3 0-15 0,4 1-14 0,-4-1-5 0,0 0-7 16,0 0 1-16,0 0-1 0,0 0 7 0,0 0 5 0,0 0 13 0,0 0 18 15,0 0 19-15,0 3 24 0,0-1 23 0,-4 1 22 0,4-2 22 0,-3 2 17 16,1 0 22-16,-2 2 18 0,2-2 18 0,-1 0 23 0,-1 1 19 0,-1 2 17 15,1-1 19-15,2-1 18 0,-1 2 17 0,-3-1 14 0,3 1 16 0,1-2 15 16,-2 1 14-16,4 1 15 0,-5-2 9 0,5 2 1 0,-4-3-4 0,2 3-8 16,-1-1-9-16,3-1-11 0,0 1-13 0,-2-2-9 0,2 1-12 15,2 0-14-15,-2 1-12 0,0-3-12 0,3 1-15 0,-1 0-17 16,2 0-10-16,-4-2-9 0,5 2-9 0,-1-1-6 0,1-1-6 0,-1 1-3 16,1-2-5-16,-3 1-5 0,5 1-8 0,-5-2-11 0,5 0-14 0,-5-2-16 15,4 1-20-15,1 1-21 0,-2-2-28 0,1-1-29 0,-3 0-36 0,3 0-33 16,-1-1-32-16,-1 1-31 0,-2 0-27 0,1-2-26 0,3 2-17 0,-6-1-12 15,3 1-6-15,-1-2 0 0,2 2 7 0,-4-1 10 0,0 1 18 0,0 0 19 16,0 0 25-16,0-1 25 0,0 3 25 0,0-2 27 0,0 0 28 0,-4 2 24 16,2-2 22-16,2 3 22 0,0-3 19 0,0 1 19 0,0 2 15 0,-3-3 18 15,3 3 18-15,0 0 20 0,0-1 17 0,0 1 20 0,0 0 18 0,0 0 20 16,0 0 19-16,0 0 18 0,0 0 27 0,0 0 28 0,0 0 36 16,0 0 38-16,0 1 40 0,3 2 35 0,-3-1 27 0,0 1 20 0,0-3 12 15,0 3 3-15,0 0-5 0,0 1-7 0,0-1-15 0,0-1-16 0,0 2-25 16,0-1-29-16,0 0-45 0,0 0-48 0,0 0-71 0,0 2-80 15,2-2-101-15,2 1-110 0,-4-1-93 0,0 0-82 0,3 0-92 0,-1 0-96 16,2-1-85-16,-4-2-78 0,5 3-36 0,1-2-15 0,-3 1-2 0,3-1 2 16,-1-1 26-16,2 0 35 0,-1 0 68 0,-1 0 84 0,4 0 71 0,2 3 69 15,-2-3 84-15,0 2 91 0</inkml:trace>
  <inkml:trace contextRef="#ctx0" brushRef="#br0" timeOffset="61712.17">6144 4532 120 0,'0'0'390'0,"0"0"105"0,0 0 76 0,0 0 53 0,-2 2 42 16,2-2 33-16,0 0 29 0,0 0 20 0,0 2 20 0,0-2 14 0,0 0 10 15,0 0-23-15,0 3-44 0,0-3-126 0,0 3-159 0,0 0-97 0,0 1-66 16,0 1-46-16,0 1-35 0,0 1-23 0,0 2-22 0,0 0-13 0,0 3-10 15,0 0-8-15,0 2-8 0,0 1-5 0,0 0-7 0,0 0-7 0,0 1-7 16,0-1-5-16,-3 2-5 0,3-2-7 0,0 1-6 0,0-1-9 0,0 0-9 16,-4 0-10-16,4 0-5 0,0-1-7 0,0-1-7 0,0 2-8 0,-2-3-11 15,2 2-12-15,-3-3-14 0,3 2-14 0,0-4-15 0,0 0-12 16,-4-1-13-16,4-1-16 0,0 0-16 0,0-3-23 0,0 1-30 0,0-3-48 16,0 1-59-16,0-3-61 0,0 0-62 0,0 0-47 0,0 1-43 0,0-1-42 15,0 0-40-15,4-1-53 0,-1-2-56 0,-1 0-44 0,-2-3-39 0,4 0-2 16,-4-4 17-16,3 2 45 0,-1-1 55 0,2-2 66 0,-2-1 68 0,-2 2 58 15,3-1 54-15,-3-1 54 0,4 2 54 0,-2-1 62 0</inkml:trace>
  <inkml:trace contextRef="#ctx0" brushRef="#br0" timeOffset="62091.22">6188 4596 1 0,'3'-5'242'0,"-3"2"75"0,6-1 44 0,-3 1 29 15,3 0 27-15,-1 3 25 0,1-2 24 0,1 2 27 0,-2-1 19 0,1 1 22 16,-1 0 20-16,4 0 17 0,-3 0-47 0,3 0-77 0,-4 0-70 0,4 1-61 15,0-1-36-15,-3 2-21 0,1-2-21 0,-2 3-20 0,1-3-15 0,3 1-11 16,-4 1-17-16,-1 0-20 0,1 2-12 0,-1-3-12 0,-2 2-10 0,1 2-11 16,-3-2-10-16,0 1-7 0,0 1-8 0,0 1-4 0,-3 1-6 0,1 1-6 15,-2-1-9-15,-1 2-13 0,-1 0-5 0,-1 0-1 0,2 0-5 0,-4 0-8 16,3-1-7-16,-3 0-6 0,4 0-4 0,-4 0-2 0,3-1-3 0,1-2-2 16,-2 1 1-16,1 0-1 0,1-2-1 0,1 1-1 0,2-1-5 0,-1-1-5 15,-3 0-5-15,6 0-8 0,-3-1-3 0,3 1-5 0,0-3-2 0,0 0-4 16,0 0 1-16,0 3-1 0,3-2-2 0,-3 1-2 0,6-1 3 15,-3 0 3-15,-1 1 5 0,5 0 5 0,-1 1 4 0,-1 0 2 0,1 0 5 16,-3-2 5-16,6 2 7 0,-3 0 7 0,-1-1 10 0,1 1 7 16,1 0 12-16,-5 0 9 0,3 0 9 0,-1-1 7 0,1 2 9 0,-1-1 7 15,-1 1 8-15,-1-1 14 0,-2 2 1 0,0-1 4 0,0 1-1 0,0-1-1 16,0 1-9-16,0 1-8 0,-5 0-8 0,5 0-8 0,-4 1-8 0,-1-1-12 16,-1 0-11-16,3 2-16 0,-3-1-20 0,3 1-26 0,-3-1-50 0,4-1-65 15,-1-2-87-15,-1 1-104 0,-1 0-98 0,5-1-99 0,0-4-100 0,-6 2-99 16,6-2-47-16,0 0-20 0,0 0-5 0,0 0 1 0,2-3 11 0,5-3 17 15,-5 1 46-15,5-2 59 0,-1-1 87 0,3 1 100 0,-2-2 99 0,2-1 98 16</inkml:trace>
  <inkml:trace contextRef="#ctx0" brushRef="#br0" timeOffset="62324.4">6501 4516 99 0,'0'2'407'0,"-4"1"195"0,2 0 91 0,-1 1 42 0,3 0 21 0,0 1 7 0,0 1 11 16,0 0 6-16,-4-1 3 0,4 1 3 0,0-2 2 0,0 0 1 0,4 3-93 15,-4-1-139-15,0-2-184 0,0 2-204 0,0-1-120 0,0-1-79 16,0 2-79-16,0-3-83 0,0 2-74 0,0-1-71 0,0 1-60 0,3-3-52 16,-3 2-45-16,2-3-44 0,-2 1-39 0,0-2-36 0,4 1-42 0,-4-1-43 15,0 0-2-15,0 0 15 0,0 0 49 0,0 0 67 0,0 0 64 0,0 0 65 16,0 0 54-16,0 0 49 0,0-4 44 0,0-1 42 0,0 1 37 0,1-1 38 15</inkml:trace>
  <inkml:trace contextRef="#ctx0" brushRef="#br0" timeOffset="62446.3">6506 4594 85 0,'4'-3'247'16,"-4"-2"42"-16,0 3 23 0,1-1 17 0,-1 0 10 0,4 1 14 0,-4-1 11 16,0 0 9-16,5 1 10 0,-5 0 7 0,4 0 10 0,-2 1-34 0,2-2-54 15,-1 3-68-15,-1-2-79 0,2 1-39 0,-4-1-22 0,0 2-17 0,5-1-12 16,-5 1-26-16,0 0-22 0,0 0-33 0,4-2-34 0,-4 2-41 0,0 0-40 16,0 0-45-16,0 0-44 0,0 0-58 0,0 0-61 0,0 0-40 0,0 0-28 15,-4 5-9-15,-1-2-5 0,1 0 11 0,2 1 12 0,-5-1 22 0,5 2 24 16,-2-1 31-16,-1 1 34 0,5 1 39 0,-4 0 39 0</inkml:trace>
  <inkml:trace contextRef="#ctx0" brushRef="#br0" timeOffset="62900.38">6481 4636 93 0,'-4'3'283'0,"0"1"49"0,3 0 26 0,-3-1 20 16,4 3 15-16,0-2 16 0,0 1 18 0,-2-1 26 0,2 1 28 0,-3 1 33 15,3 0 34-15,0-2-7 0,0 1-33 0,0-1-64 0,0 1-81 0,0-2-40 16,0 1-20-16,0-1-13 0,0-1-14 0,3 0-13 0,-3 2-15 16,2-3-22-16,2 2-28 0,-3-1-34 0,3 1-35 0,-4-2-30 0,5 1-28 0,-1-1-21 15,2-1-20-15,-1 0-9 0,-1 0-6 0,1 0-5 0,0-1-2 16,4-1-4-16,-5 1-2 0,2-1-5 0,-1 1-2 0,0-2-1 0,3 1 2 15,-7-1-1-15,7 1-1 0,-7 1 0 0,3 0-1 0,-2-1-2 0,-2 2-2 16,0 0 2-16,0 0 2 0,0 0-1 0,0 0-1 0,0 0 2 0,0 0 1 16,0 0 0-16,0 2 1 0,0-1 1 0,-2 2-1 0,-2-1 2 0,3 1 2 15,-3 0-2-15,0 1 0 0,3-1-2 0,-3 2-1 0,-1-2 0 0,1 1 0 16,4-1 0-16,-2 0-1 0,-1 0-4 0,3-1 0 0,-4-1 0 0,4-1 1 16,0 0-2-16,0 2-2 0,0-2-1 0,0 0 0 0,0 0 0 0,0 0 2 15,0 0-1-15,0 0 2 0,0 0 0 0,0 0 0 0,0 0-4 0,-2 3-8 16,2-3-16-16,0 0-16 0,0 3-20 0,0-3-24 0,0 3-25 0,0-2-23 15,0 2-24-15,0 0-22 0,0 2-20 0,0-2-16 0,-4 1-10 0,4 0-9 16,0 1-1-16,-5 0 8 0,5-1 12 0,-4 2 16 0,3 0 24 16,-3 0 24-16,-1-1 26 0,1 1 28 0,2-2 27 0,-1 1 28 0,-3 0 21 15,2 2 26-15,-1-3 19 0,1 1 20 0,3 1 19 0,-3-2 21 0,-1 1 15 16,1-1 17-16,-1 2 14 0,1-1 14 0,2-2 10 0,-1 1 13 16,3 1 14-16,0-2 12 0,-2 1 13 0,-2-1 11 0,4 2 6 0,4-3 7 15,-2 3-7-15,-2-2-7 0,0 2-9 0,3-1-9 0,-1-1-11 0,5 2-13 16,-5-2-10-16,2 0-13 0,1-2-17 0,0 2-18 0,4-2-35 0,-5-1-42 15,5 0-69-15,-3 0-79 0,-1-1-74 0,4-2-65 0,0 2-66 0,0-2-64 16,-3 0-92-16,4-2-104 0,-1 2-49 0,0-1-24 0,1 1-9 0,-1-2-1 16,1 2 15-16,-1 0 23 0,1 0 53 0,-5 2 65 0,4-1 62 0,2 2 59 15,-2 0 59-15,4 0 60 0</inkml:trace>
  <inkml:trace contextRef="#ctx0" brushRef="#br0" timeOffset="63246.8">6949 4545 13 0,'0'0'334'0,"0"0"196"0,0 0 92 0,0 0 43 0,4 0 27 0,1 0 17 0,-5 1 17 0,0-1 17 0,0 0 16 0,0 0 16 16,0 0 13-16,4 2 9 0,-4-2-62 0,2 1-96 0,-2-1-160 0,0 1-187 15,0 1-88-15,3 0-44 0,-3 1-23 0,2-2-18 0,2 1-15 0,-1-1-14 16,-1 2-17-16,2 0-14 0,-4 0-13 0,5 0-10 0,-5 0-6 0,4 0-6 16,-2 0-3-16,1 1-4 0,1 1-5 0,-2-2-5 0,1 2 1 0,-1-2-2 15,2 1-3-15,-1-1-8 0,-1 2-11 0,2-2-16 0,-1 0-20 0,-1 0-25 16,-2-2-56-16,4 2-67 0,-2 0-77 0,-2-1-78 0,3 1-61 0,-3-3-54 15,4 3-53-15,-4-3-53 0,0 0-55 0,2-2-54 0,-2 2-43 0,3-3-34 16,-3-1-1-16,6-1 13 0,-6 1 49 0,5-2 68 0,-1 1 73 0,-3-2 79 16,3 1 61-16,2 0 56 0,-3-2 53 0,3 2 52 0,-1 0 60 0</inkml:trace>
  <inkml:trace contextRef="#ctx0" brushRef="#br0" timeOffset="63714.69">7130 4518 234 0,'4'-3'327'0,"-3"-1"48"0,3 3 30 16,0 0 36-16,-4 1 37 0,1 1 50 0,-1 0 58 0,4 1 50 0,-4 1 51 15,0-3 31-15,0 3 24 0,-4 0-48 0,4 2-83 0,-1-1-78 16,-3 1-80-16,-1 1-43 0,-1 0-30 0,-1 1-33 0,2 2-37 0,-4 0-49 15,3 0-59-15,-3 2-49 0,-2 1-51 0,6-2-33 0,-8 0-21 0,4 0-15 16,4 0-11-16,-4 1-8 0,0-2-7 0,-2 0-2 0,2-2-2 0,3 1-2 16,-3-1-1-16,4-1 2 0,-1 0-1 0,-1 0-2 0,2-2-1 0,-1 0 1 15,3 0-2-15,3-2 0 0,-2 1-3 0,-2-3 0 0,4 0 0 16,0 0-2-16,0 0 1 0,0 0-1 0,0 0 2 0,4 0 0 0,-2 0 0 16,1 0 2-16,3 0 1 0,-1-2 0 0,-1 1 1 0,1-1 4 0,4 1-1 15,-3-1 2-15,3-1 2 0,0 0-1 0,-4 0 1 0,4 0-1 0,0-1 1 16,0 1-1-16,-2 1-1 0,3-2 0 0,-3 1 2 0,-2 0-2 0,1 1-2 15,-1-1-2-15,-1 2-4 0,1-1-7 0,-5 1-9 0,0 1-10 0,6-2-14 16,-6 2-36-16,0 0-48 0,0 0-63 0,0 0-65 0,-6 2-55 0,6 1-46 16,-5-2-38-16,1 2-31 0,2 2-23 0,-5-2-15 0,2 3-9 0,-1 0-6 15,-3 0 6-15,4 1 8 0,-4 1 31 0,3-1 50 0,-3 1 60 0,0 1 70 16,0-2 56-16,0 2 54 0,2-1 45 0,-2 1 42 0,0-2 37 0,0 1 33 16,0 0 31-16,0 0 29 0,1 1 24 0,-1-1 20 0,0-1 22 0,4-1 23 15,-4 2 20-15,5-2 17 0,-1-1 10 0,-1 0 9 0,3 0 5 0,3-2 3 16,-2 0 8-16,2-3 7 0,2 2 8 0,-2 0 8 0,3 1 9 0,3-3 5 15,-1 2-2-15,4-2-11 0,0 0-10 0,2 0-17 0,2-2-11 0,1 1-11 16,1-1-11-16,3-2-10 0,-2 1-16 0,2-2-19 0,-3 1-21 0,5-2-19 16,-6 0-19-16,4-2-20 0,-3 2-12 0,-1 0-13 0,0 0-7 15,1-1-5-15,-2 1-3 0,-3 0-2 0,3 0-1 0,-2 0-3 16,-2 1-3-16,-4 0-2 0,4 1-10 0,-3 0-10 0,-2 1-23 0,1 0-24 16,-5 1-49-16,4-1-63 0,-4 3-61 0,0 0-61 0,0-3-51 0,-4 2-45 15,0-1-50-15,3 1-52 0,-5 1-50 0,2-3-51 0,-5 3-53 0,4-2-52 16,0 1-7-16,-4-1 9 0,3 2 43 0,-3 2 58 0,0-2 61 0,0 1 59 15,0-1 50-15,0 2 47 0,-2-1 48 0,2 1 52 0,0-1 50 0</inkml:trace>
  <inkml:trace contextRef="#ctx0" brushRef="#br0" timeOffset="63937.96">7031 4762 201 0,'0'0'348'0,"0"0"50"0,0 2 50 0,0 1 51 0,0 0 64 0,0 1 69 0,-2-1 53 0,2 3 47 0,-4-1 30 0,4 2 21 16,0 1 5-16,-2-1-3 0,-1 1-94 0,-1 1-138 0,-1 0-74 0,1 0-47 15,2 1-48-15,-3-1-51 0,-2 2-65 0,1-1-66 0,1 2-55 0,-1-1-45 16,-1-1-34-16,2 1-29 0,-1-2-29 0,1 1-28 0,-1-2-43 16,-1 1-50-16,2-2-74 0,-1 0-83 0,3 0-69 0,-3-1-63 0,1-2-58 15,1 2-52-15,2-3-54 0,-1 0-53 0,3-3-66 0,0 0-75 0,0 0-19 16,0 0-2-16,0 0 28 0,0-4 40 0,0-1 69 0,0-1 79 0,5-1 68 16,-1 0 64-16,-2 0 57 0,5 0 53 0,-2-1 53 0,1 1 54 0</inkml:trace>
  <inkml:trace contextRef="#ctx0" brushRef="#br0" timeOffset="64086.61">7000 4885 240 0,'5'-1'323'15,"1"-1"52"-15,-1 2 34 0,2 2 38 0,1 0 34 0,-5 2 50 0,6-1 55 16,-3 1 50-16,-1 1 51 0,4-1 33 0,-3 2 26 0,1 0-48 0,-2 1-83 16,1 3-77-16,3-3-70 0,-4 1-47 0,1-1-34 0,3 2-33 0,-4 2-37 15,4-4-47-15,-4 4-55 0,4-4-57 0,-3 2-58 0,3-2-49 0,0 3-45 16,-4-4-79-16,4 1-95 0,-3-2-99 0,1 1-98 0,-1-4-92 0,3 3-85 16,-4-3-89-16,0-2-93 0,4 0-41 0,-3-2-20 0,-1-1-3 0,4 0 4 15,-1-1 12-15,-1-2 20 0,0-1 62 0,-1 2 83 0,3-1 90 0,-4-2 92 16,0 2 89-16,4-1 81 0</inkml:trace>
  <inkml:trace contextRef="#ctx0" brushRef="#br0" timeOffset="65951">7439 4570 235 0,'0'0'378'0,"0"-3"44"0,0 3 28 0,0 0 20 0,0-1 24 0,0 1 22 0,4-2 39 0,-4 2 47 16,0 0 44-16,2 0 47 0,-2 0 20 0,3 0 10 0,1 0-98 0,-4 0-146 15,2 0-69-15,1 0-35 0,3 0-19 0,-3 0-16 0,-1 0-11 0,4 0-13 16,1 0-34-16,-2 0-42 0,1 0-42 0,3 0-35 0,-4-1-25 0,4-1-17 15,0 1-10-15,2-1-6 0,-2 1-7 0,4-2-7 0,-2-1-2 0,-2 2-4 16,2-1-4-16,-2 0-9 0,3-2-3 0,-4 0 2 0,4 1-5 0,-3 0-8 16,0 1-4-16,-3-2-4 0,3 2-8 0,-4 0-6 0,1-1-5 0,-1 2-4 15,2-1-6-15,-5 2-4 0,2-1-11 0,1-1-17 0,-1 1-19 0,-2 1-21 16,1-2-24-16,-3 2-24 0,0 1-52 0,0 0-64 0,0-2-89 0,0 1-103 16,-3-1-80-16,1 1-69 0,-2 1-64 0,-1 1-61 0,1 1-59 0,-1 1-57 15,-4-2-27-15,3 5-10 0,-3-1 8 0,0 1 15 0,0 1 49 0,-2 1 61 16,2 2 89-16,-2 1 103 0,2-1 81 0,-3 1 70 0,4-1 65 0,-4 2 59 15</inkml:trace>
  <inkml:trace contextRef="#ctx0" brushRef="#br0" timeOffset="66381.85">7477 4689 109 0,'-5'6'304'0,"-1"-1"53"0,3 2 27 0,-1-3 20 0,2 1 17 0,2-1 23 15,2-1 30-15,2 2 40 0,-1-4 46 0,3 2 44 0,-1-1 43 0,1-1-9 16,1-1-33-16,0 1-73 0,2-1-97 0,0 0-41 0,6-1-17 0,-6 1-11 16,5-3-8-16,1 2-21 0,-3-2-26 0,3-2-40 0,-1 2-42 0,1-1-42 15,-4 1-43-15,3-3-32 0,1 1-28 0,-3 1-18 0,-1-2-15 16,2 1-10-16,-2 1-11 0,-2-1-9 0,0-1-11 0,0 0-11 0,-4 3-14 15,1-3-17-15,-1 3-19 0,0-1-25 0,-1-1-28 0,1 2-35 0,-5 0-38 16,0 2-44-16,4-2-46 0,-4 3-37 0,-4-5-36 0,4 4-25 0,-1-3-18 16,-3 2-9-16,0-1-2 0,3 0 6 0,-3 0 10 0,-1 0 21 0,-1 0 18 15,3 0 32-15,-3 0 34 0,3 0 40 0,-5 1 47 0,1-1 38 0,2 0 36 16,-4 2 24-16,3-3 22 0,-3 3 19 0,4 0 18 0,-1-1 14 0,-3 1 11 16,6-2 11-16,-6 3 14 0,3-2 11 0,4 1 11 0,-5-1 8 0,5 2 8 15,-1 0 4-15,3 0 6 0,-6 0 3 0,6 0 4 0,0 0 5 0,0 0 8 16,0 0 16-16,0 0 22 0,0 3 24 0,4 0 28 0,-2 0 36 0,-2 1 38 15,5 3 29-15,-1 0 29 0,-1 1 20 0,-1 1 14 0,2 1 13 0,1 1 9 16,1 1 2-16,-3 1-3 0,3 2-11 0,-1 0-18 0,-1 2-26 0,-1-1-31 16,-1 1-34-16,2 1-41 0,1 0-28 0,-5-2-29 0,0 2-16 0,4-1-13 15,-2-1-7-15,-2-1-5 0,0-1-4 0,0-1 1 0,0-1 1 16,-2-1 1-16,2-1 4 0,-4-1-1 0,4-1 1 0,-3-1-4 0,1-1-5 16,2 0-9-16,-4 0-4 0,-1-1-7 0,1 1-12 0,-1-2-13 0,-1 2-23 15,1-1-26-15,-2 1-28 0,1-2-31 0,-3 1-29 0,4-1-27 16,-4-1-35-16,0 0-42 0,3 0-80 0,-3 0-103 0,4-1-89 0,-1-1-86 15,-3-1-81-15,4 0-77 0,1-1-74 0,-1-1-68 0,-1-1-22 0,3-1 5 16,1 1 14-16,-2-3 16 0,4 1 29 0,0-2 36 0,4 1 81 0,-2-3 100 16,1 1 93-16,3 0 83 0,-1 1 85 0,4 0 82 0</inkml:trace>
  <inkml:trace contextRef="#ctx0" brushRef="#br0" timeOffset="66731.38">7973 4740 103 0,'0'0'382'0,"0"-4"145"0,0 2 67 0,0-1 31 0,0 3 13 0,4 0 9 0,-3 0 4 0,3-2 8 0,0 1 12 0,1-4 13 15,-3 2 14-15,5-1 12 0,-2 1-89 0,1-3-129 0,3 1-137 16,-4 1-139-16,4-2-61 0,0 1-23 0,0 1-11 0,1 1-3 0,-5-2-2 15,6 4-4-15,-6-2-4 0,4 3-12 0,0 0-5 0,-3 0-2 0,3 0-3 16,-4 3 0-16,2-2-1 0,-1 4 4 0,-1-1-1 0,-1 1 0 0,-2 1 2 16,1 1 2-16,1 1-1 0,-4-1 1 0,0 2-2 0,0 0-2 15,-4 0-5-15,4 2-8 0,-3 1-8 0,-3-2-7 0,4 1-7 0,-5-1-8 16,2 2-11-16,-1-1-11 0,1-1-16 0,-2 1-16 0,-1-1-19 0,1-2-20 16,-2 0-35-16,4 0-38 0,-4 0-76 0,3-2-92 0,-3 0-78 0,4 0-75 15,-1-2-63-15,-3 1-61 0,4-1-42 0,0-1-38 0,-3 0-46 0,3-3-53 16,-1 2-27-16,3-4-17 0,-3 2 16 0,3-3 29 0,1-1 71 0,-2-1 89 15,4 1 79-15,-1-2 75 0,1 0 61 0,0-1 58 0,0 2 48 0,1-3 46 16</inkml:trace>
  <inkml:trace contextRef="#ctx0" brushRef="#br0" timeOffset="67279.57">7996 4828 163 0,'0'-3'320'0,"0"2"53"0,0 1 30 0,0 0 21 0,0 0 17 15,0 0 25-15,0 0 31 0,4 0 48 0,-4 0 53 0,2 3 40 0,-2-2 33 16,0 2-30-16,3-1-63 0,-3-1-89 0,4 2-99 0,-2 0-53 0,1 0-29 16,-1 0-22-16,2 0-17 0,0 0-34 0,-3 0-48 0,5 0-76 0,-3 0-92 15,3 0-86-15,-3 0-86 0,3-2-62 0,-1 1-55 0,-1 0-41 16,1-2-36-16,1 0-30 0,1-2-26 0,-2-1-24 0,4 0-24 0,-3-1-14 15,-1 1-10-15,4-2 12 0,-3 1 18 0,-3-1 34 0,3-1 37 0,-1 2 41 0,-1-1 42 16,-4 1 46-16,3-2 46 0,-1 3 46 0,-2-3 51 0,4 1 47 16,-2 1 44-16,1-1 47 0,-3 2 45 0,6-1 38 0,-6 1 35 0,3-2 31 15,3 2 26-15,-3 0 19 0,3-1 15 0,-1 1 6 0,1-2 4 0,1 2 1 16,0-1-1-16,0-1 4 0,1 1 5 0,1-1 10 0,3-1 11 16,-1 2 8-16,-2-2 4 0,2 1 8 0,2-2 5 0,-2 1-1 0,1-1-2 15,-1 2-7-15,-2-3-8 0,0 2-15 0,2 0-13 0,-2 0-21 0,0 2-25 16,0-2-28-16,0 1-32 0,-3 1-24 0,-1-1-23 0,4 1-17 0,-3-1-20 15,-3 1-16-15,3 1-13 0,-3-2-12 0,-1 1-7 0,2 1-19 0,-1 0-17 16,-1 0-32-16,-2 0-39 0,0 1-42 0,0-1-46 0,-2 0-44 0,-1 0-40 16,-1-1-31-16,4 2-27 0,-5-3-21 0,1 1-20 0,2 1-11 0,-3-1-10 15,1-1 1-15,-1 2 7 0,1 0 22 0,2-1 32 0,-5 1 42 0,5-2 46 16,-1 2 48-16,-3 0 42 0,3 2 38 0,1-2 29 0,-2 1 29 0,1 1 26 16,1-1 22-16,2 2 17 0,0 0 18 0,-4 0 17 0,4 2 21 0,0-2 22 15,-2 3 24-15,2 1 24 0,0 0 27 0,2 1 26 0,-2 1 28 16,0 1 25-16,0 3 24 0,4-2 25 0,-4 3 14 0,2 1 11 0,1 0 2 15,1-1-2-15,-2 2-8 0,-2-1-13 0,3 2-17 0,-3-2-19 0,0 1-26 0,4-1-28 16,-2 0-23-16,-2 0-19 0,0-1-30 0,3-1-33 0,-1 1-19 16,-2-1-13-16,0 1-7 0,0-4-7 0,4 1-3 0,-4-1-5 0,0 1-4 15,0-4-3-15,0 2-1 0,0-1-2 0,0-1-9 0,0-1-17 16,0 2 2-16,-4-2 8 0,4-2 1 0,0 2 0 0,0-3-2 0,0 1-4 16,0-1-3-16,-2 2-3 0,2-2-4 0,-3 0-4 0,3 0-4 0,0 2-4 15,-6-2 2-15,6 0 7 0,-3 0-8 0,1 0-15 0,-2-2-9 0,-1 2-8 16,5-2-7-16,-4 1-10 0,2 1-11 0,-1-3-12 0,-1 2-14 0,2-2-16 15,-1 0-30-15,3 0-36 0,0 1-58 0,-2-2-65 0,-2-1-59 0,4 1-56 16,0 1-48-16,4-4-46 0,-2 3-59 0,-2-2-65 0,3 0-59 0,-1-1-60 16,2-1-19-16,-1 1 2 0,-1-2 24 0,2 1 32 0,1 2 56 0,1-1 66 15,1-1 62-15,-2 1 61 0,1-1 56 0,3 2 51 0,0 2 65 0,-2-2 73 16</inkml:trace>
  <inkml:trace contextRef="#ctx0" brushRef="#br0" timeOffset="67817.67">8678 4475 234 0,'0'0'489'0,"0"4"101"0,0-3 52 0,-2 2 30 0,2 0 12 0,0 0 9 16,0 1 5-16,-3 1 1 0,-3 0 3 0,3-2 0 0,1 2 0 0,-3 2-50 16,-3 0-76-16,3-1-164 0,-1 3-203 0,-3-1-113 0,4 1-70 15,0 1-50-15,-4-1-39 0,0 1-32 0,3 1-30 0,-3 0-19 0,0-1-10 0,4 1-11 16,-4-1-4-16,3-1-1 0,-1 0-1 0,1 0 2 0,5-1 0 15,-7-1 14-15,7 1 16 0,-3-2 26 0,4-2 27 0,-2 1 29 0,2-2 28 16,0 0 26-16,2 0 20 0,-2-2 20 0,4 2 19 0,-3-2 18 0,3 1 18 16,1-2 17-16,1 2 13 0,3-2 14 0,0-2 10 0,0 2 5 0,-4-2 1 15,8 1 1-15,-4-2 2 0,-2 2-8 0,6-2-9 0,-4 0-13 0,-2 1-15 16,2-1-15-16,0 0-18 0,-3-1-17 0,3 1-18 0,-4-2-23 0,4 2-28 16,-5 0-36-16,1 0-39 0,1-1-49 0,-3 1-46 0,1 1-40 0,-2-1-35 15,-2 0-29-15,3 1-28 0,-3 2-24 0,0-4-23 0,0 3-15 0,-3-2-10 16,3 0 2-16,-2 1 7 0,-2-1 28 0,1 0 35 0,1 2 39 0,-2-1 42 15,3 1 39-15,-3-2 38 0,0 3 35 0,-1-2 33 0,1 1 31 0,2 1 32 16,-1 0 23-16,1 0 22 0,-2 1 20 0,1 1 21 0,1-1 14 0,-2 2 15 16,4-1 16-16,-1 2 16 0,-3-1 22 0,4 2 26 0,-4-1 30 0,4 2 33 15,0 0 33-15,0 0 36 0,-1 3 22 0,1 0 24 0,0 2 10 16,0-1 5-16,0 1 0 0,0 2-7 0,0-1-6 0,1 2-12 0,-1-1-22 16,0 1-24-16,0-1-36 0,4 1-36 0,-4-1-37 0,4-1-43 0,-3 2-33 15,-1-3-31-15,4 2-22 0,-2-3-15 0,-2 1-10 0,3-1-9 16,-3-1-6-16,4 0-5 0,-2 0-5 0,-2-3-2 0,0 0-7 0,0-1-4 15,0-1-7-15,0-4-5 0,0 0-7 0,0 1-7 0,0-1-10 0,0 0-10 16,0 0-17-16,0 0-18 0,0 0-24 0,-2-1-24 0,2-2-32 0,-4 2-35 16,4-4-32-16,0 1-37 0,0-2-30 0,0 0-28 0,0 0-25 0,0-2-25 15,0-1-27-15,0 2-27 0,0-2-22 0,0-2-22 0,0 1-37 0,0-1-41 16,4-1-3-16,-4 2 14 0,0-4 27 0,2 2 35 0,-2-1 31 0,3-1 33 16,-3 0 31-16,6 1 30 0,-2 0 37 0,-3-1 40 0,7 1 38 0,-7 1 43 15</inkml:trace>
  <inkml:trace contextRef="#ctx0" brushRef="#br0" timeOffset="68388.11">8754 4621 115 0,'0'0'301'16,"0"0"55"-16,0 0 28 0,4 0 19 0,-4 2 21 0,5-1 27 0,-5 2 33 0,0-1 48 0,0 1 54 0,4 0 47 0,-4 0 48 16,0 1-16-16,0-1-41 0,-4 2-80 0,4-1-102 0,0 1-48 0,-2-1-26 15,-1 2-20-15,3-1-18 0,-4 1-27 0,2 0-35 0,-1-2-46 16,1 2-57-16,-2 0-50 0,1-1-51 0,3-1-40 0,-2-1-31 0,-2 1-25 0,4 1-22 16,-3-3-16-16,3 1-12 0,0-3-13 0,0 1-9 0,3 1-10 15,-3-2-8-15,6 0-11 0,-3 0-10 0,1-2-7 0,1-1-6 0,1 0-1 16,-1-2 2-16,4 0 9 0,-3-1 12 0,3 1 11 0,-4-2 12 0,4 1 10 15,-3-2 9-15,3 2 16 0,-4 2 21 0,4-1 20 0,0 0 23 16,-3 1 20-16,1 3 14 0,-2-2 14 0,1 0 14 0,-1 3 20 0,-1-2 20 16,1 2 22-16,-5 0 22 0,6 0 15 0,-6 0 14 0,0 2 0 0,3-1-2 15,-3-1-8-15,0 3-15 0,0 0-5 0,-3 1-4 0,3 1-4 0,0 0-6 16,0-1-24-16,-2 1-32 0,-2 1-48 0,4-2-52 0,0 1-63 0,-3-1-64 16,1 1-57-16,-2 1-55 0,4-3-41 0,-5 2-33 0,5 0-33 0,-6 0-31 15,3-2-29-15,1 1-25 0,-2-1-16 0,1 2-6 0,1-4 1 0,-2 2 10 16,-1-1 23-16,1-1 26 0,2 1 34 0,-1-1 37 0,-1-1 34 0,2 2 32 15,-1-2 45-15,3 1 47 0,0-1 53 0,-6 0 55 0,6 0 57 0,0 0 57 16,-5 0 51-16,5 0 47 0,-4 0 46 0,4 0 44 0,0 0 27 0,0 0 24 16,0 0 13-16,-2 0 9 0,2 0 0 0,0 0-8 0,0 0-17 15,0 0-20-15,0 0-14 0,0 0-15 0,0 3 1 0,2 0 6 0,-2-1 13 16,0 1 16-16,4 0 16 0,-4-2 15 0,0 2 12 0,2 0 14 0,1 0 10 16,1 2 9-16,-2-1 4 0,1 0 4 0,-3 1-8 0,6 1-15 0,-1 0-19 15,-1 0-27-15,-1 2-29 0,-1-1-31 0,4-1-28 0,-3 3-21 0,3-1-21 16,-3-1-18-16,-1 0-17 0,2 1-18 0,1 0-14 0,-5-1-13 15,4 1-4-15,-4-2-4 0,2 1-4 0,1-1-4 0,-3 0-1 0,0 0-4 0,0 0-1 16,0-1-3-16,-3 1-2 0,1-3 1 0,2 3-1 0,-4-2-1 16,4-1 2-16,-2 0-1 0,-1 2-1 0,-1-2-1 0,2 0-4 0,-1-2-1 15,-3 2-1-15,3-1-4 0,1-1-1 0,-2 1-1 0,-1-1-2 0,5-1-3 16,-4 0 0-16,2 0-3 0,-1 0 0 0,3 0-2 0,-4-1-1 0,2 1-1 16,2-3-2-16,-3 1 0 0,3-1 0 0,0 2 0 0,0-4 0 0,3 1 0 15,-3-1-2-15,6-1 1 0,-3 2-4 0,-1-2-1 0,5-2-4 0,-1 1-5 16,-1-1-12-16,1 2-14 0,-3-1-28 0,3 1-37 0,-1-2-59 0,1 2-73 15,1 0-67-15,-5 2-65 0,5-1-73 0,-5 2-74 0,3-2-90 0,-1 3-105 16,-1-1-40-16,-3 3-15 0,2-3 2 0,2-2 11 0,-2 2 26 0,1 1 35 16,3 0 60-16,-3-1 73 0,6 1 69 0,-3-1 66 0,3 0 71 0,0 0 77 15</inkml:trace>
  <inkml:trace contextRef="#ctx0" brushRef="#br0" timeOffset="69420.94">9120 4734 36 0,'-4'-2'338'0,"4"2"79"0,0 0 39 0,0 0 27 0,0 0 20 0,0 0 29 0,4 0 35 0,-1 2 43 0,-1-2 48 0,3 1 28 16,-1-1 25-16,5 0-10 0,-3-1-22 0,3-1-112 0,1 1-156 0,-1-2-71 15,4 0-38-15,-2 0-22 0,2-2-18 0,-2 2-31 0,-1-1-32 0,3-1-44 16,2 0-48-16,-6 1-31 0,1-2-20 0,3 0-19 0,-2 0-14 0,-2 2-13 16,0-2-13-16,2-1-18 0,-6 2-21 0,4-1-24 0,-1 1-27 0,-3-1-31 15,0 0-36-15,1 2-33 0,-3-2-32 0,-3 1-26 0,6 1-26 16,-6-1-17-16,0 1-15 0,0-1-5 0,0 1-2 0,0-1 12 0,0 0 11 16,-4 1 23-16,2 0 25 0,2 1 31 0,-3-2 36 0,-3 2 35 0,3 0 39 15,1 2 36-15,-2-2 33 0,-1 1 34 0,1 1 31 0,-1 1 31 0,1-2 29 16,2 1 19-16,-1 1 15 0,-3 1 13 0,1 1 14 0,1-1 11 0,3 1 8 15,-3 1 11-15,-1 0 13 0,1-1 5 0,-2 3 6 0,3 1-1 0,-3 0-3 16,1 2-9-16,1-1-13 0,-1 2-8 0,0 0-5 0,1 2-9 0,-1-1-9 16,1 1-10-16,-2-1-8 0,1 1-11 0,1-1-10 0,4 1-15 0,-1-1-9 15,-3-1-14-15,4 0-13 0,0-1-7 0,4-1-6 0,-3 1-6 0,-1-2-3 16,4-2-5-16,1 2 1 0,1-1-4 0,-2-2-2 0,5 1-4 0,-4-1-4 16,4-2-3-16,-4 1-3 0,4 0 0 0,1-2-3 0,-1-2-7 0,-4 2-13 15,4-2-20-15,-4 1-23 0,1 1-32 0,3-3-36 0,-4 3-40 0,-1-1-43 16,-2-1-38-16,1 1-37 0,-3 1-32 0,0 0-32 0,0 0-23 15,0 0-22-15,0 0-10 0,-3 1-9 0,-3 1 9 0,5 1 17 0,-7 1 28 16,3-1 34-16,-4 3 40 0,-2 0 44 0,6 2 40 0,-8-1 39 0,4 2 36 16,-2-1 33-16,2-1 30 0,0 2 29 0,0 0 28 0,-2-1 25 0,6-1 20 15,-4 2 16-15,3-1 15 0,-1-1 10 0,1-2 8 0,5 1 8 16,-3 0 13-16,0-2 14 0,4 1 19 0,4-1 23 0,0-1 17 0,-3 0 19 16,5 0 11-16,-2-1 11 0,5-1 8 0,0 1 7 0,0-2 3 0,2 0 4 15,-2 0-2-15,1-2 3 0,3-1-8 0,-2 0-12 0,2 0-20 0,-3-1-24 16,-1 1-24-16,2-2-23 0,2 1-21 0,-2-1-21 0,-2 1-16 0,0-2-18 15,2 1-14-15,-4 1-16 0,-2-1-13 0,6 1-10 0,-7-1-11 0,1 2-6 16,1-1-6-16,-3 1-5 0,3-2-4 0,-6 2-1 0,3 2-5 0,-1-2-2 16,-2 0-2-16,0 3-5 0,0 0-1 0,0-3 4 0,0 0 1 0,-2 1 4 15,-1-1 1-15,3 0 6 0,-2 2 4 0,-2-2 5 0,1 1 9 0,3 1 14 16,-2-2 13-16,-2 3 15 0,1-2 16 0,1 1 14 0,2 1 13 0,0-2 8 16,0 2 7-16,0 0 4 0,0 0 6 0,0 0 4 0,0 0 2 0,0 0 3 15,-4 0-5-15,2 2-5 0,-1-1-7 0,3 1-7 0,0 1-7 16,0 1-4-16,-4 2-8 0,2-1-5 0,2 2-5 0,0 0-3 0,0 3-5 15,0-2-4-15,-3 2-3 0,3 0-3 0,0-1-6 0,0 0-3 0,0 2-12 0,0-3-12 16,0 3-23-16,0-2-26 0,0-1-54 0,0-1-64 0,3 1-76 16,-3-2-80-16,0-2-65 0,0 1-58 0,2-1-62 0,2-2-63 0,-4-2-83 15,0 0-90-15,0 0-37 0,0-2-12 0,5-2 8 0,-1-1 17 16,1 1 47-16,-1-4 59 0,-2-1 74 0,1 0 78 0,3 0 68 0,-1-1 55 16,-1 1 62-16,1 0 65 0</inkml:trace>
  <inkml:trace contextRef="#ctx0" brushRef="#br0" timeOffset="69899.7">9577 4713 261 0,'0'0'415'0,"0"3"93"0,0 1 72 0,0 2 52 0,0 2 46 15,0 1 30-15,0-2 24 0,0 4 15 0,0-2 10 0,0 0 7 0,0 0 8 16,0 1-59-16,0-1-88 0,0 2-123 0,0-2-140 0,0 0-91 0,0 1-72 16,0-1-53-16,4 0-46 0,-4 0-36 0,0-1-31 0,0-1-30 0,2-1-31 15,-2 0-40-15,0-1-45 0,0-1-46 0,0-1-51 0,0 0-43 0,0-3-42 16,0 0-28-16,3 2-27 0,-3-2-21 0,0 0-18 0,0 0-11 0,0-2-8 15,4 1 0-15,-2-2 6 0,1 0 15 0,-1 0 22 0,-2-2 36 0,4 1 40 16,-4-2 36-16,3 0 39 0,-1 1 26 0,2-1 27 0,-4-1 19 16,0-1 20-16,2 2 21 0,1-1 18 0,-3-1 22 0,0 2 23 0,4 0 23 15,-2-1 23-15,-2 0 20 0,3 2 20 0,-3-1 13 0,4-1 15 0,-2 2 14 16,1 0 9-16,-1-1 11 0,-2 0 10 0,4 2 10 0,-1-2 11 0,-1 1 22 16,2-1 29-16,1 2 27 0,1-2 29 0,-3 1 9 0,3 1 0 0,3-2 0 15,-4 1 0-15,4-1-1 0,-3 2 3 0,3-1-2 0,-4 0-2 16,4 1-5-16,-3 0-3 0,3-1-21 0,-6 1-27 0,6 1-18 0,-7-2-18 15,3 4-6-15,3-1-3 0,-3 1-3 0,1-2-4 0,-3 1-9 0,-1 2-5 16,2 0-7-16,1 0-2 0,-5 0-4 0,4 0-3 0,-4 0-4 0,0 0-5 16,0 0-9-16,0 0-12 0,1 2-11 0,-1-2-4 0,4 3 0 0,-4-2 2 15,0 2-1-15,0 0 2 0,0 0-3 0,0 2-6 0,0 1-3 0,0 0-6 16,0 0-6-16,0 3-3 0,0 0-6 0,0 0-5 0,0 0-5 0,0 1-7 16,0-1-4-16,0 2-4 0,0-2-5 0,4 0-5 0,-4 1 4 0,2-1 2 15,-2 0-1-15,0-1-9 0,3-1-3 0,-3-1 2 0,0 2-5 0,4-3-3 16,-4 2-8-16,2-4-7 0,-2 1-12 0,0-1-16 0,0 0-26 0,0-3-32 15,0 0-55-15,0 0-70 0,0 0-66 0,0 0-66 0,0 0-57 0,0 2-55 16,0-2-45-16,-6 1-43 0,6-1-40 0,-3 2-37 0,3-2-45 0,-6 0-51 16,1 0-3-16,-1-2 20 0,-1 1 48 0,2-1 57 0,-1-1 71 0,1 2 69 15,-4-2 63-15,5 0 50 0,-1 0 51 0,-1 1 45 0,3-1 48 16</inkml:trace>
  <inkml:trace contextRef="#ctx0" brushRef="#br0" timeOffset="70243.73">9662 4813 244 0,'-5'-3'328'0,"1"0"32"0,-1 2 21 0,1-1 13 0,2 1 17 0,-1-1 13 0,-1 2 21 0,4 0 20 0,0 0 19 0,0 0 22 15,0 0-3-15,-2 2-8 0,2-2-81 0,0 0-111 0,0 0-49 0,0 0-19 0,-3 1-3 16,3-1 1-16,0 0 5 0,0 3 4 0,3 0-4 0,-3-2-5 16,2 3-6-16,-2-1-8 0,0 0-5 0,4 1-5 0,-4-1-2 0,3 2-2 15,-3-2-6-15,2 1-9 0,-2 1-7 0,4-1-13 0,-4-1-14 0,0 2-18 16,0-1-12-16,2 1-17 0,-2-1-14 0,3 1-11 0,-3-2-14 0,0 0-12 16,0 0-13-16,0-1-12 0,4 2-12 0,-4-4-9 0,2 1-15 0,-2-1-18 15,0 0-25-15,0 2-32 0,0-2-42 0,0 0-48 0,0 0-56 0,0 0-61 16,3-2-53-16,-3 1-47 0,2-1-39 0,2-2-32 0,-1 1-32 0,-1-3-26 15,2 1-20-15,-4-2-9 0,5 1 1 0,-5-3 7 0,4 1 27 0,-2-1 36 16,-2 0 46-16,3 0 53 0,-3 0 53 0,0 0 57 0,0-1 48 0,4 0 49 16,-2 0 50-16,-2 0 52 0,0-2 46 0,0 1 42 0,3-1 41 0,-3 2 38 15,2-2 33-15,-2 1 29 0,0 1 27 0,4 1 23 0,-4 1 11 0,0 2 7 16,0 0 1-16,0 3 2 0,0 0-4 0,0 3-9 0,0 0-1 16,0 0 1-16,0 0-1 0,0 0 3 0,0 3-3 0,0-1-4 0,0 1-10 15,0 1-12-15,0-1-21 0,0 3-21 0,3 0-42 0,-3 0-52 0,0 3-56 16,2-1-58-16,-2 2-68 0,0-1-77 0,4 2-106 0,-4-2-115 0,3 1-66 15,-1-1-41-15,-2 2-20 0,6-2-8 0,-3-2 3 0,1 1 7 16,1 0 30-16,-3-1 36 0,7 0 44 0,-5-3 43 0,7 3 53 0,-2-1 59 16</inkml:trace>
  <inkml:trace contextRef="#ctx0" brushRef="#br0" timeOffset="71042.31">10058 4738 91 0,'4'-2'310'0,"-2"1"83"0,-2-2 48 0,3 2 36 0,1-1 35 0,1 1 35 0,-3 1 37 0,2 0 40 0,1 0 35 0,3 1 41 0,-3-1 28 0,0 0 25 16,1 2-72-16,-3-2-113 0,3 1-82 0,-1 1-70 0,1-1-40 0,1 2-29 16,-5 0-28-16,5 0-28 0,-5 2-35 0,3-1-39 0,-1 1-30 0,-1-1-34 15,-1 2-27-15,2 0-22 0,-4 0-17 0,0 2-15 0,2-1-14 0,-2-1-8 16,-2 2-13-16,2-1-10 0,-4 1-15 0,2-1-16 0,-1 1-17 15,-3-1-18-15,1 1-23 0,-2-2-26 0,1 1-59 0,1 1-75 0,-1-2-73 16,-3-2-71-16,4 2-53 0,-2 0-47 0,0-3-34 0,-1 2-27 0,3-1-16 16,-4-2-10-16,3 1-3 0,1-2 0 0,0-1 13 0,-3 0 19 0,3-1 55 15,-1 1 74-15,3-3 80 0,1 1 77 0,-2-1 67 0,-1-1 59 16,5 1 52-16,-4-2 46 0,4 2 40 0,0-2 34 0,0 1 31 0,0 1 27 16,0-1 27-16,0 2 26 0,4-1 27 0,-4 0 29 0,2 2 31 0,1-1 32 15,1 2 28-15,-2 0 30 0,1 0 20 0,3 0 10 0,-1 0 6 0,-1 2-2 16,1-2-7-16,1 1-12 0,-3 0-16 0,3 1-18 0,-3 0-28 0,3-1-30 15,-1 1-34-15,3-1-40 0,-3 2-49 0,-3-1-53 0,5 1-56 0,-2-2-56 16,-3 2-59-16,2-1-63 0,1-1-57 0,-1 1-54 0,1-1-42 0,-5 1-39 16,6-1-30-16,-6-1-26 0,3 0-23 0,-3 0-25 0,4 0-10 0,-2 0-10 15,1-1 5-15,-1-1 14 0,2 1 31 0,-4-1 36 0,3-1 45 0,-1 0 48 16,-2 0 40-16,0 0 40 0,4-1 41 0,-4 1 35 0,2-1 37 0,1 0 33 16,-3 1 34-16,4 0 31 0,-2-1 31 0,-2 0 30 0,3 0 27 0,1 1 29 15,1 0 23-15,-3-1 24 0,5 1 13 0,-1-2 8 0,-1 2 15 16,4-1 16-16,0-1 17 0,2 0 15 0,-2 1 17 0,6 0 17 0,-1-2 17 15,-1 1 10-15,1-1 4 0,3-1-4 0,-3 1-7 0,-1 0-13 0,3-2-11 16,0 1-11-16,1-1-23 0,-5 2-28 0,3-1-28 0,-4-1-28 0,3 1-28 16,-5 1-32-16,4 0-27 0,-6 0-29 0,2 0-22 0,0 1-17 0,-4 1-17 15,3-1-17-15,-3 2-17 0,-3-1-19 0,2 1-19 0,-1 0-22 0,-1-1-21 16,-2 0-27-16,0 3-26 0,0-4-22 0,-2 2-18 0,-1 0-18 16,-1-1-10-16,-1-1-11 0,3 1 0 0,-2 1 1 0,0-2 8 0,-1 2 11 15,0-1 16-15,1 1 15 0,-1-2 20 0,1 4 25 0,2-2 22 0,-1 1 24 16,-3 1 20-16,3-1 21 0,1 2 19 0,-2 0 15 0,0 0 15 0,4 0 15 15,-1 0 23-15,1 3 28 0,-4 0 31 0,4 0 31 0,0 3 29 0,0 0 29 16,0 2 26-16,4-1 23 0,-4 2 19 0,1 2 16 0,3-1 9 0,-4 2 6 16,6 0 1-16,-3 0-5 0,-3 0-9 0,6 0-16 0,-3 0-21 0,-1 2-24 15,2-2-21-15,1 1-22 0,-1 1-20 0,-4-2-22 0,1 1-15 0,3-1-15 16,0 0-8-16,-3 0-2 0,-1-1-1 0,4-1-3 0,-4-1-1 0,0 0 0 16,4-1-1-16,-4-1 2 0,0-1-4 0,0-1-2 0,0-1 1 0,-4-1-1 15,4 2-1-15,0-4-6 0,-4 2-3 0,4-1-6 0,-1-1-5 0,-3-1-2 16,0 2-5-16,3-2-6 0,-3 0-3 0,-1 0-6 0,1 0-3 0,4-2-3 15,-5 2-3-15,3-1-5 0,-2-1-1 0,1 1-3 0,3-1-4 16,-2 1-4-16,-2-3-5 0,4 3-8 0,-4-2-11 0,3-1-10 0,1 1-16 16,0-2-17-16,0 1-36 0,0-1-45 0,1 1-61 0,3-2-72 0,-4 0-63 15,6 0-60-15,-3 0-64 0,1-2-66 0,-2 1-86 0,3 0-91 16,-1 0-39-16,1 0-7 0,-1 1 4 0,1 0 14 0,0-2 33 0,-1 1 45 16,2 1 63-16,-1-2 70 0,-1 2 65 0,1 0 62 0,-1 0 66 0,1 0 69 15</inkml:trace>
  <inkml:trace contextRef="#ctx0" brushRef="#br0" timeOffset="71817.28">10773 4525 114 0,'0'0'405'0,"3"0"178"0,-3 0 83 0,0 0 36 0,2 0 20 0,-2 0 7 0,0 0 6 0,0 3 0 0,0-1 0 0,-2 2 0 0,2 1 1 0,-3 1 1 0,-3-1-96 0,1 3-143 16,1 1-163-16,-1 0-176 0,-4 1-90 0,3 1-48 0,-3 1-37 0,4 0-32 15,-4-1-26-15,0 2-26 0,0-2-20 0,3 1-15 0,-3 0-17 16,4-2-13-16,-4 0-12 0,3 0-11 0,1 0-10 0,0-2-7 0,1-1 2 0,0-1 7 16,4-1 20-16,-1-1 20 0,1 1 23 0,0-1 21 0,0-2 18 15,1 1 19-15,-1-2 12 0,4 1 12 0,-4-1 12 0,5 1 9 0,-1-2 9 16,-2 1 6-16,5-1 4 0,-5-1 5 0,3 1 0 0,4-2 1 0,-5 1 1 16,5-2 1-16,-4 0 1 0,4 1 1 0,-3-2-2 0,3 1 0 0,-4-2 0 15,1 2-3-15,1-1-2 0,-2-1-2 0,-3 2-4 0,6-1-2 16,-7 1-4-16,3 0-1 0,-2-1-1 0,1 2 0 0,-3 0-1 0,0 1 1 15,0 1 1-15,0 0 0 0,0 0 4 0,0 0 5 0,0 0 5 0,0 0 7 16,0 0 7-16,0-2 4 0,0 2 4 0,0 0 7 0,0 0 10 0,-3 2 13 16,1-2 16-16,2 3 20 0,0-1 23 0,-4 3 23 0,4 0 20 0,-1 1 17 15,1 0 14-15,-4 1 9 0,4 2 11 0,-4-1 10 0,4 2 4 0,0-1 2 16,0 0-7-16,0 2-10 0,0-3-14 0,0 2-19 0,0 0-23 0,0-1-21 16,0 0-24-16,0 0-23 0,0 0-14 0,0-1-13 0,0-1-15 0,0 1-13 15,0-2-12-15,4-2-10 0,-4 1-10 0,0-2-7 0,0 0-12 0,4 0-13 16,-4-3-9-16,0 1-13 0,0-1-13 0,0 0-13 0,0 0-17 0,0 0-19 15,0 0-18-15,1-1-21 0,3 1-18 0,-4-3-20 0,2 0-13 16,1-2-12-16,-3 2-12 0,4-1-13 0,-2-2-6 0,-2 0-5 0,3 1 1 16,-1-1 4-16,2-1 10 0,-1 1 11 0,-1-2 18 0,2 2 20 0,0 0 24 15,-3 0 24-15,5-1 20 0,-3 1 18 0,3 0 23 0,-3 0 21 0,3 0 19 16,-1 1 18-16,-1 0 16 0,1 1 15 0,-1 0 10 0,-2 1 13 0,1 0 10 16,3 1 11-16,-6 2 10 0,3-2 14 0,-3 2 20 0,2 0 21 0,-2 0 30 15,4 0 30-15,-1 0 32 0,-3 0 33 0,2 2 23 0,-2 0 18 16,0-1 9-16,4 2 3 0,-4-1-5 0,0-2-6 0,0 3-10 0,2 0-15 15,-2-2-19-15,0 2-24 0,0 0-37 0,0 0-43 0,0 0-51 0,0 0-59 16,3-1-54-16,-3 0-54 0,0 2-42 0,0-3-37 0,0-1-24 0,0 3-16 16,0-1-14-16,0-2-7 0,4 1-10 0,-4-1-11 0,5 0-1 0,-5-1 1 15,6-1 16-15,-1 1 18 0,-1-2 29 0,1-2 26 0,-1 2 24 0,1-1 25 16,1-2 13-16,-1 1 11 0,4-2 8 0,-5 1 6 0,1-2 8 0,1 2 13 16,1 0 8-16,-2-1 10 0,1-1 5 0,-1 2 3 0,-1-1 4 0,1 2 1 15,-1-1 7-15,-2 0 5 0,1 3 6 0,3-1 12 0,-6 1 12 0,3-2 11 16,-1 4 15-16,2-1 15 0,-4 2 22 0,3-1 24 0,-3 1 26 0,2 1 26 15,2-1 29-15,-4 3 30 0,2 0 28 0,1-1 27 0,-3 1 15 0,4 0 7 16,-2 1 1-16,-2-1-9 0,3 2-10 0,-3-2-11 0,4 1-29 16,-2 1-29-16,-2-1-55 0,0 1-65 0,3-2-76 0,-1 1-85 0,-2-1-75 15,0 2-74-15,0-2-72 0,0 1-64 0,0-1-70 0,0 0-67 0,0-3-63 16,-2 4-58-16,2-4-20 0,-3 4-5 0,3-4 24 0,0 4 35 0,0-4 47 16,0 0 54-16,0 0 49 0,0 0 46 0,0 0 50 0,0 0 55 0,0 0 60 15</inkml:trace>
  <inkml:trace contextRef="#ctx0" brushRef="#br0" timeOffset="72296.36">11111 4771 289 0,'0'0'366'15,"4"3"51"-15,-4-2 34 0,0 3 29 0,3-3 25 0,-1 2 25 0,-2 0 21 0,0 0 26 0,0 1 20 0,4 0 19 16,-4 0-5-16,0-1-16 0,2 2-94 0,-2-3-128 0,0 3-68 0,0-2-43 15,0 2-33-15,0-1-28 0,0-1-23 0,0 2-21 0,0-1-23 0,0 1-24 16,0-1-19-16,0-1-19 0,0 2-17 0,0-2-10 0,3 0-12 0,-3 0-6 16,0-1-8-16,0 2-7 0,4-3-4 0,-4-1-2 0,2 3-6 0,-2-1-8 15,0-2-8-15,0 0-8 0,0 3-14 0,0-3-17 0,0 0-14 0,0 0-15 16,0 0-26-16,0 0-28 0,0 0-24 0,0 0-16 0,0 0-18 16,0 0-16-16,3-2-15 0,-3 1-14 0,2-1-9 0,-2 2-7 0,4-1-2 15,-4-1 5-15,3-1 3 0,-1 1 9 0,-2 1 15 0,4-2 20 0,-4 2 18 16,0-1 18-16,3 1 19 0,-1 1 17 0,-2-2 19 0,4 1 17 0,-3-1 19 15,-1 2 15-15,4-1 15 0,-4 1 12 0,0-2 14 0,0 2 14 16,0 0 13-16,6 0 13 0,-6 0 13 0,0 0 10 0,0 0 13 0,0 0 11 16,0 0 11-16,0 0 13 0,0 3 10 0,-2-1 11 0,-2 1 2 0,4 1 4 15,0-1-4-15,-4 2-2 0,4-2-11 0,-5 0-9 0,5 1-15 0,-5-1-22 16,5 2-18-16,-4-2-21 0,-1 1-19 0,1-1-22 0,2 0-16 0,-1 2-16 16,3-2-9-16,-6 1-8 0,6-1-2 0,-3 2-1 0,3-3-1 0,-2 3 2 15,-2 0 9-15,4-1 11 0,-2-1 8 0,2 2 11 0,-3-1 10 0,3 1 7 16,0-2 11-16,0 1 8 0,0-1 4 0,0 2 4 0,0-2 1 0,0 0 4 15,0-1-1-15,0 0 5 0,0 1-5 0,0 0 2 0,3-1-1 0,-1-1-2 16,-2-1-2-16,0 3-2 0,4-1-5 0,-2-2-6 0,1 0-11 0,-3 0-11 16,6 0-18-16,-3 0-26 0,-1-2-41 0,2 1-50 0,-4 1-72 0,5-3-77 15,-1 0-36-15,-1-2-16 0,-1 2-7 0,2-1-1 0,-3-1 2 0,3 1 2 16,-4-1 9-16,0 1 13 0,4-2 18 0,-2 1 24 0,-2 2 44 16,3-1 50-16</inkml:trace>
  <inkml:trace contextRef="#ctx0" brushRef="#br0" timeOffset="73041.22">12120 4525 103 0,'4'3'391'0,"-2"1"162"0,1 1 89 0,-3 1 56 0,0 1 32 0,4 4 27 0,-2 1 20 0,-2 0 19 15,3 2 13-15,-3 1 10 0,0 0 11 0,0 3 9 0,0-2-90 0,4 2-133 16,-4 0-153-16,-4 0-158 0,4 0-84 0,0-1-54 0,-3-1-34 0,3-1-25 15,-2 0-19-15,-2 0-17 0,1-1-15 0,1-1-15 0,2 1-11 0,-4-2-11 16,4-2-14-16,-2 2-14 0,-1-3-14 0,3 0-16 0,0-1-22 16,-4-2-28-16,4-2-58 0,0 1-71 0,0-1-85 0,0-4-89 0,0 0-82 0,0 3-76 15,0-3-91-15,0 0-100 0,0 0-50 0,0-4-25 0,4-3-8 16,-4 2 4-16,0-1 20 0,3-3 24 0,-1 0 58 0,-2-2 70 0,4-1 85 16,-4 0 89-16,2 0 81 0,1 0 80 0,1 0 94 0</inkml:trace>
  <inkml:trace contextRef="#ctx0" brushRef="#br0" timeOffset="73432.55">12180 4510 1 0,'2'-3'263'0,"-2"2"107"15,0-1 70-15,3 1 53 0,-1 1 56 0,2 0 55 0,-1 0 44 0,-1 1 36 16,4 1 26-16,-3-1 17 0,1 1 15 0,-2-1 11 0,1-1-56 0,3 1-87 16,-3 1-97-16,-1 0-98 0,2-1-67 0,1 1-51 0,-5-1-50 0,6 2-55 15,-6 0-40-15,3 0-35 0,-3 0-22 0,4 2-16 0,-4 1-13 0,0-2-10 16,0 2-9-16,0 2-11 0,-4 0-6 0,4 2-3 0,-3-2-4 0,1 3-4 15,-2 0-1-15,-1-1-1 0,1 1-4 0,-1-1-4 0,-1 1-3 0,3-2-1 16,-3 1-2-16,3-2-5 0,-3 1 1 0,4-3-2 0,-1 1-2 0,-1-2-1 16,4 1 0-16,0-2 2 0,0 0-2 0,0 0-2 0,4 0 1 0,-1-1 1 15,-1 0 0-15,4 0 1 0,1 0 1 0,0 2 1 0,2-2 1 0,0-2-1 16,4 2 2-16,-2 0 2 0,3-1 1 0,-1-1-4 0,-2 2 2 0,3-3 2 16,-1 2 1-16,-2-1 3 0,0 1 3 0,-2-2 4 0,-4 3 2 0,4-3 2 15,-2 1 4-15,-5 1 6 0,4-1 4 0,-3-1 8 0,-3 2 9 0,0-2 11 16,0 0 8-16,0 0 8 0,0 0 2 0,0 2 1 0,-3 2-3 15,1-3-3-15,-2 4-3 0,-1-2-2 0,-1 1-4 0,-1-1-9 16,2 2-13-16,-4 1-19 0,3-1-19 0,-3 0-24 0,2 0-24 0,0-1-24 16,-2 2-42-16,3-3-48 0,1-1-82 0,-4 1-97 0,7-2-81 0,-5 1-74 0,5-4-72 15,-2 1-69-15,4 1-77 0,-5-5-82 0,1 1-29 0,4-2-8 16,0-2 7-16,0-1 13 0,4-1 35 0,-4-1 48 0,5-1 79 0,-1-1 98 16,1-1 79-16,1 1 74 0,-1-3 74 0,4 0 74 0</inkml:trace>
  <inkml:trace contextRef="#ctx0" brushRef="#br0" timeOffset="73573.1">12625 4207 380 0,'5'-1'553'0,"-1"2"105"0,1 2 56 0,-1 0 35 15,-4 2 22-15,4 2 16 0,-3 2 8 0,-1 0 6 0,0 2 5 0,0 1 0 16,0 0-6-16,-1 3-8 0,-3-2-177 0,4 4-251 0,-4-1-211 0,-1 1-198 16,0-1-172-16,1 2-161 0,-1-1-150 0,-1-1-147 0,-3 2-69 0,5-2-35 15,-1 1-15-15,0 1-10 0,1-1-2 0,-1-1-1 0,1 1 9 16,-2-2 20-16,1-2 72 0,5 1 93 0,-4-2 117 0,-1-2 128 0</inkml:trace>
  <inkml:trace contextRef="#ctx0" brushRef="#br0" timeOffset="81773.69">5896 5529 6 0,'0'0'276'0,"0"0"121"0,4 1 53 0,-4-1 25 0,2 3 18 0,-2-1 10 0,0 1 30 16,4-2 35-16,-4 2 44 0,0 0 41 0,0 0 33 0,3 2 29 15,-3-1-50-15,2 0-87 0,-2 3-103 0,4 0-112 0,-4-1-49 0,1 2-19 16,-1-1-11-16,4 1-11 0,-4 1-28 0,0-2-36 0,4 1-40 0,-3 0-45 15,-1 0-30-15,4 1-28 0,-4-1-18 0,2 1-13 0,-2-2-8 0,3 1-8 16,-3-2-7-16,0 1-9 0,0 1-15 0,4-3-19 0,-4 0-35 0,2 1-41 16,-2 0-53-16,0-3-57 0,0 2-50 0,0-1-50 0,0 1-33 0,0-3-30 15,0 0-23-15,0 1-19 0,0 0-10 0,0-3-6 0,0 0 9 0,3 2 14 16,-3-2 30-16,0 0 37 0,0 0 54 0,0 0 55 0,0 0 49 0,0 0 48 16,0-2 36-16,0 2 30 0,2-1 21 0,-2-4 19 0,0 2 13 15,0 2 11-15,0-4 8 0,0 2 7 0,0 0 4 0,-2 0 5 0,2 0 5 16,0 0 5-16,0 0 7 0,0 2 5 0,0 1 5 0,-3-3 4 0,3 3 8 15,0 0 4-15,0-2 6 0,0 2 5 0,0 0 4 0,0 0 2 16,0 0 7-16,0 0 6 0,0 0 7 0,-6 2 9 0,6 1 14 0,-3 0 14 16,1 1 14-16,-2 1 17 0,3 1 19 0,-3 0 17 0,4 1 12 0,-4 1 16 15,3-1 8-15,-3 1 3 0,2-1 4 0,-1-1-4 0,3 2-2 0,-4-2-6 16,4-2-17-16,0 2-23 0,0-1-24 0,0-2-24 0,0-1-27 0,0 2-21 16,0-3-22-16,0-1-19 0,0 2-17 0,4-1-13 0,-1 1-17 0,-1-2-19 15,3 0-26-15,-1 0-28 0,1-2-25 0,-1 2-24 0,5-3-25 0,-4 0-25 16,5-1-22-16,-1-2-23 0,-2 1-17 0,2-2-14 0,0-2-8 0,0 1-8 15,0-2 2-15,0 1 7 0,-2 0 14 0,2-1 20 0,-3 2 23 16,3 0 28-16,-6 1 25 0,6-1 31 0,-7 1 23 0,5 2 23 0,-5 1 18 16,2-1 14-16,-2 1 14 0,1 2 10 0,-3-1 10 0,0 3 10 0,0-1 10 15,0 1 10-15,0 0 10 0,0 0 12 0,0 0 12 0,0 0 9 16,0 0 10-16,0 0 7 0,0 0 11 0,0 0 8 0,0 0 4 0,0 0 1 16,0 0-1-16,0 0-4 0,0 1-5 0,0-1-7 0,0 2-12 0,0-2-10 15,-3 3-13-15,3-3-14 0,0 2-15 0,0 2-17 0,3-3-17 0,-3-1-17 16,0 2-15-16,0 1-16 0,4-2-11 0,-2 1-8 0,1-2-6 0,1 0-9 15,-2 0-2-15,3-2-6 0,-1 2 1 0,1-1 2 0,-1-1 5 0,1 1 10 16,-1-2 6-16,1 1 9 0,-3-1 8 0,2 0 12 0,1 2 5 0,-1-2 8 16,-1 0 4-16,-1 1 8 0,-2 2 7 0,0 0 7 0,0 0 8 0,0 0 11 15,0 0 7-15,0 0 11 0,0 0 9 0,0 0 13 0,0 0 8 16,0 0 10-16,0 0 6 0,0 0 4 0,0 0 5 0,0 0 4 0,0 0 0 16,0 0-1-16,0 0-5 0,0 2-6 0,0-2-6 0,0 1-11 15,0-1-9-15,-2 5-12 0,2-4-8 0,0 2-8 0,0-3-9 0,0 3-9 16,0 0-19-16,0-1-26 0,2 1-24 0,-2 0-29 0,0-2-24 0,0 1-28 15,4-1-31-15,-2 2-38 0,1-3-49 0,-3 2-57 0,0-2-73 0,0 0-78 16,0 0-35-16,6-2-14 0,-1 2 8 0,2-3 16 0,-5 0 22 0,4 0 25 16,-3-1 22-16,3 1 26 0,-3-2 32 0,3 1 36 0,3-1 49 0,-4 2 59 15</inkml:trace>
  <inkml:trace contextRef="#ctx0" brushRef="#br0" timeOffset="81977.44">6352 5592 220 0,'-3'3'331'0,"3"1"51"0,0-1 34 0,-4 3 29 0,2 0 25 0,2 0 28 0,0 2 29 0,-3-1 28 0,3-1 28 0,0 3 21 0,-2-1 17 16,-2 1-53-16,4 0-79 0,0 0-91 0,0 1-90 0,0 1-51 0,-3-1-34 16,3 1-33-16,0-1-33 0,0 0-47 0,0 1-54 0,0-1-59 0,0 0-62 15,3-2-57-15,-3 2-53 0,0-2-44 0,4 0-39 0,-4 0-36 0,2-1-34 16,-2-2-37-16,3 1-42 0,-1-2-52 0,2-1-59 0,-4-3-29 0,0 0-9 15,0 0 16-15,0 0 30 0,3 0 31 0,3-3 35 0,-6 0 34 0,5-1 32 16,-5-1 33-16,6 1 34 0,-3-1 36 0,1 1 41 0</inkml:trace>
  <inkml:trace contextRef="#ctx0" brushRef="#br0" timeOffset="82476.69">6352 5622 31 0,'0'-4'248'0,"0"2"46"0,2 0 27 15,-2-1 13-15,4 2 11 0,-4-1 10 0,0 2 11 0,0 0 13 0,1-1 13 16,-1 1 11-16,0 0 17 0,0 0-15 0,0 0-27 0,0 0-63 0,0 0-79 16,0 0-31-16,0 0-8 0,0 0-1 0,0 0 8 0,0 0 3 0,0 0 5 15,0 0 0-15,0 0 3 0,0 0 7 0,0 0 8 0,0 0 14 0,0 0 17 16,4 1 8-16,-4 1 1 0,0 1-5 0,6 0-5 0,-6 1-12 0,3 1-10 15,1 1-7-15,-2 1-11 0,3 2-12 0,-1 0-10 0,-4 2-20 16,3 1-18-16,-1 0-28 0,2 0-31 0,-4 1-23 0,0 0-19 0,1 0-11 16,-1 0-10-16,4 0-8 0,-4 1-5 0,0-2-4 0,0 0-6 15,0 0-1-15,0-1-4 0,0-2-8 0,0 1-10 0,0-1-11 0,4-1-13 16,-4-2-16-16,2 1-19 0,-2-1-26 0,0-1-25 0,0-1-32 0,3-1-34 16,-3 0-31-16,0-3-33 0,0 2-23 0,0-2-21 0,0 0-15 0,0 0-13 15,0 0-6-15,0 0-2 0,0 0 5 0,0 0 13 0,0 0 23 0,0 0 29 16,0 0 32-16,-3 0 34 0,3 0 31 0,-6-2 37 0,6 0 33 0,-4 1 30 15,3 0 34-15,-3-1 33 0,-1 1 35 0,1-2 34 0,2 0 34 0,-1 1 30 16,-3-1 30-16,3 0 29 0,1 2 26 0,-2-2 20 0,-1 0 14 0,1 0 11 16,4 0 1-16,-5-1 0 0,5 2-9 0,-4 0-10 0,2-1-15 0,2 0-16 15,0 2-23-15,0-2-25 0,0 3-26 0,0-4-27 0,0 4-26 0,0 0-23 16,0-1-18-16,0-2-13 0,0 3-28 0,0-3-34 0,0 2-62 16,6-2-78-16,-6 0-77 0,5 0-74 0,-1-1-78 0,1 2-78 0,1-3-96 15,1 1-101-15,-2-1-46 0,1 1-19 0,3-2-11 0,-4 1-2 0,4 0 16 16,0 3 22-16,0-3 56 0,-3 4 73 0,3-2 73 0,-2 1 74 15,2 1 75-15,0-1 79 0</inkml:trace>
  <inkml:trace contextRef="#ctx0" brushRef="#br0" timeOffset="82836.28">6777 5550 234 0,'0'0'418'0,"0"-2"69"0,0 2 33 0,0 0 21 0,0 0 12 0,-3 2 32 0,3-2 41 0,0 4 33 16,0-1 34-16,0 1 27 0,0 3 26 0,3 0-39 0,-3 1-73 0,0 1-120 15,0 1-140-15,4 2-65 0,-4 2-29 0,2 1-18 0,-2 0-10 0,0 0-32 0,0 1-37 16,0 1-36-16,3-1-32 0,-3 2-29 0,0-1-22 0,0 1-18 16,0 0-13-16,0-2-12 0,0 1-15 0,0-1-16 0,0-1-14 15,0-1-29-15,0 1-32 0,0-4-50 0,0 2-60 0,0-3-65 0,4 1-67 16,-4-4-49-16,0 1-44 0,0-2-47 0,2 0-46 0,-2-3-54 0,0 0-55 16,0-3-54-16,0 0-47 0,0 0-6 0,0 0 18 0,5-5 46 0,-1 0 54 15,-4 0 67-15,5-1 62 0,-5-2 52 0,4-1 43 0,-2 1 45 0,1 0 49 16,1 0 58-16</inkml:trace>
  <inkml:trace contextRef="#ctx0" brushRef="#br0" timeOffset="83227.31">6830 5599 4 0,'3'-4'242'16,"-1"-1"72"-16,-2 1 40 0,4 1 24 0,-4-1 24 0,3 3 20 0,-1 0 25 15,2-1 23-15,-4 1 22 0,0 1 23 0,5 0 27 0,-1 0 28 0,-2 0-37 16,1 0-62-16,3 1-56 0,-6 1-47 0,5-2-21 0,-1 1-15 15,-1 0-11-15,-1 1-11 0,2 1-15 0,-2-1-17 0,1 1-13 0,-3 1-17 16,6-1-19-16,-6 0-23 0,3 2-27 0,-3-1-28 0,2 1-26 0,-2-1-22 16,0 2-14-16,0-1-13 0,-2 1-10 0,2 1-9 0,-3 1-9 0,3-1-9 15,-6 1-8-15,6 1-7 0,-5 0-7 0,1-2-7 0,-1 2-5 0,1-1-7 16,-1 1-4-16,1-2-1 0,2-1-4 0,-1 2-4 0,-3-4 0 0,3 2-3 16,1 0 0-16,-2-3 0 0,4 2-1 0,-2-2 1 0,-1 0-2 0,3-1 1 15,-4 0-1-15,4-2 4 0,0 0-4 0,0 0 1 0,0 0-1 0,0 0 2 16,0 0 2-16,0 0-2 0,0 0 0 0,0 0 2 0,0 0-1 15,0 0 2-15,4 2 2 0,-1-1-1 0,-1 1 4 0,2 1 2 0,-2-2 2 0,1 1 3 16,3 1 0-16,-3-1 2 0,3 2 2 0,-3-1 4 0,-1 1 2 16,2 1 7-16,-1-3 2 0,-1 3 5 0,4 0 6 0,-6 1 9 0,3 0 3 15,1 0 6-15,-4 0 3 0,2-1 3 0,-2 2 4 0,0 0 5 0,0-1 0 16,0 2 2-16,0-2-3 0,-2 1-3 0,-2-1-7 0,1 0-2 16,1 0-8-16,-2 0-8 0,2 0-4 0,-1 0-6 0,-1 0-18 0,4-1-19 15,-5-1-41-15,5 1-47 0,0-2-75 0,-4 0-85 0,4 0-78 0,0-3-70 16,0 0-71-16,0 0-72 0,0 0-87 0,0 0-98 0,0-8-45 0,4 2-18 15,-4-3 1-15,5 0 14 0,-1-1 34 0,1-2 42 0,1-2 74 0,1 1 84 16,-2-1 76-16,4 1 70 0,-3-1 71 0,3-1 72 0</inkml:trace>
  <inkml:trace contextRef="#ctx0" brushRef="#br0" timeOffset="83420.48">7049 5463 190 0,'0'-6'325'0,"0"1"48"0,0 2 29 0,0 0 27 0,3 3 31 0,-3 0 45 16,2 2 52-16,2 1 55 0,-4 1 56 0,0 2 42 0,1 0 29 0,-1 3-36 15,0 1-71-15,0 3-86 0,-1-1-93 0,1 3-50 0,0-2-28 16,-4 4-36-16,4-1-44 0,0 2-87 0,-2 0-108 0,2 0-130 0,-3 0-141 16,3-1-119-16,0 2-110 0,0-2-128 0,0-1-136 0,0 0-63 0,0-2-28 15,3-2-14-15,-1 0-5 0,2-1 6 0,-3-3 13 0,3 0 43 0,2 0 53 16,-3-4 77-16,3-1 86 0,-3 2 79 0,3-2 79 0</inkml:trace>
  <inkml:trace contextRef="#ctx0" brushRef="#br0" timeOffset="84064.21">7367 5521 237 0,'0'0'391'0,"0"0"65"16,-4-1 34-16,4 1 25 0,0 0 17 0,0 0 24 0,0 0 23 0,0 0 29 16,0 0 30-16,0 1 21 0,-1 2 18 0,-3 0-43 0,4-1-76 15,-4 2-107-15,-1 2-125 0,-1 0-59 0,3 2-32 0,-6 0-21 0,3 2-20 16,-3 2-20-16,2 0-23 0,-2 0-31 0,0 1-30 0,0-1-22 0,0 2-18 16,0-1-17-16,-2-1-14 0,6-1-14 0,-4-1-16 0,3 1-17 0,-3-3-19 15,5 2-20-15,-1-4-23 0,1 0-28 0,-1 0-33 0,5-3-33 0,-4 1-33 16,3-3-24-16,1-1-21 0,0 0-15 0,0 0-6 0,0 0-2 0,5 2 1 15,-1-2 7-15,-3 0 12 0,7-2 17 0,-7 1 21 0,8 0 27 0,-3-2 29 16,3-2 32-16,0 2 35 0,-4-2 23 0,4 1 23 0,1 0 13 0,-1 1 11 16,-2-2 8-16,2 2 7 0,-2-1 5 0,-1 2 7 0,-1-1 2 0,0 2 7 15,-1-1 7-15,1 2 9 0,-1 0 13 0,-2 0 18 0,-2 0 20 0,3 0 27 16,-3 2 25-16,4 1 25 0,-2 0 25 0,-2-2 22 0,0 3 20 0,0 1 15 16,-2 0 11-16,2 1 4 0,-4 0-2 0,4 0-6 0,-3 0-12 0,3 1-17 15,-2-2-20-15,-2 1-26 0,4-1-30 0,0 0-30 0,-3 0-32 16,3-1-34-16,0 0-33 0,0 0-32 0,0-1-26 0,3-2-24 0,-3 1-23 15,4-2-22-15,-2 0-25 0,5-2-26 0,-2 1-23 0,1-2-27 0,-1-1-16 16,4-1-15-16,-3-1-5 0,3-2 1 0,0 1 3 0,0-4 8 0,0 2 11 16,-2 0 15-16,2 0 18 0,0 0 20 0,-3 0 23 0,1 2 26 15,-2-1 26-15,-3 1 27 0,5 2 22 0,-5-1 23 0,2 3 19 0,-2-1 19 16,1 1 19-16,-3 1 17 0,0 2 18 0,4-1 16 0,-4 1 18 0,0 0 20 16,0 0 20-16,0 0 20 0,0 0 19 0,0 0 17 0,0 0 15 0,0 0 10 15,0 0 2-15,0 0-3 0,0 0-6 0,0 3-11 0,-4 0-16 0,4-2-16 16,0 2-27-16,0-3-27 0,0 3-37 0,0-3-37 0,0 2-40 0,0-2-38 15,0 0-38-15,0 0-31 0,0 3-26 0,0-3-19 0,0 0-17 0,0 1-15 16,0-1-10-16,0 0-10 0,4 2-3 0,-4-2 1 0,2 1 4 0,-2-1 8 16,3 0 8-16,-3 0 8 0,0 0 9 0,0 0 11 0,0 0 7 0,0 0 6 15,4 2 0-15,-4-2-1 0,0 3-8 0,-4 0-10 0,4-2-16 0,-3 3-18 16,1 1-24-16,-2-2-27 0,1 2-14 0,1 0-5 0,-2 0 3 0,-1 1 4 16,1 0 6-16,2 0 12 0,-1 0 14 0,-3 1 17 0,3 0 17 15,1 0 25-15,-2-1 26 0</inkml:trace>
  <inkml:trace contextRef="#ctx0" brushRef="#br0" timeOffset="84947.88">7392 5835 181 0,'-2'4'252'0,"-1"0"27"0,-3 1 17 0,6 0 12 0,-3-2 7 0,3-2 5 0,0-1 8 0,0 0 5 0,3 3 8 0,-3 0 5 0,2-1-16 0,2-1-28 0,-4-1-64 0,3 2-82 0,-1-2-42 0,2 1-29 15,1-1-12-15,-1 0-13 0,-2 0-3 0,5 0-9 0,-5-1-5 0,3 1-7 16,2-2-8-16,-5 1-7 0,2-1-7 0,1-1-8 0,1 2-9 0,-3-1-8 16,1 1-10-16,-2-2-10 0,-2 1-13 0,3 1-12 0,-3-1-12 0,2-1-14 15,2 1-12-15,-4 1-13 0,0-2-10 0,0 0-10 0,0 0-7 0,0 0-8 16,0 0-5-16,0-2-5 0,0 3 1 0,0-3 3 0,-4 1 5 0,4-1 4 15,0 1 9-15,-2-1 9 0,2 1 9 0,0-3 9 0,0 2 13 0,0-1 14 16,0-1 15-16,0 2 19 0,0-3 18 0,0 0 20 0,0 3 19 0,0-3 16 16,0 2 17-16,0-1 10 0,0 1 15 0,0 0 10 0,0 0 9 0,0 1 10 15,0 0 5-15,0 1 7 0,0 3 1 0,0-2 1 0,0 3 2 0,0 0 3 16,0 0 0-16,0 0 0 0,0 0 0 0,0 0 2 0,0 3 1 0,2-2 0 16,-2 3-2-16,4 1-1 0,-4 1 0 0,3 0-1 0,-1 2-2 0,-2 1-2 15,4 0-5-15,-2 0-8 0,1 1-3 0,1 1-4 0,-2 1-4 0,1 0-5 16,1 0-5-16,-2 0-4 0,3 0-6 0,-5 0-5 0,4 0-4 15,1-1-7-15,-5 2-5 0,4-3-2 0,-2 1-7 0,1-2-4 0,1-2-7 16,-2 2-6-16,1-3-4 0,-3 0-1 0,2 0-1 0,-2-1-2 0,4-2-1 16,-4 0-1-16,0 0 1 0,0-3-1 0,0 1 0 0,0-1-1 0,0 0-1 15,0 0-1-15,0 0-1 0,0 0-4 0,0 0-1 0,0 0-1 16,0 0-4-16,0 0-2 0,0 0-4 0,5-1-1 0,-5-1-4 0,4 1-4 16,-4-2-2-16,3-2-4 0,-1 2-1 0,2-3-2 0,1 2-1 0,1-4-2 15,-3 2-2-15,3-1-2 0,-1-3-1 0,4 2-1 0,0-2 2 0,-3 2 2 16,3-3 1-16,0 2 0 0,0 0 3 0,-4-1 3 0,6 0 0 0,-2 2 2 15,-3-2 4-15,3 2 0 0,0 2 9 0,-4-2 6 0,4 4 6 0,-3-2 9 16,3 1 7-16,-6 1 10 0,6-1 13 0,-3 2 17 0,-1 3 22 0,1-1 28 16,1 2 45-16,-2-1 52 0,1 3 29 0,-3 0 24 0,3 2 10 0,-1 1 4 15,-1 1 1-15,-3-1 3 0,3 2-3 0,0-1-2 0,-2 1-12 0,-2-1-11 16,0 0-19-16,0 3-23 0,0-3-43 0,0 2-50 0,0-1-28 0,0 1-22 16,-2 0-13-16,-2-2-9 0,4 1-6 0,-4 0-6 0,3-1-6 0,-3 0-8 15,0-1-11-15,3 0-13 0,-3-1-25 0,2-1-34 0,-1-1-49 0,-1 0-54 16,2 0-55-16,-3-3-53 0,1 2-41 0,1-2-39 0,-3 0-31 0,1 0-28 15,1 0-26-15,-1 0-22 0,-1-2-15 0,3 1-10 0,-3-4 0 16,1 2 9-16,1-1 26 0,-1-1 33 0,1-1 32 0,2 0 30 0,-1-1 22 16,1-1 15-16,-2 1 20 0,4-1 21 0,-3-2 33 0,3 2 41 0,0-2 48 15,0 0 59-15,0 2 56 0,0-3 54 0,0 1 47 0,0 0 46 16,0 0 40-16,0 0 39 0,-2-1 37 0,2 1 35 0,0-1 24 0,-4 1 20 16,4 1 2-16,0 0-4 0,0 3-17 0,0-1-19 0,0 2-14 0,0 2-14 15,0 0 2-15,0 3 5 0,0 0 10 0,0 0 12 0,0 0 13 0,0 0 16 16,0 0 10-16,0 0 9 0,0 0 1 0,0 3-2 0,4 1-10 0,-4 0-8 15,0 1-21-15,2 1-20 0,-2 0-30 0,0 2-29 0,0-2-42 0,0 3-46 16,0 0-56-16,3-2-61 0,-3 1-69 0,0 1-65 0,0-2-58 0,0 1-51 16,0-1-39-16,0-1-35 0,0 2-31 0,0-1-29 0,-3-1-27 0,3-1-26 15,0 0-10-15,0 0-7 0,0 0 12 0,-2-2 13 0,2 0 23 0,-4-1 20 16,4 0 18-16,0-2 15 0,0 0 11 0,-3 2 9 0,3-2 18 0,0 0 16 16,0 0 23-16,0 0 21 0,0 0 21 0,0 0 21 0,-2 0 36 0,2 0 44 15,0 0 93-15,0 0 119 0,0 0 74 0,0 0 53 0,0 0 41 0,0 0 29 16,0 0 26-16,0 0 16 0,0 0 14 0,0 0 11 0,0 0 7 15,0 0 5-15,0 0-10 0,0 0-21 0,0 1-67 0,5-1-86 0,-5 0-44 16,6 0-21-16,-3 2-12 0,1-2-6 0,-2 0-3 0,1 0-3 0,3 0-5 16,-3 0-3-16,-1 0-5 0,2 0-5 0,1 1-7 0,1 1-6 15,-3-1-12-15,-1 1-20 0,2-1-29 0,1 1-39 0,-1-1-45 0,-1 2-47 16,-1-1-70-16,4-1-78 0,-6-1-50 0,0 0-33 0,0 0-18 0,3 2-7 16,-3-2-4-16,0 0 0 0,0 0 8 0,4 1 13 0,-4-1 26 0,5 0 30 15,-5 0 42-15,6 2 44 0</inkml:trace>
  <inkml:trace contextRef="#ctx0" brushRef="#br0" timeOffset="85068.25">7910 5920 169 0,'1'3'262'0,"3"0"27"0,-4 0 14 0,4 0 6 0,-3 1 3 0,-1 1-2 0,0-3-1 15,4 2-14-15,-4-2-17 0,0 1-33 0,0-1-40 0,0-2-122 0,0 0-157 16,-4 5-102-16,4-5-74 0,0 3-34 0,0-3-17 0,-1 5-6 0,1-5-5 16,-4 3 2-16,4-3 3 0,0 0 13 0,0 0 16 0,4 4 33 0,-4-4 41 15</inkml:trace>
  <inkml:trace contextRef="#ctx0" brushRef="#br0" timeOffset="86862.15">8682 5554 145 0,'0'-4'292'0,"4"-1"49"0,-3-1 29 0,-1 5 25 0,0-2 20 0,4 1 29 0,-4-1 29 0,0 3 42 0,0 0 45 16,0 0 51-16,0-1 51 0,0 1-13 0,0 0-39 0,0 0-62 16,0 0-71-16,0 0-33 0,0 0-16 0,0 0-13 0,0-2-13 0,0 2-17 0,0 0-24 15,0 0-33-15,0 0-41 0,0 0-41 0,0 0-41 0,0 0-34 16,0 0-27-16,-4 0-16 0,4 2-17 0,-1-1-11 0,-3 1-10 0,0-1-10 16,2 1-8-16,-1 1-6 0,1-2-8 0,-5 5-4 0,1-1-3 0,1 1-1 15,0 1-2-15,-5 2 0 0,5 3 1 0,-4-1 2 0,4 4 0 0,-4 0 2 16,0 1 1-16,-1 1 0 0,5 1 6 0,-4 1 8 0,4 1 5 15,-4 1 2-15,3 0 1 0,-3 1 0 0,5 1-2 0,-1-3-2 0,0 3-1 16,-1 0-4-16,3 1-4 0,-1-2-5 0,-1-1-3 0,3 0-4 0,-2 0-8 16,0-1-6-16,4-1-8 0,0-1-7 0,0 0-4 0,0-2-3 0,0 1-4 15,4-2-7-15,-4-1-5 0,4-1-4 0,-2 1 1 0,3-2-1 0,-1 0 1 16,1-2-7-16,-1 1-8 0,1-1-10 0,0 1-10 0,1-1-14 0,3-1-19 16,-2 1-17-16,-1 0-20 0,3-3-19 0,-4 2-22 0,4-1-19 0,-3-1-20 15,3-1-45-15,-4 0-57 0,4-1-83 0,-4-1-94 0,4 1-85 0,1-1-73 16,-1-1-97-16,-2 0-102 0,0 0-36 0,-2-3-4 0,5 0 6 0,-5-1 16 15,4-1 19-15,-4 0 21 0,1 1 46 0,-3-2 57 0,3 2 89 0,-1-2 104 16,-1 1 93-16,-4 2 88 0</inkml:trace>
  <inkml:trace contextRef="#ctx0" brushRef="#br0" timeOffset="94716.66">6929 6885 135 0,'0'-3'383'0,"6"-2"114"0,-6 2 64 0,5 0 38 0,-5 2 38 0,7-2 35 16,-5 0 28-16,2 1 26 0,1 1 19 0,1-1 19 0,-1 1 13 0,4-1 16 15,-2 2-95-15,1-2-144 0,1 2-118 0,0 0-105 0,0 2-54 0,0-2-33 16,0 3-31-16,-4-1-31 0,6 1-24 0,-2 0-22 0,-3 1-13 15,3-1-12-15,0 2-9 0,0 1-9 0,0-2-4 0,-4 2-5 0,6 2-5 16,-4-1-2-16,0-1-4 0,2 3 1 0,-3-1-1 0,3 1 1 0,0-2-2 16,-4 1 0-16,3 0-5 0,-3 2-4 0,1-3-5 0,-1 2-4 15,0-1-8-15,3-1-5 0,-7 2-5 0,7-2-5 0,-7 3-7 0,3-3-9 16,1 2-19-16,-1-1-25 0,-2 1-22 0,2-2-22 0,-4 0-23 0,1 1-22 16,3 0-36-16,-4-1-41 0,0-2-74 0,0 1-88 0,4 0-76 0,-4-2-71 15,0-1-60-15,1 0-58 0,-1 0-50 0,0-3-47 0,0 0-48 0,0 0-42 16,0 0-9-16,0 0 7 0,0-7 31 0,0 1 38 0,0-3 74 0,0 0 90 15,0-2 75-15,0 0 68 0,4 0 65 0,-4-1 60 0,4 1 68 0</inkml:trace>
  <inkml:trace contextRef="#ctx0" brushRef="#br0" timeOffset="94923.44">7267 6846 7 0,'0'-15'261'0,"4"1"98"0,-2 2 59 0,-2 2 44 0,4 1 49 16,-4 1 55-16,5 4 64 0,-5 1 69 0,0 0 48 0,0 3 39 0,0 0 22 16,0 0 18-16,0 0-55 0,0 0-89 0,0 1-89 0,-4 2-95 0,3 0-48 15,-3 3-31-15,-2 2-41 0,3-1-41 0,-3 4-55 0,-3 1-62 0,-1 0-43 16,0 3-37-16,1 1-23 0,-5 2-17 0,5 2-10 0,-6-2-10 15,5 1-17-15,-3-1-17 0,2 0-26 0,2 0-32 0,0-3-30 0,0 0-33 16,2 0-44-16,0-3-52 0,-3 2-87 0,5-4-106 0,3 1-95 0,-1-2-90 16,-3 0-104-16,3 0-112 0,3-4-63 0,0 2-35 0,0-7-7 0,0 6 10 15,0-3 16-15,0-3 15 0,3 4 36 0,-3-4 43 0,0 0 85 0,6-1 107 16,3-2 93-16,-4 0 87 0,1 0 105 0</inkml:trace>
  <inkml:trace contextRef="#ctx0" brushRef="#br0" timeOffset="95177.64">7349 7074 55 0,'0'0'460'0,"0"1"120"0,0-1 66 0,0 0 36 0,0 0 27 0,0 3 20 16,3-2 22-16,-3 1 20 0,0 1 20 0,0 0 14 0,0 2 9 0,0-1-12 15,0 2-20-15,0-1-169 0,2 2-239 0,-2 1-115 0,0-1-62 0,0 2-37 16,0 0-25-16,0 3-23 0,0-1-19 0,0 1-21 0,0-2-22 15,0 4-14-15,0-2-14 0,0 1-10 0,0-1-10 0,0 0-14 0,0-2-11 16,0 1-14-16,0 0-17 0,0-2-23 0,0-1-26 0,-2 0-49 0,2-3-56 16,0 0-60-16,0 0-69 0,0 0-51 0,0-4-49 0,0-1-47 0,0 3-47 15,0-3-48-15,0 0-47 0,0 0-53 0,0 0-53 0,0 0-8 0,0 0 15 16,0-6 38-16,0 2 54 0,2-2 64 0,-2 0 63 0,0-2 55 0,0 1 50 16,4-1 52-16,-4 0 53 0,4 1 53 0</inkml:trace>
  <inkml:trace contextRef="#ctx0" brushRef="#br0" timeOffset="95522.26">7419 7117 214 0,'0'-4'298'0,"2"-2"28"0,2 3 20 0,-1 1 17 0,-1-1 17 0,-2 0 18 16,0 3 21-16,0 0 27 0,0 0 35 0,4 0 37 0,-4 0 17 0,0 0 9 15,0 0-52-15,0 0-83 0,3 1-35 0,-1 3-15 0,-2-3-11 0,0 2-7 16,0-1-15-16,0 2-15 0,0-1-21 0,0 3-25 0,-2-1-33 16,-1 1-36-16,-1 0-37 0,4 1-41 0,-5 1-27 0,1-1-26 0,2 1-20 15,-1-1-18-15,-3 1-11 0,3-1-4 0,1 1-4 0,-2-2-4 0,-1 1-1 16,5-1-3-16,-4-1-3 0,2-1-1 0,2 0-4 0,-3 0-2 15,3-1-2-15,0-3-3 0,0 0 0 0,0 3 3 0,0-2 0 0,0-1 1 16,5 2 1-16,-5-2-1 0,4 1 1 0,1 1 2 0,-5-1 1 0,6-1-1 16,-3 1 4-16,3 1 1 0,-3-2 3 0,3 2 1 0,-3-1 1 0,3-1-1 15,-3 2 2-15,-1-1 0 0,4 1 5 0,-3-2 5 0,3 1 8 0,-3 1 9 16,-1 1 9-16,2-2 11 0,-1 0 11 0,-1 3 11 0,2 0 7 0,-4-1 4 16,0 2 5-16,0-1 2 0,0 1 1 0,0 1 1 0,0 0-1 0,-4 0-7 15,4 0-6-15,-2 1-11 0,-1 1-8 0,-3-2-11 0,3-1-12 0,3 2-14 16,-6-1-19-16,3-2-19 0,1 1-34 0,-2-1-41 0,2-1-68 0,-1-1-79 15,-1 1-69-15,4-3-68 0,0 0-63 0,0-2-64 0,-2 1-63 0,2-4-65 16,-3 1-56-16,3-4-59 0,3 1-17 0,-3-2 2 0,2-2 23 0,2-1 37 16,1 0 62-16,-1-1 77 0,1-1 69 0,-1 1 68 0,1-1 64 0,1 2 62 15,-1-1 65-15</inkml:trace>
  <inkml:trace contextRef="#ctx0" brushRef="#br0" timeOffset="95688.54">7595 6934 273 0,'2'-3'394'16,"1"0"52"-16,-3 2 47 0,0 1 44 0,2 1 53 0,2 0 57 0,-4 3 40 15,0-1 35-15,0 1 25 0,0 2 18 0,0 0-1 0,-4 2-9 0,2 1-112 16,2 0-158-16,-3 1-86 0,1-1-50 0,-2 2-48 0,1 1-49 0,3-2-71 16,-6 2-78-16,6 0-101 0,-5 0-116 0,5-1-106 0,-4-1-105 15,4 0-103-15,0 3-102 0,0-4-97 0,0-2-94 0,0 1-41 0,4-1-19 16,-1-2-6-16,-1 1-1 0,4-4 16 0,-3 3 25 0,3-3 60 0,-3-1 78 16,6 1 83-16,-3-2 87 0,3 1 92 0,0-1 94 0</inkml:trace>
  <inkml:trace contextRef="#ctx0" brushRef="#br0" timeOffset="96027.89">7848 7167 67 0,'-4'1'339'0,"4"-1"133"0,0 0 73 0,0 2 42 0,0-2 33 16,0 1 33-16,4-1 29 0,-4 3 32 0,0-3 20 0,6 0 19 0,-3 0 14 16,-1 0 12-16,5 0-76 0,-5 0-116 0,7 0-125 0,-4 0-124 0,1-2-68 15,3 1-36-15,-2 1-32 0,0-1-30 0,2-1-29 0,-3 1-28 0,3-1-22 16,0 1-17-16,-4-1-11 0,4-1-14 0,-3 2-11 0,1-1-10 15,-1 0-7-15,-1 1-5 0,4 0-5 0,-4 1-2 0,1-2-5 0,-3 1-6 16,3-1-12-16,-3 2-15 0,-1-1-33 0,2 1-42 0,0-2-75 0,-4 2-91 16,1 0-80-16,-1 0-76 0,0-1-82 0,0 1-85 0,0 0-84 0,0 0-86 15,0 0-34-15,0 0-15 0,0-5 1 0,0 5 11 0,0-4 29 0,-1-1 42 16,-3 1 74-16,4 1 90 0,-6 0 82 0,6 3 79 0,0 0 82 0,-3-2 86 16</inkml:trace>
  <inkml:trace contextRef="#ctx0" brushRef="#br0" timeOffset="96226.67">7957 7040 252 0,'-4'4'438'0,"4"0"98"0,0-1 74 15,-4 2 48-15,4 2 38 0,0-1 27 0,0 3 21 0,0 0 9 0,0 0 8 16,-1 0 1-16,1 3 2 0,-4 0-59 0,4 0-87 0,0 1-151 0,0 1-180 16,-4 0-152-16,3-1-143 0,1 1-129 0,0-1-121 0,0-1-109 15,0 0-106-15,0 0-105 0,0-3-101 0,1 0-47 0,3-2-24 0,-4 0-7 16,5-3-4-16,-1 1 14 0,0-2 20 0,-3-2 55 0,-1-1 73 15,9 0 77-15,-3-1 83 0,3-1 86 0,-4-1 87 0</inkml:trace>
  <inkml:trace contextRef="#ctx0" brushRef="#br0" timeOffset="96630.6">8268 6853 48 0,'-4'0'326'0,"2"-1"142"0,2-1 66 0,0 2 32 0,0 0 19 0,0 0 18 0,0 0 26 0,0 0 33 15,2 2 33-15,2-2 29 0,-1 0 24 0,-1 1 20 0,5 0-65 0,1 1-103 16,-1 0-127-16,0 1-135 0,2-2-56 0,6 2-25 0,-3 2-13 16,-1-3-12-16,4 3-23 0,-1 0-29 0,1 1-25 0,3-2-24 0,-4 4-22 15,4-1-17-15,-3 2-10 0,-1-1-7 0,1 2-4 0,-1-1-5 0,1 2-6 16,-3 0-5-16,-1 0-7 0,0 1-6 0,2 2-1 0,-8-2-2 0,4 0-9 16,-4 1-12-16,4 1-12 0,-3-4-14 0,-2 2-17 0,1-1-22 0,-5-2-26 15,5-2-31-15,-5 1-56 0,4-1-67 0,-4-2-76 0,4-1-85 16,-4-1-72-16,0 0-68 0,-4 0-61 0,4-3-60 0,0 0-66 0,0 0-71 15,-4-1-23-15,-1-1-1 0,3-1 15 0,-1-1 26 0,-1-1 52 0,-2-1 66 16,6-1 79-16,-5-1 83 0,5-1 72 0,-4 0 65 0,4-1 65 0,0-1 65 16</inkml:trace>
  <inkml:trace contextRef="#ctx0" brushRef="#br0" timeOffset="96796.74">8626 6819 46 0,'3'-5'319'0,"-3"2"134"0,0 3 88 0,0 0 67 15,0 0 54-15,0 3 46 0,0 0 32 0,0 2 28 0,-3-1 21 0,1 2 18 16,-2 0 11-16,-1 3 8 0,0 0-71 0,-1 2-108 0,-1-1-123 0,-4 2-130 15,2 2-87-15,0-1-66 0,0 2-55 0,-6 0-45 0,5 2-39 0,1-1-35 16,-6 1-34-16,6 1-34 0,-5-2-50 0,5 1-59 0,-1-1-92 0,3-1-111 16,-2 0-95-16,0-1-85 0,6-1-100 0,-3 1-107 0,2-4-64 0,-1-1-47 15,5 0-15-15,0-3-2 0,0 0 9 0,0-1 14 0,0-2 39 16,0-3 47-16,5 3 87 0,-5-3 104 0,8-2 90 0,-3 2 85 0,1-1 100 16</inkml:trace>
  <inkml:trace contextRef="#ctx0" brushRef="#br0" timeOffset="96998.12">8740 7075 3 0,'0'3'358'0,"0"2"243"0,0-1 114 0,0 1 56 16,0 0 28-16,0 2 15 0,0-1 17 0,0 3 10 0,0-2 9 0,-2 2 8 16,-2 2 5-16,1-1 4 0,1 1-65 0,-2 1-95 0,4-1-194 0,-5 2-242 15,5 0-113-15,-6-1-58 0,6 0-37 0,-3 0-27 0,1-1-30 0,-2-1-25 16,4 0-38-16,-3-2-45 0,3 1-72 0,0-3-87 0,0 2-82 0,-2-4-76 15,2 0-70-15,0 1-67 0,2-3-65 0,-2-2-66 0,0 0-57 0,0 0-53 16,0 0-16-16,0-5 3 0,0 1 21 0,3-2 35 0,-3-2 65 0,4 1 84 16,-2-2 77-16,-2 0 74 0,3-2 70 0,-3 2 67 0,2 0 68 0</inkml:trace>
  <inkml:trace contextRef="#ctx0" brushRef="#br0" timeOffset="97351.21">8778 7042 204 0,'3'-2'305'0,"-1"0"43"0,2 2 30 0,-4-2 28 15,5 2 23-15,-5 0 31 0,0 0 33 0,4 2 34 0,1-2 38 0,-5 0 34 16,0 0 36-16,0 0-36 0,4 1-64 0,-4-1-65 0,0 1-68 0,0-1-37 16,0 5-24-16,0-2-23 0,-4 2-23 0,4-1-30 0,0 1-33 0,-2 1-33 15,-1 0-36-15,-1 1-36 0,2 1-34 0,-1-1-23 0,-3 2-22 0,3-1-16 16,-3 1-13-16,3-2-5 0,1 2-5 0,-2-1-3 0,-1-2-2 16,5 1-1-16,-4-2-1 0,2 1-4 0,-1-2-2 0,3-1-1 0,0 2 1 15,0-2-1-15,0-3-1 0,0 3 2 0,0-1 2 0,3 0 1 0,-1 0-1 16,-2-1 2-16,4 1 2 0,1-1-1 0,-1 1 2 0,-2-2 2 0,5 1 2 15,-5 1 4-15,3-1-2 0,2 1 6 0,-1-1 9 0,-1 1 9 0,-1-2 10 16,1 1 9-16,1 1 8 0,-3-1 8 0,-1 2 7 0,2-1 6 0,-1-1 8 16,-1 4 4-16,2-2 2 0,-4 1 4 0,0 1 1 0,0 1-4 0,0-2-8 15,0 2-11-15,-4 2-13 0,2-1-8 0,-1 1-8 0,-3-1-8 0,3 2-10 16,1-1-10-16,-5-1-16 0,1 1-17 0,4-2-22 0,-1 1-41 0,-3-1-53 16,-1 0-80-16,5-1-95 0,-1-1-78 0,-3 1-70 0,3-2-79 0,1 1-79 15,-2-2-79-15,4-2-78 0,0 0-32 0,-5 0-9 0,1-2 4 0,4 2 12 16,-5-4 39-16,5-1 50 0,0 1 77 0,0-3 94 0,0 3 80 15,3-2 71-15,-1 0 77 0,2 2 81 0</inkml:trace>
  <inkml:trace contextRef="#ctx0" brushRef="#br0" timeOffset="97608.97">9085 7077 271 0,'0'0'546'0,"0"0"104"0,-3 2 46 0,3-2 21 0,0 0 10 0,3 2 5 0,-3-2 3 0,2 0 3 0,-2 0 8 0,4 0 6 0,-3 0 6 15,3 0-50-15,2 0-77 0,-3 0-179 0,3 0-230 0,-1 0-102 0,2-2-47 16,-1 2-20-16,-1-1-10 0,1 0-7 0,3 1-7 0,-4-3-22 0,-1 1-22 16,1 1-43-16,0-2-55 0,3 1-63 0,-7-1-67 0,3 2-57 0,2-1-53 15,-6 2-45-15,5-1-46 0,-5 1-53 0,0 0-53 0,0 0-69 0,0 0-78 16,0 0-21-16,0 0-1 0,0 0 33 0,-5 3 43 0,-1 0 57 0,2 1 65 15,3 1 55-15,-7-1 48 0,7-1 49 0,-3 3 46 0,-1 0 51 0,1 0 54 16</inkml:trace>
  <inkml:trace contextRef="#ctx0" brushRef="#br0" timeOffset="97729.55">9087 7182 46 0,'-5'6'322'0,"5"-2"137"0,-4-1 73 0,4 2 43 16,0-2 39-16,0 1 30 0,0-1 31 0,4 0 28 0,-4 0 18 0,3-1 17 16,-1 1 11-16,-2 0 9 0,4-2-75 0,1 1-113 0,-1-1-128 15,-2-1-136-15,1 0-75 0,3 0-47 0,-1 0-59 0,2-1-64 16,-1 1-106-16,-5 0-123 0,9-2-109 0,-7 1-106 0,3 1-127 0,3 0-140 15,-6-2-64-15,3 1-29 0,-5-2-14 0,7 1-6 0,-7-1 1 0,3 0 4 16,2 2 21-16,-6 1 32 0,5-3 74 0,-1 3 95 0,-4 0 94 0,9 0 89 16</inkml:trace>
  <inkml:trace contextRef="#ctx0" brushRef="#br0" timeOffset="98579.39">9767 6931 268 0,'0'0'386'0,"0"0"68"0,6-2 50 0,-6 1 42 0,5 1 41 0,2 1 36 0,-1 1 30 15,-1-2 26-15,4 0 21 0,-3 2 20 0,3-1 18 0,1-1-51 0,-1 3-83 16,1-1-99-16,2 1-106 0,-5 0-61 0,2 1-46 0,1-1-39 15,-1 2-35-15,0 1-33 0,-4 0-30 0,0 0-21 0,5 1-22 0,-5-1-16 16,-1 3-15-16,1-2-14 0,-1 3-8 0,-3 0-5 0,-1 1-8 0,0-1-2 16,0 2-4-16,-1 0-1 0,-3 0-1 0,0 2-4 0,-1-1-1 0,3 1 0 15,-5-1 0-15,1-1 3 0,1 2-1 0,-4-3-2 0,4 2-3 0,-4-3-3 16,3 1-5-16,-3-1 2 0,4-1 2 0,-4-1 2 0,3-1 1 16,-3-1 4-16,5 0 7 0,-1-1 5 0,0-1 3 0,1-1 2 0,-1 0-2 15,1 0 1-15,2 0-1 0,-1-3 2 0,3 0 1 0,0 0-2 0,0 0-4 16,0 0-3-16,0 0-4 0,0 0-7 0,0 0-8 0,0 0-5 0,0 0-6 15,5 0-2-15,-1-1-2 0,1-2-1 0,-1 1-1 0,1-1-3 0,4 2-3 16,-3-2 0-16,3-2 3 0,1 2 0 0,-1-2 2 0,4 1 1 0,-2 0 0 16,-2-1 1-16,2 0-1 0,2 1-1 0,-3 0-1 0,-1-1-1 0,4 1-3 15,-2 1-7-15,-2 0-10 0,2-2-19 0,-2 1-22 0,-4-1-28 0,4 2-29 16,0-1-71-16,-3 1-90 0,3-2-99 0,-4 2-106 0,3-1-105 0,-3 1-105 16,-3 0-85-16,1-2-71 0,3 2-27 0,-6-1-3 0,3 1 9 0,-3 3 18 15,2-3 24-15,-2 3 29 0,0 0 69 0,0-5 91 0,0 5 101 0,0 0 106 16,0 0 104-16,0 0 105 0</inkml:trace>
  <inkml:trace contextRef="#ctx0" brushRef="#br0" timeOffset="100494.52">10438 6704 118 0,'0'0'204'0,"0"0"19"0,0 0 13 0,0-2 7 0,0 2 7 0,0 0 2 16,0-2 5-16,0 2 3 0,0 0 3 0,0 0 4 0,-3-1-19 0,3 1-28 16,0 0-54-16,0 0-65 0,0 0-32 0,0 0-21 0,0 0-11 0,0 0-6 15,0 0-7-15,0 0-4 0,0 0-7 0,0 0-7 0,0 0-7 0,0-3-8 16,0 3-8-16,0 0-10 0,0 0-11 0,0 0-12 0,0 0-15 0,0 0-15 15,0 0-20-15,0 0-22 0,0 0-44 0,0-3-45 0,0 3-26 0,0 0-17 16,0 0-1-16,0 0 1 0,0 0 4 0,0 0 7 0,0 0 10 0,-2-2 10 16,2 2 15-16,0 0 17 0,0 0 19 0,0 0 23 0</inkml:trace>
  <inkml:trace contextRef="#ctx0" brushRef="#br0" timeOffset="101180.29">10500 6567 156 0,'0'0'305'0,"0"0"31"0,0 0 21 0,0 0 15 0,0 0 14 0,0 0 13 0,0 0 17 0,-4 4 20 0,4 1 26 16,0-1 28-16,-4 4 24 0,4-1 21 0,-1 2-53 0,1 0-90 16,-4 3-31-16,2-1-5 0,-1 2 0 0,-1 2 3 0,-1 2-2 0,-1-2-4 15,3 3-7-15,1 0-8 0,-6 0-18 0,7 3-17 0,-3 0-28 0,-1 0-26 16,1 0-34-16,2 1-30 0,-1-1-28 0,3 2-24 0,-6-1-14 0,6 1-12 16,-3-3-9-16,1 2-7 0,-2-3-7 0,4 1-9 0,0-1-7 0,0-2-7 15,0-1-5-15,0-1-5 0,0-1-6 0,4-1-5 0,-2-2-4 0,1-1-3 16,3 1-3-16,-3-4-1 0,3 1-4 0,-1-3-2 0,0 2-1 0,5-3-1 15,-3 1-1-15,0-1-4 0,0-1 1 0,-1 0-1 0,3-1-1 0,-4-2-3 16,6 1-6-16,-4-1-4 0,-1 0-13 0,-1 0-13 0,0-1-18 0,1 1-22 16,1-2-56-16,-5 1-69 0,5-1-98 0,-5 1-110 0,2-1-105 0,-3-1-106 15,-1 3-94-15,0-4-91 0,0-1-38 0,0 1-15 0,0 4 1 0,0-8 7 16,0 1 15-16,0 0 19 0,0 0 56 0,-1 1 67 0,-3 0 97 0,4 0 110 16,-2 2 108-16,-1-2 104 0</inkml:trace>
  <inkml:trace contextRef="#ctx0" brushRef="#br0" timeOffset="101360.29">10738 7040 10 0,'4'2'346'15,"-2"1"219"-15,-2-3 102 0,0 3 53 0,-2-1 28 0,2 2 14 0,0 1 7 16,0-2 2-16,-4 0-2 0,4 0-3 0,-3 0-5 0,1 0-4 16,-2 1-90-16,1-1-133 0,1 2-242 0,-2-2-295 0,3 1-179 0,-3-1-131 15,0 2-112-15,-1-2-105 0,-1 0-89 0,3 1-84 0,-3-2-36 0,1 2-14 16,1-1-3-16,-1 0 0 0,-4 0 21 0,3 0 29 0,1 2 64 0,-4-4 79 15,4 2 80-15,-4 2 77 0,-1-2 86 0,1 1 90 0</inkml:trace>
  <inkml:trace contextRef="#ctx0" brushRef="#br0" timeOffset="102825.17">7705 8050 96 0,'-3'0'344'0,"-3"0"109"0,3 0 55 0,3 0 34 0,0 0 24 0,0 0 20 0,0 0 17 0,0 0 21 0,0 0 17 0,0 0 18 16,0 0 21-16,0 0 23 0,0 0-77 0,0 0-120 0,0 0-104 15,0 0-92-15,7 0-47 0,-5 0-25 0,3 1-16 0,2 1-14 16,-1 1-10-16,3 0-13 0,0 0-15 0,-2 2-13 0,6 0-16 0,-4 3-21 0,2 0-14 15,-2 1-12-15,1 1-13 0,-1 2-10 0,4 0-8 0,-4 2-8 0,-2-2-5 16,2 1-5-16,-3 2-8 0,3 0-5 0,-2-1-5 0,-1 1-6 16,-1-2-3-16,0 1-6 0,-1-1-8 0,-2-1-11 0,1 0-23 0,1 0-26 15,-2-2-55-15,2 0-70 0,-4-3-84 0,3 1-89 0,-1-2-83 0,-2-1-77 16,0 0-86-16,0 0-94 0,0-5-59 0,0 0-45 0,0 0-17 0,0 0 0 16,0 0 15-16,0 0 22 0,0-5 55 0,0-2 68 0,0 1 85 0,0-4 89 15,0 2 81-15,0-2 77 0,4 2 86 0</inkml:trace>
  <inkml:trace contextRef="#ctx0" brushRef="#br0" timeOffset="102989.31">8020 8017 153 0,'0'0'401'0,"-6"0"90"0,3 2 56 15,1 2 48-15,-5-1 45 0,5 4 35 0,-5 1 30 0,1 1 23 0,1 2 15 16,-4-1 13-16,0 2 8 0,3 2-38 0,-3-1-60 0,-1 2-132 0,0 0-165 16,1 2-103-16,-1-1-70 0,1 2-92 0,-4-1-98 0,6-1-104 0,-2-1-105 15,0 0-85-15,0-1-74 0,3-1-68 0,2-1-65 0,-1 0-69 0,0-3-68 16,1-1-54-16,4-2-48 0,-2-1-9 0,2-5 8 0,2 5 39 15,-2-2 53-15,0-3 66 0,0 0 77 0,9-1 62 0,-4-2 57 16,5-2 58-16,-5 1 54 0,4-2 65 0</inkml:trace>
  <inkml:trace contextRef="#ctx0" brushRef="#br0" timeOffset="103153.65">8011 8250 246 0,'3'6'335'0,"3"0"49"0,-2 1 28 16,-3 0 35-16,3 4 32 0,-2-1 44 0,1 3 47 0,-3 0 49 0,4-1 48 15,-4 0 31-15,0 2 24 0,0-3-55 0,0 3-87 0,-4-2-85 0,4 0-88 16,0-1-48-16,-3-2-30 0,1 0-49 0,2 0-54 0,0 0-83 0,-4-3-96 15,4 1-107-15,-1-2-114 0,1-1-88 0,-4 0-79 0,4-2-70 0,0-2-68 16,0 0-70-16,0 0-71 0,0 0-51 0,0 0-39 0,0-4-3 0,0-2 15 16,4 0 34-16,-4-2 48 0,1 1 58 0,-1-2 65 0,0 0 60 0,4-1 52 15,-2 3 59-15,1-2 61 0,1 0 69 0</inkml:trace>
  <inkml:trace contextRef="#ctx0" brushRef="#br0" timeOffset="103493.78">8110 8230 184 0,'0'0'307'15,"0"0"47"-15,0 0 30 0,0 2 27 0,4-1 24 0,-2 2 39 0,-2 0 40 16,0 0 49-16,0 2 51 0,0-2 38 0,0 1 35 0,0 0-38 16,-2 1-64-16,2 0-78 0,0-1-82 0,-4 0-44 0,4 1-26 15,0 0-29-15,0-1-22 0,0 1-38 0,-3-3-41 0,3 3-50 0,0 0-49 16,-2-1-42-16,2 0-38 0,-4 1-25 0,4 0-21 0,0-2-18 0,0 1-15 16,0-1-12-16,-2 0-10 0,2 0-10 0,0-3-5 0,0 3-3 0,2-1-7 15,-2-2-2-15,0 1-3 0,0 1-1 0,4-1 0 0,-2-1 5 0,1 0 7 16,1 0 7-16,-2 0 10 0,3 0 9 0,-1 0 11 0,1-1 5 0,-1 1 4 15,1 0 7-15,-1 0 5 0,-2 0 4 0,1 0 6 0,1 0 3 0,-2 0 0 16,-2 0 3-16,3 0 4 0,-1 0 10 0,2 1 8 0,-1 0 15 0,-1 1 13 16,-2 1 10-16,0 0 10 0,4 2 11 0,-4-2 4 0,0 2 8 0,0 2 3 15,-4-1 6-15,4 1 10 0,-2 2 3 0,-1-2 5 0,-1 3-5 0,2-2-7 16,-1 2-8-16,-3-1-11 0,3 0-11 0,-3-2-11 0,6 1-7 0,-5-1-11 16,5-1-5-16,-4-1-5 0,2-1-8 0,-1-1-8 0,3 2-11 0,0-4-9 15,0-1-14-15,0 0-16 0,0 0-22 0,0 0-31 0,0 0-42 0,0 0-49 16,0 0-55-16,0 0-59 0,0 0-52 0,0 0-52 0,3 0-52 0,-1 0-56 15,2-1-56-15,-1-2-62 0,-1 0-48 0,4 0-41 0,-3-2-4 0,3-1 16 16,-3 0 35-16,3 0 47 0,3-1 56 0,-4-1 58 0,1-1 54 16,3 2 51-16,-4-1 53 0,4 1 54 0,0-1 64 0</inkml:trace>
  <inkml:trace contextRef="#ctx0" brushRef="#br0" timeOffset="103676.15">8378 8310 208 0,'4'0'293'0,"-4"1"35"16,5 1 21-16,-5-1 16 0,4 0 10 0,1 3 13 0,-5-3 14 15,6 1 9-15,-3-1 10 0,-3-1 7 0,6 2 6 0,-3-2-58 0,-1 0-88 16,2 1-74-16,1-1-67 0,0 0-40 0,-5 0-28 0,8 0-32 0,-6 2-34 16,1-2-37-16,3 0-42 0,-6 1-46 0,5-1-43 0,-1 2-45 0,-1-2-45 15,-3 0-65-15,0 0-70 0,0 0-33 0,0 0-15 0,0 0-1 0,0 0 2 16,0 6 16-16,-3-2 21 0,3 1 27 0,-4-1 29 0,4 1 33 0,-2-1 37 16,-1 1 38-16,3 1 38 0</inkml:trace>
  <inkml:trace contextRef="#ctx0" brushRef="#br0" timeOffset="103810.71">8425 8431 57 0,'-2'5'283'0,"2"1"55"0,0-2 28 0,2 1 16 0,-2-1 13 15,0 1 12-15,0-2 12 0,4 1 15 0,-3-1 17 0,-1-1 12 0,4 1 11 16,0-2-29-16,-2 1-43 0,1-1-91 0,3 2-112 0,-3-2-53 16,3-1-32-16,-3 2-32 0,3-2-37 0,-5 0-50 0,9 0-52 0,-7 0-74 15,3 0-83-15,-1-2-91 0,0 1-97 0,3-2-44 0,-7 2-19 0,7-2-13 16,-3 0-4-16,1 0-1 0,-3 1 2 0,3-1 18 0,-1 0 24 0,0 2 37 16,1-1 39-16,3 2 61 0,0 2 67 0</inkml:trace>
  <inkml:trace contextRef="#ctx0" brushRef="#br0" timeOffset="104273.13">9047 8152 61 0,'2'-1'407'15,"2"-3"109"-15,-4 3 65 0,5 0 50 0,-1 1 39 0,-2 0 26 0,1 0 21 16,3 1 15-16,-3-1 12 0,-1 1 8 0,5 1 12 0,-5 0-19 0,3-1-29 16,3 1-146-16,-6-1-198 0,1 2-104 0,3 0-62 0,-1-1-47 0,-1 2-40 15,-4-1-24-15,5 2-20 0,-5-1-13 0,4 2-13 0,-3 0-10 16,-1-1-10-16,0 2-7 0,0 1-7 0,-1 1-3 0,-3-2-1 0,4 4-4 15,-5-2-1-15,1 0-1 0,2 1-1 0,-1-1-1 0,-3 0 0 0,3 2 0 16,-3-2 2-16,1 0 1 0,1 0 4 0,-1 0 5 0,1-2 3 0,-1-1 3 16,-1 1 3-16,3-2 4 0,1 1 4 0,-2-1 2 0,-1-1 4 0,5-1 2 15,-4 2 2-15,4-4 3 0,0 2 0 0,0-3-3 0,0 0-3 16,0 0-3-16,0 0-3 0,0 0-1 0,0 0-4 0,0 0-4 0,0 0-1 16,0 0-2-16,0 0-2 0,4 0-2 0,-2 0-1 0,5-1-1 0,-5 1 0 15,1-2-1-15,3 1-2 0,-1-1 0 0,4-1 0 0,-5 0 0 0,1 0 0 16,4 0 0-16,-3 0-3 0,-1-1-5 0,2-1-7 0,-1 1-10 0,-1 1-11 15,1-2-18-15,-3 1-23 0,3-1-53 0,-1-1-71 0,-1 3-90 0,-1-3-103 16,-1 2-90-16,3-1-91 0,-5 2-100 0,4-3-105 0,0 2-44 0,-3-1-17 16,-1-1-2-16,0 2 4 0,4-2 16 0,-4 1 19 0,0 1 55 0,0 4 71 15,0-7 93-15,2 2 100 0,2 0 92 0,-4 5 89 0</inkml:trace>
  <inkml:trace contextRef="#ctx0" brushRef="#br0" timeOffset="104466.17">9277 8181 88 0,'4'2'400'0,"-3"2"195"0,-1 0 98 0,0-2 54 0,0 1 32 0,4 1 20 15,-4 1 11-15,2-1 13 0,-2-1 4 0,3 0 4 0,1 0 2 0,-2 0 1 16,1 0-92-16,-3 0-134 0,6 2-173 0,-6-4-194 0,5 2-100 16,-1 1-56-16,0-2-38 0,-3 1-31 0,3 0-47 0,-2-1-55 15,1-1-101-15,1 1-122 0,-2-1-104 0,1 1-101 0,-3-2-112 0,0 0-113 0,0 0-55 16,0 0-21-16,0 0-12 0,0 0-2 0,0 0 4 0,0 0 11 15,0 0 36-15,0 0 42 0,0 0 96 0,6-2 116 0,-1 2 105 0,-5 0 102 16</inkml:trace>
  <inkml:trace contextRef="#ctx0" brushRef="#br0" timeOffset="104961.49">9650 8218 267 0,'-2'0'471'0,"2"0"92"0,0 2 52 0,0-2 41 0,0 0 28 0,0 0 28 0,0 1 28 0,0 0 22 0,5 1 19 0,1-2 16 15,-3 0 12-15,3-2-47 0,3 1-77 0,2 0-143 0,-2 1-169 16,3-3-86-16,3 1-47 0,-4-1-29 0,3 0-26 0,4 0-23 0,-3 0-20 15,3-1-16-15,-2 1-16 0,2 0-10 0,0-2-8 0,-2 2-7 0,3 0-4 16,-5 0-4-16,0-1-5 0,1 1-8 0,-1 1-4 0,1-1-4 0,-2-1-5 16,1 1-6-16,-3 0-9 0,-2 1-5 0,0-1-4 0,0 2-8 0,0-3-7 15,-4 3-18-15,4 0-22 0,-3-1-20 0,-2 1-22 0,1-1-29 0,-3 1-30 16,-2-1-69-16,3 1-84 0,-3 1-95 0,0-2-101 0,0 2-99 0,0 0-101 16,0 0-87-16,-3-3-80 0,1 0-24 0,2 3-1 0,-5-2 11 0,-3 1 16 15,3 0 24-15,-4 2 31 0,3 0 66 0,-3 1 85 0,0 1 96 0,-2 2 103 16,2 1 99-16,-1-1 102 0</inkml:trace>
  <inkml:trace contextRef="#ctx0" brushRef="#br0" timeOffset="105306.01">9802 8346 16 0,'3'3'286'0,"-3"-2"117"0,6 0 70 0,-6 1 46 0,5 0 42 15,2-1 38-15,-1 1 33 0,-1-1 25 0,0 1 24 0,5-2 14 0,-1 0 14 16,0 0 10-16,0 0-63 0,2-2-98 0,-2 2-109 0,0-1-114 0,-4 1-67 15,6-2-45-15,-4 2-41 0,-1 0-36 0,-1 0-30 0,0 0-24 0,3 0-20 16,-3 0-13-16,-3 2-11 0,1-1-9 0,3 1-3 0,-6-1-3 16,0 1 0-16,0 1 0 0,0 0 0 0,0-1 2 0,-2 3 1 0,-2 0 1 15,1 1-1-15,1-2 0 0,-2 2 0 0,-1 2 0 0,0-1 1 0,-3 1 2 16,3-1 0-16,0 1 2 0,-1-1-1 0,1 1-1 0,1-2 0 0,-1 0 0 16,1 0-3-16,-1-2-3 0,5 1-2 0,-4-2 1 0,4-1-4 0,0-2-4 15,0 2-3-15,0-2-1 0,0 3-5 0,4-1-3 0,-3-1-5 0,3-1 1 16,1 0-4-16,-1 2 1 0,1-2-2 0,5 0 1 0,-5-2 1 0,0 2-2 15,4-3-3-15,-1 2-2 0,-1-3-5 0,0 2-10 0,-1-1-13 0,-1-2-16 16,4 1-28-16,-4-2-34 0,1 0-53 0,-3 0-63 0,3 0-63 0,-1-2-65 16,-1 1-52-16,1-1-47 0,-1 1-46 0,-2-2-46 0,1 1-45 0,1 0-48 15,-4 0-43-15,0-2-44 0,0 2 1 0,0-1 21 0,-4-2 49 0,4 0 59 16,-3 3 61-16,1-3 66 0,2-1 52 0,-4 2 48 0,4-1 48 16,-1-1 49-16,-3 0 50 0</inkml:trace>
  <inkml:trace contextRef="#ctx0" brushRef="#br0" timeOffset="105605.01">9921 7777 76 0,'-2'0'328'0,"-2"3"110"0,-1-3 67 0,1 2 48 16,4 1 49-16,-1 0 49 0,-3-1 39 0,0 3 34 0,3 1 25 0,1 0 22 16,-4 0 17-16,4 2 7 0,0-2-81 0,0 1-122 0,-2 1-110 0,2 1-102 15,2-2-65-15,-2 2-45 0,0 0-47 0,0 0-49 0,4 0-35 0,-3 0-30 16,7 0-22-16,-7 0-22 0,3 0-11 0,1 0-6 0,1 0-6 0,-2-1-5 15,1 1 1-15,0-3 1 0,3 1 1 0,-7-1 1 0,7 2 5 0,-7-3 5 16,5 0 5-16,-3 1 1 0,3-1 6 0,-6-1 4 0,4 1 8 0,-4-2 6 16,1 1 6-16,3-1 6 0,-4 0 5 0,0 0 4 0,0 0 1 0,0 2 1 15,0-4-2-15,-4 2-4 0,3-2-8 0,1 3-4 0,-4-1-7 0,4-2-8 16,-6 2-14-16,3 0-9 0,1-1-25 0,-2 1-29 0,-1-1-36 0,1 0-40 16,-1 0-32-16,0-1-27 0,-1 1-47 0,-1-2-51 0,1 0-91 0,1 0-108 15,0-2-88-15,-4 1-83 0,5-1-78 0,-1-1-75 0,-5 2-61 0,5-4-51 16,0 2-6-16,-4-1 13 0,5-1 23 0,-1 1 18 0,-1-2 42 0,1 1 49 15,1-1 91-15,-1 0 108 0,1 0 89 0,2 0 82 0,2 0 80 0,-3 0 79 16</inkml:trace>
  <inkml:trace contextRef="#ctx0" brushRef="#br0" timeOffset="105745.99">9876 7927 214 0,'5'-3'305'0,"1"0"39"16,-1 2 24-16,4-1 17 0,0 1 17 0,0 1 9 0,-3 0 10 0,3 0 6 15,0 0 3-15,-4-2 3 0,4 2 2 0,0 0-63 0,-3-1-90 0,4 1-78 16,-4 0-77-16,3-2-51 0,0 2-40 0,0-1-44 0,0-1-46 15,0 2-56-15,0-3-59 0,-2 3-72 0,2-1-75 0,0 1-50 0,-3-2-38 16,3 1-17-16,0 1-6 0,-4 0-5 0,4 0 1 0,-3 1 11 0,-1 1 15 16,2 1 29-16,-1 0 29 0,-1 0 45 0,1 3 52 0,1-2 66 0</inkml:trace>
  <inkml:trace contextRef="#ctx0" brushRef="#br0" timeOffset="105964.95">10333 8113 61 0,'2'2'361'16,"2"-1"177"-16,-4 2 100 0,3-1 67 0,-1-1 43 0,2 1 30 0,-4 0 19 0,2 0 17 15,1 0 8-15,1-2 5 0,-2 1 5 0,-2-1 2 0,3 0-83 0,3 0-121 16,-3 0-156-16,-1-1-175 0,2 1-101 0,1 0-64 0,1 0-47 16,-3-2-33-16,1 2-33 0,1 0-33 0,-3-2-53 0,5 2-64 0,-5-1-94 15,2 0-110-15,1 1-97 0,1 0-92 0,-6 0-108 0,0 0-114 0,3 0-52 16,-3 0-20-16,0 0-9 0,6 0-2 0,-6 0 10 0,0 0 17 0,0 0 44 15,0 0 55-15,5 0 91 0,2 0 109 0,-1 0 97 0,-1 2 92 16</inkml:trace>
  <inkml:trace contextRef="#ctx0" brushRef="#br0" timeOffset="106477.96">10724 7911 135 0,'0'6'468'0,"0"1"115"0,2-1 64 0,-2 2 34 0,3 1 21 0,-3 0 15 0,4 0 9 0,-2 1 4 0,-2-1 4 0,0 2 0 0,3 1 0 0,-3-2-31 0,6 1-46 0,-6 2-168 0,5-3-221 0,-5 3-111 0,4-1-64 16,1 0-34-16,-1 0-20 0,1 0-15 0,1-2-13 0,-3 2-15 0,3-1-18 16,-1 1-25-16,-1-2-25 0,1 1-37 0,1-1-45 0,-3-1-41 0,3 0-38 15,-3 0-37-15,-1-3-34 0,2 2-35 0,1-2-32 0,-5-1-33 0,4-1-31 16,-4 0-30-16,3-2-33 0,-3-2-44 0,0 0-56 0,0 0 3 0,0 0 22 15,0 0 32-15,0 0 38 0,0-6 35 0,0 1 35 0,-3 1 33 0,3-1 29 16,0 1 34-16,-4-1 36 0,4 1 43 0,-2 1 46 0</inkml:trace>
  <inkml:trace contextRef="#ctx0" brushRef="#br0" timeOffset="106846.74">10695 7927 9 0,'-4'-5'295'0,"4"3"142"16,0-1 77-16,0 0 46 0,0 3 43 0,4-2 41 0,-4 2 38 0,2 0 38 16,1 2 29-16,-3-2 23 0,6 0 19 0,-3 3 17 0,-1-3-56 0,6 3-91 15,-3-2-115-15,0 0-132 0,4 4-62 0,-3-2-32 0,7 0-26 0,-6 2-27 16,5-1-26-16,-1 1-23 0,2 1-19 0,-2-1-13 0,3 2-7 0,-1-1-7 15,-2 1-1-15,3 2-2 0,1-1-4 0,-3 1-6 0,-1 0-7 0,4 0-8 16,-3 0-14-16,-1 1-14 0,-2-1-11 0,2 2-13 0,-2-1-11 0,0 1-9 16,0-3-10-16,0 5-11 0,-3-4-19 0,-1 1-22 0,1 1-31 0,1-1-31 15,-5-1-31-15,1 0-33 0,-3 0-27 0,4 0-26 0,-4-1-19 0,0-1-21 16,-4-1-33-16,4-1-41 0,-3-1-72 0,3-1-87 0,-6 0-68 0,6-1-61 16,-5-2-41-16,5 0-36 0,-4-2-33 0,2-1-31 0,-1 0-42 0,-3-1-47 15,3-1-13-15,-3-1 7 0,3-1 25 0,1-1 36 0,-2 1 72 0,-1-2 84 16,5-2 76-16,-4 1 76 0,2-1 65 0,-1 1 59 0,3-1 61 0,0 1 60 15</inkml:trace>
  <inkml:trace contextRef="#ctx0" brushRef="#br0" timeOffset="107027.76">11012 7938 273 0,'3'-3'478'0,"-3"1"102"0,0 2 68 0,0 0 45 0,0 0 37 0,4 2 29 16,-2 1 28-16,-2-1 17 0,-2 3 17 0,-2-2 13 0,4 2 17 0,0-1-40 16,-5 1-67-16,5 1-128 0,-4 0-153 0,-1 1-77 0,-1-1-41 0,3 3-25 15,-3-1-19-15,1 2-17 0,-4-1-17 0,3 1-13 0,-3 1-15 16,4 1-15-16,-2-1-14 0,-4 2-19 0,2-1-21 0,0 0-30 0,-2 0-28 15,2 2-40-15,0-1-43 0,0-1-50 0,-2 2-52 0,2-2-47 0,0 0-48 16,0-2-35-16,1 2-30 0,-1-1-40 0,0-2-45 0,4 0-86 0,-2-2-105 16,5 0-85-16,-3-2-76 0,1 1-68 0,0-1-64 0,2-1-51 0,2-4-41 15,-3 3 1-15,3-3 20 0,0 0 24 0,0 0 23 0,0 0 39 0,0 0 45 16,0 0 85-16,0 0 107 0,0 0 87 0,0 0 79 0,0 0 83 0,5-3 87 16</inkml:trace>
  <inkml:trace contextRef="#ctx0" brushRef="#br0" timeOffset="107339.1">11192 8095 142 0,'0'3'439'0,"4"2"185"0,-4-2 92 0,0 1 45 0,0 1 27 15,0 1 18-15,0-1 16 0,0 0 10 0,0 3 11 0,4-2 11 0,-4 1 7 16,1 1 7-16,-1-1-100 0,0 1-153 0,0 0-173 0,0 0-183 16,0 0-88-16,0 1-45 0,0 0-25 0,0 1-19 0,0-1-14 0,0 0-13 0,0 0-14 15,0 2-14-15,0-2-17 0,0 0-16 0,0 0-18 0,4 0-18 16,-4 0-13-16,0-2-8 0,0-1-14 0,0 2-17 0,0-4-31 0,0 1-35 16,0-2-59-16,0-3-68 0,0 0-66 0,0 0-62 0,0 0-46 0,0 0-38 15,0 0-31-15,0 0-31 0,0-3-38 0,0-2-38 0,0 1-49 0,0-4-50 16,0 0-2-16,0 0 23 0,0-2 51 0,0 0 68 0,0-1 65 0,0 0 68 15,0-1 51-15,0-1 46 0,4 2 46 0,-2-1 43 0,-2-2 48 0</inkml:trace>
  <inkml:trace contextRef="#ctx0" brushRef="#br0" timeOffset="107713.99">11281 8005 153 0,'5'-3'323'0,"1"0"61"0,-2 0 43 16,-1 0 44-16,3 2 41 0,-1-1 50 0,0 2 50 0,-1 0 44 0,-2 0 36 15,1 0 28-15,3 0 18 0,-2 0-35 0,-3-1-55 0,3 1-88 0,-4 0-102 16,4 0-56-16,-3 0-35 0,3 1-39 0,-4-1-41 0,0 2-46 0,0-2-50 15,4 3-40-15,-4-2-37 0,0 2-23 0,0 0-17 0,0 2-16 0,0-2-13 16,-4 1-8-16,4 1-5 0,-4 1-5 0,3 0-5 0,-3 1-2 0,0-1-5 16,3 1-2-16,-3 0-1 0,-2 0-1 0,3-1-4 0,-3 2-1 15,5-2 0-15,-3-1-1 0,0 0-2 0,4 0 0 0,-5-1-2 16,5-1-2-16,-2 0 1 0,2 0-2 0,-3 0 1 0,3-3-1 0,0 2 2 16,3 1 2-16,-3-2-1 0,2 1 2 0,2 0 2 0,-3 0-1 0,3 0 2 0,-4-1 0 15,5 1 2-15,-1 1-1 0,1-2 1 0,-1 1 2 0,-2-2 1 16,2 1 1-16,1 1 1 0,0-1 4 0,-1 1 4 0,0-1 0 0,1 0 1 15,-3 3 5-15,1-3 5 0,-3 2 5 0,6-1 4 0,-6 1 4 0,0 0 3 16,3 1 3-16,-3 1 6 0,0-1 0 0,0 1 0 0,-3 1-2 0,3 0-4 16,-2 0 0-16,-2 1-3 0,1-1-4 0,1 2-5 0,-2-1-8 0,-1 1-8 15,1-1-14-15,3-1-18 0,-3 0-18 0,-1 0-18 0,1 0-23 0,-2-3-26 16,3 2-53-16,1-1-68 0,-3-1-88 0,1-1-95 0,0-1-83 0,3 1-77 16,1-2-84-16,-4 0-86 0,4 0-53 0,-2-5-40 0,-1 0-10 0,3 0 3 15,0-1 15-15,0-2 22 0,3-1 51 0,-1 1 65 0,-2 0 87 0,5-4 96 16,-1 3 84-16,0-1 76 0,-3 2 85 0</inkml:trace>
  <inkml:trace contextRef="#ctx0" brushRef="#br0" timeOffset="107908.21">11462 8059 249 0,'2'0'338'0,"-2"0"55"0,0 0 38 16,3 0 46-16,3 2 44 0,-3-1 53 0,-1 1 56 0,2-1 42 16,1 1 42-16,-1-2 26 0,-1 1 16 0,-1 1-53 0,4-1-89 0,-3-1-84 15,1 0-84-15,1 0-50 0,-3 0-38 0,2 0-44 0,1 0-44 16,-1 0-51-16,-1 0-53 0,-1-1-48 0,4 1-38 0,-3 0-29 0,3 0-21 0,-1 0-27 15,-1 0-30-15,1-2-57 0,-1 2-71 0,1 0-75 0,-1-1-77 16,-2 1-66-16,1 0-61 0,1 0-65 0,-2 0-66 0,-2 0-77 0,0 0-83 16,0 0-36-16,0 0-13 0,0 0 9 0,0 0 19 0,0 0 51 0,-2 1 63 15,-2 2 74-15,-1-2 75 0,1 1 66 0,-1 3 60 0,1-2 64 0,2 0 68 16</inkml:trace>
  <inkml:trace contextRef="#ctx0" brushRef="#br0" timeOffset="108072.29">11502 8158 97 0,'0'5'349'0,"0"-1"113"0,0-1 61 0,0-1 43 15,3 1 39-15,-3 0 40 0,4 0 32 0,-2-2 32 0,1 0 20 0,3-1 18 16,-3 0 10-16,3-1 7 0,-1 0-90 0,1-1-135 0,1 1-115 0,-2-1-110 16,1 1-63-16,-1-1-41 0,4-1-44 0,-3 0-47 0,-3 1-58 0,6 0-61 15,-3-1-82-15,-1 0-91 0,-1 1-83 0,-2-1-79 0,5 2-78 0,-5-1-79 16,-2 2-95-16,0 0-104 0,0 0-46 0,0 0-21 0,0 0-5 16,0 0 2-16,0 0 23 0,0 0 30 0,0 0 60 0,-6 0 76 0,1 2 73 15,1-1 69-15,-5 2 76 0,4 2 75 0</inkml:trace>
  <inkml:trace contextRef="#ctx0" brushRef="#br0" timeOffset="111361.92">12062 7749 24 0,'0'1'299'0,"6"2"136"0,-6 0 87 0,0 2 68 0,0 1 49 0,3 1 42 0,-3 1 30 0,0 0 27 16,0 2 20-16,0 0 17 0,-3 1 16 0,3 1 15 0,-6 1-63 0,3-1-95 16,1 2-118-16,-2-1-123 0,-1 2-84 0,0-1-60 0,-3 1-44 0,3 0-39 15,-4-1-29-15,3 0-22 0,-3 1-18 0,2-1-16 0,0-1-14 16,-4 1-17-16,6-1-10 0,-3-3-12 0,1 3-6 0,0-1-7 0,0-2-7 15,-1-1-5-15,3 2-2 0,0-4-3 0,-4 1-5 0,5-1-4 0,-2-1-3 16,1 0-4-16,1 0-4 0,-1-1-4 0,0-2-3 0,1 0-1 0,2 0-4 16,-1 0-1-16,-1-2-3 0,2 0-4 0,-1 1-4 0,3-2-2 0,0 0-1 15,0 0 1-15,0 0 1 0,0 0 1 0,0 0 2 0,0 0 3 16,0 0 3-16,0-4 3 0,3 1 2 0,-1-2 2 0,2 1 2 0,-1-1 2 16,3-2 2-16,-1 1 4 0,0-1 2 0,4-1 1 0,1 0 1 0,-1 1 0 15,1-1 0-15,3 1 0 0,-2-1 1 0,-2 2 4 0,2 2-2 0,1-1 0 16,-1 2 0-16,-2 0 1 0,0 0 2 0,0 3 3 0,2 0 2 0,-2 0 1 15,-3 2 1-15,3-1 1 0,0 1 1 0,-4 1 3 0,3-2 4 0,-3 2 4 16,-3 0 5-16,1 2 8 0,3-1 5 0,-6-1 5 0,3 2 2 0,-3-1 0 16,0 1 2-16,0 1 2 0,-3-2 1 0,3 2-2 0,-6 2 0 0,3-1-2 15,1-1-2-15,-3 2-5 0,1-3-5 0,-5 3-7 0,3-2-7 0,1 0-8 16,-2 0-9-16,0 0-9 0,-1 0-14 0,-1-1-13 0,4-1-12 0,-4 1-13 16,-2-3-17-16,6 3-17 0,-8-2-29 0,4 0-38 0,2-1-65 0,-6-1-74 15,4 1-75-15,-2-2-71 0,2 0-58 0,0 0-53 0,0-2-48 0,3 1-43 16,-3-2-60-16,0-2-69 0,4 0-21 0,-4-2-1 0,4 0 23 0,-1-1 33 15,2-1 63-15,-1 0 78 0,3-1 73 0,-1-2 71 0,3 1 66 0,-4-1 58 16,4 0 57-16,4 0 56 0</inkml:trace>
  <inkml:trace contextRef="#ctx0" brushRef="#br0" timeOffset="111540.54">11939 7879 88 0,'13'-15'297'0,"-4"2"57"0,2-1 33 0,-2 2 34 16,2 0 32-16,2 0 41 0,-3 3 50 0,-1 2 52 0,2-1 55 15,2 1 39-15,-2 1 29 0,-2-2-15 0,0 4-42 0,0-2-79 0,2 1-101 16,-2 1-51-16,0 0-26 0,0 2-28 0,0-1-29 0,-4 0-41 0,4 1-48 15,-3 1-53-15,3-1-53 0,-4 1-39 0,1-1-31 0,3 0-28 0,-4 1-26 16,-1 0-50-16,1 1-56 0,1 0-88 0,1 0-104 0,-5 0-91 0,3 0-83 16,-1 0-93-16,-1 2-95 0,-3-2-69 0,0 0-58 0,2 4-24 0,-2 0-13 15,0 1 4-15,0 0 9 0,0 2 35 0,-2-1 43 0,-1 1 82 0,3 2 99 16,-6 0 85-16,3 0 84 0,1 1 89 0</inkml:trace>
  <inkml:trace contextRef="#ctx0" brushRef="#br0" timeOffset="111749.38">12240 8011 28 0,'3'0'330'0,"6"-1"172"0,-3 1 105 0,-1 0 74 15,-1 0 46-15,1 0 35 0,1 0 22 0,1 1 21 0,-5 1 13 0,3-2 10 16,-1 0 6-16,-1 1 8 0,-1-1-71 0,2 0-109 0,-2 0-149 16,1 1-166-16,1-1-103 0,-4 0-73 0,2 0-50 0,1 0-37 0,1 0-34 15,-2-1-29-15,1 1-45 0,-1-1-51 0,2-1-96 0,-4 1-117 0,5-1-105 16,-1 1-100-16,-4 1-120 0,2-2-130 0,-2 2-59 0,3-3-27 0,3 0-9 15,-6 3-3-15,3-2 7 0,-3 2 10 0,0 0 31 0,0 0 38 16,0 0 89-16,0 0 112 0,0 0 104 0,2 2 100 0</inkml:trace>
  <inkml:trace contextRef="#ctx0" brushRef="#br0" timeOffset="115155.36">12719 7733 73 0,'0'-2'373'0,"0"2"180"0,0-3 91 0,0 3 50 0,0 0 32 0,0 0 23 0,0 4 21 0,2-1 16 16,-2 2 17-16,0 1 14 0,0 0 13 0,-2 3 15 0,2 1-75 0,0 2-112 16,0 2-147-16,0-1-159 0,0 4-74 0,0-2-35 0,0 3-18 0,0 0-11 15,0 0-11-15,0-2-11 0,0 2-12 0,-4 0-13 0,4 0-13 0,0-1-14 16,0-1-12-16,0-1-17 0,0 0-13 0,0 0-20 0,0 0-33 0,4-2-37 15,-4 1-40-15,0-2-49 0,0-2-38 0,2 1-37 0,-2-2-59 0,3 0-71 16,-3-3-96-16,0 0-110 0,4-1-98 0,-2-2-93 0,-2-3-102 16,3 3-107-16,-3-3-34 0,0 0-1 0,6-3 17 0,-1 0 31 15,-1 0 29-15,1-3 27 0,1 0 57 0,-3 0 69 0,-3-1 95 0,6 0 109 16,-3 1 98-16,3 0 93 0</inkml:trace>
  <inkml:trace contextRef="#ctx0" brushRef="#br0" timeOffset="115364.26">12972 7924 145 0,'4'-2'386'0,"-2"1"142"0,1 1 83 0,3 0 61 15,-3 0 31-15,-1 0 22 0,2 0 11 0,1 0 10 0,-1 1 8 0,-2-1 9 16,1 2 5-16,3 0 5 0,-3-1-99 0,1-1-146 0,-2 0-139 0,3 2-139 16,-1-2-91-16,-4 0-67 0,5 1-71 0,-5-1-69 0,0 0-92 0,6 0-102 15,-6 0-82-15,0 0-75 0,3 2-76 0,-3-1-74 0,0-1-78 0,0 0-83 16,0 0-36-16,0 6-17 0,-3 0-2 0,3-1 4 0,0 1 37 0,-6 0 47 15,6 0 78-15,-5 1 89 0,5-1 75 0,-4 2 67 0,4-2 72 0,-2 1 73 16</inkml:trace>
  <inkml:trace contextRef="#ctx0" brushRef="#br0" timeOffset="115498.22">12987 8106 148 0,'0'1'332'0,"0"2"62"0,3-1 37 0,-1-1 29 16,2 1 21-16,1-1 15 0,1-1 15 0,1 0 6 0,-2 0 4 15,1 0 5-15,3-3-2 0,0 2-45 0,0-3-68 0,-4 0-111 0,6 0-131 16,-2-1-90-16,-3-1-73 0,3 0-69 0,0-1-67 0,0-1-70 0,2 2-74 15,-4-3-84-15,0 0-92 0,0 0-42 0,0 0-19 0,3 2-8 0,-3-2-4 16,0 0 6-16,0 1 17 0,0 1 26 0,2-1 35 0,1 1 45 0,-1 2 43 16,5-1 56-16,-5-1 60 0</inkml:trace>
  <inkml:trace contextRef="#ctx0" brushRef="#br0" timeOffset="115782.17">13439 7761 87 0,'-2'7'389'0,"-2"2"180"0,1 2 96 0,-3-1 58 0,3 2 31 0,1 0 26 16,-2 0 15-16,3 1 13 0,-3 1 9 0,0-2 9 0,4 3 5 0,-2-1 8 15,2-2-89-15,0 1-130 0,2-2-160 0,-2 1-177 0,8-4-91 0,-3 2-54 16,0-3-30-16,4-1-19 0,2 0-17 0,2-1-12 0,-2-2-6 0,3-3-5 16,1 1-2-16,-1-1-4 0,4-1-1 0,-3-1-1 0,3 1-2 15,-4-4-5-15,4 2-4 0,-1-1-3 0,-3-1-4 0,4 1-2 0,-3 1-2 16,-1-3 1-16,1 2-10 0,-1-1-13 0,-1 2-16 0,-2-2-19 0,-2 0-16 15,2 1-15-15,-2 1-28 0,0-1-29 0,-4 1-60 0,2-2-74 16,-5 4-76-16,4-2-79 0,-3 0-67 0,1 0-61 0,-2 1-53 0,-2-2-49 0,0 4-64 16,-2-3-68-16,-2-3-23 0,4 1-4 0,-3 1 17 0,-3-1 29 0,4 1 58 15,-1-1 75-15,-3-1 76 0,1 2 77 0,-2-1 68 0,1 1 62 16,1-1 58-16,-4 1 59 0</inkml:trace>
  <inkml:trace contextRef="#ctx0" brushRef="#br0" timeOffset="115947.28">13667 7732 126 0,'0'-1'414'0,"0"1"171"0,0 0 87 0,0 0 46 0,0 0 33 0,0 2 25 15,3 5 23-15,-3-1 18 0,2 1 23 0,-2 4 24 0,6-1 29 0,-6 5 33 16,3 2-75-16,3 1-122 0,-3 1-146 0,-1 3-154 0,2 1-78 0,-1 1-43 16,-1 2-32-16,2-1-22 0,-4 1-28 0,5 0-27 0,-5 0-45 0,6 0-53 15,-6-1-64-15,3-1-73 0,3-1-63 0,-6-2-59 0,5 0-89 0,-1-3-100 16,-1 0-117-16,-1-2-122 0,2 1-142 0,-2-2-151 0,1-4-72 0,-3 2-30 16,6-3 1-16,-6 1 22 0,3-4 30 0,-3 2 37 0,-3-2 33 15,3 1 33-15,-6-3 72 0,3-1 87 0,-3 1 110 0,-3-2 120 0,4 1 139 16</inkml:trace>
  <inkml:trace contextRef="#ctx0" brushRef="#br0" timeOffset="118072.34">26657 8167 317 0,'0'-2'418'0,"0"0"57"0,0 2 42 0,0 0 35 0,0-3 37 0,0 3 39 15,0-3 37-15,0 3 36 0,0 0 28 0,0 0 24 0,0 0 1 0,0 0-8 16,0 0-112-16,0 0-158 0,0 0-84 0,0 0-54 0,0 0-34 0,0 0-27 16,0 0-34-16,0 0-39 0,0 0-33 0,0 0-32 0,0 0-24 0,0 0-20 15,0 0-11-15,0 0-11 0,0 3-1 0,0 0 0 0,0-2 2 0,0 2 4 16,0 2 4-16,0-2 2 0,0 1 8 0,0 0 8 0,0 1 7 0,0 1 4 15,0 0 1-15,0 0 5 0,0 0-1 0,0-1 4 0,-2 0-1 0,2 0-2 16,0 1-4-16,-3-1-5 0,3-1-9 0,0 1-6 0,-4-1-10 0,4 1-6 16,0-3-9-16,0 3-5 0,0-2-9 0,-2 0-7 0,2 2-10 0,0-4-7 15,0-1-7-15,0 3-8 0,0-3-6 0,0 0-10 0,0 0-17 0,0 0-20 16,0 0-33-16,0 0-33 0,0 0-37 0,0 0-38 0,0 0-89 0,0 0-109 16,0-2-126-16,0 0-134 0,0 2-131 0,-3-6-131 0,3-2-57 15,0 1-21-15,0-1 2 0,0 1 11 0,0-1 27 0,0 0 30 0,0 3 38 16,0-3 35-16,3 2 89 0,-1 2 113 0,-2-1 127 0,0 5 136 0</inkml:trace>
  <inkml:trace contextRef="#ctx0" brushRef="#br0" timeOffset="118891.42">26614 8617 49 0,'0'3'348'0,"0"2"169"0,0 1 98 0,0 1 68 0,0 4 38 15,0-1 32-15,0 2 22 0,-4 2 20 0,4-1 14 0,-5 1 11 0,5 0 9 16,-2 2 5-16,-5-1-74 0,5 3-113 0,-2-2-150 0,1 1-168 0,1-2-96 16,-2 1-65-16,-1-1-40 0,1 0-32 0,4-1-24 0,-5 1-24 0,5-3-21 15,-2 0-23-15,-2-2-22 0,4 1-22 0,-3-3-35 0,3 0-44 0,0 0-59 16,0-2-71-16,0-2-63 0,0-1-67 0,0-1-50 0,0-2-44 0,0 0-39 15,3 0-37-15,1-2-30 0,-2-1-27 0,3-1-25 0,-1-1-25 16,-1-1-15-16,-1-3-14 0,4 2 36 0,-3-4 58 0,1 2 59 0,-2-2 63 16,1 1 52-16,1-1 43 0,-2 0 42 0,3 0 38 0,-1 1 39 0,-1-1 36 15,-1 0 39-15</inkml:trace>
  <inkml:trace contextRef="#ctx0" brushRef="#br0" timeOffset="119219.5">26655 8746 223 0,'2'-7'287'0,"3"-2"26"16,5 3 18-16,-5 0 10 0,-1 0 15 0,5 0 11 0,-4 1 14 0,0 1 13 15,-1-1 18-15,2 2 21 0,-1 2 1 0,2-2-9 0,-1 0-50 0,-3 3-73 16,3-2-19-16,-5 1 2 0,7 1 11 0,-6 0 16 0,1 1 10 0,-1-1 8 15,-2 2 2-15,4-2 0 0,-4 3-9 0,3-2-10 0,-3 2-18 0,0-3-20 16,0 3-25-16,-3 2-27 0,3-2-27 0,0 1-25 0,-4 0-29 0,-1 1-22 16,3 1-24-16,-6-1-21 0,7 1-17 0,-5 1-9 0,-1-1-10 0,-2 0-7 15,4 2-4-15,-1-2-4 0,-3 0-4 0,7 0-4 0,-5-2-2 0,2 2-4 16,1-1-1-16,2-1-1 0,-1-1-1 0,1 0 2 0,2 0 0 0,0-3-1 16,0 3-2-16,2 0 0 0,1-1-2 0,-1-1 1 0,2 1-2 15,1-1 0-15,2 1 0 0,0-1 0 0,1 0 1 0,-1 1 1 0,2-2-1 16,4 0 2-16,-4 2-1 0,2-2-2 0,-2 0 0 0,0 0 0 0,0 0-2 15,-2 1 2-15,0-1 0 0,-1 0 2 0,-1 2 2 0,0-1 5 0,-5 1 9 16,8-1 12-16,-8 1 2 0,0 1-1 0,0 0 2 0,0-1 3 0,-4 3 1 16,0 0 4-16,-1-1 2 0,1 2 2 0,-1 0 2 0,-4 2-1 0,3-2 1 15,-3 1-5-15,0 0-9 0,2 1-14 0,-2-2-2 0,4 1-4 16,-8 1-5-16,4-2-16 0,4 0-19 0,-4-1-24 0,3-1-46 0,1-1-59 16,-1 1-81-16,-1 0-93 0,5-3-76 0,-1 2-71 0,3-1-74 0,0-2-75 15,0 0-74-15,0 0-76 0,0 0-28 0,0 0-6 0,3-5 9 0,3 2 20 16,-1 1 41-16,0-2 55 0,5 1 79 0,-1-3 90 0,-4 3 78 0,8 0 69 15,-4 0 75-15,2-1 76 0</inkml:trace>
  <inkml:trace contextRef="#ctx0" brushRef="#br0" timeOffset="119401.91">26937 8863 124 0,'-3'2'330'0,"1"1"73"0,-2 0 51 0,3 0 47 0,1-1 48 16,-4 3 50-16,0 0 57 0,3 1 40 0,-3 0 36 0,0-2 23 0,2 4 19 15,-1-3-34-15,-3 3-55 0,6 0-102 0,-3-1-122 0,1 1-72 0,-2-1-53 16,3 2-61-16,1-2-61 0,-4 3-97 0,4-1-111 0,0-2-120 16,0 2-127-16,0 0-105 0,4 0-95 0,-4 0-118 0,1-1-129 0,-1 1-58 15,4-3-27-15,-2 1-10 0,-2-1-3 0,3 0 9 0,1-1 17 0,-2 0 40 16,1 0 61-16,-1 0 78 0,-2-2 90 0,4 1 83 0,0-1 79 0</inkml:trace>
  <inkml:trace contextRef="#ctx0" brushRef="#br0" timeOffset="120296.06">27098 8856 78 0,'-7'2'383'0,"2"2"186"0,-1 0 95 0,-3 2 53 0,4 2 35 0,-4 1 22 0,0 1 22 15,3 4 14-15,-3-2 15 0,0 1 12 0,2 2 11 0,-6 1 14 16,4 3-79-16,0-1-118 0,2 0-159 0,0 1-175 0,0 2-89 0,-1-2-49 15,3 1-31-15,-1 0-24 0,3-1-16 0,1-1-17 0,-2 0-15 0,4 2-15 16,4-4-24-16,-2 1-24 0,3-1-30 0,-1-1-27 0,1 0-33 0,4-1-33 16,4-2-71-16,-6 0-85 0,8-2-108 0,-3-2-114 0,3-1-143 0,-1-3-150 15,1 0-74-15,-1-3-38 0,4-1-7 0,0-1 3 0,-3-3 15 0,1-1 15 16,-1-1 21-16,-1-1 27 0,1-1 65 0,1-2 82 0,-2 2 106 0,-3-1 116 16,4-2 141-16</inkml:trace>
  <inkml:trace contextRef="#ctx0" brushRef="#br0" timeOffset="120670.18">27390 8902 117 0,'-4'-1'428'0,"-1"1"204"0,-1 0 92 0,1 1 42 0,-3 1 23 16,3 2 13-16,0 1 15 0,-1 1 13 0,1 0 10 0,-4 0 10 15,1 3 9-15,3-2 10 0,-4 2-93 0,4 2-142 0,-1-1-179 0,1 1-198 16,-1-1-92-16,-1 0-39 0,2 1-24 0,1-2-14 0,-1 2-13 0,3-1-13 16,-2-1-11-16,4 0-11 0,0 2-5 0,0-4-7 0,0 4-4 0,6-4-3 15,-1 1 0-15,-1-2-1 0,5 1-2 0,0-1 1 0,0-1 2 0,2-1 2 16,3-1 1-16,1 0 0 0,-1 0 0 0,1-3-2 0,6 2-1 0,-6-2-4 16,1-2-2-16,6 2-3 0,-6-1-2 0,-2-1 1 0,1 2-4 0,-1-3 0 15,3 1-1-15,-3 2-2 0,-7-1-1 0,6 0-1 0,-4-1-1 0,0 2 2 16,-2-1 0-16,-3 1 0 0,1-2-1 0,1 2-1 0,-3-1-2 0,1 1-2 15,-2 0-11-15,-2 0-9 0,0 0-17 0,0 0-20 0,0 0-26 0,0 0-25 16,0 0-70-16,0 0-94 0,0-2-95 0,0-1-101 0,-2 0-92 0,2 2-86 16,0 1-90-16,-7-6-93 0,5 3-36 0,-2-2-8 0,-1 2 8 0,1-2 13 15,-1 3 22-15,3 0 26 0,-5-1 72 0,1 0 92 0,3 0 99 0,-3 0 99 16,1 1 90-16,1 0 89 0</inkml:trace>
  <inkml:trace contextRef="#ctx0" brushRef="#br0" timeOffset="120850.65">27538 8997 57 0,'-2'4'355'0,"2"2"169"0,-4 2 105 16,1 1 75-16,1 1 48 0,-2 4 39 0,3-2 21 0,-3 3 14 16,0 0 25-16,-1 1 28 0,0 1 30 0,1-2 29 0,-1 1-56 0,-1 1-96 15,1 1-138-15,-3-2-156 0,3 1-98 0,0-1-71 0,-4-1-50 0,5 1-35 16,-2 0-25-16,1-3-16 0,1 1-39 0,-1-1-52 0,3 1-61 0,-5-4-68 0,7 1-58 16,-2-1-58-16,-1-2-59 0,3-1-61 0,0-1-101 0,0-1-121 15,0-2-110-15,0 1-105 0,0-4-114 0,0 0-117 0,0 0-36 0,5-2-4 16,2 0 21-16,-1-3 32 0,-1 1 31 0,0-1 31 0,1-1 44 0,-2 0 49 15,1 0 96-15,0 0 122 0,3 0 108 0,-3 0 107 0</inkml:trace>
  <inkml:trace contextRef="#ctx0" brushRef="#br0" timeOffset="121104.72">27646 9208 162 0,'0'0'547'0,"0"0"130"0,0 0 65 0,0 0 36 0,0 0 19 16,0 0 14-16,0 0 13 0,2 2 15 0,-2-2 11 0,0 0 18 0,0 0 17 16,-2 3-17-16,2-3-32 0,0 3-190 0,-3-2-261 0,3 1-124 0,0-1-60 15,-2 2-33-15,-2 0-18 0,4-1-16 0,-3 1-14 0,3-1-18 16,0 2-16-16,-2 0-34 0,2-1-38 0,-4 0-38 0,4 1-39 0,-1-2-44 16,1 1-43-16,0 0-89 0,0 0-104 0,0-3-100 0,0 2-95 0,0-2-91 15,0 4-93-15,0-4-79 0,0 0-72 0,0 0-19 0,0 0 3 0,0 0 18 16,1-1 18-16,5-1 31 0,-3-1 38 0,1 0 84 0,1-3 102 0,-3 3 98 15,5-1 95-15,-1 1 92 0,-2-2 96 0</inkml:trace>
  <inkml:trace contextRef="#ctx0" brushRef="#br0" timeOffset="121388.09">27717 9205 7 0,'-4'6'312'0,"1"0"165"0,1 2 103 0,-2-2 74 15,1 3 46-15,3 0 37 0,-2 0 26 0,-2 0 17 0,4 0 13 0,0 0 13 16,0-2 7-16,0 1 7 0,0-1-63 0,0-1-94 0,6 0-141 0,-6 0-162 15,7-1-99-15,-5-2-67 0,5 0-47 0,-2-2-33 0,1 1-21 0,5-2-16 16,-2-2-5-16,0-1-3 0,3 0 6 0,-1 0 6 0,4-1 1 0,-1-2 1 16,-1-2-2-16,1 1-3 0,3-1-3 0,-5 1-3 0,3-2-3 0,-4 1 0 15,3-1 1-15,-5 3 2 0,0-1-3 0,-3 1-4 0,3-2 0 0,-4 2-2 16,-1 0 3-16,-1 0 7 0,-3 2 3 0,2-1 3 0,-2 1 2 16,0-2-1-16,-2 1 1 0,2 1 0 0,-7-1-7 0,7 1-6 0,-5 0-22 0,1 0-27 15,-1 1-38-15,-1-1-39 0,3-1-40 0,-3 2-33 0,-3-1-37 16,4 1-37-16,-1-2-75 0,-3 2-93 0,6-1-93 0,-5 1-95 0,1 0-85 15,0 1-85-15,0-1-77 0,1 0-74 0,-3 0-16 0,4 0 10 0,1 0 16 16,-1 2 21-16,-1-2 28 0,3 0 32 0,3 3 72 0,-2-3 94 0,2 3 93 16,0 0 93-16,0 0 91 0,2-6 84 0</inkml:trace>
  <inkml:trace contextRef="#ctx0" brushRef="#br0" timeOffset="121555.87">28061 9010 350 0,'5'2'516'0,"0"-1"97"0,3 1 65 0,-3 1 49 15,1 0 38-15,-1 0 31 0,0 1 20 0,3 1 19 0,-3 1 17 0,1-1 15 16,-1 2 2-16,-1-1-4 0,-1 1-144 0,-1-1-209 0,2 2-128 0,-3-1-98 16,-1 1-61-16,0-1-51 0,-1 2-43 0,-3-1-43 0,2 1-38 0,-5 0-35 15,2 1-32-15,-5-1-34 0,1 2-46 0,2 0-55 0,-5 0-97 0,1 0-114 16,-2-1-100-16,4 1-93 0,-5-1-116 0,3-1-124 0,-2-1-51 0,-1-1-11 16,6 1 0-16,-8-2 10 0,5 0 15 0,0-2 17 0,-1 1 35 0,3-2 46 15,-6 0 91-15,6 0 111 0,-2 0 98 0,-1-2 93 0</inkml:trace>
  <inkml:trace contextRef="#ctx0" brushRef="#br0" timeOffset="125496.33">25990 8325 141 0,'-4'0'302'0,"4"0"39"0,0-2 19 0,0 2 13 0,0 0 13 0,0 0 10 0,0 0 14 0,0 0 14 15,0 0 16-15,0 0 21 0,0 0 13 0,0 0 11 0,0 0-74 0,0 0-109 16,0 0-52-16,0 0-22 0,0 0-7 0,0 0-2 0,0 0 0 0,0 0 0 15,0 0 0-15,0 0 0 0,0 0-5 0,0 0-5 0,0 0-12 0,0 0-8 16,0 0-11-16,0 0-11 0,0-3-8 0,0 3-9 0,0 0-8 0,0 0-7 16,0 0-8-16,0 0-7 0,0 0-10 0,0 0-9 0,0 0-10 15,0 0-9-15,0 0-8 0,0 0-7 0,0 0-5 0,0 0-4 0,0 0-6 16,0 0-2-16,0 0-4 0,0 0-1 0,0 0-4 0,0 0-2 0,0 0-2 16,0 0 0-16,0 0-1 0,0 0-3 0,0 0-1 0,0 0-2 0,0 0-2 15,0 0-1-15,0 0-1 0,0 0-1 0,0 0 1 0,0 0-1 0,0 0 1 16,0 0-1-16,0 0-1 0,0 0-3 0,0 0 0 0,0 0 0 15,0 0-2-15,0 0 1 0,0 0-4 0,0 0-1 0,0 0-1 0,0 0-1 16,0 0-1-16,0 0 0 0,0 0-3 0,0 0-1 0,0 0-1 0,0 0 1 16,4-1-1-16,-4 1 1 0,0 0-1 0,0 0 2 0,3 0 2 0,-3 0-1 15,2-2 2-15,-2 2-1 0,5 0 1 0,-5 0 0 0,0 0 1 0,4 0 1 16,0 0-1-16,-2-2 2 0,-2 2 0 0,3 0 0 0,-1 0-1 0,-2 0-1 16,4 0 2-16,-4 0 0 0,3 0 2 0,-1 0-2 0,2 0 1 0,-1 0 1 15,-1 0-4-15,2 0-5 0,-3 0 1 0,7 2 6 0,-8-2 1 0,5 0 1 16,-3 2-1-16,2-2 4 0,1 1-2 0,0 1-2 0,-1-2 1 0,1 1 1 15,3-1-2-15,-3 0-1 0,1 0 5 0,-1 0 7 0,0 0-5 0,4 0-5 16,-3 0-1-16,1 0 1 0,2 0-4 0,-7 0-5 0,3 0-1 0,4 0 4 16,-3 0-1-16,-3 0 1 0,7 0-2 0,-5 0-3 0,-1 0 0 0,1 0-2 15,0 0-1-15,1 2 0 0,1-2 0 0,-1 0 0 0,-1 0 2 0,-1 0 2 16,1 0-2-16,0 0-4 0,1 0-1 0,1 0 0 0,-5 0 2 0,3 0 2 16,3 0 1-16,-7 0-1 0,7 0 2 0,-3 0 0 0,-3 0 2 15,5 0-1-15,-2 0 1 0,-3 0 1 0,6 0 1 0,-3 0 2 0,-3 0 0 16,5-2 2-16,-5 2-2 0,5 0 0 0,-5 0 1 0,3-1 2 0,-1 1 0 15,1 0-3-15,-1 0-1 0,-2-2-2 0,1 2-2 0,1 0 2 0,-2 0-1 16,3-1-2-16,-1 1-2 0,-1 0 1 0,-1 0-2 0,5-2 0 16,-7 2 0-16,2 0-5 0,2 0 1 0,-2 0 2 0,1-2 1 0,-3 2-1 15,6 0 2-15,-6 0-1 0,5 0 1 0,-5 0 0 0,4 0-2 0,1 0 1 16,-1 0-2-16,-1 0 0 0,-1 0 0 0,-2 0 1 0,6 0 1 0,-3 0-1 16,1 0 1-16,-2 0-2 0,1 0 0 0,-3 0-2 0,2 0 2 0,2 0-1 15,-1 0 1-15,-1 0 0 0,2 0 1 0,-2-1-1 0,1 1 0 0,-3 0 2 16,4 0-2-16,-2 0 0 0,-2 0 1 0,3 0 1 0,-3 0-1 0,4-1-1 15,-4 1 0-15,2 0 0 0,-2 0 2 0,3 0 1 0,-3 0 1 0,0 0 1 16,2 0-1-16,-2 0 1 0,4 0 1 0,-4 0 1 0,3 0 1 0,-1 0 1 16,-2 0 1-16,4-2 2 0,-4 2 2 0,2-1 2 0,1 1 1 0,-3 0-1 15,0 0 2-15,6-2 0 0,-6 2 0 0,0 0-1 0,3-1-1 0,1 1-1 16,-2 0-1-16,-2 0-1 0,0-2-1 0,5 2-1 0,-5 0-2 0,0 0-2 16,7-1 1-16,-7 1-2 0,0-2 0 0,2 2 0 0,2 0 0 0,-2 0 0 15,1 0 1-15,1 0 2 0,-2-1 2 0,1 1 1 0,-3 0 1 0,2 0-1 16,2-2-1-16,-1 2-1 0,-1 0-4 0,2 0-7 0,-1 0 2 0,-1-2 5 15,2 2 5-15,-2-1 1 0,1 1 0 0,1 0-1 0,-2 0-1 16,1-1-2-16,-1 1-1 0,2 0 4 0,1 0 1 0,-5 0 0 0,6-2 4 16,-6 2 8-16,3-1-1 0,-3 1-7 0,6 0-1 0,-3 0 2 0,1 0-2 0,-2 0 0 15,-2 0 0-15,3 0 1 0,-1 0 4 0,-2 0-1 0,4 0 1 16,-4 0 1-16,0-2 1 0,0 2 0 0,5 0 2 0,-5 0-2 16,0 0 1-16,0 0-1 0,6-1 1 0,-6 1-1 0,0 0 1 0,0 0-2 0,0 0-2 15,0 0 1-15,3 0-4 0,-3 0-1 0,0 0-2 0,0 0 2 16,0 0-2-16,0 0 1 0,0 0-2 0,0 0-2 0,0 0 2 0,0 0 0 15,0 0 2-15,0 0-2 0,0 0 0 0,0 0 1 0,0 0-1 0,0 0 2 16,0 0-2-16,0 0-2 0,0 0 0 0,0 0-1 0,0 0-2 0,0 0 1 16,0 0-1-16,0 0-1 0,0 0-1 0,0 0-2 0,0 0 0 0,4 0-2 15,-4 0 1-15,0 0-1 0,0 0 1 0,0 0-1 0,0 0 1 0,2 0-4 16,-2 0 4-16,3-2-2 0,-3 2 1 0,0 0-1 0,0 0 0 0,0 0 0 16,0 0 2-16,0 0-1 0,4 0-1 0,-4 0 0 0,0 0-4 0,0 0-7 15,0 0-17-15,0 0-21 0,0 0-30 0,0 0-28 0,0 0-42 0,0 0-43 16,0 0-101-16,0 0-129 0,0-3-127 0,0 0-130 0,0 3-108 0,-4-6-105 15,1 0-42-15,3 2-17 0,0-3 8 0,-2 2 18 0,-2 0 27 0,1-1 27 16,-3 2 41-16,1-1 41 0,1 2 106 0,-1 0 129 0,-1 3 128 0,-3 0 130 16</inkml:trace>
  <inkml:trace contextRef="#ctx0" brushRef="#br0" timeOffset="128462.7">26295 7512 237 0,'-5'1'421'0,"5"1"78"0,0-1 42 0,-4 2 37 0,4 0 35 0,0 0 33 0,0 1 32 15,0 3 29-15,-2-1 24 0,2 1 19 0,-3 2 15 0,1 2-44 0,2 1-72 16,-4-2-123-16,1 3-143 0,3 1-73 0,0 0-39 0,-2-1-32 0,-2 0-29 16,4 0-33-16,0 0-33 0,-1-1-23 0,1 0-22 0,0-1-18 0,-4 1-17 15,4-2-11-15,-4 1-13 0,4-2-7 0,0 0-6 0,0 0-6 0,-1 0-4 16,1-2-5-16,-4 1-5 0,4-1-10 0,0-1-10 0,-4 2-19 0,4-4-20 16,0 2-46-16,0-1-55 0,-2-2-77 0,2 0-87 0,0-1-72 0,0-2-68 15,0 0-67-15,0 2-68 0,0-2-78 0,0 0-85 0,0 0-32 0,0 0-9 16,0 0 7-16,0 0 14 0,2-2 43 0,2 0 54 0,0-3 77 0,-3 2 89 15,3-3 73-15,1 2 65 0,-1-2 69 0,-2 1 67 0</inkml:trace>
  <inkml:trace contextRef="#ctx0" brushRef="#br0" timeOffset="128710.38">26404 7654 279 0,'-4'4'358'0,"4"0"40"0,0-1 29 16,-2 0 29-16,2 1 31 0,0 1 38 0,0-2 50 0,0 1 54 0,-3-1 40 15,3 2 32-15,0-1 3 0,0 1-10 0,0-1-90 0,0-1-127 0,0 2-63 16,0-3-34-16,0 3-25 0,0-2-24 0,0 0-32 0,3 0-34 0,-3 0-51 16,2 0-56-16,-2 0-39 0,0 0-30 0,4-1-23 0,-1 1-20 15,-3 0-17-15,0-2-20 0,0-1-32 0,2 3-37 0,-2 0-67 0,0-3-83 16,4 2-73-16,-2-1-69 0,-2 1-62 0,0-2-61 0,3 0-65 0,1 1-64 16,-4-1-68-16,0 0-65 0,0 0-23 0,2-3-4 0,1 0 20 0,-1 0 27 15,-2 3 63-15,4-3 78 0,-4 0 71 0,0 3 69 0,3-4 62 0,-3 4 63 16,2-3 64-16</inkml:trace>
  <inkml:trace contextRef="#ctx0" brushRef="#br0" timeOffset="129040.18">26572 7539 160 0,'4'-2'304'0,"-4"2"50"0,0 0 33 15,3 2 34-15,-1-1 31 0,2 2 48 0,-2 1 54 0,1 0 55 0,-3 0 53 16,0 1 37-16,4 0 29 0,-4 2-33 0,0-1-57 0,0-1-72 0,-4 3-82 15,4-2-41-15,0 1-29 0,0 1-26 0,0 0-26 0,-3-1-43 16,3 1-50-16,0-1-49 0,0 1-52 0,0 0-34 0,0 0-26 0,3 0-18 16,-3-1-13-16,0 1-11 0,4-1-9 0,-2 1-5 0,-2-1-4 0,7 1-3 15,-7-2-3-15,2 1-3 0,1 1-1 0,-1-1-2 0,2-1 0 0,-1 0 0 16,-1 2 0-16,4-3 1 0,-6 2 2 0,3-1 2 0,1-1 4 0,-2 0 3 16,-2 0 3-16,3-1 4 0,1-1 4 0,-4 2 5 0,2-2 5 15,-2 0 5-15,0 0 5 0,0 0 5 0,0-3 6 0,0 3 2 0,0-3 3 16,0 0 4-16,0 1 0 0,0-1 2 0,0 0-1 0,0 0-2 0,0 0 0 15,0 0-8-15,0 0-6 0,-2 2-8 0,2-2-7 0,-4 1-13 0,1-1-14 16,-3 0-23-16,3 2-26 0,-3-2-37 0,4 1-37 0,-5 1-35 0,2-1-34 16,-4-1-32-16,0 0-35 0,3 0-74 0,-3-1-97 0,-2-2-98 0,6 1-97 15,-4-1-93-15,0-1-88 0,0-1-71 0,0-1-64 0,1 1-9 0,-1-2 12 16,4 1 21-16,-8 0 23 0,8-1 29 0,-4 1 27 0,3 0 76 0,1-2 94 16,-2 2 99-16,1 0 99 0,6 2 95 0,-3-2 96 0</inkml:trace>
  <inkml:trace contextRef="#ctx0" brushRef="#br0" timeOffset="129213.67">26614 7590 187 0,'5'-3'337'0,"4"1"38"0,-3-1 28 15,3 2 25-15,-4-2 32 0,4 3 34 0,-4-3 33 0,3 3 33 0,-3-2 26 16,1 1 20-16,-1 1 5 0,2-2-2 0,-5 2-100 0,3-1-144 0,-1-1-69 0,2 2-37 16,-3 0-47-16,-1 0-52 0,2-2-79 0,1 2-90 0,-5 0-88 15,7 0-92-15,-5 0-93 0,-2 0-98 0,0 0-91 0,0 0-89 0,0 0-41 16,0 0-19-16,0 0-8 0,0 0-2 0,0 0 15 0,0 0 26 15,0 0 48-15,0 0 56 0,0 0 56 0,0 0 57 0,-2 2 70 0,-1 1 79 16</inkml:trace>
  <inkml:trace contextRef="#ctx0" brushRef="#br0" timeOffset="129382.82">26715 7658 55 0,'-5'0'48'0,"5"0"-27"0,-6 0-10 0,6 0-7 0,0 0-2 16,-4 0-1-16,-1 2-1 0,5-2 0 0,-9 0 0 0,4 0 0 0,5 0 0 16,-4 2-49-16</inkml:trace>
  <inkml:trace contextRef="#ctx0" brushRef="#br0" timeOffset="136105.44">26675 8320 91 0,'0'0'185'0,"0"0"19"0,0 0 13 0,0 0 10 0,-3-1 6 0,3 1 5 0,0 0 4 0,0 0 4 15,0 0 7-15,0 0 4 0,-2 0-14 0,-2 0-23 0,4 0-43 0,0 0-54 16,-4 1-28-16,4-1-15 0,0 2-10 0,0-2-7 0,-1 0-2 0,1 0-4 16,-4 1 1-16,4-1-1 0,0 2-2 0,0-2-4 0,-2 0 1 0,-1 1-4 15,3 1 1-15,-4-1-4 0,4-1 0 0,0 2 1 0,-2-1-3 0,2-1-1 16,-3 1 3-16,1-1-2 0,2 2 1 0,-4 0 2 0,1-1-1 15,3 1 1-15,-2-2-3 0,-2 1 1 0,1 1-1 0,3-1-1 0,-6 1-2 16,6-2 2-16,-2 1-2 0,-1 1-1 0,-1-1 0 0,2 0-5 16,-1 1-1-16,1-2-3 0,2 2 0 0,-7-1-6 0,5 1-2 0,-2 1-1 15,1-2-3-15,1 1-1 0,-2-1-3 0,-1 1-2 0,1 1-1 0,-1-2-2 16,3 0-3-16,-5 1 0 0,5 1-2 0,-4 0-1 0,-1-1-1 0,5 1 1 0,-5 0-2 16,2-1-2-16,-1 2 2 0,3-1 1 0,-3 0 1 0,4 0 1 15,-5 0 1-15,2-1 1 0,-1 2 1 0,3-1 4 0,-3 1-1 0,1-2 1 16,-1 2 2-16,-1-1-1 0,2 0 3 0,3 0 1 0,-5 0 2 0,1 0-1 15,3 0-1-15,-3 0 1 0,1 2 0 0,1-2-2 0,-1 0-1 0,-1 0-1 16,3 0-1-16,-3 1-1 0,1-1-2 0,-1 2-2 0,-1-2-1 0,5 0 0 16,-3-1-1-16,-2 2-2 0,1 0-2 0,4-1 1 0,-5 0-1 0,2 0 1 15,1 0-2-15,-1 0-2 0,-1 0 2 0,3 0 0 0,-3 0 0 0,1 0 2 16,1-1-2-16,-1 1-2 0,3 0 2 0,-5 0-1 0,5 0 1 0,-5 0-2 16,1-2 2-16,5 2-1 0,-7 0-1 0,3 0 4 0,3 0-2 0,-5 0-2 15,1 0 1-15,1 0-1 0,0 0 2 0,1 0 2 0,-2 0-1 16,1 2-1-16,-2-2-1 0,1-2-4 0,5 2 2 0,-7 0 3 0,3 0 0 15,1 0 0-15,-1-1-1 0,3 1-4 0,-5 0-2 0,1 0-5 0,5 0-5 16,-7 0-7-16,7 0-6 0,-5 0-5 0,3 0-1 0,-3-1-2 16,-1 3-5-16,1-2-5 0,5 0-6 0,-7 0-2 0,3 0-1 0,3 2-3 15,-5-2 3-15,1 0 1 0,3 0 5 0,-3 0 3 0,5-1 5 0,-7 0 4 16,3 1 4-16,3 0 3 0,-1 0 3 0,-1-1 4 0,-1 1 4 0,3 0 0 16,-6-2 8-16,7 1 1 0,-3 1 4 0,-1-2 1 0,1 2 1 0,-1-1 0 15,1 1 3-15,2-2 0 0,-3 1 1 0,5 0 1 0,-8 2-1 0,3-3-1 16,5 2 0-16,-5-1-3 0,1 1-1 0,-1-2-2 0,1 1-2 0,2 0 1 15,-1 0-2-15,-3 1 2 0,2 0-1 0,-1-1-1 0,3 1-3 0,-1-2-7 16,-3 2 2-16,3 0 7 0,-1-1 1 0,-1 1 3 0,3 0 2 0,-5-2 2 16,5 2 2-16,-2 0 0 0,-1-1 2 0,1 1 1 0,-1 0 1 0,3-2 2 15,-2 2 5-15,1-1 5 0,1-1 2 0,-2 1-6 0,1 1 0 0,-3-2 0 16,4 0 0-16,-1 1 0 0,-1 0 1 0,2-1 1 0,-1 2-1 0,3-3 1 16,-2 2-2-16,-2-1-2 0,1 1 2 0,1-1-2 0,-2 1 2 0,1-1 0 15,1 0 0-15,-2 1 0 0,2 0 0 0,-1 1-1 0,-1-2 1 0,4 1 0 16,-5-1 0-16,5 1 1 0,-6 1 1 0,6-3-1 0,-3 2 2 15,1 0 0-15,-2 0 0 0,2-1 0 0,-1 2 1 0,-1-1 1 0,2 1-1 16,-1-2 1-16,-1 1-2 0,2-1 1 0,-1 2 0 0,-3-1 1 16,6-1-1-16,-3 1 1 0,-3-1-2 0,4 2 0 0,-1-1 0 0,-1 1 0 15,-1-2 0-15,1 2 1 0,2-2-1 0,-1 1 1 0,1 1 2 0,-2-1 0 0,1-1 0 16,-3 1 0-16,4 1 0 0,-5-2-1 0,5 1 0 0,-1 0 0 16,1 0-2-16,-5 0 0 0,1-1 0 0,6 2-2 0,-3-1 1 0,-3-1 2 15,4 1-1-15,-1 1-6 0,-1-3-1 0,2 1-2 0,-1 2 0 0,1-3 1 16,-2 2-3-16,1-1 1 0,1 1-2 0,-2-1 0 0,4 1 0 0,-2-1 0 15,-5 1-3-15,5-1-4 0,-1 1 1 0,-1 0 3 0,2 0 1 0,-1 0 4 16,1-1-1-16,-2 2 1 0,1 0-1 0,-3-1 2 0,6 1-1 0,-1 0 1 16,-7-2 1-16,6 2-1 0,-1 0 1 0,-1-1 2 0,-1 1-1 0,-1 0-1 15,3 0-1-15,1-1 0 0,-2 2 0 0,-1-3 0 0,1 4-1 0,-1-4 1 16,3 2-2-16,-5 1 1 0,5-2-1 0,-5 1 1 0,5 0-4 0,-2 0-1 16,-1-1 2-16,1 1-1 0,-1-1 2 0,3 2-1 0,-2-1 1 0,1-2 0 15,-3 2 0-15,3 0 0 0,-3-1 0 0,5 1 0 0,-3-1 0 0,0 2 0 16,3-3 0-16,-3 2 0 0,-2 0 1 0,3-1-2 0,1 1 2 15,-2-1 1-15,3 0-1 0,-3 1-1 0,0 0 0 0,-1 0-1 0,1-1 1 16,3 1 0-16,-3-1 0 0,-2 3 0 0,3-2-3 0,1 0-2 16,-2 0 1-16,-1 1 1 0,1 0-2 0,-1-1-2 0,3 1-5 0,-1-1-3 0,-3 0 0 15,2 1 0-15,-1 0-1 0,1 0-1 0,-1-1-1 0,0 2 0 0,1-3 1 16,-1 3 2-16,-1-2-2 0,-1 2-2 0,5-2 1 0,-3-1 3 16,-3 2 3-16,7-1 4 0,-5 1 1 0,3-2 1 0,-3 1-1 0,1 1 1 15,1-1 0-15,-1 0 0 0,1 0 1 0,-1-1 2 0,-1 1 0 0,3 0 2 16,-3-2 1-16,3 2 1 0,1 0-1 0,-5-1 2 0,1-1-4 0,2 1 1 15,3 1 2-15,-5-2 1 0,3 1-1 0,-1-1 1 0,2 0-1 0,-1 3-1 16,1-3 2-16,-2 1-1 0,1-1 1 0,1 2-4 0,-2-1 2 0,2-1-1 16,-5 2 1-16,5 0 0 0,-1-1 0 0,-1 1 0 0,-1 0-2 0,-1 0 2 15,3 0 0-15,-3-1 0 0,4 2-1 0,-5-1 1 0,2 0 0 0,3 0 0 16,-5 0 0-16,1 1 1 0,3-1 1 0,-3 0-1 0,1 2 1 0,1-2-1 16,-1 0 1-16,3 1-1 0,-5-1 2 0,1 0 2 0,1 2-1 0,1-2 2 15,-1-1 0-15,-1 2 1 0,1-1 1 0,1 0-1 0,-1 0 1 16,-1 0-1-16,-1-1 1 0,2 2-1 0,1-1 1 0,-1 0 1 0,-1 0-2 15,3 1 1-15,-3-1-2 0,1 0 1 0,-1 0-1 0,3 0 0 0,-3 0-1 16,1 0 0-16,1 0 0 0,-1 0-1 0,1-1-2 0,-1 1-4 0,1 0 1 16,-1 0 1-16,3 0 1 0,-5-2 1 0,1 2 1 0,3 0-2 0,-3 0 1 15,4 0-1-15,-5 0 2 0,5-1-1 0,-1 0-1 0,1 2 1 0,-5-1 1 16,1-2 4-16,3 2-1 0,1 0-1 0,-2-1-2 0,2 1-2 16,-1 0 1-16,-1-2-1 0,-1 1-1 0,3 1 2 0,-2-2-2 0,1 1 1 15,-3 1-1-15,5 0 0 0,-3-2 2 0,-2 0 2 0,3 3-1 0,-1-1-1 16,-1-2-1-16,-1 2-1 0,3 0-1 0,1-1-1 0,-2 0 2 0,-1 2 0 15,1-3 0-15,-1 2 0 0,3 0 0 0,-5-1 0 0,1 1-1 0,3-1-4 16,-3 0 1-16,1 1 1 0,1 0 0 0,-1-1 1 0,3 1 1 0,-5 0 1 16,1 0 0-16,3 0 0 0,-3 0 0 0,1 0 0 0,1 0 0 0,-1 1 0 15,-1-1 1-15,1 0 1 0,0 0-1 0,-3 2 2 0,3-2 0 0,1 0 0 16,-1-1-1-16,0 3 1 0,-1-2 0 0,2 0-2 0,-1 2 2 0,0-3-1 16,1 2-1-16,-1 0 1 0,-1-1-1 0,-1 2 1 0,1-2-1 0,1 1 1 15,1-1-1-15,-1 3-1 0,0-3 0 0,-1 1 0 0,-1 1 0 0,1 0 2 16,1-1-4-16,1 0 1 0,-1 1 1 0,0-2 0 0,1 2 0 0,-1-1 0 15,3 1 1-15,-5-1-1 0,1 1 2 0,1-1-1 0,-4 1 2 16,5 1 2-16,-1-2-1 0,3 1 1 0,-5-3 2 0,1 5 2 0,1-3 3 16,-1 1-2-16,-1-3 1 0,5 3 1 0,-3 1-2 0,-2-3 2 0,5 1 0 15,-4 1 0-15,-1 0 0 0,2-2-1 0,1 2 1 0,-1-1 2 0,-1 0 0 16,-3 2-1-16,7-1 1 0,-7-1-1 0,2 2 2 0,2-1 0 16,-4 0 2-16,3 0 2 0,-3 1 2 0,4 0 1 0,-4-1 1 0,3-1 1 15,1 1 0-15,-4 0-1 0,3 0-2 0,-3 0 2 0,6 1-1 0,-5-3 1 16,1 1-1-16,2 2 3 0,-1-1-2 0,1-1-1 0,-2 1-1 0,1-1-1 15,4 1-2-15,-5-1-1 0,2 1 1 0,-1-1 2 0,3 1-1 0,-3-2 2 16,3-1 0-16,-3 3 0 0,4-2 1 0,-5 2-1 0,5-2-1 0,-1 1-2 16,1-1-2-16,-5 2 1 0,1-1-2 0,3-1 2 0,1 1 1 0,-4 0 2 15,3 0-2-15,-3 1 0 0,1-1 0 0,-2 1-2 0,1-1 5 0,3 2 1 16,-5 0 7-16,1-1 7 0,2 1 6 0,-4 0 8 0,3 0 6 0,1-2 5 16,-4 2 6-16,3 0 6 0,-3 0 7 0,6-1 5 0,-3-1 5 0,1 1 5 15,0-1 1-15,-3-1-2 0,3 2-1 0,-1-3-7 0,3 2-3 0,-3-1-3 16,5 0-3-16,-3-2-3 0,0 2-3 0,-1-1-7 0,3 1-3 15,2-3-7-15,-4 1-7 0,4-1-6 0,0 0-3 0,0 0-4 0,-3 2-4 16,3-2-1-16,0 0-4 0,0 0-6 0,0 0-4 0,0 0-3 16,0 0-6-16,0 0-3 0,0 0-4 0,0 0-5 0,0 0-6 0,0 0-8 0,0 0-4 15,0 0-5-15,0 0-7 0,0 0-8 0,0 0-7 0,0 0-8 16,0 0-9-16,0 0-11 0,0 0-14 0,0 0-17 0,0 0-19 0,0 0-17 16,0 0-19-16,0 0-17 0,0 0-17 0,0 0-21 0,0 0-23 0,0 0-25 15,0 0-29-15,0 1-31 0,0-1-55 0,0 0-63 0,0 0-20 0,-6 3 3 16,6-3 12-16,-3 0 21 0,3 0 21 0,-6 2 23 0,6-2 23 0,-5-2 24 15,1 2 30-15,-1-1 33 0,0-1 38 0,-5 2 40 0</inkml:trace>
  <inkml:trace contextRef="#ctx0" brushRef="#br0" timeOffset="138027.68">7768 10158 78 0,'0'1'546'0,"-5"1"137"0,5-1 62 0,-5-1 32 16,5 0 14-16,-4 2 9 0,2-2 6 0,2 0 6 0,0 0 8 0,0 0 7 0,-3 1 9 16,3-1-8-16,0 0-15 0,0 0-203 0,0 0-285 0,0 0-129 15,0 0-55-15,0 0-24 0,0 0-9 0,0 0-4 0,0 0-5 0,0 0-6 16,0 0-6-16,0 0-8 0,0 0-8 0,3 2-8 0,-3-2-8 15,2 0-10-15,-2 0-12 0,4 1-6 0,-4-1-4 0,0 0-20 0,5 0-26 16,-5 0-23-16,5 0-23 0,-5 1-36 0,4-1-39 0,0 2-75 0,-2 0-92 16,1-2-85-16,-3 1-86 0,2 4-80 0,2-2-79 0,-4 2-89 0,-4 0-99 15,2 3-31-15,2-2 1 0,-3 3 10 0,1 0 17 0,-2 0 33 0,0 0 37 16,-1 1 73-16,0-1 92 0,-1 0 85 0,-1 0 86 0,2 2 82 0,-1-2 80 16</inkml:trace>
  <inkml:trace contextRef="#ctx0" brushRef="#br0" timeOffset="138212.34">7649 10426 69 0,'0'6'320'0,"0"0"105"0,-2-1 60 0,-1-1 43 16,3 0 44-16,0 3 44 0,0-1 39 0,0-1 32 0,0-1 18 0,-4 0 12 16,4 1 8-16,0-1 2 0,0-1-86 0,0 2-125 0,0-2-118 0,0 0-114 15,4 0-92-15,-4-1-75 0,0 2-98 0,3-3-101 0,-3 1-92 0,2-1-85 16,-2 2-67-16,4-1-57 0,-2-1-55 0,5 1-54 0,-5-1-64 0,1-1-73 16,-3 0-36-16,6-1-18 0,-1 1 14 0,2-3 31 0,-5 0 48 15,4 0 57-15,1 0 55 0,-2-2 51 0,1 1 49 0,-1-1 44 16,-1 1 49-16,5 0 50 0</inkml:trace>
  <inkml:trace contextRef="#ctx0" brushRef="#br0" timeOffset="138347.66">7790 10449 175 0,'2'-2'353'0,"2"1"70"0,1 1 45 0,-5 0 40 0,5 1 38 16,-1 1 41-16,0-1 42 0,-2 4 36 0,1-4 28 0,-1 4 29 0,-2-2 21 15,4 2-32-15,-4-1-57 0,5 0-99 0,-5 1-117 0,4-1-68 0,-4 1-41 16,1-1-39-16,3 1-38 0,-4-1-41 0,4 1-40 0,-3-1-47 0,-1 1-43 16,0-2-60-16,4 0-66 0,-4 1-90 0,2 1-104 0,2-1-88 0,-1 1-80 15,-1-1-89-15,2 1-92 0,-1-2-79 0,-1 0-74 0,2 0-31 0,-3-1-15 16,3 2 4-16,0-1 9 0,-3-2 32 0,3 2 43 0,-4-3 74 0,0 3 88 15,0-3 78-15,5 3 75 0,1 2 86 0,-2-4 93 0</inkml:trace>
  <inkml:trace contextRef="#ctx0" brushRef="#br0" timeOffset="140788.96">26181 9008 234 0,'0'0'429'0,"0"0"74"0,0 0 32 0,4-1 22 0,0-2 15 16,-3 2 27-16,5 1 33 0,-3 0 31 0,1-2 29 0,2 1 21 0,-1-1 16 16,0 1-44-16,3-1-70 0,-3 1-130 0,0-1-153 0,4 0-69 0,1 0-29 15,-1 2-19-15,-2-3-11 0,0 3-29 0,0-2-31 0,2 1-30 0,-3-1-27 16,3 2-19-16,-2 0-18 0,-2 0-11 0,1 0-9 0,-1 0-6 0,-1 0-9 15,1 0-12-15,-1 0-17 0,-2 2-35 0,3-2-44 0,-1 1-64 0,-1 1-73 16,-1-1-62-16,-2 1-61 0,0-2-52 0,0 0-49 0,4 2-50 0,-4 2-52 16,-4-3-65-16,2 2-71 0,-1 0-30 0,-1-1-13 0,-1 1 23 0,-1-1 36 15,1 2 60-15,-1 0 70 0,-1 1 61 0,0-1 59 0,-2-1 51 0,2 3 50 16,0-1 51-16,-1 0 49 0</inkml:trace>
  <inkml:trace contextRef="#ctx0" brushRef="#br0" timeOffset="140966">26174 9094 181 0,'-7'3'316'0,"1"-1"32"0,1-1 20 0,1 2 7 0,3-1 11 0,-3-1 7 0,4 1 14 15,0-2 14-15,0 0 22 0,0 1 26 0,0 2 15 0,5-1 12 16,-5-2-67-16,6 1-103 0,1 1-42 0,-1-1-12 0,-1 0 1 0,4-1 10 16,-4 0 9-16,4 0 7 0,1 0-2 0,-1-1-2 0,0 0-15 0,-2 1-17 15,2-2-22-15,0 1-24 0,0-1-26 0,-4 2-27 0,4-3-22 0,-3 3-21 16,3-1-18-16,-4-1-17 0,1 2-22 0,-3-1-19 0,3 1-21 0,1-2-17 16,-5 2-36-16,1 0-42 0,-1 0-59 0,-2 0-69 0,4 0-59 0,-4 0-56 15,0 0-60-15,0 0-60 0,0 0-70 0,0 0-75 0,0 0-58 0,0 0-53 16,0 0-20-16,-6 2-1 0,1-1 19 0,1 1 34 0,-1-1 54 0,-2 1 62 15,1-1 60-15,1 1 56 0,-1-1 58 0,1 1 59 0,-2 0 71 0</inkml:trace>
  <inkml:trace contextRef="#ctx0" brushRef="#br0" timeOffset="141163.18">26185 9100 187 0,'-4'5'329'0,"4"-1"63"0,-1 2 41 15,-3 3 45-15,4 0 45 0,0 3 49 0,-2 0 57 0,2 2 43 16,-3-2 33-16,-1 3 23 0,-2-2 13 0,3 2-49 0,1 0-73 0,-2 0-94 15,-1 0-100-15,1 0-63 0,-1-1-48 0,3-1-62 0,2 0-69 0,-7 1-95 16,7-2-109-16,-6 2-106 0,6-4-104 0,-3 1-85 0,3-2-79 16,-2 0-85-16,-2 0-90 0,4-4-70 0,0 2-64 0,-1-3-24 0,-3 1-10 15,4-5 12-15,0 4 23 0,0-4 42 0,0 0 53 0,0 0 65 0,0 0 68 16,0 0 65-16,0 0 65 0,0 0 80 0</inkml:trace>
  <inkml:trace contextRef="#ctx0" brushRef="#br0" timeOffset="142090.37">26270 9316 48 0,'2'-1'268'0,"-2"-1"73"0,0 1 41 0,3-1 23 0,1 0 27 0,-4 2 25 0,2 0 31 0,-2 0 35 16,0 0 42-16,5 2 46 0,-5-2 36 0,4 0 34 0,0 2-55 0,-3-2-92 15,3 1-74-15,-2 1-62 0,1-1-27 0,1-1-12 0,-2 3-15 0,5-1-22 16,-5 1-27-16,3-2-36 0,-1 2-39 0,1 0-40 0,1 2-36 0,-3-1-31 16,3 0-20-16,-1 1-13 0,-1 0-14 0,-1 1-11 0,-1 0-13 0,5 0-10 15,-5 0-11-15,2-1-9 0,-2 3-12 0,1 0-12 0,1-2-21 0,-2 0-27 16,-2 0-51-16,0 0-59 0,3 0-65 0,-3 0-69 0,0-2-55 0,0 2-51 16,0-3-51-16,0 2-52 0,0-1-50 0,-3-1-50 0,3-3-55 0,0 3-55 15,0-3-11-15,-6 3 13 0,6-3 44 0,0 0 54 0,-3 3 66 0,3-3 64 16,0 0 58-16,0 0 50 0,-6 0 49 0,6 0 52 0,0 0 53 0</inkml:trace>
  <inkml:trace contextRef="#ctx0" brushRef="#br0" timeOffset="142254.51">26377 9378 40 0,'0'-5'276'0,"0"2"86"0,0 0 52 0,-2 2 38 0,2 1 40 16,0 0 42-16,0 0 44 0,0 0 44 0,0 0 35 0,-4 0 30 0,4 1 17 16,-2 1 15-16,-1-1-73 0,-1 2-106 0,-1-1-90 0,1 1-87 15,4 0-63-15,-5 1-52 0,3-1-79 0,-2 2-82 0,1-1-104 0,1 0-110 0,-2 1-87 16,2 0-78-16,-1-2-68 0,-1 0-65 0,4 1-55 0,0-1-63 15,0-3-62-15,0 0-68 0,0 0-18 0,0 0 3 0,0 5 30 0,0-5 39 16,0 3 58-16,0-3 62 0,4 3 54 0,-4-3 50 0,5 3 50 0,1-3 52 16,-6 0 55-16</inkml:trace>
  <inkml:trace contextRef="#ctx0" brushRef="#br0" timeOffset="142399.99">26418 9439 13 0,'0'0'261'0,"4"2"56"0,-2-1 31 0,1 1 20 0,-1 1 14 16,2 0 18-16,-4 0 16 0,0 1 23 0,3 1 22 0,-3-1 25 0,0 1 20 15,0 0-11-15,0 0-29 0,0 1-84 0,0-1-110 0,-3 1-59 0,3-2-36 16,0 1-42-16,0-2-47 0,0 1-46 0,0-1-55 0,-4 0-59 0,4 0-64 16,0-3-69-16,0 3-73 0,0-3-87 0,0 0-95 0,0 0-40 15,0 0-22-15,0 0-2 0,0 0 1 0,0 0 23 0,0 0 28 0,0 0 33 16,0 0 34-16,7 0 40 0,-7 0 40 0,6-3 45 0,-4 2 54 0</inkml:trace>
  <inkml:trace contextRef="#ctx0" brushRef="#br0" timeOffset="142958.73">26523 9445 169 0,'0'0'286'16,"0"-3"43"-16,0 2 19 0,0 1 17 0,0 0 11 0,6 0 8 0,-6 0 7 16,0 1 8-16,3-1 4 0,-3 0 8 0,2 0 4 0,2-1-50 0,1 1-77 15,-1-2-80-15,-1 1-75 0,-1 1-38 0,4-2-19 0,-3 1-16 0,1-2-12 16,-2 1-9-16,3 1-9 0,-1-1-8 0,1-1-5 0,-5 2-7 0,6 1-4 15,-3-2-3-15,1 0-1 0,-2 1-2 0,-2 0 0 0,0 1-2 0,0 0-2 16,3 0-1-16,-3 0 4 0,0 0 1 0,0 0 3 0,0 0 1 0,0 0 4 16,0 0 4-16,0 0 2 0,0 0 3 0,0 0-1 0,4 2 1 0,-4-2-1 15,0 0 1-15,0 4-1 0,0-4 1 0,0 0 0 0,0 0-3 0,0 0-2 16,0 0-5-16,0 0-2 0,0 0-7 0,0 0-8 0,2 0-7 16,-2 0-9-16,3 0-9 0,-1-2-7 0,5-1-10 0,-5 0-6 0,4 0-8 0,-3 0-9 15,3-1-2-15,1-1-3 0,-5 1-3 0,7-1-4 0,-4-1 2 16,0 2-3-16,-1-2 4 0,2 3 5 0,-1-2 6 0,-1 1 10 0,1-1 6 15,2 1 9-15,-5-1 8 0,2 2 6 0,-3-1 4 0,3 1 6 0,-4 0 3 16,6-2 3-16,-6 2 8 0,3 0 7 0,-1 0 6 0,-2 0 4 16,4 2 9-16,-4 1 7 0,0-2 5 0,0 2 5 0,0 0 9 0,0 0 6 15,0 0 9-15,0 0 11 0,0 0 11 0,0 2 10 0,-4 1 12 0,4 0 10 16,0 1 13-16,-2 2 13 0,-1-1 16 0,3 2 17 0,0 1 18 0,-2 1 20 16,2-2 16-16,-4 4 15 0,4-1 5 0,0 0 6 0,-4 1 1 0,4 0-4 15,0 1-4-15,0-2-3 0,-1 2-11 0,1 0-10 0,-4-1-15 0,4 1-17 16,0-2-22-16,0 1-19 0,0-1-14 0,-2 0-15 0,2 0-13 0,0-2-9 15,0 0-8-15,-3 0-7 0,3-1-6 0,-4-1-5 0,4 0-2 0,0-1-2 16,0-1-1-16,-2 1-4 0,2-2-3 0,-3 0-6 0,3-1-6 0,0 0-9 16,-4 1-11-16,4-1-13 0,-2-1-21 0,-1 1-25 0,1-2-47 0,-2 1-53 15,0 1-54-15,-1-2-56 0,3 1-51 0,-5-1-47 0,5 2-42 0,-3-2-40 16,-2 0-42-16,1 1-47 0,3-1-54 0,-5-1-53 0,1 1-33 0,2-2-24 16,3 1 23-16,-5-2 40 0,1 0 46 0,3 1 53 0,-3-1 44 0,1 1 46 15,1 0 39-15,2 0 38 0,2 2 46 0,-3-3 45 0,3 3 62 16</inkml:trace>
  <inkml:trace contextRef="#ctx0" brushRef="#br0" timeOffset="143183.73">26823 9540 252 0,'0'1'427'0,"4"1"92"0,-2 1 65 0,-2 0 48 0,4-1 41 0,-1 3 31 0,-3-2 25 0,0 2 19 0,0-2 14 15,0 1 11-15,0-1 9 0,0 0-52 0,0 0-85 0,0-1-130 0,0 1-147 16,0-1-94-16,0 2-70 0,-3-3-58 0,3 1-56 0,-4 1-61 0,4 0-65 16,-2-2-76-16,-2 1-80 0,3 1-75 0,1-1-70 0,-8 2-58 0,8-1-54 15,-1-2-54-15,-3 4-57 0,0-4-68 0,3 2-72 0,1-3-32 0,-4 1-10 16,4-1 19-16,-5 2 33 0,5-2 56 0,0 0 66 0,0 0 60 0,0 0 62 16,0 0 54-16,0 0 51 0,0 0 53 0,0 0 54 0</inkml:trace>
  <inkml:trace contextRef="#ctx0" brushRef="#br0" timeOffset="143362.9">26876 9577 3 0,'0'-1'246'0,"5"1"81"0,-5 0 44 16,4 1 26-16,0-1 24 0,-3 3 23 0,3 2 28 0,-2-3 33 0,-2 2 37 15,0-1 40-15,0 1 35 0,0-1 33 0,0 0-46 0,0 0-79 0,0 0-80 16,0 0-75-16,0 0-41 0,0-3-27 0,0 3-33 0,0 0-34 0,-2 0-58 16,-2 0-64-16,4 0-84 0,0 0-92 0,-1 0-85 0,1-1-83 0,-4 1-71 15,4-2-64-15,-4 2-64 0,4-1-66 0,0-2-70 0,-5 1-71 16,5-1-27-16,-2 2-3 0,2-2 21 0,0 0 31 0,-7 1 46 0,7-1 51 15,-6 0 49-15,6 0 50 0,0 0 50 0,0 0 49 0,0 0 57 0,0 0 62 16</inkml:trace>
  <inkml:trace contextRef="#ctx0" brushRef="#br0" timeOffset="143509.03">26867 9639 4 0,'0'0'294'0,"0"0"69"0,0 0 39 15,0 0 27-15,3 1 25 0,-3-1 27 0,0 2 30 0,0-2 26 0,0 2 28 16,0-2 15-16,-3 4 11 0,3-4-17 0,0 1-31 0,0-1-116 0,0 0-152 15,0 0-100-15,-2 2-72 0,2-2-68 0,0 0-65 0,-4 1-72 0,4-1-77 16,0 0-87-16,0 0-90 0,0 0-88 0,0 0-85 0,0 0-39 0,0 0-16 16,-3 2 3-16,3-2 15 0,-6 1 27 0,5 1 35 0,1-2 40 0,-8 1 38 15,8-1 48-15,-1 3 48 0,1-3 59 0,-4 3 66 0</inkml:trace>
  <inkml:trace contextRef="#ctx0" brushRef="#br0" timeOffset="146367.88">8620 10048 105 0,'4'-3'352'0,"-4"-1"109"0,5 0 52 0,-5 3 27 0,6 0 28 0,-3 1 35 0,-1 1 37 0,2 0 41 15,1-1 27-15,4 2 27 0,-3 0 17 0,3-1 18 0,0 2-88 16,0-1-130-16,2 2-109 0,1-1-102 0,-1 3-46 0,4 0-19 16,-3 0-28-16,-1 2-28 0,4 1-37 0,-3 0-39 0,-1 1-27 0,4 2-24 15,-6 0-17-15,5 2-13 0,-5-1-13 0,2 1-10 0,-2 0-5 0,0 2-7 16,0-1-4-16,-3-2-4 0,3 4-4 0,-4-4-1 0,-1 2-6 0,1-1-6 16,1 1-12-16,-6-3-15 0,0 1-22 0,3-1-29 0,-3 0-60 0,0 0-72 15,0-2-76-15,-3 0-72 0,3-2-66 0,-2 0-64 0,-2 0-64 0,4-2-63 16,-5-2-72-16,5 1-77 0,0-5-25 0,0 0-5 0,0 0 13 0,-6-3 25 15,3-2 57-15,3-1 73 0,0-3 74 0,0 0 75 0,3-1 65 0,3-4 59 16,-1 2 65-16,1-3 64 0</inkml:trace>
  <inkml:trace contextRef="#ctx0" brushRef="#br0" timeOffset="146524.45">9035 10009 160 0,'0'-8'412'16,"0"4"164"-16,0 1 92 0,0 3 65 0,-6 2 35 0,6-1 25 0,-3 3 14 15,-3 3 13-15,1 0 16 0,-1 2 17 0,-3 2 18 0,4 2 13 16,-4 1-89-16,-4 2-139 0,2 0-149 0,-1 4-152 0,1 0-88 0,-4 1-55 15,1 1-34-15,-4 1-23 0,3-1-20 0,-3 0-20 0,4 3-30 0,-1-3-31 16,1-1-38-16,-1 2-38 0,4-4-50 0,-1 1-56 0,1-4-108 0,2 1-128 16,0-2-119-16,3-2-117 0,1 1-119 0,-2-4-125 0,5-1-54 0,2-1-25 15,0-2 2-15,2-3 12 0,1-1 22 0,-3-2 20 0,9-2 40 0,2-1 40 16,-2-3 100-16,4-1 121 0,-2 0 114 0,3-2 111 0</inkml:trace>
  <inkml:trace contextRef="#ctx0" brushRef="#br0" timeOffset="146793.94">9163 10264 49 0,'0'0'343'0,"4"2"162"0,-4-2 80 0,0 0 45 0,1 1 33 16,7-1 32-16,-3 0 27 0,1 0 22 0,-1 0 18 0,-1-1 14 0,5-3 8 15,-4 3 5-15,4-2-75 0,-3 0-114 0,3 0-144 0,1-1-159 0,-1 0-80 16,1 0-40-16,-5 0-35 0,4-1-29 0,0 2-25 0,2-1-22 15,-2-1-18-15,0 2-14 0,0-1-8 0,0 1-7 0,-4-2-5 0,6 2-4 16,-3 0-4-16,-1 0 0 0,-4 0-1 0,3 2-2 0,-3-3 0 0,3 4-2 16,-1-1-4-16,-5 0-9 0,0 1-19 0,0 0-26 0,0 0-64 0,0 0-80 15,0 0-85-15,0 0-84 0,0 0-87 0,0 0-91 0,0 0-89 0,-5 1-96 16,1 2-42-16,2-1-18 0,-3 1-5 0,1 1 3 0,-1 1 17 0,0-1 26 16,-3 2 64-16,3 0 81 0,-4-1 83 0,3 2 88 0,1 1 87 0,-4-1 90 15</inkml:trace>
  <inkml:trace contextRef="#ctx0" brushRef="#br0" timeOffset="146982.97">9125 10456 181 0,'-2'5'302'0,"-1"-2"39"0,-1 0 18 0,4-1 7 0,0 2 3 0,0-4 1 0,0 1 2 16,0-1 3-16,0 0-3 0,0 3-2 0,4-3-2 0,-4 0-64 16,0 2-93-16,0-2-100 0,5 0-107 0,-1 0-67 0,-3-2-47 0,-1 2-50 15,4-1-48-15,-4 1-55 0,6-3-61 0,-3-1-25 0,-3 4-14 0,0-4-3 16,6 1 0-16,-6-1 6 0,0 4 12 0,3-3 21 0,-3 3 19 0,2-6 30 15,-2 6 31-15,0-5 42 0</inkml:trace>
  <inkml:trace contextRef="#ctx0" brushRef="#br0" timeOffset="147207.26">9154 10303 216 0,'0'0'330'0,"0"0"41"0,0 0 34 0,0 0 32 15,0 0 50-15,4 2 55 0,-1 1 60 0,-3 0 62 0,2 1 44 0,-2 2 36 16,0 0 10-16,0 2-2 0,4-1-83 0,-4 2-120 0,0 0-59 0,0 3-29 15,0 0-28-15,0 0-27 0,0 2-45 0,0-1-54 0,0 2-57 0,-4 2-61 16,4-3-39-16,0 4-35 0,0-1-23 0,0 0-23 0,0 1-14 0,0 0-11 16,0 0-11-16,0-2-11 0,0 2-11 0,0-3-14 0,0 2-14 0,0-3-16 15,0 0-25-15,4 0-28 0,-4-4-50 0,1 1-61 0,-1-4-74 0,0-1-81 16,4 0-65-16,-4-1-56 0,4-1-58 0,-3-2-62 0,3-1-65 0,-4-1-70 16,0 0-39-16,0-3-21 0,2-1 7 0,2-1 16 0,-4-1 47 0,3 1 59 15,-1-2 72-15,-2 1 81 0,0-1 66 0,0-1 58 0,0 1 58 16,0 1 63-16</inkml:trace>
  <inkml:trace contextRef="#ctx0" brushRef="#br0" timeOffset="147402.38">9176 10555 42 0,'-4'-3'317'0,"4"3"76"0,0 0 45 16,0 0 34-16,0 0 30 0,4-1 48 0,-4 1 53 0,1-2 50 0,-1 2 45 16,0-1 31-16,0 1 25 0,4 0-9 0,2 0-28 0,-3 0-100 0,-1-2-134 15,2 2-70-15,1-2-40 0,0 1-32 0,-1 0-28 0,1-1-48 0,5-1-54 16,-5 2-49-16,4-4-45 0,-4 2-33 0,4-1-27 0,1 1-29 0,-1-2-29 15,1 1-55-15,-4-3-65 0,3 2-86 0,0 0-92 0,4-1-88 0,-6 0-86 16,5 0-114-16,-2 2-123 0,-1-2-58 0,-2 1-23 0,0 1-13 0,-2-1-3 16,1 1 8-16,3 1 16 0,-5-2 44 0,-3 4 58 0,5-2 81 0,-3 1 87 15,3 2 87-15,-3 0 87 0</inkml:trace>
  <inkml:trace contextRef="#ctx0" brushRef="#br0" timeOffset="147656.74">9662 10359 379 0,'0'0'503'0,"0"0"53"0,0 0 39 0,0 0 29 0,0 1 32 15,2 2 26-15,2-1 19 0,-1-2 15 0,-1 0 10 0,2 0 5 16,1 0-6-16,1-2-10 0,1 1-156 0,-2-1-220 0,4 2-104 0,-3-3-51 15,3 0-48-15,-4 2-40 0,4-1-65 0,0-1-68 0,-3 0-84 0,5 0-93 16,-2 0-77-16,-4 0-70 0,4 0-75 0,-4 2-74 0,3-2-78 0,-6 1-83 16,1-1-38-16,-3 3-17 0,0 0 0 0,0 0 9 0,0 0 31 0,0 0 42 15,0 0 65-15,0 0 76 0,0 0 69 0,0 0 65 0,-3 3 72 0,-3-1 72 16</inkml:trace>
  <inkml:trace contextRef="#ctx0" brushRef="#br0" timeOffset="147805.68">9648 10474 81 0,'0'6'322'0,"-4"0"90"0,2-1 59 0,2-1 41 0,-3-1 47 0,3 2 49 16,3-3 43-16,-3 2 40 0,2-3 24 0,2 1 18 0,-4-1 12 0,5-1 10 16,1 2-81-16,-3-2-127 0,-1 1-101 0,5-1-89 0,-5 0-60 0,5 0-47 15,-1-1-71-15,-1-1-81 0,1 2-111 0,-1-1-126 0,2-1-110 0,-1 1-100 16,-1-1-122-16,1 0-129 0,1 0-78 0,-2-1-51 0,1 0-25 16,-1 1-8-16,-1-1-1 0,1 0 1 0,-1 1 23 0,1 0 32 0,-1-1 71 15,-2 1 83-15,3 1 87 0,-5 1 86 0,7 0 108 0</inkml:trace>
  <inkml:trace contextRef="#ctx0" brushRef="#br0" timeOffset="150079.45">10529 10141 72 0,'0'-3'320'0,"0"3"102"0,0-3 50 0,0 3 27 0,0 0 24 0,0-1 22 0,0-2 30 15,1 3 30-15,3-3 28 0,-4 3 30 0,4-2 22 0,-3 1 19 16,-1-1-72-16,4 2-111 0,-4-1-101 0,6-1-94 0,-6 1-42 0,5-1-19 15,-5 1-19-15,4 1-17 0,1 0-24 0,0-2-30 0,-1 2-22 0,1 0-27 16,-1 0-20-16,5 0-18 0,-3 2-13 0,-1-2-9 0,0 1-4 0,3 1-4 16,-3 1-2-16,0 0-7 0,1 0-1 0,-1 1-5 0,3 1-1 0,-3-1-1 15,-1 2-4-15,-3 0-2 0,5 2-2 0,-3-1-2 0,1 1-1 0,-2 2-1 16,-2-1-7-16,0 2-2 0,0-1-4 0,0 0 1 0,0 1-2 0,0 1-3 16,0-1 0-16,-2 1-5 0,-2-2 2 0,4 1-1 0,-3-1-1 0,3 1-2 15,-2-1-2-15,-2 1 1 0,-1-1-1 0,1-1 2 0,3 2-5 0,-3-2-6 16,-1-2-5-16,1 1-4 0,-2 1-4 0,3-3-4 0,-3 0-5 0,5 0-7 15,-3 0-5-15,0-2-10 0,-1 0-7 0,3 1-7 0,-1 0-7 16,-1-2-5-16,4 0-8 0,-2 0-3 0,-2-2-6 0,4 0-9 0,0 3-17 16,0-4-19-16,-3 0-35 0,3 0-39 0,0 0-40 0,0 0-41 0,0 0-35 0,0 0-28 15,0 0-24-15,0 0-18 0,0 0-10 0,3 0-14 0,-3-2-8 16,6-1-7-16,-2 0 2 0,-1 0 5 0,3 0 13 0,-5-1 24 0,8-1 18 16,-3-1 17-16,1 0-2 0,-1 0-9 0,3-1 7 0,-4-1 14 0,4 2 17 15,-4-1 16-15,1 1 19 0,3 0 18 0,-4 1 20 0,1-1 23 16,3 2 20-16,-6-2 25 0,3 3 29 0</inkml:trace>
  <inkml:trace contextRef="#ctx0" brushRef="#br0" timeOffset="150244.32">10773 10308 40 0,'3'-2'180'0,"-1"1"21"0,2-1 14 0,1 0 9 0,-1 2 9 0,-4-1 6 15,5 0 6-15,-5 1 5 0,0-2 8 0,0 2 5 0,6 0-3 0,-6 0-6 16,0 0-45-16,0 0-63 0,0 0-26 0,0 0-16 0,0 0-5 0,0 0-8 16,0 0-3-16,0 0-4 0,3 0-4 0,-3 0-5 0,0 0-11 0,0 0-9 15,0 3-22-15,0-3-24 0,0 0-31 0,0 3-35 0,0-1-58 0,0 1-72 16,0-3-52-16,0 0-46 0,-5 3-20 0,1-2-14 0,-1 2-4 0,1 0 1 15,-1-2 2-15,1 1 2 0,2 1 12 0,-3-1 14 0,-2-1 25 0,5 4 29 16,-3-2 56-16</inkml:trace>
  <inkml:trace contextRef="#ctx0" brushRef="#br0" timeOffset="150492.84">10643 10423 252 0,'0'5'496'16,"-4"-1"99"-16,4-1 51 0,0 2 29 0,0-4 17 0,0 2 20 0,0-1 15 15,0-2 20-15,0 0 19 0,0 0 16 0,5 0 15 0,-5 0-44 0,4 0-68 16,0 0-157-16,1 0-194 0,0-2-94 0,1 1-45 0,-2-1-30 0,5 1-17 16,-4-1-15-16,4 1-13 0,-4-2-18 0,6-1-18 0,-3 3-16 0,-1-2-16 15,2 0-10-15,-2-1-10 0,0 1-8 0,1-1-6 0,-3 0-11 0,0 1-10 16,1-3-16-16,-1 3-20 0,2-1-54 0,-5 1-71 0,2-2-98 0,0 2-113 15,-3 0-107-15,3 0-110 0,-4 3-93 0,0 0-92 0,0-6-38 0,0 0-19 16,-4 2-3-16,4-1 5 0,0 5 10 0,0-4 20 0,-5-2 51 0,5 1 67 16,-4 1 98-16,4 4 111 0,0 0 110 0,0-3 109 0</inkml:trace>
  <inkml:trace contextRef="#ctx0" brushRef="#br0" timeOffset="150932.01">10983 10201 36 0,'0'-1'353'0,"0"1"193"0,0 0 93 0,0 0 50 0,3 1 29 0,-3 1 23 0,6-1 16 16,-6-1 17-16,0 0 15 0,0 0 12 0,0 0 10 0,0 2 8 0,0-2-72 16,0 0-105-16,0 0-164 0,0 0-187 0,0 0-92 0,0 0-45 0,0 0-29 15,0 0-22-15,0 0-14 0,3 0-14 0,-3 1-12 0,0-1-12 16,2 3-5-16,2 0-5 0,-4 0-5 0,3 0-6 0,-1 0-2 0,2 1-1 15,-4 3 0-15,5-1 0 0,-1-1 2 0,-2 2 4 0,1-1 0 0,1 1 0 16,-2 1 0-16,3-1 3 0,-1 1 0 0,-1-1 0 0,-1 2 1 0,2-1 4 16,-2 0 1-16,1 0 3 0,3 0 3 0,-6-1 3 0,3 1 3 0,1-1 1 15,-2-1 4-15,3 2 4 0,-1-3-1 0,-1 2 2 0,-1-1 2 0,2-2 3 16,-2 2 6-16,1 0 3 0,3-1-1 0,-3 1 0 0,3-2-1 0,-3 2-3 16,-1-2 2-16,2 0 1 0,1 0-3 0,1 1-4 0,-3-1-1 0,-3-1-1 15,6 2-2-15,-6-4-5 0,3 2-4 0,-1 0-6 0,2-1-1 0,-4 1-2 16,3-2 1-16,-3 0-3 0,0-1-5 0,0 0-6 0,2 2-1 0,-2-2-2 15,0 0 0-15,0 0 2 0,0 0-2 0,0 0 0 0,0 0 1 0,0 0-2 16,0 0 2-16,0 0-2 0,0 0-1 0,0 0-1 0,0 0-7 0,0 0-10 16,0 0-20-16,-2 2-32 0,-1-2-39 0,-3 0-45 0,3-2-36 0,-3 2-35 15,-3-2-39-15,4 1-43 0,-4 0-83 0,0-2-105 0,0 1-98 16,1-1-102-16,-4 0-93 0,3 0-91 0,-2-1-58 0,2 1-41 0,-6-2 6 16,6 1 27-16,-5-1 29 0,5 1 28 0,-6-1 37 0,4-1 38 0,-1 1 83 15,3 1 102-15,-2-2 100 0,-2 3 100 0,6-2 99 0,-2 0 100 16</inkml:trace>
  <inkml:trace contextRef="#ctx0" brushRef="#br0" timeOffset="151458.35">11010 10105 205 0,'0'-3'413'0,"2"3"91"0,1-1 63 0,-3-1 52 0,6 1 45 0,-3 1 35 0,3 0 30 0,-3-2 20 0,-1 0 19 16,5 1 12-16,-5 0 12 0,7-1-42 0,-3-1-70 0,1 0-126 0,0 0-151 15,0 0-89-15,1-1-59 0,1 1-47 0,0-2-44 0,0 1-31 0,0 1-31 16,2-3-20-16,-2 1-16 0,0 1-12 0,1-1-12 0,0 1-6 0,-1-1-6 16,0-1-6-16,0 1-4 0,0 3-4 0,-2-3-1 0,2-1-1 0,-4 3-2 15,4-1-2-15,-3 1 1 0,3 0-1 0,-5-2 1 0,1 4-1 0,0-2 1 16,-1 0-1-16,1 1 2 0,-1 1 2 0,1-1 1 0,-5 1 0 0,6-1-2 16,-6 1 2-16,4-1-1 0,-4 2 1 0,0 0 0 0,0 0 0 0,0 0 0 15,0 0-2-15,0 0-1 0,0 0-1 0,0 0-2 0,0 0 1 16,0 0 1-16,0 0-1 0,0 0 2 0,0 0-1 0,0 0-4 0,0 0-1 15,0 0-1-15,0 0-2 0,0 0-2 0,0 0 1 0,0 0 1 0,0 0 0 0,0 0-2 16,5 0-1-16,-5 0 0 0,0 0 0 0,0 0-1 0,5-1-1 16,-5 1 4-16,0 0-2 0,4 0 0 0,0 0 1 0,-3 0 2 0,3 0 0 15,-4 0 0-15,2 0 2 0,1-2-1 0,1 2 1 0,-2 0-2 16,-2 0 0-16,4 0-2 0,-3-1 1 0,-1 1-1 0,4 0 1 0,0 0 1 16,-4 0 0-16,1 0 0 0,-1 0-2 0,4 0 2 0,-4 0 0 0,0 0 2 15,0 0-2-15,0 0-3 0,0 0 1 0,5 0 2 0,-5 0 2 0,0 0 1 16,0 0 1-16,0 0 1 0,0 0-1 0,0 0 1 0,0 0-2 0,0 0-2 15,0 0-1-15,0 0 2 0,0 0 2 0,0 0 5 0,0 0 0 0,0 0-4 16,0 0-1-16,0 0 1 0,0 0-2 0,0 0-2 0,0 0 1 0,0 0-2 16,0 0 0-16,0 0 1 0,0 0 2 0,0 0 0 0,6 0-1 0,-6 0-4 15,0 0-8-15,0 0-13 0,3-2-16 0,1 2-16 0,-4 0-32 0,2-2-36 16,-2 2-78-16,0 0-98 0,0 0-93 0,0 0-92 0,3-1-105 0,-3 1-107 16,0 0-78-16,0 0-59 0,0 0-17 0,0 0-1 0,0 0 13 0,0-4 10 15,0 4 32-15,-3-3 37 0,-3 0 78 0,6 3 99 0,-3-2 92 0,-3 4 94 16,1-1 104-16</inkml:trace>
  <inkml:trace contextRef="#ctx0" brushRef="#br0" timeOffset="151863.19">10840 10603 87 0,'-2'6'417'0,"2"-1"106"0,-4 0 60 0,4 0 43 0,0-2 32 0,0 2 25 0,0-1 24 0,0 2 17 0,0-1 16 0,-2-1 12 0,2 0 9 0,0 1-23 0,0 1-38 16,0 0-150-16,0-1-199 0,0 1-102 0,0 0-60 0,0-2-52 0,0 2-48 15,2 0-73-15,-2-1-76 0,0 1-92 0,0-2-99 0,4 1-93 0,-2 0-88 16,-2-1-112-16,0-4-126 0,0 6-55 0,0-6-25 0,0 6-13 0,0-6-6 15,0 0 7-15,-2 4 18 0,-2 1 42 0,4-5 56 0,-2 1 76 0,2-1 82 16,-3 3 80-16,3-3 80 0</inkml:trace>
  <inkml:trace contextRef="#ctx0" brushRef="#br0" timeOffset="156858.28">8644 11628 184 0,'0'-2'346'0,"4"-1"54"0,-3 2 25 0,-1 1 14 0,0-2 10 0,4 1 16 0,-4 1 19 16,4-2 24-16,-3 2 31 0,-1-1 31 0,4-1 31 0,-2 0-21 0,1 2-48 16,1-2-81-16,-2 2-95 0,1-2-39 0,3-1-12 0,-1 2-7 0,-1-1-2 15,1 2-11-15,1-1-15 0,1-1-21 0,-2 1-25 0,1 1-27 0,3 0-28 16,-4 0-24-16,4 1-24 0,-3 1-14 0,3-1-14 0,0 2-8 0,0 0-10 15,-4 0-3-15,4 2-5 0,-3-1-2 0,3 2-2 0,-4 0-2 0,4 0-1 16,-3 0-3-16,-1 2-5 0,2-1-4 0,-1 1-6 0,-1-1-7 0,1 2-8 16,-3-1-5-16,-1-1-2 0,5 0-4 0,-5 1-4 0,2 0-1 0,-4-1-4 15,5-1-1-15,-5 2-3 0,4-1-3 0,-2-1-1 0,-2 1-10 16,0-2-8-16,0 1-19 0,0-1-20 0,0-3-44 0,0 3-53 0,0-2-68 16,0-3-70-16,0 3-62 0,0 0-56 0,0-3-53 0,0 0-51 0,0 0-50 15,0 0-53-15,0 0-60 0,0 0-67 0,0 0-15 0,-2-4 7 16,-2-1 37-16,4 0 48 0,0 0 66 0,-3-3 71 0,3 2 62 0,0-3 56 15,0 2 53-15,0-2 52 0,3 1 51 0,-3-1 55 0</inkml:trace>
  <inkml:trace contextRef="#ctx0" brushRef="#br0" timeOffset="157037.42">8915 11562 237 0,'6'-9'347'0,"-6"4"59"0,3-1 41 0,1 3 34 0,-2 1 35 16,1 2 46-16,-3 0 55 0,2 0 49 0,-2 0 51 0,0 4 33 0,0-1 23 16,0 1-45-16,0 1-79 0,0-1-84 0,0 2-93 0,0 2-49 0,-2 1-33 15,-1 0-28-15,3 3-31 0,-2-1-40 0,-2 2-53 0,1-1-52 0,-3 1-50 16,3 1-34-16,1-1-25 0,-4 1-16 0,3 0-11 0,-3 0-13 0,1-2-8 15,-2 2-19-15,5-1-17 0,-5-1-25 0,5 0-23 0,-4-1-52 16,3-1-64-16,-3-1-87 0,3 0-100 0,1-1-85 0,-2-2-81 0,4 1-102 16,-3-2-112-16,3-5-54 0,0 0-31 0,0 0-5 0,0 0 5 0,0 0 12 15,0 0 16-15,7-3 50 0,-5-2 62 0,1 1 89 0,3-2 99 16,-1 0 87-16,-1-1 84 0</inkml:trace>
  <inkml:trace contextRef="#ctx0" brushRef="#br0" timeOffset="157621.54">9038 11638 153 0,'0'0'347'15,"0"0"65"-15,0 0 40 0,0 0 23 0,0 0 19 0,0 0 17 0,2 2 17 16,-2-2 18-16,0 0 24 0,0 0 17 0,0 0 14 0,0 0-29 0,0 0-53 16,4 1-93-16,-4-1-113 0,0 2-56 0,0-1-31 0,3 2-17 0,-3 0-13 15,2 0-13-15,-2 0-13 0,0 0-17 0,0 2-21 0,4 1-16 0,-4 0-15 16,0 0-15-16,2-1-17 0,-2 2-13 0,3 0-14 0,-3-1-10 0,0 0-8 15,0 0-7-15,4 0-5 0,-2-1-5 0,-2-1-5 0,0 1-8 16,3-2-11-16,-3 0-8 0,0 0-9 0,6-2-11 0,-6-1-11 0,3 2-13 16,-3-2-17-16,2 0-16 0,2-2-21 0,1 2-16 0,-1-3-21 0,-3 0-12 15,7-1-11-15,-6-1-4 0,3-1-1 0,-1-1-1 0,1-1 1 16,2 0 4-16,-5 1 5 0,3-2 14 0,-1 0 14 0,2 2 19 0,-3-2 19 16,3 1 16-16,-3 2 19 0,-1-1 14 0,-2 1 13 0,4 1 9 0,-4-1 12 0,3 2 8 15,-1-1 7-15,-2 2 7 0,0-1 4 0,0 2 5 0,0-1 4 16,0 3 7-16,0-3 4 0,0 3 11 0,0 0 10 0,0 0 10 0,0 0 10 15,0 0 11-15,0 0 12 0,0 0 9 0,0 0 11 0,0 0 7 0,0 0 8 16,0 0 6-16,0 0 7 0,0 0 4 0,0 0 1 0,0 0 2 0,0 0-2 16,0 0-3-16,0 0-6 0,0 0-4 0,0 0-4 0,0 0-6 0,0 0-6 15,0 0-3-15,0 3-4 0,0-3-6 0,0 3-4 0,0-1-8 0,0 0-10 16,0 2-5-16,0-1-10 0,4-2-6 0,-4 2-6 0,1 0-5 0,-1-1-5 16,0 0-4-16,4 2-5 0,-4-1-4 0,4-2-5 0,-3 4-2 0,-1-4-3 15,4 3-2-15,-2 0 2 0,2-1 2 0,-1 0 1 0,-1 0 0 0,2 1 1 16,-4-1 7-16,5 2 5 0,-5-2 2 0,5 1 1 0,-5 1 4 0,4 1 1 15,0 0 4-15,-3 0 4 0,-1 0 6 0,4 0 1 0,-2 1 6 16,-2 1 6-16,4-2 3 0,-4 0 4 0,0 1-2 0,3-1-4 0,-3 1 1 16,2 0 2-16,-2-1 4 0,0-1 2 0,0 2 2 0,0-1-2 15,0-1-1-15,-2 0 0 0,2 0-4 0,-3-1-7 0,3 0-1 0,0 1-2 0,-4 1-2 16,2-3-4-16,-2 2-2 0,3-1-2 0,-3 1-6 0,0-1-5 0,4 1-5 16,-5-1-5-16,0 1-2 0,1-2-2 0,2 1-4 0,-1-2-1 0,-3 2-3 15,1-1-4-15,-3-1-7 0,7 1-7 0,-5 0-10 0,-1-2-13 16,2 1-17-16,-1 0-20 0,-3 0-45 0,5 0-57 0,-1-2-75 0,0 1-80 15,-1-1-76-15,3-1-65 0,-3 1-72 0,1-2-71 0,1-1-74 0,-1 0-74 16,1-3-27-16,-1 2-7 0,1-4 9 0,2 1 18 0,-1-2 42 0,3 0 56 16,0 0 74-16,0-2 79 0,0 1 76 0,0 1 68 0,0 0 71 0,3 0 72 15</inkml:trace>
  <inkml:trace contextRef="#ctx0" brushRef="#br0" timeOffset="157951.2">9243 11551 220 0,'0'0'380'0,"0"0"67"0,0 0 38 0,1 2 31 0,-1-2 26 0,4 1 31 0,-4 0 32 0,4 1 35 0,-4-2 35 0,1 2 24 16,-1 1 23-16,0-3-40 0,0 1-69 0,4 1-105 0,-2 1-116 0,-2 0-61 16,0-1-30-16,4 2-27 0,-4 0-24 0,3 1-27 0,-1 1-25 0,2 0-33 15,-4 0-29-15,5 2-25 0,-5 0-20 0,5 1-14 0,-5 2-13 0,4-1-9 16,-2 2-8-16,1 0-5 0,1 0-5 0,-2 2-5 0,-2-1-2 0,3 1-6 15,-3-1-6-15,4 1-3 0,-2-1-3 0,-2 0-2 0,0 1-2 16,4 0-2-16,-4-1-3 0,0 1-5 0,0-2-5 0,0 0-8 0,0-2-9 16,-4 1-15-16,4-1-14 0,0-1-26 0,0 0-29 0,-2 0-58 0,-2-3-68 15,4 0-64-15,0 0-60 0,-3 0-51 0,1-3-44 0,-2 1-43 0,4 0-42 16,-5 0-41-16,5-2-38 0,0-2-47 0,-5 1-52 0,5-1-1 0,-9 0 16 16,5-1 50-16,-1-1 66 0,-1-1 62 0,1 0 60 0,-3 0 51 0,3 0 46 15,0-1 47-15,1-1 47 0,-1 0 46 0</inkml:trace>
  <inkml:trace contextRef="#ctx0" brushRef="#br0" timeOffset="158205.91">8877 11520 63 0,'-9'-3'304'0,"0"1"87"0,4 1 55 0,-4 1 41 15,3 0 41-15,1 3 44 0,-1 1 44 0,-1-1 44 0,2 2 32 16,-1-1 26-16,3 0 18 0,-3 1 17 0,4 1-73 0,-1 0-113 0,-1 2-91 15,2-1-83-15,-1 1-50 0,-1 1-33 0,2 0-39 0,2 1-39 0,0 2-43 16,0 1-41-16,0 1-32 0,0 1-26 0,0 2-18 0,0-1-14 0,0 2-13 16,2 0-12-16,-2 2-6 0,4-2-3 0,-4 1-9 0,3 1-9 15,-1-1-12-15,-2 1-14 0,4-2-17 0,-1 1-19 0,-1-1-36 0,2-1-40 16,-2-1-63-16,5 0-75 0,-5-2-62 0,1 0-60 0,3-1-62 0,-1-1-67 16,-1-1-76-16,1-2-85 0,1-2-46 0,1-1-26 0,-2-1-2 0,1-3 12 15,3 3 30-15,0-3 40 0,0-1 60 0,-2-1 75 0,2-1 64 0,0-1 58 16,0-1 66-16,2 1 62 0,2 0 82 0</inkml:trace>
  <inkml:trace contextRef="#ctx0" brushRef="#br0" timeOffset="158550.26">9604 11664 217 0,'0'0'374'0,"0"0"34"15,0 0 16-15,2 3 8 0,-2-3 6 0,0 0 10 0,0 0 16 16,4 1 17-16,-2-1 25 0,1 0 26 0,3-1 21 0,-3 1 21 0,1-2-97 16,1 1-147-16,-3-1-61 0,5 2-21 0,-1-1-7 0,-1-1 3 15,1 1-5-15,-1-1-3 0,2 1-13 0,-1-2-15 0,-1 3-22 0,1-2-26 16,3 0-27-16,-6 1-25 0,3 0-24 0,-1-1-22 0,2 2-14 0,-1-1-10 15,-1-1-10-15,-1 2-7 0,-2-3-7 0,3 3-7 0,-1-1-4 0,-1 1-7 16,-1 0-20-16,2-2-26 0,-4 2-41 0,0 0-45 0,0 0-48 0,0 0-47 16,5 0-43-16,-5 0-43 0,0 0-40 0,0 0-42 0,0 0-41 0,0 0-41 15,0 0-50-15,0 0-52 0,0 0-22 0,0 0-10 0,0 0 23 0,-4 3 40 16,3 0 45-16,-3 0 50 0,2 1 41 0,-5 1 39 0,5 0 42 0,-1 1 38 16,-3 0 46-16,3 0 41 0</inkml:trace>
  <inkml:trace contextRef="#ctx0" brushRef="#br0" timeOffset="158715.16">9673 11745 135 0,'-2'4'301'0,"-1"1"45"0,3-1 22 15,0-1 10-15,0 2 7 0,3-4 8 0,-3 2 10 0,2-1 15 0,-2-1 16 16,0-1 23-16,4 2 27 0,-4-2-18 0,0 1-37 0,3 1-57 0,-1-2-72 16,2 1-22-16,-2 0 0 0,1-1 2 0,1 0 2 0,-2 2-4 0,1-2-7 15,-1 2-12-15,2-2-17 0,1 0-23 0,-5 0-26 0,4 1-36 16,1-1-36-16,-1 0-54 0,-2 0-59 0,1 0-65 0,1 0-72 16,-2-1-62-16,1 1-59 0,-1 0-58 0,2 0-56 0,-1 0-74 0,-3 0-81 0,0 0-61 15,0 0-52-15,2-2-18 0,-2 2-4 0,0 0 16 0,0 0 27 0,0 0 44 16,0 0 50-16,0 0 51 0,0 0 49 0,0 0 52 0,0 0 57 15,0 0 72-15</inkml:trace>
  <inkml:trace contextRef="#ctx0" brushRef="#br0" timeOffset="159881.85">8709 12547 55 0,'-4'1'110'0,"4"-1"10"0,-3 2 13 0,3 0 0 0,0-2-3 16,0 1 7-16,0-1 8 0,-2 2 6 0,2-2 4 0,-4 0-8 0,4 0-11 16,-1 0-18-16,1 0-23 0,-4 0-15 0,0 0-13 0,-1 0-9 0,5 0-9 15,-6 0-2-15,6 0-1 0,-3 0-1 0,-3 0 4 0,3-2 0 0,3 2 5 16,-6-1 1-16,5 1-1 0,-3-2 1 0,0 2-4 0,-1-2 1 0,5 2 2 16,-6 0 0-16,6 0-2 0,-3 0 2 0,1 0 0 0,-2 0-4 15,1 0-5-15,3 0-6 0,-2 0-2 0,2 0-5 0,-4 0-2 0,3 0-2 16,-3 0 0-16,0 0-4 0,4 0-3 0,-1 2-1 0,1-2-1 0,-4 0-2 15,4 0-1-15,0 0-1 0,0 2-3 0,0-2-3 0,0 0 0 0,0 0-2 16,0 0-1-16,0 0-1 0,0 0-2 0,0 0 0 0,0 0-2 0,0 0 1 16,0 0-1-16,0 0 1 0,0 0-2 0,0 0-2 0,0 0-2 15,0 0-1-15,0 0 2 0,0 0 2 0,0 0-1 0,0 0 4 0,0 0-1 16,0 0 1-16,0 0-2 0,0 0-2 0,0 0-1 0,0 0 2 0,0 0-2 16,0 0 4-16,0-2 2 0,0 2 0 0,4-2-1 0,-4 2-1 0,0 0-1 15,0 0-1-15,0 0-1 0,0 0-1 0,0 0-1 0,0 0-4 0,0 0-2 16,0 0-10-16,1 2-9 0,3 0-10 0,0-1-11 0,-3 1-17 0,3 1-18 15,1-2-27-15,-1 4-28 0,-2-3-37 0,1 2-41 0,3-1-16 0,-6 1-8 16,4 1 0-16,-3 1 3 0,-1-2 6 0,4 2 9 0,-4 1 9 0,0 1 11 16,0 0 17-16,0 1 21 0,0 0 25 0</inkml:trace>
  <inkml:trace contextRef="#ctx0" brushRef="#br0" timeOffset="173111.04">8201 13213 78 0,'0'0'180'0,"-4"3"13"0,4-1 7 0,-2-1 3 0,2-1 2 0,-3 0 1 16,3 2-1-16,-2-2 1 0,-2 1 3 0,4-1 1 0,-3 1-15 0,3 1-22 15,0-2-51-15,0 0-60 0,-2 2-27 0,2-2-12 0,0 0-7 0,0 0-2 16,0 0-1-16,0 0-2 0,0 0-1 0,0 0 0 0,-4 0-2 0,4 0-2 15,0 0-3-15,0 0 0 0,0 0-2 0,0 0-1 0,0 0 2 16,0 0-2-16,0 0 0 0,0 0-2 0,0 0 1 0,0 0 1 0,0 0 1 16,0 0-1-16,0 0 2 0,0 0-1 0,0 0 1 0,0 0-2 0,0 0 0 15,0 0 1-15,0 0-2 0,0 0-1 0,0 0 2 0,0 0 0 0,0 0 2 16,0 0-1-16,0 0-1 0,0 0 0 0,0 0 0 0,0 0 0 0,0 0 0 16,0 0-1-16,0 0 1 0,0 0-2 0,0 0 4 0,0 0-1 0,0 0-1 15,0 0 0-15,0 0-1 0,0 0-1 0,0 0 2 0,0 0 0 16,0 0-1-16,0 0 1 0,0 0-2 0,0 0 1 0,0 0-1 0,0 0 2 15,0 0-1-15,0 0-1 0,0 0 2 0,0 0-1 0,0 0 1 0,0 0 0 16,0 0 0-16,0 0-2 0,0 0 1 0,0 0-1 0,0 0 2 0,0 0 0 16,0 0 0-16,0 0 2 0,0 0-2 0,0 0 0 0,0 0 0 0,0 0 1 15,0 0-1-15,0 0 0 0,0 0 3 0,0 0 5 0,0 0-2 0,0 0-2 16,0 0-2-16,0 0-1 0,0 0-1 0,0 0-1 0,0 0 2 0,0 0-1 16,0 0 0-16,0 0 0 0,0 0-1 0,0 0-1 0,0 0 1 0,0 0-1 15,0 0 1-15,0 0-1 0,0 0 2 0,0 0-1 0,0 0 1 0,0 0 0 16,0 0-2-16,0 0 2 0,0 0-1 0,0 0-2 0,0 0 1 15,0 0 1-15,0 0-4 0,0 0-4 0,0 0-1 0,0 0 3 0,0 0 1 0,0 0-2 16,0 0 1-16,0 0-4 0,0 0-1 0,0 0-1 0,0 0-1 16,0 0-1-16,0 0-1 0,0 0-5 0,0 0 0 0,0 0 2 0,0 0-2 15,0 0-2-15,0 0-2 0,0 0 0 0,0 0 1 0,0 0 0 0,0 0 0 16,0 0 0-16,0 0 3 0,0 0 0 0,0 0 0 0,0 0 0 0,0 0 1 16,0 0 3-16,0 0 2 0,0 0 3 0,0 0 2 0,0 0 2 15,0 0 1-15,0 0 1 0,0 0 0 0,0 0 1 0,0 0 1 0,0 0 1 16,0 0 1-16,0 0 4 0,0 0-1 0,0 0-2 0,0 0-1 0,0 0 4 15,0 0-2-15,0 0 0 0,0 0 1 0,0 0-1 0,0 0 0 0,0 0 0 16,0 0 0-16,0 0 0 0,0 0 0 0,0 0 2 0,0 0-1 0,0 0-1 16,0 0 2-16,0 0-1 0,0 0-1 0,0 0-1 0,0 0 1 0,0 0-2 15,0 0 2-15,0 0 0 0,0 0 2 0,0 0-1 0,4 0-1 0,-4 0 2 16,0 0-2-16,0 0-2 0,0 0 1 0,2-2-2 0,-2 2 1 0,0 0-1 16,0-2 2-16,0 2-2 0,0 0 0 0,0 0 0 0,3-1-3 0,-3 1 2 15,0 0-1-15,0 0 1 0,0 0-1 0,0 0 1 0,0 0-1 0,0-1 2 16,0 1 0-16,0 0 0 0,0 0 0 0,0 0-1 0,4-2 1 15,-4 2 1-15,0 0 1 0,0 0-1 0,0 0 1 0,0 0 1 0,0 0 0 16,0 0 0-16,0 0 0 0,0 0 1 0,0 0-2 0,0 0 1 0,0 0 0 16,0 0 1-16,0 0 1 0,0 0-1 0,0-1-1 0,0 1 2 0,0 0-1 15,0 0 1-15,0 0-1 0,0 0 2 0,0 0-1 0,0 0-1 0,0 0 1 16,0 0-1-16,0 0 2 0,0 0 0 0,0 0-1 0,0 0-1 0,0 0 2 16,0 0-1-16,0 0-1 0,0 0 1 0,0 0-2 0,0 0-2 0,0 0 4 15,0 0-1-15,0 0-1 0,0 0 0 0,0 0 0 0,0 0-1 16,0 0 1-16,0 0 0 0,0-2 1 0,0 2-1 0,0 0 2 0,0 0-1 15,0 0 2-15,0 0 0 0,0 0 0 0,0 0 3 0,0 0-2 0,0 0 2 16,0 0 2-16,0 0 1 0,0 0 1 0,0 0 2 0,0 0 2 0,0 0 1 16,0 0 0-16,0 0 1 0,0 0 3 0,0 0-1 0,0 0 2 0,0 0-1 15,0 0-2-15,0 0 1 0,0 0-1 0,0 0 0 0,0 0-2 0,0-3 0 16,0 3-2-16,0 0 1 0,0 0-2 0,0 0-2 0,0 0 1 0,0 0 0 16,0 0 0-16,0 0-1 0,0 0-1 0,0 0 0 0,0 0 0 0,-4-1 0 15,4 1 0-15,0 0 0 0,0 0 0 0,0 0-1 0,0 0-1 0,0 0 3 16,0 0-2-16,0 0-2 0,0 0 1 0,0 0 1 0,0 0-1 15,0 0-1-15,0 0 2 0,0 0-1 0,0 0 1 0,0 0 1 0,0 0 1 16,0 0 1-16,0 0 1 0,0 0 1 0,0 0-1 0,0 0 0 0,0 0 1 0,0 0-1 16,0 0 2-16,0 0 1 0,0 0 0 0,0 0 2 0,0 0-2 15,0 0 2-15,0 0-2 0,0 0-2 0,0 0 1 0,0 0-1 0,0 0 1 16,0 0 2-16,0 0-1 0,0 0-2 0,0 0-1 0,0 0-1 0,0 0-4 16,0 0 1-16,0 0-1 0,0-2 1 0,0 2-1 0,0 0-1 15,0 0 0-15,0 0 0 0,0 0 1 0,0 0-2 0,-3-1-1 0,3 1 1 16,0 0-1-16,0 0 1 0,0 0-1 0,0 0 1 0,0 0-1 0,0 0 1 15,-2 0-1-15,2 0 1 0,0 0 1 0,-4 1 0 0,4-1-2 0,0 2 2 16,0-2 0-16,0 0 0 0,0 0 0 0,0 0 0 0,0 0 2 0,-3 1-1 16,3-1 2-16,0 0-3 0,-2-1 0 0,2 1 1 0,0 0-1 0,0 0 2 15,0 0-1-15,0 0 1 0,0 0-1 0,0 0-1 0,0 0 2 0,0 0 2 16,0 0-1-16,0 0 0 0,0 0-1 0,0 0 2 0,0 0 0 0,0 0 1 16,0 0-4-16,0 0 1 0,-4-2-1 0,4 2-1 0,0 0 0 0,0 0 2 15,0 0-2-15,0 0-2 0,0 0 1 0,0 0-1 0,0 0-1 0,0 0 0 16,0 0 0-16,-2 0 0 0,2 0 0 0,0 0 0 0,0 0 0 15,0 0 0-15,0 0 0 0,0 0 2 0,0 0-1 0,0 0 0 0,0 0-1 0,0 0 2 16,0 0-1-16,0 0 1 0,0 0-1 0,0 0 1 0,0 0-1 0,0 0 1 16,0 0-1-16,0 0 2 0,0 0 0 0,0 0-1 0,0 0 1 15,0 0-2-15,0 0 2 0,0 0 0 0,0 0-1 0,0 0-1 0,0 0 1 16,0 0-1-16,0 0 2 0,0 0 3 0,-3 0-3 0,3 0-2 0,0 0-1 16,-4 2 0-16,4-2 0 0,0 0-1 0,-2 0 1 0,2 0-2 15,0 0 2-15,0 0-1 0,-3 0 1 0,3 0-2 0,0 0 1 0,0 0-4 16,0 0 1-16,0 0 1 0,0 0 0 0,0 0 0 0,0 0-3 0,0 0-3 15,0 0 0-15,0 0 3 0,0 0 1 0,0 0 1 0,0 0-1 0,0 0 2 16,0 0 0-16,0 1 0 0,0-1 2 0,0 0-1 0,0 0 1 0,0 0-1 16,0 0 2-16,0 0 3 0,0 0 0 0,0 0-1 0,0 0-1 0,0 0-1 15,0 0-1-15,0 0-1 0,0 0 2 0,0 0-1 0,0 0 1 0,0 0-2 16,0 0 1-16,0 0 1 0,0 0 0 0,0 0 1 0,0 0 1 0,0 0-1 16,0 0-1-16,0 0 2 0,0 0-1 0,0 0 1 0,0 0-1 0,0 0 1 15,0 0-1-15,0 0 1 0,0 0-1 0,-2 0 0 0,2 0-1 0,0 0 2 16,0 0-1-16,0 0-1 0,0 0 2 0,0 0-1 0,0 0 1 0,0 0-2 15,0 0 0-15,-4 0 0 0,4 0-2 0,0 0 1 0,0 0 1 0,-3 2-2 16,3-2 1-16,-2 0 1 0,2 0 0 0,0 0 0 0,-4 1 0 0,4-1 0 16,0 0 0-16,0 0-2 0,0 0 2 0,0 0 2 0,0 0-1 15,0 0 1-15,0 0-1 0,0 0 1 0,0 0 1 0,0 0-2 0,0 0 1 16,0 0-2-16,0 0 0 0,0 0 1 0,0 0 0 0,0 0 1 0,0 0-2 16,0 0 0-16,0 0 0 0,0 0 1 0,0 0-1 0,0 0 0 15,0 0 0-15,0 0 0 0,0 0 0 0,0 0 0 0,0 0 0 0,0 0 0 16,0 0 0-16,0 0 0 0,0 0 0 0,0 0-1 0,0 0 1 0,0 0 0 15,0 0 0-15,0 0 0 0,0 0 0 0,0 0-2 0,0 0 1 0,0 0 1 16,0 0-2-16,-2 0 1 0,2 0-1 0,0 0 1 0,0 0-1 0,0 0 1 16,-3 0-1-16,3 0-1 0,0 0 0 0,0 0 0 0,0 0 0 0,0 0 2 15,0 0-1-15,0 0-1 0,0 0 0 0,0 0 0 0,0 0 2 0,0 0-1 16,-4 0-1-16,4 0-1 0,0 0 1 0,0 0-2 0,0 0 2 0,0 0 0 16,0 0 2-16,0 0-2 0,0 0 1 0,0 0-1 0,0 0 0 0,0 0-1 15,0 0-1-15,0 0 1 0,0 0-1 0,0 0 1 0,0 0 1 0,0 0 0 16,0 0 1-16,0 0-1 0,0 0 0 0,0 0 0 0,0 0-1 0,0 0 1 15,0 0 0-15,0 0 0 0,0 0 0 0,0 0 1 0,0 0-1 0,0 0 2 16,0 0-2-16,0 0 0 0,0 0 0 0,0 0 0 0,0 0-2 0,0 0 2 16,0 0-1-16,0 0-1 0,0 0 1 0,0 0 1 0,0 0 0 0,0 0 1 15,0 0 1-15,0 0-2 0,0 0 0 0,0 0 0 0,0 0 0 16,0 0 0-16,0 0 0 0,0 0-2 0,0 0 4 0,0 0-2 0,0 0 0 16,0 0 0-16,0 0-2 0,0 0 1 0,0 0-1 0,0 0 1 15,0 0-1-15,0 0 2 0,0 0-1 0,0 0-1 0,0 0 1 0,0 0-1 16,0 0 1-16,0 0-1 0,0 0 2 0,0 0 0 0,0 0 0 0,0 0 0 15,0 0-1-15,0 0-2 0,0 0 0 0,0 0 1 0,0 0-1 0,0 0 2 16,0 0-1-16,0 0 1 0,0 0-1 0,0 0 1 0,0 0-1 0,0 0 1 16,0 0-1-16,0 0 1 0,0 0-1 0,0 0 4 0,0 0-2 0,0 0-2 15,0 0 1-15,0 0 1 0,0 0-2 0,0 0 1 0,0 0-1 0,0 0-1 16,0 0 2-16,0 0-1 0,0 0-1 0,0 0 2 0,0 0-1 0,0 0 1 16,0 0-1-16,0 0 1 0,0 0-1 0,0 0 1 0,0 0-1 0,0 0-1 15,0 0 2-15,0 0-1 0,0 0-1 0,0 0 0 0,0 0 0 0,0 0-1 16,0 0 3-16,0 0-2 0,0 0 1 0,0 0-1 0,0 0 2 0,0 0-1 15,0 0 2-15,0 0 0 0,0 0-1 0,0 0-1 0,0 0 1 0,0 0 1 16,0 0 0-16,0 0-2 0,0 0-1 0,0 0 0 0,0 0 0 16,0 0 2-16,0 0-2 0,0 0 0 0,0 0 0 0,0 0 0 0,0 0 0 0,0 0 0 15,0 0 0-15,0 0 0 0,0 0 0 0,0 0 0 0,0 0 1 16,0 0 1-16,0 0-1 0,0 0 1 0,0 0-1 0,0 0 1 16,0 0 1-16,0 0-2 0,0 0 2 0,0 0-1 0,0 0 1 0,0 0 0 15,0 0 0-15,0 0 0 0,0 0 0 0,0 0 0 0,0 0 0 0,0 0-2 0,0 0 2 16,0 0 0-16,0 0 0 0,0 0 0 0,0 0-1 0,0 0 1 0,0 0 0 15,0 0-2-15,0 0 2 0,0 0 0 0,0 0 0 0,0 0-1 16,0 0 1-16,0 0 0 0,0 0 1 0,0 0-1 0,0 0 0 0,0 0-1 16,0 0 2-16,0 0 1 0,0 0-1 0,0 0 1 0,0 0-2 0,0 0 0 15,0 0 0-15,0 0 1 0,0 0-1 0,0 0 0 0,0 0 0 0,0 0 0 16,0 0 0-16,0 0 0 0,0 0-1 0,0 0-1 0,0 0 1 0,0 0-1 16,0 0 1-16,0 0 1 0,0 0 0 0,0 0-2 0,0 0 2 0,0 0 0 15,0 0 0-15,0 0 0 0,0 0-1 0,0 0 2 0,0 0-1 0,0 0 2 16,0 0-4-16,0 0 1 0,4 0-1 0,-4 0 1 0,0 0 1 0,0 0 0 15,0 0 0-15,0 0-2 0,0 0 2 0,0 0 0 0,0 0 2 0,0 0-2 16,0 0 0-16,0 0 0 0,0 0 1 0,0 0 2 0,0 0-1 0,0 0-1 16,0 0-2-16,0 0-2 0,0 0 0 0,0 0 1 0,0 0 1 15,0 0-1-15,0 0 2 0,0 0 0 0,0 0 2 0,0 0-2 0,0 0 0 16,0 0 0-16,0 0 1 0,0 0-1 0,0 0 2 0,0 0 1 0,0 0 0 16,0 0-2-16,0 0 1 0,0 0-2 0,0 0 0 0,0 0-2 0,0 0 1 15,0 0 1-15,0 0-2 0,0 0 1 0,0 0-1 0,0 0 2 0,0 0 0 16,0 0 0-16,0 0-1 0,0 0 2 0,0 0-1 0,0 0 0 0,0 0 0 15,0 0 0-15,0 0 0 0,0 0 2 0,0 0-2 0,0 0 1 16,0 0-2-16,0 0 1 0,0 0-2 0,0 0 2 0,0 0 0 0,0 0-1 16,0 0-1-16,0 0 2 0,0 0-1 0,0 0 1 0,0 0-2 0,0 0 1 15,0 0-1-15,0 0-1 0,0 0 2 0,0 0-1 0,0 0 1 0,0 0-2 16,0 0 1-16,0 0-1 0,0 0 2 0,0 0-2 0,0 0 0 0,0 0 0 16,0 0-1-16,0 0 1 0,0 0 0 0,0 0 1 0,0 0 1 0,0 0-1 15,0 0 1-15,0 0-1 0,0 0 1 0,0-3 1 0,0 3-2 0,0 0 2 16,0 0 0-16,0 0-1 0,0 0-1 0,0 0 4 0,0 0-2 0,0 0-2 15,0 0 1-15,0 0 1 0,0 0 1 0,0 0-1 0,0 0 0 0,0 0 0 16,0 0-1-16,3-1-1 0,-3 1 2 0,0 0 2 0,0 0-1 0,0 0 1 16,0 0-2-16,0 0 0 0,0 0 0 0,0 0 0 0,0 0-2 0,0 0 1 15,0 0-1-15,0 0 1 0,0 0 2 0,0 0 1 0,0 0-1 16,0 0 1-16,0 0-2 0,0 0 1 0,0 0-1 0,0 0 2 0,0 0-2 16,0 0 1-16,0 0 1 0,0 0-1 0,0 0-1 0,0 0 2 0,0 0-2 15,0 0 0-15,0 0-2 0,0 0 1 0,0 0 1 0,0 0-2 0,0 0 2 16,0 0 0-16,0 0 0 0,0 0 0 0,0 0 0 0,0 0 0 0,0 0 2 15,0 0-2-15,0 0 0 0,0 0 0 0,0 0 0 0,0 0 1 16,0 0 1-16,0 0-2 0,0 0 0 0,0 0-2 0,0 0 1 0,0 0 2 16,0 0-1-16,0 0-1 0,0 0 1 0,0 0 0 0,0 0 0 0,0 0-2 15,0 0 2-15,0 0-1 0,0 0-1 0,0 0 1 0,0 0 2 0,0 0 1 16,0 0-2-16,0 0 0 0,0 0 1 0,0 0-1 0,0 0 2 0,0 0-4 16,0 0 2-16,0 0-1 0,0 0 1 0,0 0 0 0,0 0 0 0,0 0 1 15,0 0-1-15,0 0 0 0,0 0 0 0,0 0 0 0,0 0 0 0,0 0 0 16,0 0 2-16,0 0-1 0,0 0 1 0,0 0-1 0,0 0 1 0,0 0-1 15,0 0-1-15,0 0 2 0,0 0-2 0,0 0-2 0,0 0 2 0,0 0 0 16,0 0 0-16,0 0 0 0,0 0-1 0,0 0-1 0,0 0 1 0,0 0 2 16,0 0-1-16,0 0-1 0,0 0 1 0,0 0 0 0,0 0 0 0,0 0 0 15,0 0 0-15,0 0 0 0,0 0-2 0,0 0 1 0,0 0-1 16,0 0 2-16,0 0 0 0,0 0 0 0,0 0 2 0,0 0-2 0,0 0 1 16,0 0-1-16,0 0 2 0,0 0-1 0,0 0 1 0,0 0-1 0,0 0 2 15,0 0 0-15,0 0 1 0,0 0-2 0,0 0-1 0,0 0-1 0,0 0 2 16,0 0-1-16,0 0 1 0,0 0-2 0,0 0-2 0,0 0 1 15,0 0-1-15,0 0 2 0,0 0 0 0,0 0-1 0,0 0 2 0,0 0-1 16,0 0 2-16,0 0-2 0,0 0 0 0,0 0-2 0,0 0 2 0,0 0 0 16,0 0 0-16,0 0 2 0,0 0-1 0,0 0 1 0,0 0-1 0,0 0-1 15,0 0 0-15,0 0-1 0,0 0 1 0,0 0 0 0,0 0 0 0,0 0 0 16,0 0 0-16,0 0 0 0,0 0 0 0,0 0 0 0,0 0 0 0,0 0 1 16,0 0-1-16,0 0 2 0,0 0-1 0,0 0 1 0,0 0-1 0,0 0 2 15,0 0-1-15,0 0-1 0,0 0 1 0,0 0-1 0,0 0 2 0,0 0 0 16,0 0-1-16,0 0-1 0,0 0 1 0,0 0-1 0,0 0 1 0,0 0-1 15,0 0-1-15,0 0 2 0,0 0-2 0,0 0 1 0,0 0-1 0,0 0 0 16,0 0-1-16,0 0 1 0,0 0-2 0,0 0 2 0,0 0 0 16,0 0 0-16,0 0 0 0,0 0-1 0,0 0-1 0,0 0 2 0,0 0 0 0,0 0 0 15,0 0 0-15,0 0 0 0,0 0 0 0,0 0 0 0,0 0 2 16,0 0 1-16,0 0 0 0,0 0-3 0,0 0-2 0,0 0 2 0,0 0-1 0,0 0-1 16,0 0-1-16,-3 0 2 0,3 0-1 0,0 0 2 0,0 0 0 15,-4 0 0-15,4 0-1 0,0 0-2 0,-2 0 0 0,2 0 3 0,0 0 0 16,-3 0 0-16,3 0 0 0,0 0 1 0,0 0 1 0,0 0-2 15,-4 0 0-15,4 0 0 0,0 0 0 0,0 0 0 0,0 0 1 0,0 0 4 16,0 0-2-16,-2 1-5 0,2-1 1 0,0 0 2 0,0 0 1 0,0 0-2 16,0 0 1-16,-3 3-1 0,3-3 2 0,0 0-2 0,0 0 0 0,0 0 0 15,0 0-2-15,0 0-2 0,0 0 2 0,0 0 4 0,0 0-1 0,0 0-1 16,0 0 0-16,0 0 2 0,0 0-1 0,0 0-1 0,0 0 0 0,0 0 2 16,0 0-1-16,0 0-1 0,0 0 0 0,0 0 2 0,0 0-2 0,0 0 0 15,-6 0 0-15,6 0 0 0,0 0 0 0,-3 0-2 0,3 0 2 0,0 0 2 16,0 0-2-16,-2 0-2 0,2 0 2 0,0 0 2 0,0 0-2 0,0 0 0 15,0 0 0-15,0 0 1 0,0 0-2 0,0 0-1 0,0 0 1 0,0 0 1 16,0 0 0-16,0 0-2 0,0 0 2 0,0 0-1 0,0 0 1 0,0 0 0 16,-4 2 0-16,4-2 1 0,0 0-1 0,0 0-1 0,0 0 2 15,0 0 1-15,0 0-1 0,0 0 1 0,0 0-2 0,-2 0 1 0,2 0-2 0,0 0 1 16,0 0-2-16,0 0 4 0,0 0-2 0,0 0 0 0,-3 1-2 0,3-1-1 16,0 0 2-16,0 0-1 0,0 0 2 0,0 0-1 0,-4 0 1 15,4 0 0-15,0 0 1 0,0 0 1 0,-2 0-2 0,2 0-2 0,0 0 1 16,0 0 1-16,-3 2 1 0,3-2 1 0,0 0-1 0,0 0 1 15,0 0-4-15,0 0 1 0,0 0 1 0,0 0 1 0,0 0-1 0,0 0-1 16,0 0-1-16,0 0 2 0,0 0 0 0,0 0 0 0,0 0 2 0,0 0-2 16,0 0 0-16,0 0 1 0,0 0 1 0,0 0-1 0,0 0 1 0,-4 0-1 15,4 0-1-15,0 0 2 0,0 0-2 0,0 0 0 0,0 0 0 0,0 0 0 16,-2 0-2-16,2 0 2 0,0 0-1 0,0 0 1 0,0 0 0 0,0 0 0 16,0 0 0-16,0 0 1 0,0 0-1 0,0 0 2 0,0 0-1 0,0 0 1 15,0 0 1-15,0 0-2 0,0 0 1 0,0 0-1 0,0 0 2 0,0 0-1 16,0 0-1-16,0 0-1 0,0 0 2 0,0 0-2 0,0 0 1 0,0 0 1 15,0 0-2-15,0 0-2 0,0 0 4 0,0 0-2 0,0 0 1 0,0 0 1 16,0 0-2-16,0 0-2 0,0 0 1 0,0 0 1 0,0 0 0 0,0 0 0 16,0 0 0-16,0 0 0 0,0 0 0 0,0 0 1 0,0 0-1 0,0 0-1 15,0 0 1-15,0 0 0 0,0 0 1 0,0 0 1 0,0 0 1 0,0 0-2 16,0 0 2-16,0 0 0 0,0 0 0 0,0 0 0 0,0 0 0 0,0 0 0 16,0 0 0-16,0 0 0 0,0 0 0 0,0 0 0 0,0 0 0 15,0 0 0-15,0 0 0 0,0 0 1 0,0 0-2 0,0 0-1 0,0 0-1 16,0 0 0-16,0 0 0 0,0 0-1 0,0 0 1 0,0 0 0 15,0 0 0-15,0 0 1 0,0 0 1 0,0 0-1 0,0 0-1 0,0 0 0 16,0 0 0-16,0 0 0 0,0 0 0 0,0 0 0 0,0 0 2 0,0 0-1 16,0 0-1-16,0 0 2 0,0 0-2 0,0 0 0 0,0 0-2 0,0 0 2 15,0 0 0-15,0 0 0 0,0 0 2 0,0 0-2 0,0 0 0 0,0 0 1 16,0 0-1-16,-3 0-1 0,3 0 1 0,0 0-2 0,0 0 2 0,0 1-1 16,0-1-1-16,0 0 1 0,0 0-1 0,0 0 2 0,-2 0-1 0,2 0 1 15,0 0-2-15,0 0 1 0,-4 1 1 0,4-1 1 0,0 0-1 0,0 0-1 16,-3 0-2-16,3 0 3 0,0 0 3 0,-2 0-3 0,2 0 0 0,0 0 0 15,0 0 0-15,0 0 0 0,0 0 1 0,0 0 1 0,0 0-4 0,0 0 1 16,0 0-2-16,0 0 3 0,0 0 0 0,0 0 0 0,0 0 0 0,-4 2 0 16,4-2-1-16,0 0 1 0,0 0-2 0,0 0 4 0,0 0-2 0,0 0-2 15,0 0 4-15,0 0-1 0,0 0 3 0,0 0-2 0,0 0-2 0,0 0-2 16,0 0 2-16,0 0 0 0,0 0 2 0,0 0-1 0,0 0-2 16,0 0-1-16,0 0 2 0,0 0 0 0,0 0 0 0,0 0-1 0,0 0-2 0,0 0 3 15,0 0 3-15,0 0-3 0,0 0 0 0,0 0 0 0,0 0-3 16,0 0 2-16,0 0 1 0,0 0 0 0,0 0 0 0,0 0 0 15,0 0-2-15,0 0 2 0,0 0 0 0,0 0-1 0,0 0 1 0,0 0 1 16,0 0 1-16,-1 2-2 0,1-2 1 0,0 0-1 0,-4 0 3 0,4 0-3 16,0 0 0-16,0 0 1 0,0 0-1 0,0 0 0 0,0 0 0 0,0 0 2 15,0 0-1-15,0 0-1 0,0 0 0 0,0 0-1 0,0 0 1 0,0 0 0 16,0 0 1-16,0 0-1 0,0 0-1 0,0 0 1 0,0 0 0 0,0 0 1 16,0 0-1-16,0 0 0 0,0 0-1 0,0 0 1 0,0 0 0 0,0 0-2 15,0 0 2-15,0 0 0 0,0 0 0 0,0 0-1 0,0 0 1 0,0 0 1 16,0 0 1-16,0 0-2 0,0 0-2 0,0 0 2 0,0 0 0 0,0 0-1 15,0 0 2-15,0 0-1 0,0 0 0 0,0 0 0 0,0 0-1 0,0 0 1 16,0 0 0-16,0 0 0 0,0 0 0 0,0 0 0 0,0 0 0 0,0 0 0 16,0 0 0-16,0 0 1 0,0 0-2 0,0 0-2 0,0 0 3 0,0 0 3 15,0 0-3-15,0 0 1 0,0 0 1 0,0 0-4 0,0 0 2 0,0 0 0 16,0 0 0-16,0 0 0 0,0 0-1 0,0 0 1 0,0 0 0 0,0 0 1 16,0 0-2-16,0 0-2 0,0 0 2 0,0 0-1 0,0 0 4 15,0 0-2-15,0 0 1 0,0 1-1 0,0-1 0 0,0 0-1 0,0 0 1 16,0 0 0-16,0 0 0 0,0 0-2 0,0 0 1 0,0 0 2 0,0 0-1 15,0 0 0-15,0 0 0 0,0 0 2 0,0 0-1 0,0 0-1 16,0 0 0-16,0 0 0 0,0 0 3 0,0 0-3 0,0 0 1 0,0 0 1 16,0 0-1-16,0 0 1 0,0 0-2 0,0 0 0 0,0 0 0 0,0 0-2 15,0 0 1-15,0 0-1 0,0 0 2 0,0 0 0 0,0 0 0 0,0 0 0 16,0 0 0-16,0 0 0 0,0 0 2 0,0 0-2 0,0 0 0 0,0 0-2 16,0 0 2-16,0 0 2 0,0 0-2 0,0 0 0 0,0 0-2 0,0 0 2 15,0 0 0-15,0 0 0 0,0 0-1 0,0 0-2 0,0 0 2 0,0 0-1 16,0 0 2-16,0 0 2 0,0 0-2 0,0 0-2 0,0 0 2 0,0 0 2 15,0 0-1-15,0 0-2 0,0 0 1 0,0 0 0 0,0 0 1 0,0 0 2 16,0 0-2-16,0 0 1 0,0 0-2 0,0 0 0 0,0 0 0 0,0 0-2 16,0 0 2-16,0 0-1 0,0 0 1 0,0 0 0 0,0 0 0 0,0 0-3 15,0 0 3-15,0 0 0 0,0 0 3 0,0 0-3 0,0 0 0 0,0 0 0 16,0 0 1-16,0 0-1 0,0 0 2 0,0 0-2 0,0 0 1 0,0 0 1 16,0 0-2-16,0 0 0 0,0 0 0 0,0 0 0 0,0 0-2 15,0 0 1-15,0 0 1 0,0 0 0 0,0 0 0 0,0 0 0 16,0 0 0-16,0 0 0 0,0 0 0 0,0 0-2 0,0 0 2 0,0 0 0 0,0 0 2 15,0 0-2-15,0 0 0 0,0 0 1 0,0 0 1 0,0 0-2 16,0 0 1-16,0 0-1 0,0 0 0 0,0 0-1 0,0 0 1 0,0 0 1 16,0 0-1-16,0 0-1 0,0 0 1 0,0 0 0 0,0 0 0 0,0 0 0 15,0 0 0-15,0 0 0 0,0 0 0 0,0 0 0 0,0 0 0 0,0 0 0 16,0 0 1-16,0 0-1 0,0 0 2 0,0 0-1 0,0 0 1 0,0 0-1 16,0 0 1-16,0 0-1 0,0 0 1 0,0 0-1 0,0 0 2 0,0 0 0 15,0 0-1-15,0 0 1 0,0 0-2 0,0 0 1 0,0 0-1 0,0 0 1 16,0 0-2-16,0 0 1 0,0 0 1 0,0 0-2 0,0 0 0 0,0 0 0 15,0 0 1-15,0 0-1 0,0 0 0 0,0 0 0 0,0 0 0 0,-4 0 0 16,4 0 2-16,0 0-2 0,-2 0 0 0,2 0 0 0,0 0-2 0,-3 2 2 16,3-2 0-16,-2 0 0 0,2 0 0 0,0 0 0 0,-4 0-1 0,4 0 1 15,0 0 0-15,0 0 0 0,-3 1 0 0,3-1-2 0,0 0 2 0,0 0 0 16,0 0 0-16,0 0 2 0,0 0-2 0,0 0 1 0,0 0-2 0,0 0 1 16,0 0 0-16,0 0 0 0,0 0 0 0,0 0 0 0,0 0 0 15,0 0 1-15,0 0-1 0,0 0-1 0,0 0 1 0,0 0 0 0,0 0 0 16,0 0-2-16,0 0 2 0,0 0 2 0,0 0-2 0,0 0-2 15,0 0 2-15,0 0 0 0,0 0-1 0,0 0-2 0,0 0 1 0,0 0 1 16,0 0 1-16,0 0-2 0,0 0 1 0,0 0 1 0,0 0-2 0,0 0 2 16,0 0 0-16,0 0 0 0,0 0 0 0,0 0 0 0,0 0 2 0,0 0 1 15,0 0-2-15,0 0-1 0,0 0-1 0,0 0 2 0,0 0 1 0,0 0-1 16,0 0 1-16,0 0-1 0,0 0-2 0,0 0 1 0,0 0 1 0,0 0-1 16,0 0 0-16,0 0-1 0,0 0 1 0,0 0 1 0,0 0-1 0,0 0 0 15,0 0-1-15,0 0 1 0,0 0 0 0,0 0 1 0,0 0-1 0,0 0 0 16,0 0 0-16,0 0-1 0,0 0 1 0,0 0 1 0,0 0-1 0,0 0 0 15,0 0 0-15,0 0 2 0,0 0-2 0,0 0 0 0,0 0 0 0,0 0-2 16,0 0 2-16,0 0 0 0,0 0 0 0,0 0 2 0,0 0-2 0,0 0 0 16,0 0 0-16,0 0 0 0,0 0 0 0,0 0-2 0,0 0 2 0,0 0 0 15,0 0 0-15,0 0 0 0,0 0 0 0,0 0 0 0,0 0 0 0,0 0 0 16,0 0-1-16,0 0 1 0,0 0 0 0,0 0-2 0,0 0 2 0,0 0 0 16,0 0 0-16,0 0 0 0,0 0-1 0,0 0 1 0,0 0 0 0,0 0 0 15,0 0 0-15,0 0 0 0,0 0 0 0,0 0 1 0,0 0-1 16,0 0 0-16,0 0 0 0,0 0 0 0,0 0 2 0,0 0-1 15,0 0 1-15,0 0-1 0,0 0-1 0,0 0-1 0,0 0 1 0,0 0 0 16,0 0 1-16,0 0 2 0,0 0-1 0,0 0-1 0,0 0 1 0,0 0-2 0,0 0 0 16,0 0-2-16,0 0 1 0,0 0 1 0,0 0-2 0,0 0 1 15,0 0 1-15,0 0 1 0,0 0-2 0,0 0-1 0,-2 0-1 0,2 0 2 16,0 0-1-16,-4 0 1 0,4 0 1 0,0 0 1 0,0 0-1 0,0 0 0 16,-3 2 0-16,3-2 2 0,0 0-2 0,0 0 0 0,-2 0 0 0,2 0-2 15,0 0 4-15,0 0-2 0,0 0 0 0,0 0 0 0,0 0 0 0,0 0 0 16,0 0 0-16,0 0 0 0,0 0 0 0,-4 1 0 0,4-1 1 0,0 0-1 15,0 0 0-15,0 0 0 0,0 0 0 0,0 0 0 0,-1 2 0 0,1-2 2 16,0 0-2-16,0 1 0 0,0-1 1 0,0 0 1 0,0 0-1 0,-4 2-2 16,4-2 1-16,0 0 0 0,-4-2 0 0,4 2 1 0,0 0-1 0,0 0 0 15,-2 0-1-15,2 0-2 0,0 0 1 0,-3 2 2 0,3-2 0 0,0 0-1 16,0 0-1-16,0 0 4 0,0 0-1 0,0 0-1 0,0 0 0 0,0 0 0 16,0 0 0-16,0 0 2 0,0 0-1 0,0 0 2 0,0 1 0 15,0-1-1-15,0 0-1 0,-2 1 1 0,2 1-1 0,0-2-1 0,0 0 0 16,0 0-1-16,0 0 1 0,0 0 1 0,0 0 1 0,0 0-1 0,0 0-1 15,0 0-1-15,0 0 1 0,0 0 0 0,0 0-2 0,0 0-1 0,0 0 0 16,0 0 2-16,0 0 2 0,-4 0-1 0,4 0 0 0,0 0 0 16,-3 0-1-16,3 0-1 0,-2 2 2 0,-2-2-1 0,4 0 1 0,0 0 1 15,-3 1 1-15,3-1-1 0,-2 2 1 0,-2-2-2 0,3 1 0 0,1-1 0 16,-4 2 0-16,4-2 1 0,0 0-1 0,0 1-1 0,0-1 1 0,0 0 0 16,0 0 0-16,-4 0-2 0,4 0 4 0,0 0-2 0,-1 2 1 0,1-2-1 15,0 0 3-15,0 1 5 0,0-1 2 0,-4 2 1 0,4-2 1 0,0 1 1 16,0-1 2-16,0 0-2 0,-2 1-1 0,2-1 0 0,0 0 0 0,0 0 0 15,0 0 0-15,0 0 2 0,0 0-5 0,0 0-5 0,0 0-1 0,0 0-1 16,0 0-2-16,0 0 0 0,0 0 0 0,0 0 0 0,0 0 0 0,0 0 1 16,0 0 1-16,0 0-1 0,0 0-1 0,0 0 2 0,0 0-2 15,0 0 1-15,0 0-1 0,0 0 0 0,0 0 0 0,0 0 2 0,0 0-2 16,0 0 0-16,0 0 1 0,0 0-1 0,0 0 3 0,0 0-2 0,0 0 1 16,-4 2-1-16,4-2 1 0,0 0-1 0,0 2 1 0,0-2-1 15,-3 1 1-15,3-1-1 0,0 0 1 0,0 2-1 0,0-2 1 0,-2 1-1 16,2-1 1-16,0 0-2 0,0 0 0 0,0 0-2 0,0 0 2 0,-4 2 0 15,4-2 2-15,0 0-2 0,0 0 1 0,0 0 1 0,0 0-2 0,0 0-2 16,-1 1 2-16,1-1 0 0,-4 2 0 0,4-2 2 0,0 0-1 0,0 1 1 16,0-1-1-16,0 0 1 0,0 0-2 0,-4 2 0 0,4-2 1 0,0 0 1 15,0 0-1-15,0 0-1 0,0 0 2 0,-1 1-1 0,1-1 1 0,0 0-2 16,0 0 0-16,0 0-2 0,0 0 2 0,0 0 2 0,0 0-2 0,0 0 0 16,0 0-2-16,0 0 1 0,0 0 1 0,0 0 1 0,0 0 1 0,0 0-4 15,0 0 2-15,-4 0 0 0,4 0 0 0,0 0-1 0,0 0 1 0,0 0 0 16,0 0 0-16,0 0 1 0,0 0-1 0,0 0 0 0,0 0 0 15,0 0 2-15,0 0-2 0,0 0 0 0,0 0 0 0,0 0 1 0,0 0-4 16,0 0-3-16,0 0 2 0,0 0 4 0,0 0 1 0,0 0 1 16,0 0 1-16,0 0 0 0,0 0 1 0,0 0 1 0,0 0-2 0,0 0 0 15,0 0 1-15,0 0 1 0,0 0 2 0,0 0 5 0,0 0-1 0,0 0-5 16,0 0-2-16,0 2-1 0,0-2 0 0,0 0 0 0,0 0-1 0,0 0-1 16,0 0 1-16,-4 1-1 0,4-1-1 0,0 0-1 0,0 0-1 0,0 0 1 15,-1 2 1-15,1-2 0 0,0 0 0 0,0 0-2 0,0 0-1 0,0 0 2 16,0 0-1-16,0 0 1 0,0 0 1 0,0 0 0 0,0 0 0 0,0 0-2 15,0 0 2-15,0 0 0 0,0 0 0 0,-4 1-1 0,4-1 2 0,0 2 1 16,0-2-1-16,0 0-2 0,-2 0 1 0,2 0 0 0,-4 1 0 0,1 1 0 16,3-2 1-16,-2 1 1 0,2-1-1 0,0 0-1 0,0 2 2 15,0-2-2-15,0 0 1 0,-4 1-1 0,4-1 0 0,0 0 2 0,0 0-2 16,0 0 1-16,0 0-1 0,0 0 0 0,0 0 2 0,0 0-1 16,0 0 2-16,0 0 0 0,0 0-2 0,0 0 2 0,0 0 0 0,0 0 2 15,0 0-2-15,0 2 1 0,0-2 1 0,0 0-1 0,0 0 1 0,0 0-1 16,-1 1-1-16,1-1 0 0,0 0 0 0,-4 2 0 0,4-2-1 0,0 1-1 15,-4 0 1-15,4-1-1 0,0 0 1 0,0 0-2 0,-1 2 1 0,1-2-1 16,-4 2 0-16,4-1-1 0,0-1-1 0,0 2 1 0,-2-1-1 0,-1-1-2 16,3 0 1-16,0 2 0 0,-4-1 1 0,4-1 2 0,0 2 0 0,0 1-1 15,0-3 1-15,-2 1-2 0,-2 0 1 0,4-1-1 0,0 0 2 0,0 0 2 16,0 2 1-16,-3 0 1 0,3-2-1 0,-2 1 0 0,2-1 0 0,0 0 0 16,-4 2 0-16,4-1 0 0,0-1 0 0,0 0 2 0,0 0-1 15,-1 3 2-15,1-1-1 0,0-2-2 0,-4 1 0 0,4-1 0 0,-4 2 1 16,4-1 1-16,0-1-1 0,-1 1-1 0,-3 1 0 0,4 0 0 15,0-1 1-15,0-1-1 0,-2 2 0 0,2-2 0 0,-3 0 0 0,3 0 0 16,0 1 0-16,0-1 0 0,-4 2 0 0,4-2-1 0,0 0-1 0,0 0 1 16,0 0-1-16,0 0 1 0,0 0-1 0,0 0 1 0,0 0-2 0,0 0-2 15,0 0 2-15,0 0 2 0,0 0-2 0,0 0 1 0,0 1-1 0,0-1 0 16,0 0 0-16,0 0 0 0,0 0 0 0,0 0 0 0,0 0 0 0,0 0 0 16,0 0 0-16,0 0 2 0,0 0-1 0,0 0 1 0,0 0-2 0,-2 2 0 15,2-2 1-15,0 0-1 0,-3 1 2 0,3-1-2 0,-4 2 1 0,4-1-2 16,-2 0 2-16,2 1 1 0,-4 0-1 0,4-1-2 0,-1 1 1 0,-3 1 1 15,4-2 1-15,-4 1-1 0,3-1-1 0,-3 1 2 0,4-1-2 16,-5 1 0-16,5 0 1 0,-4 2 1 0,2-1-1 0,-1-2 1 0,1 1 1 16,-2 1 0-16,0 0 1 0,4-2-1 0,-1 0 0 0,-3 3 0 15,4-3 2-15,-4 1-2 0,3-1 1 0,1 2-1 0,-4-1 2 0,2-1-1 16,-1 2 2-16,3-2 0 0,-6 3 0 0,6-3 1 0,-3 2-1 0,1 0 0 16,-2-1 2-16,0 1 1 0,3-1 1 0,-3 2 4 0,-1-1-1 0,1 0 2 15,-1 1 2-15,-1-1-1 0,3 1 2 0,-3 0 0 0,1 0 3 0,-1 1 0 16,-1-1 1-16,2 1 2 0,-4-1 1 0,0 1-1 0,3-1 0 0,-3 2 3 15,4 0 3-15,-4 0 0 0,-2-1 1 0,5 1 1 0,-3 0-1 0,0-1-3 16,0 0 1-16,0 1-2 0,4 0 0 0,-4-1 1 0,3 1 0 0,-3 0-1 16,0 0-1-16,4 0-2 0,-4-2-1 0,3 2-2 0,1 0 0 0,-1-1 2 15,-1-1-2-15,2 0 1 0,-1 1 0 0,1-2-2 0,1 2-4 16,-1-1 1-16,-1-3-1 0,3 4 2 0,-3-2-1 0,3 0-4 0,-3 0-1 16,3-1-2-16,-3 0 1 0,3 2-4 0,1-3 1 0,-2 1-1 0,2 1 1 15,-1-3-2-15,3 1 0 0,-4 1-2 0,2-1-1 0,2-1-1 0,-3 2-1 16,1 0 2-16,-2 0 0 0,1 0-1 0,1-1-1 0,-2 2 1 15,2 0-1-15,-1-1-1 0,-1 1 0 0,2-2 2 0,-1 2-1 0,-1-3 1 16,4 1-1-16,-2 1-1 0,2-2-1 0,0 0-1 0,0 2 1 0,0-2 2 16,0 0-1-16,0 0-1 0,0 0-1 0,-3 1 1 0,3-1-2 0,0 0 1 15,0 0 1-15,0 2-1 0,0-2 2 0,0 0-1 0,0 0 1 0,0 0 0 16,0 0-2-16,0 0 1 0,0 0-1 0,0 0 1 0,0 1-1 0,0-1 1 16,0 0-1-16,0 0-1 0,0 0 0 0,0 0-1 0,0 0-1 0,0 0-1 15,0 0-1-15,0 0-1 0,0 0 1 0,0 0-4 0,0 0 2 0,0 0 2 16,0 0-1-16,0 0 0 0,0 0 0 0,0 0 1 0,0 0 1 0,0 0 0 15,0 0 1-15,0 0 2 0,0 0 0 0,0 0 2 0,0 0-1 16,0 0 1-16,0 0 1 0,0 0-2 0,0 0 1 0,0 0-1 16,0 0 1-16,0 0-1 0,0 0-1 0,0 0 0 0,0 0 0 0,0 0 0 15,0 0 0-15,0 0 0 0,0 0 0 0,0 0 2 0,0 0-2 0,0 0 0 16,0 0 0-16,0 0 0 0,0 0 1 0,0 0 1 0,0 0-1 0,0 0 1 16,0 0-1-16,0 0 1 0,0 0 1 0,0 0-2 0,0 0 2 0,0 0-1 15,0 0 1-15,0 0 0 0,0 0 1 0,0 0 1 0,0 0-2 0,0 0 0 16,0 0 1-16,0 0-1 0,0 0 2 0,0 0-1 0,0 0-1 0,0 0 0 15,0 0 0-15,0 0 0 0,0 3 0 0,0-3 0 0,0 0-1 0,0 0-1 16,-2 2 1-16,2-2 1 0,0 0 1 0,-4 1 1 0,4-1-2 16,0 0-2-16,0 2 4 0,0-2-2 0,0 1 1 0,0-1 1 0,-3 3-4 0,3-1 1 15,0-2-1-15,-2 1 4 0,2 1-1 0,-4-1 1 0,4-1-2 16,0 2-2-16,0-1 4 0,0-1-1 0,-1 3 1 0,1-3-1 16,-4 0-1-16,4 2 2 0,0-1-1 0,-4 0 2 0,2 1 2 0,-1 0-2 0,3 1 0 15,-6 0 1-15,6-2 1 0,-3 4 1 0,-3-3 0 0,6 3-2 0,-5-2 2 16,1 0-1-16,3 2-1 0,-3-1 1 0,-2-1 1 0,3 2-2 15,-3-2 2-15,3 1 0 0,-3-1 1 0,3 2 1 0,-3-2-1 0,1 1 1 16,1-1-1-16,3 1-1 0,-5 1 0 0,2-2 3 0,-1 2-1 0,1-2-1 16,-1-1 2-16,1 3 2 0,-1-2 1 0,0 0 1 0,1 2-1 0,-2-2 3 15,3 0-2-15,-3 0 1 0,1 0 2 0,1 0 4 0,-1-2-1 0,0 2 1 16,1 0 2-16,-2-2 0 0,1 3-1 0,1-1 0 0,-1-2-1 16,0 2-4-16,-3-1 1 0,3-1-3 0,0 1-2 0,-1-1-1 0,2 0-2 15,-1 1-3-15,1-2-2 0,-1 2 2 0,0-2-1 0,-1 0-2 0,3 0-2 0,-3 0-1 16,2 1-1-16,-1-1 1 0,0 0 0 0,1 0 0 0,-1 0 0 15,1 0-2-15,2 2 2 0,-3-2 0 0,1 0-1 0,1 0-1 0,3 0 1 16,-6 0 1-16,6 0-2 0,-4 0 1 0,3 0-1 0,1 0 1 16,-4 0-1-16,2 0 4 0,2 0-1 0,-3 0 1 0,3 0-1 0,-4 0-1 15,2 0-1-15,-1 0-2 0,1 0 0 0,2 0 1 0,-4-2 1 0,1 2-1 16,3 0 4-16,-2 0-2 0,-2 0-2 0,0 0 1 0,3 0-2 0,-3 0 0 16,4 0 0-16,-5-1 1 0,1 1 4 0,2 0-1 0,-1 0 1 0,1 0-2 15,-2 0-2-15,1 0 2 0,1 0-1 0,-2 0-1 0,2 0 1 0,2 0 1 16,-3 0-2-16,3 0 2 0,-4 0-1 0,2 0 1 0,-1 0-2 0,-1 0 1 15,4 0-1-15,-2 0 1 0,2 0 1 0,-3 0-2 0,3 0 2 16,-2 0-1-16,2 0 1 0,-4 0-2 0,4 0 2 0,0 0-1 16,-3 0 1-16,3 0 1 0,0 0-1 0,0 0 0 0,-2 0 0 0,2 0 0 15,0 0-1-15,0 0 1 0,0 0 0 0,-4 0 0 0,4 0 1 0,0 0-2 16,0 0 1-16,0 0 0 0,0 0-2 0,0 0 2 0,0 0 0 0,0 0 2 16,0 0-2-16,0 0 0 0,0 0 0 0,0 0 1 0,-2 0-1 0,2 0-1 15,0 0 1-15,0 0 0 0,0 0 0 0,0 0 1 0,0 0-2 0,0 0-1 16,0 0 1-16,0 0 1 0,0 0 0 0,-3 1-2 0,3-1 2 0,0 0-1 15,0 0-1-15,0 0 2 0,0 0 0 0,0 0 2 0,0 0-1 0,0 0-1 16,0 0 0-16,0 0 0 0,0 0 0 0,0 0-1 0,0 0 1 0,0 0-2 16,0 0 2-16,0 0 0 0,0 0 0 0,-4 0-1 0,4 0-2 0,0 0 2 15,0 0-2-15,0 0 1 0,0 0 1 0,0 0-1 0,0 0 1 16,0 0-1-16,0 0 1 0,-2 2-1 0,2-2 1 0,0 0-1 0,0 0 1 16,0 0-1-16,-3 0 1 0,3 0-2 0,0 0 0 0,0 0 1 0,0 1 1 15,0-1-2-15,-4 0 1 0,4 0 1 0,0 0-1 0,0 0 1 16,0 0-1-16,-2 2 1 0,2-2 1 0,0 0 0 0,0 0 0 0,0 0 0 15,0 0-2-15,0 0 1 0,0 0-1 0,0 0 1 0,0 0 1 0,0 0 0 16,0 0 0-16,-3 0-2 0,3 0 2 0,0 0 0 0,0 0-1 0,0 0-1 16,0 0 2-16,0 0 0 0,0 0 0 0,0 0 2 0,0 0-1 0,0 0-1 15,0 0 0-15,0 0-1 0,0 0-1 0,0 0 4 0,0 0-2 0,0 0 0 16,0 0-2-16,0 0 2 0,0 0 0 0,0 0 0 0,0 0 0 0,0-2-1 16,0 2 1-16,0 0 0 0,0-3 1 0,0 3 2 0,-2-1-1 0,2 1-1 15,0-4 1-15,0 4-2 0,0-1 1 0,-4-2 1 0,4 0-1 0,0 0-1 16,0 0 2-16,0-2-1 0,-3 1 1 0,3-2-4 0,-2 0 2 15,2-1-1-15,0-1 1 0,-4 0 0 0,4 0 0 0,0 0 0 0,-2-1 0 16,2 2 1-16,-3-1-2 0,3-1 1 0,-4 2-2 0,4-2 2 16,-2-1 0-16,-1 3 0 0,1-4 0 0,-2 3-1 0,4-2-1 0,-3 0 4 15,3 0-2-15,-2-1 0 0,-2-1 0 0,4 2-2 0,-3-2 2 0,1 1 0 16,2-1 2-16,-4 0-1 0,4 0-1 0,-2 0 0 0,-1 0-1 0,3-2 2 16,-4 3-1-16,2-1-1 0,2 1-1 0,-3-1-1 0,3 1 0 0,-2 1 0 15,-2 1 0-15,4 0 2 0,0 0-1 0,-3 3-1 0,3 0 2 0,-2 0-1 16,2 3 1-16,0-1-1 0,-4 1 1 0,4 1-1 0,0 2 1 0,0 0 1 15,0 0 1-15,0 0 1 0,0 0-4 0,0 0 1 0,0 0-1 0,0 0 1 16,0 0 1-16,0 0 0 0,0 0 0 0,0 0-2 0,0 0 1 0,0 0-1 16,0 0 1-16,0 0-1 0,0-1-1 0,0 1 0 0,0 0-3 15,-5 0 0-15,5 0-1 0,-4 0-2 0,2 0-4 0,-1 0-1 0,-1 0 1 16,2 1-2-16,-1 1 0 0,-3-1 1 0,3-1-1 0,1 2 0 16,-4-1-1-16,3 1-2 0,-1-1 3 0,-1 2 2 0,-1-1-1 0,3 1 2 15,-3 0 0-15,3-2 0 0,-3 2 2 0,4 0 1 0,-5-1-2 0,2 0-1 16,3 2-1-16,-5-1 4 0,1 1 0 0,1-1 2 0,-1 1-1 0,-1 0 1 15,2 0-1-15,-1 1 1 0,1-1 1 0,-2 1 1 0,1-1 1 0,1 1-1 16,1-1 2-16,-1-1 0 0,3 2 2 0,-2-2-1 0,1 0 1 0,-3 0 1 16,5-2-2-16,-3 2 2 0,4-2-1 0,-4 1 1 0,4 0-2 0,-5-2 1 15,5 1-1-15,-4 1 1 0,2-1-1 0,-1 2 1 0,1-1-1 0,-2-1 1 16,1 2-2-16,1-2 1 0,2 1 1 0,-4 0-1 0,3 1 2 0,-3-2-1 16,4 1-1-16,0-2 2 0,0 1 0 0,-4-1 2 0,4 0-2 15,0 3 0-15,0-3-2 0,-1 0 2 0,1 0 0 0,-4 3 0 16,4-3 0-16,-4 1-1 0,2 3-1 0,2-3 2 0,0 1 0 0,-3-2 2 15,3 1-1-15,-2 1-2 0,2-2 1 0,-4 1 0 0,4-1 1 0,0 2-1 16,0-2 0-16,0 0-1 0,0 1 1 0,0-1 1 0,0 0-1 0,0 0 2 16,-3 0-2-16,3 0-2 0,-2 2 2 0,2-2 2 0,0 1-2 0,0-1 0 15,-4 1 1-15,4-1-1 0,0 0 0 0,0 0 2 0,-1 2-1 0,1-2-1 16,0 0 2-16,-4 2-2 0,4-2 1 0,0 0 1 0,0 0-1 0,0 0-2 16,0 0 1-16,0 0 1 0,-4 1-1 0,4-1 0 0,0 0 2 0,0 2-1 15,0-2-2-15,0 0-2 0,0 0 0 0,-1 1 1 0,1-1 1 0,0 0-1 16,0 0 2-16,-4 2 2 0,4-2-2 0,0 0 0 0,0 0 0 15,0 0 0-15,0 0-2 0,0 0 1 0,0 0 2 0,-2 1 2 0,-2 1 0 16,4-2-1-16,-3 0-2 0,3 1 0 0,0-1 0 0,-2 2 1 16,2-2-1-16,-4 1-1 0,4 1 1 0,0-2-2 0,0 0 2 0,0 1 0 15,0-1 0-15,0 0 2 0,0 0-2 0,0 0 1 0,0 0-1 0,0 0 0 16,0 0 0-16,0 0-1 0,-3 0 1 0,3 0 0 0,0 0 0 0,-2 1 1 16,2 1-1-16,0-2 2 0,-4 2-2 0,3-1 0 0,-3 1-2 0,4-2 1 15,0 0 1-15,-4 1 0 0,3 1 0 0,1-2 0 0,0 1 0 0,-4-1 0 16,4 0 0-16,0 3 0 0,0-3 0 0,-2 0-2 0,2 0 2 0,-4 2 0 15,4-2 0-15,-3 1 2 0,3-1-2 0,0 0-2 0,-2 1 2 0,2-1 0 16,-4 2 0-16,4-2 0 0,0 0 2 0,0 0-2 0,0 0 0 0,0 0 1 16,0 0 1-16,0 2-2 0,0-2 0 0,0 0 0 0,-1 1 0 15,1-1 1-15,0 0-1 0,-4 0 0 0,4 0 3 0,-4 2 6 0,4-2-1 16,0 0-5-16,0 0-2 0,0 0-1 0,-5 0-1 0,5 0 1 0,0 0-2 16,0 0 1-16,0 0-1 0,0 0 2 0,0 0 2 0,-5 1-1 15,5-1-4-15,0 0-4 0,0 0-1 0,0 0 4 0,0 0 2 0,0 0 1 16,0 0 2-16,0 0-1 0,0 0 2 0,0 0-1 0,0 0 1 0,-4 0-4 15,4 0 1-15,0 0-2 0,0 0 1 0,-2 0 1 0,2 0 1 0,0 0 1 16,-3 2-1-16,3-2-1 0,0 0 1 0,0 0-2 0,0 0 2 0,0 0 2 16,0 0-2-16,0 0-2 0,-6 0 4 0,6 0-1 0,0 0 1 0,0 0-2 15,0 0-2-15,0 0 2 0,0 0 0 0,0 0 3 0,-4 1-1 0,3 1-2 16,1-1-2-16,0-1 2 0,0 0-1 0,-4 0 1 0,4 0-2 0,0 0 1 16,-4 2-2-16,4-2-5 0,0 0 2 0,0 0 3 0,0 0-1 0,0 0 1 15,0 0 2-15,0 0-1 0,0 0 2 0,-5 1 0 0,5-1 0 0,0 0 0 16,0 0 0-16,0 0-1 0,0 0 4 0,0 0 5 0,0 0-2 15,0 0-1-15,0 0-4 0,0 0 1 0,-4 0-2 0,4 0 0 0,0 0 0 16,0 0 0-16,0 0 0 0,-1 0-2 0,1 0 1 0,0 0 1 0,0 0-2 16,0 0 4-16,0 0-4 0,0 0 1 0,0 0 1 0,0 0 0 15,0 0 0-15,0 0-2 0,0 0 2 0,0 0-1 0,0 0 1 0,0 0 1 16,0 0 1-16,0 1-1 0,0-1-1 0,0 0 0 0,0 0 0 0,-4 2 0 16,4-2 0-16,0 0 2 0,0 0-2 0,-2 2 0 0,2-2-2 0,0 0-2 15,0 0 1-15,0 0 1 0,0 0 0 0,0 0 2 0,-3 0 0 0,3 0 0 16,0 0 0-16,0 0 0 0,0 0-2 0,0 0 1 0,0 0 1 0,0 0 0 15,0 0 1-15,0 0 5 0,0 0-2 0,0 0-2 0,0 0-1 0,-4 0-1 16,4 0 0-16,0 0 0 0,0 0 0 0,-2 1 0 0,2-1 0 0,0 0 0 16,0 0 0-16,0 2 0 0,0-2 0 0,0 0-1 0,0 0-1 15,-4 0 2-15,4 0 0 0,0 0 0 0,0 0 0 0,0 1-1 16,0-1 1-16,0 0 0 0,-5 2 0 0,5-2 1 0,0 0-1 0,0 0 0 0,0 0 0 16,0 0 0-16,0 0 0 0,-4 0 0 0,4 0 0 0,0 0 0 15,0 0 0-15,0 0-1 0,-1 1 1 0,1-1-2 0,-4 2 1 0,4-2-1 16,0 0-3-16,0 1-1 0,0-1-2 0,0 0-2 0,0 0-1 0,0 0 1 15,0 0-1-15,0 0 1 0,-2 2-1 0,2-2 1 0,0 0-1 0,0 0 2 16,-3 1 0-16,3-1-1 0,0 1 3 0,0-1 2 0,-4 2 2 0,4-2 2 16,0 2-1-16,-2-2 2 0,2 0 0 0,-3 1-1 0,3 1 1 0,0-2-2 15,-4 1 2-15,2 1-1 0,-1-1 1 0,3-1-2 0,0 0 2 0,-6 2-1 16,6-1 1-16,-4 1-2 0,3-1 4 0,-3 1 1 0,2-1 0 0,-1 0-2 16,3 1 1-16,-4 0-1 0,2 1-1 0,-1-2 2 0,-1 1-1 15,2-1-1-15,-1 2 2 0,-3 0-1 0,1-2 1 0,1 3-2 0,-1-1 0 16,1 1-2-16,-1-1 4 0,-1 1 2 0,3 0 1 0,-3-1-1 15,2 0-1-15,-1 0 0 0,0 0 1 0,1-1 1 0,2 2 1 0,-3-1-2 16,1 0 2-16,1-2-1 0,-3 2-1 0,4 0 1 0,-1 0-4 0,-1 0-2 16,2-1 2-16,-1 1 2 0,-3 0 0 0,3-2-1 0,1 2-4 0,-2 0 1 15,1-2-1-15,1 3-1 0,-2-1 0 0,2-2 2 0,-1 2-1 0,3-1 1 16,-4-1-1-16,4 2 2 0,-2-2-1 0,-1 1-4 0,3 0 1 0,-4 1 1 16,2-2-2-16,2 1 2 0,-3-1 0 0,3 1 2 0,0-1-1 0,-2 1-1 15,-2-1-1-15,4-1 1 0,0 1-1 0,0-1-1 0,0 4 2 0,-3-3 3 16,1 1 0-16,2-1-1 0,-4 1 1 0,4-1 0 0,-2 1 0 0,-1-1-2 15,3 2 1-15,-4 0-1 0,4-1-1 0,-2 1 0 0,-1 0 2 16,3-2-1-16,-2 1 1 0,2-1-1 0,-4 1 1 0,4-2-1 16,0 3 1-16,0-3-1 0,0 1-1 0,0-1 0 0,0 0 0 0,-3 1 3 15,3 1 0-15,-2 1-1 0,2-3 1 0,0 2-2 0,-4-1 1 0,4-1 1 16,0 3-2-16,0-3 1 0,0 2-1 0,0-2 2 0,0 0-1 0,-3 1 2 16,3-1-4-16,0 0-1 0,0 0-2 0,0 0 0 0,0 0 0 0,0 0-2 15,0 0 1-15,0 0-1 0,0 0 1 0,0 0-1 0,0 0 1 0,0 0-2 16,0 0 2-16,0 0-1 0,0 0 2 0,0 0 3 0,0 0 0 0,0 3 2 15,0-3-1-15,0 0 1 0,0 0-1 0,0 0 2 0,0 0-1 0,0 0-1 16,0 0 2-16,0 0 2 0,0 0-2 0,0 0 0 0,0 0-2 0,0 0 1 16,0 0-1-16,0 0 2 0,0 0 0 0,0 0 0 0,0 0 0 15,0 0 0-15,0 0-1 0,0 0-1 0,0 0 1 0,0 0 1 0,0 0-2 16,0 0 1-16,0 0 1 0,0 0 0 0,0 0 1 0,0 0-2 0,0 0 1 16,0 0-2-16,0 0 2 0,0 0 0 0,0 0 2 0,0 0-2 0,0 0 0 15,0 0 0-15,0 0 0 0,0 0 1 0,0 0-1 0,0 0 0 16,0 0 0-16,0 0 0 0,0 0 0 0,0 0 0 0,0 0 0 0,0 0 0 15,0 0 0-15,0 0 2 0,0 0-2 0,0 0 0 0,0 0 0 0,0 0 0 16,0 0 0-16,0 0-2 0,0 0 4 0,0 0 2 0,0 0 1 0,0 0-2 16,0 0-2-16,0 0-1 0,0 0-1 0,0 0 1 0,0 0 1 0,0 0-1 15,0 0 2-15,0 0-4 0,0 0 2 0,0 0 2 0,0 0-4 0,0 0-1 16,0 0 0-16,0 0 0 0,0 0 2 0,0 0 2 0,0 0-1 0,0 0 0 16,0 0 0-16,0 0 0 0,0 0 0 0,0 0 0 0,0 0 0 0,0 0-1 15,0 0 1-15,0 0 0 0,0 0 0 0,0 0 0 0,0 0 1 0,0 0 1 16,0 0-2-16,0 0 0 0,0 0 0 0,0 0 0 0,0 0 0 15,0 0 0-15,0 0 0 0,0 0 1 0,0 0-1 0,0 0 0 0,0 0-1 16,0 0 1-16,0 0 0 0,0 0-2 0,0 0 2 0,0 0 2 0,0 0-1 16,0 0 1-16,0 0-2 0,0 0 1 0,0 0-1 0,0 0 0 15,0 0 0-15,0 0 2 0,0 0-2 0,0 0-2 0,0 0 2 0,3-1 2 16,-3 1-2-16,0 0 0 0,0 0-2 0,0 0 2 0,0 0-1 0,0-2 1 16,0 2 0-16,0 0 0 0,0 0 0 0,0 0 0 0,0 0 1 0,0 0 1 15,0 0-2-15,0 0-2 0,0 0 2 0,0 0 0 0,0 0 2 0,0 0-1 16,0 0 1-16,0 0-2 0,0 0 0 0,0 0 0 0,0 0 0 0,0 0 0 15,0 0 0-15,0 0 1 0,0 0-1 0,0 0 0 0,0 0 0 0,0 0 0 16,0 0 0-16,0 0 0 0,0 0 0 0,0 0 0 0,0 0 3 0,0 0 3 16,0 0-1-16,0 0-2 0,0 0-2 0,0 0 1 0,0 0-2 15,0 0 0-15,0 0 0 0,0 0 1 0,0 0-1 0,0 0-1 0,0 0 1 16,0 0 1-16,0 0-2 0,0 0-4 0,0 0 1 0,0 0 2 16,0 0 1-16,0 0-1 0,0 0 4 0,0 0-1 0,0 0-1 0,0 0 0 15,0-1 0-15,0 1 2 0,0 0-2 0,0 0 0 0,0 0-2 0,0 0 1 16,0 0 1-16,0 0 0 0,0 0 1 0,0 0-1 0,0 0-1 0,0 0 1 15,0 0 0-15,0 0 0 0,0 0 0 0,0 0 0 0,0 0 0 0,0 0 1 16,0 0 1-16,0 0-2 0,0 0 0 0,0 0 0 0,0 0-2 0,0 0 2 16,0 0 0-16,0 0 0 0,0 0 0 0,0 0 0 0,0 0 0 0,0 0 0 15,0 0-1-15,0 0-1 0,0 0 1 0,0 0 1 0,0 0 0 0,0 0 0 16,0 0 0-16,0 0 0 0,0 0 0 0,0 0 0 0,0 0 0 0,0 0 0 16,0 0 0-16,0 0-2 0,0 0 2 0,0 0 0 0,0 0 0 15,0 0 0-15,0 0 0 0,0 0-1 0,0 0 1 0,0 0 0 16,0 0 0-16,0 0 0 0,0 0 1 0,0 0-1 0,0 0 0 0,0 0 0 15,0 0 2-15,0 0-1 0,0 0 1 0,0 0-4 0,0 0 4 0,0 0-2 16,0 0 0-16,0 0 0 0,0 0 0 0,0 0 0 0,0 0 0 0,0 0 0 16,0 0 0-16,0 0 0 0,0 0-2 0,0 0 1 0,0 0-1 0,0 0 2 15,0 0 0-15,0 0 0 0,0 0-1 0,0 0 1 0,0 0-2 0,0 0 1 16,0 0 1-16,0 0 0 0,0 0 0 0,0 0 0 0,0 0 0 0,0 0 1 16,0 0-1-16,0 0 2 0,0 0-2 0,0 0-2 0,0 0 1 0,0 0 2 15,0 0-1-15,0 0 0 0,0 0 0 0,0 0 0 0,0 0 0 0,0 0 0 16,0 0 0-16,0 0 0 0,0 0 0 0,0 0 0 0,0 0 0 15,0 0 2-15,0 0-2 0,0 0 1 0,0 0-1 0,0 0 0 0,0 0 0 16,0 0-1-16,0 0-1 0,0 0 1 0,0 0-1 0,0 0 1 0,0 0-1 16,0 0 2-16,0 0 0 0,0 0 0 0,0 0-1 0,0 0-1 15,0 0 2-15,0 0 0 0,0 0 0 0,0 0 0 0,0 0-1 0,0 0-1 16,0 0 1-16,0 0-2 0,0 0 0 0,0 0 0 0,0 0-2 0,0 0 1 16,0 0-1-16,0 0 1 0,0 0-2 0,0 0 0 0,0 0 0 0,0 0 1 15,0 0-1-15,0 0 0 0,0 0 0 0,0 0 2 0,0 0-2 0,0 0-1 16,0 0-1-16,0 0 2 0,0 0-1 0,0 0-1 0,0 0 1 0,0 0-2 15,0 0 0-15,0 0-2 0,0 0 2 0,0 0-1 0,0 0 1 0,0 0-2 16,0 0 1-16,0 0-2 0,0 0 2 0,0 0-2 0,0 0 1 0,0 0-1 16,0 0 0-16,0 0-1 0,0 0-1 0,0 0-2 0,0 0-1 0,0 0-3 15,0 0-1-15,0 0-2 0,0 0-2 0,0 0-4 0,0 0-3 0,0 0-3 16,0 0-4-16,0 0-2 0,0 0-3 0,0 0-1 0,0 0-2 16,0 0 0-16,0 0 0 0,0 0 0 0,6 0 2 0,-6 0-1 0,0 0 4 15,0 0 2-15,0 0 1 0,0 0 5 0,3 0 2 0,1 0 4 16,-4 0 3-16,2 1 4 0,1-1 0 0,-3 0 1 0,2 0 2 0,-2 2 2 15,0-2 0-15,4 0 2 0,-1 1 1 0,-3-1-1 0,2 0 2 0,-2 1 2 16,4-1 1-16,-4 0-2 0,2 2 1 0,1 0-3 0,1-1 1 0,-2 1 0 16,-2-2-2-16,3 1-1 0,-1 1-1 0,2-1-5 0,-1 1-2 0,-1-1-5 15,2-1-2-15,-4 2-3 0,5-1-2 0,-5 0-1 0,4 1 0 0,1 0-3 16,-1-2-1-16,-2 1-2 0,1 1-6 0,3 1-1 0,-3-2-2 0,3 1-3 16,-3-1 0-16,-1 2-2 0,4-1-1 0,-3-1 0 0,3 1-3 0,-3-1-7 15,-1 1-10-15,2 1-9 0,1-2-17 0,-1 1-16 0,-3-1-27 16,-1-1-31-16,4 3-12 0,2 0-3 0,-6-3 0 0,3 1 2 0,-3-1 6 0,0 4 3 15,0-4 5-15,6 3 10 0,-6-3 11 0,3 4 14 0,-1-2 19 16</inkml:trace>
  <inkml:trace contextRef="#ctx0" brushRef="#br0" timeOffset="187713.23">25843 8535 250 0,'-2'-2'384'0,"-1"1"57"0,3-2 33 0,0 3 17 0,0 0 14 0,0-2 19 0,0 2 18 16,0 0 26-16,0 0 31 0,0 0 33 0,0 0 35 0,0 0-43 0,0 0-73 15,0 0-101-15,0 0-112 0,0 0-54 0,0 0-31 0,0 0-18 0,0 0-11 16,3 0-13-16,-3 0-16 0,0 0-23 0,2-1-25 0,-2 1-26 16,4 0-28-16,-1 0-17 0,-1 0-12 0,2 0-4 0,-2 0 3 0,1 0 2 15,3 1 4-15,-3-1 3 0,3 2 4 0,-3-1 2 0,3 1 1 16,-1-2-2-16,1 3-5 0,1-2-3 0,-5 1-4 0,3 0 0 0,2 0-2 16,-1 0-5-16,-1-1-7 0,1 2-4 0,1-1-8 0,-5 1-3 0,3 0-3 15,-1-2-3-15,1 0-3 0,-1 1-3 0,-2 1-2 0,1 0 1 0,3 0-2 16,-3-1 0-16,-1 1-2 0,2-2-1 0,-4 0-1 0,3 3-1 0,-1-3 5 15,2 2-1-15,-1 0-2 0,-3 0-2 0,0 0-1 0,2 2 2 0,-2-2-1 16,0 1-1-16,0-1-1 0,4 2-2 0,-4-1 0 0,0-1-3 0,0 2-2 16,0-2 1-16,0 1-2 0,0-1-2 0,0 0-5 0,0-1-7 0,0 1-8 15,0 0-14-15,0-3-15 0,-4 1-24 0,4-1-29 0,0 3-56 0,0-3-73 16,0 0-74-16,0 0-74 0,0 0-66 0,0 1-60 0,0-1-57 0,0 0-57 16,0 0-73-16,0 0-80 0,0 0-28 0,-2-2-3 0,2-3 15 0,-3 1 25 15,-1-1 55-15,4 1 70 0,0-2 75 0,0 1 75 0,0-2 64 16,0 1 60-16,0 0 61 0,0 1 59 0</inkml:trace>
  <inkml:trace contextRef="#ctx0" brushRef="#br0" timeOffset="187877.02">26031 8494 190 0,'0'-1'340'0,"0"1"41"0,0-2 30 0,0 2 26 0,0 0 34 0,0 0 34 16,0 0 41-16,0 0 43 0,0 0 50 0,0 3 54 0,-3 0 23 0,-1 1 9 16,-1 1-88-16,1 0-136 0,-1 1-69 0,-1 1-40 0,-3-1-28 0,4 2-26 15,-4-1-37-15,0 1-39 0,0-1-60 0,3 1-63 0,-3-1-106 0,2 1-123 16,0-2-107-16,-2 1-103 0,3-1-93 0,1 2-92 0,-1-3-102 0,3 2-102 15,-3-1-47-15,1-3-20 0,1 1-9 0,1 1 0 0,-3-1 16 0,4-1 22 16,2-3 56-16,-3 2 67 0,3-2 78 0,0 0 80 0,0 0 80 16,0 0 86-16</inkml:trace>
  <inkml:trace contextRef="#ctx0" brushRef="#br0" timeOffset="193204.04">10881 12491 67 0,'0'-2'307'0,"0"-3"89"0,-3 2 48 0,3 2 31 16,0-2 30-16,0 3 31 0,0 0 41 0,0-4 44 0,0 3 44 0,0-2 36 15,3-1 28-15,-3 1 18 0,0 0-70 0,6-3-113 0,-3 3-90 0,-1-3-79 16,2 1-43-16,1-1-26 0,-1 0-26 0,1 2-28 0,1-3-38 0,-3 3-39 15,3-2-41-15,3 2-37 0,-4-2-21 0,1 1-21 0,1 1-11 0,-2 1-7 16,1-2-7-16,-1 2-8 0,4 0-2 0,-3 2-2 0,1-1-2 0,-2 1-2 16,1-1-1-16,-1 2 0 0,-1-1 0 0,1 1-1 0,1 0 1 0,-3 1 0 15,3-1 3-15,-1 2 0 0,-1-1 0 0,-1 1 0 0,3-1 1 16,-4 2 2-16,5-1 2 0,-2 0 1 0,1 3 3 0,-1 0 1 0,4 1 2 16,-3 0-1-16,3 0-2 0,-4 2-2 0,4 2-1 0,-2-1-1 0,1 1-4 15,1 4-2-15,-4-2-2 0,4 0 0 0,-5 1 0 0,5 1-2 0,-4-1-2 16,1 1-7-16,-1-3-1 0,2 3-1 0,-1-3-1 0,-1 0 1 0,-1 0-5 15,1-1-3-15,-1 1 2 0,-2-2 1 0,3 0-3 0,-5 0-5 16,4-1-1-16,-1 0-4 0,-3-1-7 0,2 0-10 0,-2-1-9 0,0 2-11 16,0-4-11-16,0 1-13 0,0 1-11 0,0-3-14 0,0 1-14 0,-2-2-14 15,2 1-25-15,-3-1-26 0,3 0-52 0,-4 1-61 0,4 0-57 0,-5-1-56 16,5 1-43-16,-6 0-38 0,2-1-33 0,-1 0-31 0,1 1-34 0,3-1-35 16,-5-1-62-16,-1 1-71 0,2-2-14 0,-1 0 7 0,2-2 46 0,-1 1 56 15,0 1 65-15,1-3 62 0,-1-1 52 0,-1 3 50 0,1-2 43 0,-2 0 40 16,5-1 51-16,-2-1 46 0</inkml:trace>
  <inkml:trace contextRef="#ctx0" brushRef="#br0" timeOffset="193861.27">11059 12523 75 0,'0'-1'380'0,"0"1"189"0,-6 0 95 0,6 0 51 0,0 0 30 0,0 0 19 0,0 0 14 0,0 0 8 0,0 0 9 0,0 0 5 16,4-3 7-16,-2 1 7 0,-2 1-84 0,3-2-120 0,1-2-166 0,1 2-183 15,1-3-89-15,-1-2-50 0,1 0-29 0,3-3-18 0,0 1-12 0,3-4-11 16,-1 1-7-16,-2-1-6 0,2-1-7 0,3 0-5 0,-4 0-6 0,2 2-6 16,-5-2-2-16,6 3-2 0,-4-2-4 0,-3 4-2 0,3 1-1 0,-4-2 1 15,0 5 1-15,-1 0 3 0,-4 0 3 0,5 3 1 0,-5 0 1 0,0 3 1 16,0 0 0-16,0 0 0 0,0 0 0 0,0 5 0 0,-3 1 0 0,1 1 0 15,2 2 0-15,-4 1 0 0,3 4-2 0,-3 1-2 0,0 2-5 16,3 2-2-16,-3-1-1 0,-1 3-1 0,1-1-1 0,4-1-2 0,-5-1 1 16,5-1-2-16,-2-2 2 0,-2 0 0 0,4-3-1 0,0-2-2 15,4-1-2-15,-2-1-4 0,1-2 2 0,-1-2 1 0,2-1 1 0,1 0 1 16,0-1 2-16,3-2 4 0,-3 0-4 0,0-4-2 0,5 2-2 0,0-4-5 16,-1 0-2-16,0-3-4 0,1 0 1 0,0-3 1 0,3-2-2 0,-2 1-5 15,2-2-5-15,-4-2-3 0,1-1-5 0,-1 2-2 0,2-1 1 0,-2-1 0 16,0 2 4-16,-3-1 2 0,-1 1 5 0,4-1 2 0,-5 2 4 0,1 0 2 15,-1 0 4-15,-2 0 1 0,1 2 3 0,1-1 4 0,-2 1 2 0,-2 2 2 16,0-1 1-16,0 2 4 0,0-1 2 0,0 2 5 0,0 2 2 0,0-1 2 16,-2 2 2-16,-2 0 2 0,4 2 2 0,0 1 2 0,0-1 1 0,-3 2 1 15,3 2 2-15,0 0 0 0,0 0 0 0,0 0-1 0,0 2-2 16,0 3-3-16,0 1 0 0,0 3 1 0,0 2-1 0,0 1 2 0,3 3-2 16,-3 3-3-16,0 1 1 0,4 2 1 0,-2 2 1 0,-2 1 6 0,0-1 0 15,5 2 1-15,-5 0 2 0,4 0-1 0,-4 1 1 0,3-2 0 0,-1 0 1 16,-2 0 1-16,4-1 1 0,-4-1 3 0,0 1 3 0,0-3 6 0,0 1 3 15,0 1 6-15,0-3 4 0,-4-1 5 0,4 2 6 0,-2-4 8 16,-1 0 3-16,-1 1 5 0,-1-2 7 0,-1 0 2 0,1-1 4 0,-2-1 6 16,1-1-4-16,1 0-3 0,-4 0-7 0,3-1-9 0,-3-2-4 0,4 1-9 15,-4-1-7-15,0-1-7 0,0-1-8 0,-2 1-7 0,2-1-11 0,0-1-11 16,-2-2-23-16,2 3-26 0,-2-3-26 0,-2-1-30 0,3-1-23 0,-3 0-27 16,4 0-23-16,-2-2-21 0,-2-2-42 0,3 0-53 0,1 0-89 0,-1-4-108 15,0 2-84-15,4-2-77 0,-1 0-72 0,2-3-71 0,-1 0-48 0,2-4-39 16,-1 2-3-16,5-3 10 0,0 1 14 0,0 1 19 0,4-3 44 0,-3 1 50 15,3 0 89-15,2 1 108 0,3 1 90 0,0-2 79 0,0 4 90 16</inkml:trace>
  <inkml:trace contextRef="#ctx0" brushRef="#br0" timeOffset="194041.34">11494 12580 130 0,'2'2'355'0,"4"-1"108"0,-3-1 77 0,3 1 63 0,-1 1 44 0,-1 0 38 0,1-1 16 0,2 1 7 0,-1-2 12 0,-1 0 20 15,4 0 7-15,-3 0 5 0,3-2-93 0,-4 1-139 0,4-3-117 0,0 3-108 16,-3-2-77-16,3 0-59 0,0 0-48 0,-4 0-45 0,6-2-41 0,-4 3-40 16,1-3-67-16,-1 2-81 0,-2-1-71 0,1 0-68 0,-1 2-62 0,4-1-61 15,-3 0-67-15,-3 1-72 0,1 1-69 0,-4 1-71 0,0 0-28 0,0 0-6 16,0 0 13-16,0 0 29 0,0 0 51 0,0 0 66 0,0 0 63 0,-7 1 65 16,5 1 60-16,-4 2 59 0,3 0 64 0,-3 1 75 0</inkml:trace>
  <inkml:trace contextRef="#ctx0" brushRef="#br0" timeOffset="194245.47">11523 12729 261 0,'-3'5'366'0,"3"2"43"0,0-4 35 0,0 1 36 16,3-1 36-16,-1-1 43 0,2 0 38 0,1-2 40 0,1 2 30 0,1-2 27 15,0 0 4-15,2-2-8 0,0 0-98 0,0 0-138 0,0-1-71 0,2-1-38 16,-2-1-31-16,0 0-32 0,2 0-38 0,-2 0-41 0,0-1-39 0,0 0-37 16,2 0-39-16,-2 2-40 0,-3-2-51 0,3 1-55 0,-4-1-68 0,2 1-69 15,-1 1-61-15,-1 1-52 0,1 0-47 0,-3 0-38 0,1 0-41 0,-2 2-37 16,-2-1-36-16,0 2-36 0,0 0-28 0,0 0-27 0,0 0-16 0,0 0-10 15,-6-2 29-15,3 2 53 0,-3 0 51 0,1 0 46 0,-1 0 42 0,-3 2 38 16,6 0 38-16,-6-2 36 0,3 3 38 0,-3-2 35 0,4 1 38 16</inkml:trace>
  <inkml:trace contextRef="#ctx0" brushRef="#br0" timeOffset="194413.89">11616 12676 178 0,'-6'0'305'0,"-3"0"51"0,4 0 34 0,-1 2 24 0,1-2 18 16,1 0 20-16,1 0 17 0,-3 1 27 0,6 0 28 0,-3 1 39 0,1 0 41 16,2 1-11-16,0-2-31 0,0 4-61 0,0-2-76 0,2 3-32 0,1 0-18 15,-3 1-10-15,4 2-7 0,-2 1-10 0,-2 1-9 0,3 3-22 0,-3-2-23 16,0 3-35-16,4 0-39 0,-4 0-43 0,0-1-44 0,0 3-22 0,0-2-18 15,0 0-18-15,0 2-20 0,-4-4-23 0,4 1-23 0,0-1-41 0,0-1-46 16,-3 0-76-16,3-1-95 0,0-2-77 0,0 0-76 0,0-2-75 0,0-1-79 16,0-1-90-16,0-5-100 0,0 0-42 0,0 0-18 0,0 0 1 0,0 0 8 15,3-2 28-15,3-1 39 0,-1-3 71 0,2 0 88 0,-1-3 76 0,3 2 75 16,-4-2 74-16,6 0 78 0</inkml:trace>
  <inkml:trace contextRef="#ctx0" brushRef="#br0" timeOffset="194794.02">11873 12378 19 0,'0'-6'271'0,"0"1"91"0,0 1 42 0,0 1 17 16,0-2 11-16,3 4 4 0,-1-2 3 0,-2 1-1 0,0 1 4 0,4-2 1 15,-4-1 2-15,3 2 1 0,-3-1-71 0,2-2-103 0,-2 2-96 0,4-2-89 16,-4 3-42-16,0-3-19 0,1 1-8 0,3-1-3 0,0 2 0 0,-3-1 2 15,-1 1 5-15,4-2 10 0,-4 4 11 0,4-2 15 0,-3 0 18 0,-1 1 19 16,0 1 27-16,0 1 31 0,0 0 30 0,0 0 31 0,0 0 28 0,4-2 23 16,-4 2 16-16,0 0 11 0,0 0 3 0,0 0 1 0,0 0-4 15,0 0-5-15,0 2-10 0,2 2-12 0,-2 1-22 0,0-1-19 0,0 4-25 16,0-1-26-16,0 2-22 0,0 3-18 0,0 2-13 0,0-1-7 16,0 2-8-16,0 2-8 0,0 1-4 0,0 1-4 0,0 1-4 0,0 1-4 15,0 1-1-15,-2 1-4 0,-2 2 1 0,4-1-2 0,0 2-3 0,-5-1-3 16,5 2-3-16,-4-1-3 0,4 1-6 0,-5-2-6 0,5 1 0 0,-5-1 3 15,5-3-9-15,-4 1-9 0,2 0-9 0,-1-5-10 0,3 0-17 0,-4-2-20 16,4-1-16-16,-2 0-12 0,-1-3-17 0,3 0-11 0,0-3-14 0,-2 2-12 16,-2-4-32-16,4-1-37 0,0 0-60 0,0-1-69 0,0-1-75 0,-4-1-80 15,4-3-62-15,0 2-53 0,0-2-66 0,0 0-71 0,0 0-52 0,-5-2-43 16,3 1-11-16,-5-1 5 0,2-1 19 0,-1 0 29 0,3 0 61 0,-3-1 73 16,-3-1 82-16,4 1 83 0,-4 1 72 0,0-2 69 0,-1 2 78 0</inkml:trace>
  <inkml:trace contextRef="#ctx0" brushRef="#br0" timeOffset="195243.82">10896 12390 7 0,'-6'-5'239'0,"1"0"63"0,-2 1 37 0,1 0 20 0,1-1 23 0,1 4 15 0,-1-2 21 0,5 0 19 16,-4 1 32-16,2-1 32 0,-1 2 43 0,3-1 49 0,-2-1-25 0,2 3-54 15,0-1-42-15,0 1-37 0,-4-3-17 0,4 3-9 0,0-2-6 0,0 2-7 16,0 0-10-16,0 0-12 0,0 0-25 0,0 0-25 0,0 0-38 0,0 0-42 16,0 0-42-16,0 0-39 0,0 0-28 0,0 0-22 0,0 0-16 0,0 0-11 15,0 0-5-15,4 2-3 0,-4 1 0 0,2 1 1 0,-2 1 1 0,3 2 1 16,-1 2 1-16,2 3 4 0,-1 0 4 0,-1 3 3 0,2 3 3 0,1 2 6 15,-1-1 4-15,-2 2 3 0,1 2-1 0,3-1-5 0,-3 2-2 16,-1 0-6-16,2-2-5 0,-1 4-5 0,-1-2-5 0,2 0-5 0,-2 2-5 16,1-1-6-16,1 0-5 0,-2 0-9 0,-2-1-4 0,3 0-7 0,-3-2-3 15,0 1-5-15,2-2-4 0,-2 0-6 0,4 0-5 0,-4-3 1 16,0 0-4-16,0-2-1 0,0 1-1 0,0-2-5 0,-4-1 0 0,4 2-1 16,0-3-4-16,-2-3-7 0,2 4-9 0,0-3-15 0,0-2-17 0,0 0-18 15,-3-2-22-15,3 1-18 0,0-1-21 0,-2-1-17 0,2-2-18 0,-4 1-17 16,4-2-20-16,0 0-23 0,0 0-56 0,0-3-70 0,0 2-74 0,0-2-80 15,0 0-68-15,0 0-59 0,0 0-84 0,0 0-93 0,0 0-34 0,0 0-6 16,0 0 5-16,0 0 11 0,0 0 19 0,-3-3 24 0,3 3 59 0,-2-6 73 16,2 3 86-16,0 3 93 0,0-6 85 0,0 6 79 0</inkml:trace>
  <inkml:trace contextRef="#ctx0" brushRef="#br0" timeOffset="195803">10711 13236 111 0,'-11'1'337'0,"2"1"83"0,0-1 46 0,-1 0 27 0,0 3 31 0,1-3 31 0,4 2 40 0,-4 0 41 0,4-1 30 0,-5 1 23 16,5-1 23-16,0 2 23 0,-3-1-82 0,7 0-129 0,-5-2-96 0,3 2-77 15,-1 0-41-15,2-1-27 0,-2-2-28 0,4 0-32 0,0 0-38 0,0 0-45 16,0 0-29-16,0 0-20 0,0 0-19 0,6 3-18 0,-6-3-9 0,4 1-6 16,1-1-2-16,0 2 4 0,4-1 1 0,0 1 4 0,2-1 6 0,2 1 4 15,1-1 4-15,5 1 4 0,-3-1 4 0,2 1 1 0,2-1 1 0,2 0 1 16,-3 1-1-16,1 0 2 0,4-2 2 0,-1 0 5 0,1 3 4 0,1-3 5 15,2 1 8-15,-1-1 8 0,1 2 8 0,5-1 8 0,-1-1 11 0,0 2 10 16,3-1 5-16,1 1 7 0,-3-1 3 0,6 0 5 0,0-1 6 16,0 0 4-16,2 0 8 0,1 0 4 0,-3 0-1 0,6-1-6 0,-3 0-5 0,-1-1-7 15,4-1-5-15,1 0-7 0,-2-1-5 0,-3-1-6 0,5 1-6 16,-1-1-5-16,-1-1-10 0,-1 0-12 0,-3-1-13 0,5 1-16 16,-6 0-7-16,0-2-9 0,0 4-5 0,0-2-3 0,0 0-5 0,-6 0-7 0,3 2-5 15,-3 0-3-15,3-2-4 0,-6 3-5 0,1 0-2 0,-1-1-3 16,-3 2-3-16,3-2-2 0,-6 2-7 0,-1-1-9 0,-2 0 0 0,0 2 0 15,-6-1 0-15,4 0 0 0,-7 2 0 0,2-1 0 0,-3 1 0 0,-4 0 0 16,1 0 0-16,-1 0 0 0,-6 0 0 0,0 0 0 0,5 0 0 0,-5 0-71 16,0 0-113-16,0 0-69 0,0 0-58 0,0 0-51 0,-5 1-98 0,5-1-121 15,-6 0-129-15,3 0-138 0,-7 0-120 0,5 0-114 0,-4 0-37 0,0 0 1 16,-2 0 24-16,2-1 35 0,0 1 51 0,0-1 59 0,-2-1 50 0,-2-1 47 16,6-1 98-16,-2-1 121 0,0-1 131 0,0-1 137 0</inkml:trace>
  <inkml:trace contextRef="#ctx0" brushRef="#br0" timeOffset="-212993.57">24114 8269 177 0,'-5'0'277'0,"-1"0"35"0,-1 2 15 0,5-1 14 0,-3 1 8 0,1-1 14 0,0 0 12 0,-1 1 13 0,1 0 13 0,-1-1 12 16,0 1 13-16,1-1-45 0,-2 1-72 0,1 1-56 0,1-2-50 16,-1 2-13-16,0 0-2 0,-1-2 6 0,-1 3 4 0,2 0 0 0,-5-1 1 15,5 2 7-15,-4-3 7 0,0 3 5 0,4 0 11 0,-5 1 7 0,3-2 8 16,0 1-5-16,0 1-9 0,-6-1-8 0,8 0-11 0,-4 1-8 0,0 2-5 15,0-4-8-15,3 4-12 0,-3-1-12 0,0-1-15 0,-2 2-20 0,2-1-19 16,0 2-12-16,0-2-16 0,2 3-10 0,-6-1-10 0,4 1-5 0,-2 0-4 16,-1 1-9-16,1 0-7 0,0-1-6 0,-2 2-3 0,2-1-1 0,-1 1-4 15,1 0-1-15,-2 0-1 0,-1 1-1 0,3-1 5 0,-2 2 2 0,2-1 4 16,-1 2 3-16,1 0 1 0,0 2 3 0,-2-1 4 0,3 2 2 0,-3 0 1 16,4 1-1-16,2 0 2 0,-2 1 0 0,-1 0 2 0,1 3-2 15,4-1-5-15,0-1-2 0,-3 2-4 0,3 1-4 0,1-2 0 16,-1 1-3-16,5 1-1 0,-2-2-1 0,2 2 4 0,0 0-1 0,0-1 1 0,2 0-1 15,-2 2-1-15,5-1-1 0,-5-2-1 0,4 0 2 0,1 1 0 16,-1-2 0-16,1 0 3 0,1-1 3 0,-3-1 0 0,3 1 0 0,3-2-3 16,0-2 0-16,-4 2 2 0,4-1 1 0,2-1-2 0,-2-1 2 0,0 0 2 15,4 0-1-15,-6-3-2 0,2 0-4 0,4 0-4 0,-6-2-4 0,2 0-4 16,0-2 2-16,0 0 5 0,0 0-4 0,0-1-7 0,0 1-1 0,-3-4-2 16,-1 2-3-16,1 0-3 0,-1-1-3 0,2-2-7 0,-1-1-10 0,-4 3-16 15,1-3-15-15,1-1-18 0,-4-1-26 0,2 2-31 0,-2-2-78 0,0 0-97 16,0 0-101-16,0 0-106 0,0 0-105 0,0-3-109 0,0 3-76 0,-2-5-62 15,-2 1-18-15,1-2-1 0,1 1 11 0,-2-1 14 0,-1 0 20 0,1 0 29 16,-1-1 73-16,-1 1 105 0,1-2 102 0,-1 2 104 0,-1 0 107 16</inkml:trace>
  <inkml:trace contextRef="#ctx0" brushRef="#br0" timeOffset="-212575.09">23087 8937 108 0,'0'-4'344'0,"0"2"94"0,3 0 45 0,-3 2 29 0,0-1 23 0,4-1 28 0,-2 1 30 0,-2 1 34 15,7-2 32-15,-7 2 34 0,2 0 23 0,3 0 10 0,-1 0-86 0,1 0-133 16,-1 0-101-16,-2 0-85 0,1 0-42 0,3 0-22 0,-3 2-22 0,-1-1-22 15,2 1-29-15,-4-2-30 0,3 3-29 0,-1-2-31 0,-2 2-13 0,0 0-15 16,0 2-6-16,0-2-3 0,0 2-6 0,0 0-5 0,-2 1-1 16,-1 1-1-16,-1 1-1 0,-1 0-1 0,-1 1 1 0,3-2 2 0,-3 2 0 15,1 0-3-15,-1-2 2 0,1 3-2 0,-2-3 0 0,1-1 0 0,3 2 0 16,-3-4 3-16,4 0 0 0,-1 1 1 0,-1 0 1 0,-1-4 1 0,5 2-2 16,-2-1-2-16,2-1-2 0,0-1 0 0,0 0 0 0,0 0-3 15,0 0-2-15,0 0-1 0,0 0-3 0,0 0-1 0,0 0-2 0,2 0-3 16,1 0 0-16,3-1-3 0,-1 1-2 0,1-3-1 0,3 1-1 0,0 1-4 15,0-2 2-15,5-2-1 0,1 1 1 0,-1-1-2 0,-1 1 1 0,1-2-4 16,3 0-1-16,-3-2-3 0,1 2-3 0,1-1-4 0,-5 1-14 0,3-2-14 16,-3 1-23-16,5 1-28 0,-9-2-77 0,8 1-103 0,-6 1-118 0,0-3-128 15,0 3-136-15,0-1-138 0,-3 0-64 0,-1 0-31 0,0 1-10 0,-1 0-3 16,0 1 7-16,-4 0 14 0,0 5 22 0,0-4 25 0,0 4 77 0,-4-4 102 16,0 2 121-16,4 2 126 0</inkml:trace>
  <inkml:trace contextRef="#ctx0" brushRef="#br0" timeOffset="-210782.03">24237 8437 78 0,'-5'0'251'0,"1"0"42"0,-1 0 21 0,-3 0 18 0,6 0 13 0,-1 0 16 0,1 0 13 0,-2 0 10 0,1-1 13 16,1-1 11-16,-2 2 14 0,3-1-24 0,-3-1-41 0,4 1-58 0,-4-1-66 0,4 2-27 16,0-2-7-16,-1 1-1 0,-3-2 1 0,4 2 6 0,0-2 4 15,-2 0 12-15,2 0 10 0,-4-2 5 0,1 2 3 0,3-1-3 0,0 1-10 16,-2-2-7-16,-2 1-9 0,4-2-9 0,0 1-13 0,0 0-12 0,0 0-15 16,0 0-16-16,0-1-22 0,0 0-18 0,0-1-23 0,0 1-17 0,4-2-16 15,-2-1-12-15,-2 2-8 0,3-4-8 0,1 1-6 0,-2-1-5 0,2-1-4 16,-3 1-1-16,3-2-2 0,1 1-2 0,1-1 1 0,-3 1-1 0,3-2 1 15,3 1 1-15,-4-1-2 0,3-1 2 0,-1 2 2 0,0-2 1 0,0-1 3 16,2 2 3-16,0 0 1 0,0-2 2 0,0 1 0 0,0-1 1 16,-1 2 1-16,4-1-1 0,-1 0-1 0,-2 0-3 0,4-1-1 0,-2 0 1 15,3 0 1-15,-1-2 1 0,1 0-4 0,1 1 1 0,-1-2-1 0,1 1-1 16,-1 0 0-16,1 0-1 0,-1 0-1 0,4 0 1 0,-3 0-1 16,-1 3 4-16,4-3-2 0,-7 4-2 0,4-1-1 0,-1 2-1 0,1-2 1 15,-1 3-2-15,1-2-1 0,3 2 0 0,-4 0 2 0,1 0-2 0,3 0-6 16,-2 0 3-16,2 0 6 0,2 0 4 0,-2 0 5 0,2 0 1 0,3 0 4 15,1 0 2-15,-1 0 1 0,1 0 1 0,-1 0-2 0,1 0 2 0,-1 0 0 16,3 2 6-16,-3-1 8 0,1-1-2 0,3 2-6 0,-5-1-2 0,5 1 2 16,-2-1-3-16,2 2-3 0,-1 0 0 0,4 0 0 0,-4 0-2 0,6 2 1 15,-3-2-1-15,0 1 1 0,4 1-1 0,-1-1 2 0,-1 2 0 0,1-1 3 16,1 1-1-16,0 0 1 0,-3 0 0 0,3 1 0 0,1-1 1 0,-1 0 5 16,-1 0-3-16,1 1-2 0,-4 0 1 0,2 0-1 0,-1 2-1 0,-4-1-3 15,3 1-1-15,-6 0-1 0,4 0 1 0,-1 1-1 0,-3 1 1 16,1 1-2-16,-4 0-2 0,3 1-2 0,1 1 2 0,-5-1 4 0,5 2-1 15,-4-1 2-15,3 1 3 0,-1 1 2 0,-2-1 1 0,4 2 1 0,-5-1-1 16,5 1 0-16,-4-1 0 0,2 1 0 0,1-1 0 0,-3 2 2 16,0 0-1-16,0 0 2 0,1 0 2 0,-1 0-2 0,0 1-2 0,2 1 2 15,-6 1-1-15,6 0-1 0,-6 2 1 0,2-1-1 0,0 0 1 0,-1 3 1 16,-3 0-2-16,1-1 1 0,-1 3-1 0,1-1 1 0,-6-1-1 0,3 2 1 16,-1-1-1-16,-2-1 1 0,-3 2 1 0,3-2 0 0,-4 1-2 0,2 0 1 15,-5-1 1-15,3 1 3 0,-1-2 1 0,0 3 4 0,-2-2-2 0,1 1 2 16,-1-1-1-16,2 2 1 0,-1-2 1 0,-1 1 6 0,-2 0-6 0,4-1-9 15,-4 1-5-15,3-1-1 0,-3 1-4 0,0-3-3 0,0 2-7 0,0-1-2 16,0 0-4-16,0 0-1 0,0 0-1 0,-3 0-2 0,3-2-6 0,-4 1-9 16,4-1 1-16,0 0 10 0,-2 0 2 0,2-2 2 0,-3 2-1 15,3-2 1-15,0 0 0 0,0-2 0 0,0 0-3 0,-4 0-3 0,4-1-8 16,0-1-11-16,0-1-13 0,0 0-19 0,-2 0-15 0,2-3-18 0,0 3-15 16,0-3-13-16,0 0-35 0,-3 0-45 0,3 0-81 0,-2 0-97 0,-2 0-80 15,0 0-75-15,3 0-65 0,-3 0-61 0,-1-1-73 0,-1-1-84 16,-1-1-26-16,0 0-6 0,-1-1 4 0,-2-1 12 0,1-1 32 0,0 0 42 15,-2-3 84-15,-2 1 97 0,2-2 84 0,-1 0 74 0,-3-2 74 0,1 0 72 16</inkml:trace>
  <inkml:trace contextRef="#ctx0" brushRef="#br0" timeOffset="-210256.49">25518 6571 201 0,'-4'0'424'0,"-5"0"74"0,3 0 35 0,3 0 17 0,-4 1 7 0,-1 1 14 0,3 0 11 0,-4-1 20 0,3 2 21 16,-3 0 26-16,4 2 25 0,-4-3-30 0,7 3-53 0,-7 1-125 0,2 0-156 16,1 0-71-16,1 2-29 0,0-2-14 0,1 1-8 0,-1 1-9 0,1-1-10 15,2 1-17-15,-1-2-18 0,1 1-22 0,2 1-21 0,0-1-17 0,0 1-14 16,2 1-6-16,1-2-5 0,-1 1-2 0,2 1 0 0,1-2 0 0,4 2 1 15,-4 0 0-15,5 0 1 0,2-1 1 0,-5 1-1 0,6-2-1 0,-2 1-1 16,3-1-1-16,1 1-6 0,-1-2-1 0,-1 0-3 0,1 0-3 0,1-2 0 16,-1 1-1-16,-1-1-2 0,2-1-3 0,-5 0-3 0,5 0-2 0,-6-1-1 15,5-1-1-15,-3 1-4 0,-2-2-1 0,0 0-3 0,0 0 0 16,-3 0-1-16,3 0-2 0,-4 0-2 0,4 0-2 0,-5 0-2 0,1 0-5 16,-1 0-2-16,-2 0-17 0,3 0-21 0,-5 0-39 0,0-2-48 0,4 2-73 15,-4 0-80-15,3-1-70 0,-1 1-65 0,-2-2-62 0,6 2-61 0,-6-1-66 16,3-1-68-16,-3 2-56 0,4-4-46 0,-2-1-10 0,-2 1 9 15,3-2 35-15,1 1 46 0,-4-1 69 0,2-1 82 0,-2 1 70 0,0 0 64 16,0 0 62-16,0-2 61 0,0 2 66 0</inkml:trace>
  <inkml:trace contextRef="#ctx0" brushRef="#br0" timeOffset="-210077.02">25736 6678 259 0,'-3'-3'431'16,"-1"-2"78"-16,2 2 51 0,-1 0 32 0,3 3 23 0,0 0 24 0,0-1 20 16,0 1 27-16,0-2 28 0,0 2 24 0,-2 0 22 0,-2 2-44 0,1 2-71 15,3-1-120-15,-2 3-139 0,-2 2-74 0,2 1-43 0,-5 1-28 0,5 2-22 16,-5 2-23-16,2-1-19 0,3 2-26 0,-5 0-29 0,5 2-23 15,-3-1-24-15,1-1-20 0,0 1-22 0,-1 1-22 0,5 0-26 0,-4-1-44 16,4-1-52-16,-2 2-88 0,-1-2-107 0,3-1-91 0,0 2-82 16,0-1-112-16,0 0-122 0,0 0-60 0,0-2-36 0,0-1-10 0,-2 2-4 15,-2-1 8-15,4-2 15 0,-3 1 36 0,-3 0 46 0,1-3 86 0,-1 0 105 16,1 1 88-16,-2-1 86 0,1 0 110 0</inkml:trace>
  <inkml:trace contextRef="#ctx0" brushRef="#br0" timeOffset="-208641.32">16714 11144 118 0,'4'-8'373'0,"-2"0"117"0,-2 2 79 0,0 2 62 0,-2-1 41 0,2 5 33 0,0 0 28 0,0 0 23 0,0 0 21 0,0 0 17 15,0 0 14-15,0 0 11 0,0 0-89 0,0 0-138 0,0 0-117 0,0 0-106 16,0 0-67-16,0 0-44 0,-4 3-26 0,4-3-13 0,0 2-3 0,0 1 0 15,0 1 5-15,0 1 2 0,0 1 4 0,0 1-2 0,0 2 5 0,0 3 3 16,0 2 5-16,0 1-1 0,0 1 0 0,-3 1-2 0,3 2-11 0,-2-1-14 16,2 2-21-16,-4 1-20 0,4-2-23 0,-1 1-21 0,-3-1-17 0,4 1-12 15,0-2-13-15,-4-2-11 0,4 2-21 0,0-3-23 0,0 2-33 16,0-3-39-16,0 0-43 0,0-2-48 0,0 2-50 0,0-4-54 0,0 1-41 16,0-1-41-16,0-2-70 0,0-1-86 0,0-1-102 0,0-1-110 0,0-1-95 15,4 1-89-15,-4-5-70 0,0 0-63 0,0 0-1 0,0 0 22 16,5-2 39-16,1-1 48 0,-3 0 39 0,3-2 38 0,-2 0 69 0,-3-1 86 15,3-2 102-15,1 1 109 0,-1 1 104 0,1-2 99 0</inkml:trace>
  <inkml:trace contextRef="#ctx0" brushRef="#br0" timeOffset="-208476.07">16872 11422 115 0,'5'3'407'0,"-1"-1"172"0,-4 1 94 0,3 0 58 0,-1 1 35 0,-2 1 23 15,0 1 14-15,0 0 10 0,0-2 5 0,0 0 2 0,0 0 0 0,0-1-2 16,0 0-101-16,4 0-142 0,-4-2-167 0,2 2-177 0,-2-2-115 0,0-1-89 15,3 2-105-15,1 0-115 0,-2-1-104 0,3-1-101 0,-1 0-107 0,1 0-113 16,2-1-80-16,1-4-65 0,-1-1-33 0,-2 0-14 0,1-1-3 16,5-2 4-16,-4-2 20 0,2 1 32 0,-2-1 70 0,2-3 92 0,-3 3 90 15,3 0 93-15,0 2 101 0</inkml:trace>
  <inkml:trace contextRef="#ctx0" brushRef="#br0" timeOffset="-208177.51">17181 11136 7 0,'0'1'343'0,"-3"1"213"0,3 1 109 0,-2-2 64 16,-2 4 40-16,4-2 29 0,0 1 19 0,0 1 15 0,0 1 14 0,-2 0 12 16,-1-2 10-16,3 4 10 0,-4-2-61 0,2 0-91 0,-1 3-171 0,3-2-207 15,-2 0-105-15,-2 1-59 0,4 1-37 0,4-1-24 0,-4 1-19 0,2-2-16 16,1 2-11-16,3-1-11 0,-3 1-9 0,5-1-9 0,-5 0-9 0,8 1-3 16,-4-1-3-16,-1 1-1 0,4-2-2 0,0 2-2 0,-5-1 1 0,4-1 1 15,0 1 1-15,0-2 1 0,-3 0-1 0,3 0 1 0,-4 0 1 0,4 0 2 16,-4-2-1-16,-1 0 2 0,2 1 2 0,-3-2-1 0,-1 0 2 15,2 0 4-15,-4 0 3 0,3-2 2 0,-3-1 3 0,0 0 5 0,0 0 3 16,0 4-2-16,-3-3-3 0,3 1 0 0,-4-1-4 0,-1 2-5 16,3-1-9-16,-2 1-12 0,-5 0-24 0,5 1-30 0,-3 1-32 0,-2-1-38 15,0 1-37-15,-2-1-36 0,2-1-60 0,-3 2-74 0,2-4-97 0,0 1-112 16,1-1-97-16,0-1-92 0,0-1-99 0,-2-1-103 0,2-2-31 0,0-1 2 16,0-1 18-16,3 0 25 0,-3 0 29 0,7-1 29 0,-3-1 56 0,1-1 72 15,1 0 99-15,3 0 112 0,0 0 99 0,0 0 93 0</inkml:trace>
  <inkml:trace contextRef="#ctx0" brushRef="#br0" timeOffset="-208011.66">17210 11247 211 0,'5'-6'340'0,"5"-2"42"0,-5 2 32 0,2 0 33 16,-1 0 37-16,-1 3 41 0,4-1 47 0,-3 1 50 0,-1 0 40 0,2-1 34 15,-1 3 8-15,-1-2-3 0,0 2-93 0,3-1-135 0,-3 2-71 16,-3-3-38-16,5 3-34 0,-1-3-30 0,-5 3-47 0,7-1-54 0,-7 1-78 16,5 0-93-16,-3 0-96 0,3 0-102 0,-2 0-81 0,-4 1-74 0,3 2-76 15,-1-1-78-15,-2-2-90 0,-2 4-95 0,-1 0-46 0,-1 0-20 16,-2 2 0-16,1 0 8 0,1-1 31 0,-5 3 41 0,2-2 58 0,-2 3 65 15,0 0 63-15,-4 0 57 0,6 0 71 0,-5 2 74 0</inkml:trace>
  <inkml:trace contextRef="#ctx0" brushRef="#br0" timeOffset="-207697.51">16510 11703 121 0,'-11'6'418'0,"-1"-2"182"0,3 1 92 0,1-1 52 0,1-1 28 15,0 2 21-15,0-1 14 0,5-2 10 0,-2-1 7 0,1 1 3 0,1-1 3 16,2-1 1-16,0 0-94 0,0 0-141 0,0 0-161 0,2 0-172 0,1 2-84 16,3-1-43-16,3-1-22 0,0 2-15 0,5-1-7 0,1 1-8 15,5-1 0-15,1-1-2 0,3 0 4 0,1 0 7 0,4-1-2 0,0 1-2 16,3-3-4-16,3 0-2 0,1-2-8 0,-2 1-1 0,4-1-1 0,0-1 2 16,0 0 2-16,0 0 1 0,0 0 2 0,0 0 2 0,2 0-2 0,-2-1-2 15,0 1-3-15,-2 0-2 0,-1 0-4 0,-1 0-3 0,-1 0-4 0,-5 1-2 16,1-1-6-16,-5 2-6 0,-1-1-7 0,1 0-8 0,-4 1-6 0,2 0-6 15,-6 1-10-15,-2-2-14 0,-1 2-21 0,1 2-25 0,-3-2-27 0,-2 0-30 16,-3 1-25-16,3 1-24 0,-6-2-31 0,3 3-30 0,-3-2-71 0,-3 2-86 16,0 0-93-16,0 0-98 0,0 0-79 0,0 0-75 0,0 0-77 0,-9 2-81 15,4-1-19-15,-4 1 7 0,0 1 15 0,0 0 19 0,0 0 26 16,-2 1 31-16,-2 2 71 0,-1 0 86 0,3 0 94 0,-4 0 99 0,1 2 84 0,0 1 83 16</inkml:trace>
  <inkml:trace contextRef="#ctx0" brushRef="#br0" timeOffset="-207263.3">17035 11820 39 0,'0'0'304'0,"0"0"117"16,0 0 81-16,0 0 63 0,0 3 59 0,3 0 54 0,-3 0 41 16,0 1 31-16,0-1 22 0,-3 2 17 0,3 1 14 0,-2 0 12 0,-2 1-70 15,2 1-105-15,-1-1-110 0,-3 2-111 0,-1 2-76 0,5-2-64 16,-3 1-53-16,-2 1-53 0,1-1-38 0,1 1-29 0,-1-1-20 0,1 0-16 0,-2 0-8 16,5-1-7-16,-2 1-8 0,1-1-8 0,-3 0-5 0,6-1-2 15,0-1-1-15,-2-1 2 0,2 1 0 0,0 1 5 0,0-2 1 0,2 0 4 16,-2 0 4-16,6 0 2 0,-3-1 2 0,1 1-1 0,1 0 7 0,1-2 9 15,-1 0 4-15,4 1 4 0,0 0 5 0,0-1 4 0,2-1 3 0,4 0 1 16,-3-1-2-16,-1-1-2 0,4 1 0 0,-1-2-1 0,1 0-2 0,3 0 0 16,-4-2-5-16,1 1-4 0,-1-3-7 0,-1 2-8 0,-2-1-8 0,3 0-9 15,-5 0-6-15,4 0-5 0,-6-1-4 0,2 2-5 0,-2 0-5 0,0-1-8 16,-3 0-14-16,2 3-17 0,-1-1-25 0,-1-1-30 0,-1 1-24 0,-1-1-23 16,2 0-24-16,-4 2-22 0,1-1-58 0,-1 1-77 0,0 0-96 0,-1-3-101 15,1 0-89-15,-4 2-80 0,4-2-75 0,-2 0-73 0,-1-1-38 16,-1 0-27-16,-1 0 2 0,3-1 16 0,-6 1 20 0,7-1 21 0,-5 1 58 15,-1-1 77-15,2 1 95 0,1-1 105 0,-1 2 88 0,-1-1 84 16,2 1 83-16</inkml:trace>
  <inkml:trace contextRef="#ctx0" brushRef="#br0" timeOffset="-207084.12">17234 11911 102 0,'0'0'396'0,"0"0"174"0,0 1 95 0,-4 3 62 16,4-1 41-16,-5 4 32 0,5 1 26 0,-2 1 20 0,-2 0 16 0,0 0 22 15,4 1 19-15,-5 2 21 0,5 0-76 0,-5 2-121 0,5 0-150 0,-4 2-161 16,-1-1-92-16,1 1-56 0,-1 1-41 0,3-1-30 0,-2 1-27 0,1-1-20 15,1 1-34-15,-2-2-40 0,4 0-48 0,0 0-51 0,0-3-55 0,0 0-52 16,4-2-83-16,-2-1-96 0,1 0-113 0,3-3-120 0,-1 2-130 0,4-4-134 16,-2 1-82-16,0-5-57 0,3 0-14 0,2-2 8 0,-1-1 22 15,-2 0 29-15,2-1 32 0,2-2 33 0,-4-2 71 0,2-1 89 0,-2 1 108 16,1 0 119-16,3-1 128 0</inkml:trace>
  <inkml:trace contextRef="#ctx0" brushRef="#br0" timeOffset="-206844.74">17653 11826 81 0,'4'-3'408'0,"-4"3"217"0,2-2 100 0,-2 2 45 16,0-1 20-16,3-1 11 0,3 0 6 0,-3 1 6 0,1 1 7 0,1-1 5 16,-3 1 7-16,7-2 4 0,-3 1-86 0,1-1-125 0,2 1-191 0,-2-1-218 15,6 1-96-15,-2-2-40 0,-2-1-22 0,5 2-10 0,-5 0-7 0,6-1-7 16,-3 0-7-16,3 0-9 0,-4 0-12 0,3 0-12 0,1-1-21 0,-3 1-19 15,-1-2-34-15,0 4-37 0,2-3-67 0,-8 0-78 0,4 3-65 0,-3-1-63 16,-1-1-60-16,2 2-59 0,-5 1-64 0,-2 0-65 0,0 0-65 0,0 0-68 16,0 0-17-16,-2 3 2 0,-5 0 25 0,2 0 36 0,-1-1 65 0,1 2 74 15,-4 0 68-15,3-1 61 0,-3 2 61 0,0 1 60 0,0-2 64 16,0 2 68-16</inkml:trace>
  <inkml:trace contextRef="#ctx0" brushRef="#br0" timeOffset="-206695.32">17762 11869 18 0,'-4'6'338'0,"-1"-1"193"0,5-1 98 0,-4-1 56 16,4 1 37-16,4 0 28 0,1-3 23 0,-5 2 21 0,4-3 14 0,1 2 14 15,1-1 10-15,-3-1 7 0,3 0-67 0,-1 0-101 0,2 0-161 0,-1-1-192 16,3 1-95-16,-4-2-55 0,6 1-39 0,-4-1-33 0,1 1-36 0,1-3-37 16,0 2-70-16,0-1-82 0,1 0-109 0,0-2-122 0,-1 2-112 0,0 0-110 15,1 0-99-15,-2 0-94 0,-1 0-42 0,0 0-20 0,-1 2-6 0,-1-3-1 16,0 4 10-16,3-1 19 0,-3 1 53 0,1 0 70 0,-1 1 99 0,4 3 114 16,0-3 109-16,2 2 108 0</inkml:trace>
  <inkml:trace contextRef="#ctx0" brushRef="#br0" timeOffset="-205328.75">18572 11144 139 0,'0'0'323'0,"0"0"62"0,0 0 40 0,0 0 31 0,0 0 32 0,0 0 34 0,0 4 38 0,0-4 39 0,-2 1 42 16,2-1 31-16,0 0 26 0,0 0-30 0,0 0-54 0,0 0-89 0,0 0-105 15,0 0-56-15,0 0-38 0,0 0-28 0,0 0-29 0,0 0-31 0,0 0-33 16,0 0-37-16,0 0-38 0,0 0-25 0,2 2-21 0,-2-2-12 0,0 0-8 16,0 1-5-16,0-1-2 0,5 0-2 0,-5 2-1 0,4-2-1 0,0 0 1 15,-2 0 0-15,1 0 1 0,1-2-3 0,1 2-2 0,-3-1-2 0,2-1-6 16,1 2-5-16,-1-1-4 0,-3-3-1 0,3 3-1 0,-4 0-1 16,5-1-1-16,-5 1-2 0,4-1-2 0,-2 1-1 0,-2 1-1 15,0 0 1-15,0-2 0 0,0 2 3 0,0 0 0 0,0 0 3 0,0 0 3 16,0 0-2-16,0 0 1 0,0 0 1 0,0 0 0 0,0 0 4 0,0 0 5 15,0 0 0-15,0 0-1 0,0 0-2 0,0 0-2 0,0 0-1 0,0 0 0 16,0 0-3-16,0 0 0 0,0 0-1 0,0 0-2 0,0 0-2 0,0 0-2 16,0 0-5-16,0 0-5 0,0 0-1 0,0 0 0 0,0 0-1 0,0 0-4 15,0 0 1-15,0 0-4 0,0 0-1 0,0 0-1 0,0 0-2 0,0 0-2 16,0 0-2-16,0 0 1 0,0 0 0 0,0 0 1 0,0 0-2 0,0 0-1 16,0 0 1-16,0 0 1 0,0 0 0 0,0 0-2 0,0 0 1 0,0 0-2 15,0 0 0-15,0 0 4 0,0 0 1 0,0 0-2 0,0 0 0 0,0 0-2 16,0 0 1-16,0 0 2 0,0 0 1 0,0 0-1 0,0 0-1 15,0 0 0-15,0 0 0 0,0 0-1 0,0 0-5 0,0 0-6 0,0 0-8 16,0 0-4-16,0 0-10 0,0 0-10 0,0 0-13 0,0 0-15 0,0 0-25 16,0 0-28-16,0 0-56 0,0 0-74 0,0 0-81 0,0 0-88 0,0 0-75 15,0 0-71-15,-2 0-71 0,2 0-76 0,0 0-51 0,-5-1-41 16,5 1-10-16,-8 1 4 0,3-1 19 0,0 2 27 0,1-1 56 0,-1 2 73 16,-1 0 84-16,3-2 93 0,-3 3 77 0,6-1 74 0,-4 0 80 0</inkml:trace>
  <inkml:trace contextRef="#ctx0" brushRef="#br0" timeOffset="-204424.04">18594 11196 290 0,'0'1'385'0,"0"-1"45"0,-4 1 30 0,4-1 21 0,0 4 27 0,0-4 25 0,4 3 42 0,-4-3 42 0,0 0 37 0,2-2 32 0,3 1 6 0,-1-3-9 16,1 2-104-16,0-3-145 0,-1-1-77 0,5 1-43 0,-3-2-28 16,3 0-19-16,0-2-25 0,-4 0-26 0,6 0-38 0,-4-2-45 15,0 2-33-15,2-1-35 0,0-2-22 0,1 1-16 0,-5 2-9 0,4-1-6 0,-4-1-3 16,4 2-4-16,-3 0-1 0,1 1-1 0,-1 1-1 0,-1 1-2 15,-1 1 0-15,-3 1 1 0,3 0 2 0,-2-1 2 0,1 4 1 0,-3-3 4 16,0 4 4-16,0 0 5 0,0 0 2 0,0 0 3 0,0 0 0 0,0 0 0 16,0 0 0-16,0 0-2 0,-3 0-1 0,-3 0 0 0,5 2-1 0,-3 1-4 15,0 0-2-15,-1 0-2 0,3 2-5 0,-5-1-4 0,5 2-7 0,-3 2-5 16,1-1 1-16,-1 2 5 0,1 2 2 0,0-2 1 0,-1 0 0 0,3 0 1 16,-1 0-2-16,-1-2-1 0,4 2 1 0,0-3-1 0,0 0 2 0,0 0 0 15,0 0 3-15,4-1 5 0,-4-1-2 0,3 0-3 0,-1 0 0 16,2-1 0-16,-3-2-6 0,3 2-5 0,1-1 2 0,-1-2 5 0,1 0 2 15,1 0 1-15,-3-2-2 0,7-1 1 0,-5 0 1 0,4 0-2 0,-4-1-2 16,4-2-1-16,2 0-4 0,-2-2-7 0,0-1 1 0,4 0 1 0,-6 0-8 16,2-1-7-16,0-1-11 0,2 1-7 0,-2 1-6 0,-1-2-5 15,-1 1-1-15,2-1 0 0,-4 2-1 0,-1 0-2 0,1 0 3 0,1 0 6 16,-3 0 3-16,3 0 5 0,-3 0 4 0,1 0 5 0,-2 2 7 0,1 0 7 16,-1 0 7-16,-2 0 2 0,0 1 4 0,4 0 1 0,-4 0 1 0,0 1 4 15,0 1 2-15,0-1 4 0,0 1 4 0,-4 1 6 0,4-1 4 0,0 2 5 16,0 0 7-16,0 2 5 0,0 0 5 0,0 0 1 0,0 0 3 0,0 0 1 15,0 0 1-15,0 0-1 0,0 0-1 0,0 0 1 0,0 0 1 0,0 0-1 16,0 0 2-16,0 4 2 0,0 1-1 0,0 1 2 0,0 2 0 0,0-1 0 16,4 4 4-16,-4-1 5 0,3 4 8 0,-3-2 5 0,2 3 5 0,-2 0-2 15,4 1 1-15,-2 1-2 0,-2-1-2 0,3 2-4 0,-3 0-1 0,0-1-5 16,4 1-3-16,-4 0 0 0,0-2-2 0,0 2-1 0,0-1-3 16,-4-1-1-16,4-2-1 0,0 1 2 0,-3 0 2 0,1-2 2 0,-2 1 1 15,2-2-1-15,-1-2 4 0,-1 2 4 0,-1-1 3 0,3-1 1 16,-5 1 2-16,1-1-1 0,3-1-3 0,-5 0-1 0,1 0-2 0,0 0-5 15,-2 0-3-15,0 0-6 0,-4 0-4 0,6-2-4 0,-6 1-5 0,4-2-7 16,-5 2-5-16,3-1-7 0,-2-1-4 0,-1 0-3 0,3-1-1 0,-2 1-4 16,-1-2-2-16,-1 1-7 0,5-1-8 0,-3-1-13 0,-2 0-11 0,1 0-14 15,3 0-17-15,-2-1-15 0,3-2-19 0,1 0-16 0,-1 0-21 0,1-2-26 16,2 0-54-16,0 1-67 0,5-2-79 0,-3 0-85 0,1 0-61 0,4-1-50 16,0 0-53-16,0-1-54 0,0-1-65 0,6 0-71 0,-3-2-24 0,-1 1-2 15,5-2 16-15,0 1 21 0,1-1 52 0,-1 0 63 0,2 1 82 0,0 0 89 16,0 0 70-16,2-1 63 0,3 2 63 0,-1 0 67 0</inkml:trace>
  <inkml:trace contextRef="#ctx0" brushRef="#br0" timeOffset="-202733">19232 10732 3 0,'0'0'317'0,"0"0"90"0,2 2 62 0,-2 2 59 0,0-1 62 0,4 3 55 0,-3 2 54 0,-1 1 36 0,4 0 33 0,-4 3 21 15,0 1 18-15,4 2-6 0,-2 2-14 0,-2 2-109 0,0 1-146 0,3 2-82 16,-3 1-52-16,0 2-53 0,4 2-55 0,-4 0-53 0,2 3-49 16,-2-1-35-16,-2 2-32 0,2-1-20 0,-4 1-19 0,4 0-20 0,-3 0-20 15,3-2-12-15,-2-1-9 0,-2 1-15 0,4-2-15 0,-4-2-17 0,3-2-14 16,-3-3-28-16,4 2-29 0,-2-4-55 0,2-2-67 0,-3-1-79 0,3-1-87 15,0-2-68-15,-4-2-56 0,4 1-73 0,-2-4-74 0,-1 1-71 0,3-4-67 16,-6 1-25-16,3-4-7 0,3-1 16 0,0 0 23 0,-6 0 52 0,1-3 66 16,1-1 79-16,-1 1 86 0,-1-3 75 0,3 1 65 0,-6-1 72 0,3-1 78 15</inkml:trace>
  <inkml:trace contextRef="#ctx0" brushRef="#br0" timeOffset="-202448.39">18534 11023 24 0,'-2'-4'347'0,"-5"-1"205"0,2 2 99 0,3 0 54 16,-5 0 31-16,5 0 19 0,-2 2 13 0,-1-1 11 0,1 2 10 0,2-1 8 15,-1 2 12-15,-1 1 11 0,4 1-66 0,-2 1-94 0,-1 4-165 0,3-1-194 16,-2 5-95-16,-2 0-50 0,1 5-27 0,1 2-18 0,-2 1-13 0,-1 2-11 15,1 2-11-15,2 3-10 0,-1 2-10 0,-1-1-13 0,2 2-16 0,-1 1-21 16,-3 1-19-16,6-2-23 0,-3 1-30 0,1 1-33 0,-2-3-66 0,4-1-80 16,0 1-86-16,0-4-90 0,0-2-85 0,4-3-89 0,-2 2-94 0,-2-6-94 15,3-1-36-15,3-3-11 0,-3-2 5 0,3-2 11 0,-3-2 22 0,3-1 30 16,-1-2 62-16,1-2 80 0,-3-1 88 0,6-1 89 0,-3-1 87 0,-1-1 88 16</inkml:trace>
  <inkml:trace contextRef="#ctx0" brushRef="#br0" timeOffset="-201938.17">18449 11752 277 0,'-7'5'550'0,"0"-1"109"0,1-1 56 0,1 0 28 0,1 0 14 0,-1-1 12 0,-1-1 4 0,6 1 8 0,-3-2 10 0,3 0 12 0,0 0 12 0,0 0-38 0,3 1-65 15,3-1-170-15,3 2-216 0,0-2-97 0,2 0-43 0,3 1-17 0,1-1-5 16,6 0-1-16,-1 0 5 0,5 0 0 0,3-1-3 0,4 1-4 0,-1-3-8 16,5 1-7-16,-2-1-7 0,4 0-8 0,0 0-9 0,6-1-2 0,-6 1 0 15,5-2-1-15,-5 2 1 0,4-1-4 0,-4 1-1 0,0 0-4 0,0 1 1 16,-4-1-4-16,-1 2-6 0,-1-1-4 0,-1 2-6 0,-4-1-7 0,-2 1-5 15,-1 0-9-15,-2 0-12 0,-2 0-11 0,-6 0-7 0,4 0-9 16,-3 0-7-16,-5 0-6 0,-1 0-6 0,2 0-10 0,-3 0-9 0,-3 0-15 16,-1 0-21-16,-3 0-25 0,5-2-27 0,-6 2-40 0,0 0-42 0,0 0-37 15,0 0-35-15,-6-1-50 0,6-1-57 0,-5 0-89 0,1 1-101 0,-1 0-80 16,-4-1-68-16,3 2-65 0,-3 0-60 0,-5 0-52 0,5 2-50 0,-6 0 2 16,1 2 27-16,0 0 30 0,-1 1 31 0,1 1 50 0,-5 1 56 0,3 1 89 15,-2 1 102-15,0-2 86 0,4 4 75 0,-3-2 76 0,1 1 78 16</inkml:trace>
  <inkml:trace contextRef="#ctx0" brushRef="#br0" timeOffset="-201342.19">18724 12061 94 0,'0'-3'346'0,"4"0"96"0,-4 2 68 0,1-1 68 0,3 2 66 0,-4-1 50 15,5 1 41-15,-1 0 30 0,1 0 22 0,-1 0 17 0,3 0 10 0,-3 1-25 16,1-1-39-16,4 0-110 0,-3 2-135 0,1-1-86 0,0-1-61 16,-3 3-61-16,5-1-60 0,-4 0-45 0,1 2-38 0,-3 0-26 0,3 1-20 15,-3 0-15-15,3 2-11 0,-6 0-10 0,5 1-9 0,-5 1-9 0,0 0-7 16,0 1-7-16,0 1-5 0,-5 1-8 0,5 1-9 0,-6-1-5 0,1 1-1 15,-2 3-3-15,1-1-1 0,-3-2-2 0,4 2-2 0,-4-1 1 0,0-1 1 16,3-1 1-16,-3 0 7 0,4-1 2 0,-4-1 5 0,3-1 9 0,1 0 11 16,0-3 10-16,-3 0 8 0,3 0 8 0,1-1 4 0,4-2 2 0,-5-2 4 15,5 2-2-15,0-3 3 0,0 0-4 0,0 0-6 0,0 0-4 16,0 0-2-16,0 0-7 0,0 0-6 0,5 0-6 0,-1-1-5 0,0 1-7 16,1-2-5-16,0 1 0 0,4-1-2 0,1 1-2 0,0-2 1 0,-1 0-1 15,0 1 2-15,6-1-1 0,-4-1 0 0,-2 1-4 0,3-1-2 0,-1 2-2 16,2-3-3-16,-2 2-2 0,-2 0-2 0,2-2-11 0,-2 3-17 15,0-3-22-15,2 2-26 0,-4 2-31 0,-2-4-29 0,1 3-31 0,-1 0-31 16,-1-1-56-16,1 1-70 0,-5 1-98 0,0 1-111 0,0 0-105 0,0 0-105 16,0 0-89-16,0 0-80 0,0 0-22 0,-5-2 7 0,-1 2 19 0,1 2 26 15,-4-1 30-15,2 4 27 0,-4-3 55 0,2 2 71 0,-2 0 98 0,-2 2 110 16,2 0 109-16,-1 0 105 0</inkml:trace>
  <inkml:trace contextRef="#ctx0" brushRef="#br0" timeOffset="-200803.83">17178 13314 66 0,'-6'2'391'0,"-3"5"214"0,2-4 98 0,0 1 46 0,-2 0 26 0,3 0 15 15,1-1 9-15,1 0 10 0,-1 0 7 0,-1-2 6 0,3 1 3 0,1-1 4 16,2-1-77-16,0 0-117 0,0 0-177 0,2 1-200 0,-2 1-93 0,3 0-38 15,3-2-20-15,-1 1-13 0,4 1-8 0,0 1-5 0,4-2-6 0,-2-1-6 16,3 2-5-16,1-1-4 0,-1-1-4 0,1 0-10 0,3-1-7 16,-4-1-10-16,1 1-14 0,-1-2-12 0,1 0-18 0,-1-1-18 0,0 0-29 15,-1 1-32-15,-2-1-85 0,-2 1-106 0,0-1-105 0,-4 3-104 16,5-2-108-16,-5 2-108 0,-1-1-76 0,-4 2-56 0,0 0-21 0,0 0-5 16,0 0 6-16,0 0 12 0,0 0 25 0,-4 6 31 0,-1 0 83 0,-5 0 106 15,1 1 104-15,0 3 105 0,-1-1 109 0</inkml:trace>
  <inkml:trace contextRef="#ctx0" brushRef="#br0" timeOffset="-200624.73">17201 13603 404 0,'0'6'543'0,"0"0"62"0,0-1 47 15,0-2 43-15,4 0 34 0,-1 0 28 0,3-2 23 0,-5 2 21 0,7-3 14 16,-1 1 13-16,0 1-1 0,-1 0-2 0,3-2-164 0,0 0-237 0,-2 0-114 16,2 0-61-16,0 0-50 0,0-2-40 0,-3-1-37 0,3 2-35 0,0-1-36 15,-4-2-36-15,4 1-57 0,2 0-66 0,-4-2-101 0,0 2-116 16,2-1-100-16,-3 1-95 0,3-2-112 0,-5 2-119 0,1 0-58 0,0 0-24 15,-1 0-7-15,1 0 0 0,-5 3 9 0,0 0 16 0,0 0 42 0,0 0 52 16,0 0 94-16,0 0 110 0,0 0 97 0,0 6 91 0</inkml:trace>
  <inkml:trace contextRef="#ctx0" brushRef="#br0" timeOffset="-199590.97">18067 13302 229 0,'-1'1'562'0,"1"-1"118"0,0 0 55 0,-4 0 25 0,4 0 14 0,0 0 7 0,0 0 8 0,0 0 6 0,0 0 5 0,0-3 7 15,4-1 10-15,-3-1-42 0,3 2-64 0,1-3-191 0,-1-1-255 16,-2 1-114-16,5-4-55 0,-1 3-25 0,-1 0-13 0,0 1-7 0,1-2-6 16,-3 2-7-16,3 0-8 0,-1 0-8 0,3 2-7 0,-7-1-4 0,3 2-5 15,0 2-2-15,-3-1 1 0,-1 2 1 0,0 0 0 0,4 0 1 0,-2 3 2 16,-2 0 2-16,0 2-1 0,0-1 2 0,0 2 3 0,0 2 2 0,-2-1 1 16,-2 4 1-16,4-2 2 0,-5 1 2 0,5 1 1 0,-4-1-2 0,-1 1-2 15,1-1-4-15,2-1-2 0,-1-1-2 0,1-1-2 0,-2-1-1 0,4-1-1 16,0-1-2-16,0-1-2 0,0-3 1 0,0 2-4 0,6-2-1 0,-3-2-3 15,3-1-1-15,-1-1-7 0,4-4-2 0,0-1-7 0,2-1-4 0,2-4-9 16,1-2-9-16,1-1-9 0,-1-2-9 0,4-2-10 0,-1 0-10 0,-1-2-10 16,-2 1-7-16,1-1-7 0,-4 2-2 0,3 0-2 0,-1 2 2 0,-2-1 2 15,-2 4 5-15,0-1 7 0,-4 2 9 0,4 2 10 0,-3 1 13 16,-3 1 13-16,-1 4 22 0,2-1 22 0,-2 2 19 0,-2 3 20 0,0 0 12 16,0 3 12-16,0 0 8 0,0 0 7 0,0 0 8 0,-2 2 7 0,-2-1 5 15,4 4 4-15,-5 0 1 0,5 2 2 0,-4 2-8 0,4 1-5 16,-2 2-7-16,-1 0-4 0,3 3 0 0,0 2 0 0,0 1 5 0,0 3 7 15,0-2 4-15,3 4 7 0,-1-1 5 0,-2 2 7 0,4 2 5 0,1-1 7 16,-1 2 2-16,-2 2 3 0,1-2 0 0,3 3-1 0,-3 0 1 0,1-2 3 16,-2 2 0-16,1-2-1 0,-1 1-6 0,2 0-5 0,-4-2-5 0,3-2-5 15,-1 1-4-15,-2-4-2 0,0-1-2 0,0-1-4 0,0-4-1 0,0 1-1 16,-2-2-5-16,-1-1-6 0,-1-1-6 0,2 0-9 0,-1-1-3 0,-3 0-6 16,1-1-5-16,-2-1-7 0,1 1-4 0,-3-1-8 0,4-1-7 0,-4 0-8 15,-2-1-3-15,2 1-8 0,0-4-9 0,0 3-11 0,-2-2-17 16,-2 0-18-16,2-1-22 0,0-2-26 0,-1 0-28 0,-3-2-32 0,4 1-32 15,-1-2-28-15,1-2-24 0,-2-1-18 0,4-1-27 0,-2-3-31 0,2 2-65 16,4-4-82-16,0 0-76 0,-3-2-74 0,6-1-62 0,-1 1-55 16,3 0-68-16,0-3-72 0,0 2-17 0,0-3 6 0,3 2 14 0,-1-2 14 15,2 1 25-15,1 1 33 0,-1-1 72 0,1 2 89 0,1-1 88 0,3 1 94 16,0 0 81-16,-4 1 82 0</inkml:trace>
  <inkml:trace contextRef="#ctx0" brushRef="#br0" timeOffset="-199412.07">18657 13378 66 0,'15'-7'323'0,"-1"-1"112"0,0 1 61 0,1 1 35 0,-1-2 44 0,1 2 49 0,-1 0 42 0,1 0 35 0,-3 0 19 0,3 0 9 0,-1 0 3 0,-1-2 1 0,-2 3-87 0,0-1-126 15,1 0-138-15,-1 1-147 0,-3-1-114 0,-1 2-98 0,-4-1-109 16,3 2-113-16,-3 2-108 0,-1-1-108 0,-2 2-112 0,0 0-114 0,0 0-52 16,-5 3-22-16,-1-2-9 0,3 4-3 0,-4 0 22 0,-1-1 31 15,3 2 56-15,-4 0 65 0,0 2 65 0,2-1 63 0,-1 1 70 0,-3 0 70 16</inkml:trace>
  <inkml:trace contextRef="#ctx0" brushRef="#br0" timeOffset="-199262.22">18744 13462 27 0,'0'4'398'0,"0"0"106"0,3 0 56 0,-3-2 55 0,4 1 49 15,-2-2 36-15,3-1 30 0,-1 2 25 0,1-2 19 0,1-2 15 0,3 2 11 16,-2-1-12-16,0-1-21 0,2 1-150 0,0-2-204 0,0 0-103 0,0-1-58 16,1 2-54-16,-3-3-51 0,2 2-52 0,-4-1-48 0,4-1-82 0,-1 1-92 15,-1-1-96-15,0 1-98 0,0-1-83 0,-3 2-75 0,1-1-81 16,-1 1-83-16,-2 0-66 0,-2 3-58 0,3-3-25 0,-3 3-9 0,0 0 9 15,0 0 20-15,0 0 53 0,-3-4 70 0,3 4 83 0,-6-2 88 16,6 2 76-16,-5 1 71 0,1 2 80 0</inkml:trace>
  <inkml:trace contextRef="#ctx0" brushRef="#br0" timeOffset="-193580.69">18720 12295 22 0,'0'0'473'0,"0"0"119"0,0 0 54 0,0 0 21 0,0 0 11 0,0 0 15 0,0 0 17 0,0 3 17 0,0-1 19 0,4 1 16 0,-4-2 13 16,5 2-3-16,-1 0-6 0,0 0-178 0,-3 2-257 0,5-1-111 0,-3 1-49 15,3-1-20-15,3 2-9 0,-4 0-14 0,1 0-16 0,1 0-15 16,-2 2-20-16,5-2-14 0,-5 1-14 0,4-1-10 0,-4 0-9 15,4 0-7-15,-3-2-7 0,-1 3-10 0,4-3-12 0,-3-1-27 0,-3 0-33 16,3 0-78-16,-1 0-100 0,2 0-94 0,-1-1-91 0,-2-1-107 0,-3-1-116 16,-1 0-73-16,6 0-54 0,-6 0-25 0,7 0-11 0,-7 0 0 0,5-1 6 15,-5 1 24-15,0 0 31 0,0 0 78 0,0 0 98 0,0 0 94 0,-3-5 90 16,1 4 109-16</inkml:trace>
  <inkml:trace contextRef="#ctx0" brushRef="#br0" timeOffset="-193041.9">17125 12166 159 0,'-5'-6'434'0,"-4"0"157"0,-2 3 83 0,5-3 47 0,-1 3 26 0,0 2 19 0,0-1 11 0,1 0 6 0,1 1 3 0,1 0-1 15,2 1 2-15,2 0 1 0,0 0-107 0,0 0-157 0,0 0-152 0,6 1-152 16,-3 0-81-16,5 1-46 0,-1 3-24 0,0-1-12 0,2 1-12 0,4 2-8 16,-2 1-1-16,3 1 0 0,1 0 0 0,-1 3-3 0,1-2-9 0,-1 1-10 15,-1 0-17-15,1 2-18 0,-3-1-35 0,2-2-41 0,1 1-74 16,-3-1-81-16,-2 1-76 0,0-3-70 0,0 2-75 0,2-2-77 16,-7 2-91-16,1-3-100 0,0 1-42 0,-1-1-17 0,-4 1 2 0,4-2 12 15,-4 1 29-15,-4-3 42 0,0 3 67 0,3-1 83 0,-3-2 73 0,-1 1 71 16,-4-1 76-16,3 1 74 0</inkml:trace>
  <inkml:trace contextRef="#ctx0" brushRef="#br0" timeOffset="-192592.71">16525 12352 58 0,'0'0'322'0,"-2"0"124"0,2 0 57 0,-4-1 27 16,4 1 14-16,0 0 10 0,0 0 23 0,0 0 29 0,0 0 28 15,0 0 27-15,6 0 15 0,-3 0 7 0,-1 1-73 0,7 1-116 0,-5-1-116 16,5 2-119-16,0 0-53 0,-2 0-26 0,2 2-14 0,0-1-6 0,0 2-19 16,2 2-30-16,-2-2-25 0,0 3-26 0,0-2-13 0,-3 4-8 15,3-2-6-15,-4 0-4 0,0 3-3 0,-1-2-4 0,-4 1 2 0,4 1 5 16,-4-2 1-16,-4 2 4 0,4-1 5 0,-4-1 6 0,-1-1 6 0,0 2 3 15,1-2 3-15,-1-2 3 0,-5 2 4 0,5-1 5 0,0-3 6 0,-4 2 3 16,0-1 3-16,3 0 0 0,-3-4 0 0,4 5-2 0,-1-4-1 0,-1 0-6 16,2 0-2-16,-1-2-2 0,3 0-2 0,-3 3-3 0,6-4-8 0,0 0-5 15,-5 0-5-15,5 0-8 0,0 0-7 0,0 0-6 0,0 0-4 0,0 0-5 16,0 0-3-16,0 0-6 0,1-2-5 0,3 0-2 0,0 0-2 0,-2 0 0 16,1-1 0-16,3 0-2 0,3 0 1 0,-4-2-1 0,4 0 2 15,-4 0 5-15,5-1-2 0,-1 0-2 0,0 0 2 0,0-1 3 0,-4 2 0 16,6-2 0-16,-4 2 0 0,0-1 0 0,1 2 2 0,-3-1-2 0,0 1-9 15,1 0-15-15,1 0-8 0,-1 3-7 0,-5-2-15 0,7 1-22 16,-7 1-50-16,5-1-63 0,-3 1-81 0,3 1-86 0,-1-2-79 0,3 2-75 16,-3 0-109-16,0 0-121 0,1 0-48 0,-3 0-11 0,3-1-5 0,-1 1-3 15,3-3 14-15,-7 1 22 0,3 1 48 0,1-1 60 0,-1-1 81 0,-2 0 87 16,1-1 80-16,3 2 75 0</inkml:trace>
  <inkml:trace contextRef="#ctx0" brushRef="#br0" timeOffset="-189202.16">16168 12757 51 0,'0'3'271'0,"0"0"56"0,0 0 28 0,0-1 15 0,0-1 12 0,-2 2 7 0,-1 0 7 0,3-1 7 0,0-2 8 15,0 0 10-15,0 0 7 0,0 0 7 0,0 0-78 0,0 0-116 16,0 0-75-16,0 0-53 0,0 0-26 0,0 0-18 0,0 0-10 0,0 0-8 16,0 0-10-16,0 0-13 0,3 0-22 0,-3 0-23 0,0 0-24 0,2 0-27 15,-2 0-29-15,4 0-31 0,-1 1-37 0,-1 1-42 0,-2-2-73 0,4 0-89 16,1 1-39-16,-5-1-17 0,6 3-4 0,-3 0 2 0,-3-3 9 0,0 0 14 16,0 0 18-16,0 0 20 0,-3 3 26 0,3-3 28 0,-6 0 38 0,1-1 42 15</inkml:trace>
  <inkml:trace contextRef="#ctx0" brushRef="#br0" timeOffset="-188687.46">15772 12648 21 0,'0'-3'234'0,"0"3"39"0,0-2 19 0,-2 0 4 15,-1 1 5-15,3 1 1 0,0-1 1 0,0 1 0 0,0 0-1 0,0 0 0 16,0-2-2-16,0 2-1 0,0 0-71 0,3 0-101 0,-3 0-55 0,2 0-35 15,4 2-11-15,-3 0-7 0,-3 2 1 0,6-3 0 0,-6 1 0 0,3 1 1 16,-1 0 1-16,2 0 4 0,-1-1 2 0,-1 2 2 0,-2 0-2 0,4-1-1 16,-4 3-6-16,0-2-3 0,0 3-3 0,0-1-3 0,0 1 0 15,0-1-3-15,-4 3-2 0,4-3-1 0,-2 2 0 0,-1-1 0 0,3 1-1 16,-4-1-2-16,2-1 0 0,-1 0 0 0,-3 0 1 0,3 0 1 0,3 0 2 16,-6-1 2-16,4 0 1 0,-1 0 4 0,-1-2 1 0,2 2 1 15,-1-1 1-15,3-1 2 0,-4-1-1 0,4 1 0 0,0-3 0 0,0 0-2 16,0 0 1-16,0 0-4 0,0 0 1 0,0 0 1 0,0 0 1 0,0 0 6 15,4 0 1-15,-1 0-1 0,-1 0 2 0,2-2 3 0,1 1 3 0,-1-3 1 16,1 2 1-16,1-1-2 0,3-2 1 0,0 2-3 0,-4-3-4 0,4 0-7 16,2 2-14-16,-2-4-18 0,0 2-26 0,0-1-26 0,2-1-33 0,-2 2-37 15,4-1-76-15,-4 1-91 0,-2 0-43 0,2 0-17 0,0 0-8 0,-4 0-3 16,1 1 0-16,1 0 5 0,-5 1 10 0,2-2 12 0,-4 3 20 0,0 3 22 16,0-6 34-16,-4 2 35 0</inkml:trace>
  <inkml:trace contextRef="#ctx0" brushRef="#br0" timeOffset="-187749.18">19372 13407 142 0,'0'2'400'0,"-4"0"132"0,4-2 64 0,0 0 37 0,0 0 30 0,0 3 29 0,4-1 23 0,1-2 25 0,2-2 20 0,-5 1 19 0,7-3 18 16,2 0 9-16,2 1-95 0,-3-1-146 0,5-1-129 0,-1-1-123 0,1 0-54 16,1 0-26-16,0 0-24 0,2 0-20 0,1-1-19 0,-3 1-16 15,2 0-16-15,2-2-16 0,1 2-13 0,-4-1-10 0,3-1-7 0,-2 1-10 16,2 1-7-16,-2-2-7 0,2 2-10 0,-6-1-8 0,4 1-10 0,-3 0-4 0,-1 0-7 16,1 1-8-16,-1-1-6 0,-5 2-3 0,4-1-6 0,-2 2-3 15,-6-3-11-15,4 3-14 0,-3 0-17 0,1 0-15 0,-2-1-17 0,-3 2-14 16,2 1-23-16,-4-1-26 0,0 2-55 0,0 0-70 0,0 0-86 0,0 0-91 15,0-1-69-15,-4 1-60 0,-1 1-52 0,3 2-48 0,-5-1-61 0,-1 2-65 16,-4 1-21-16,3-1-3 0,-2 2 15 0,-2-1 22 0,-1 2 52 0,-1 0 73 16,1 3 84-16,-1-1 93 0,1 0 71 0,-1-2 60 0,-3 4 61 0,7-4 62 15</inkml:trace>
  <inkml:trace contextRef="#ctx0" brushRef="#br0" timeOffset="-187362.68">19614 13399 202 0,'0'5'334'0,"3"-1"53"0,-3-1 30 0,0 2 31 0,2-1 28 0,2 1 38 16,-2-1 37-16,-2 2 47 0,0 0 45 0,0 0 40 0,0 2 36 15,0-1-39-15,0 1-64 0,-2 1-87 0,-2 0-90 0,4 1-49 0,-2 1-28 16,-1-1-27-16,-1 1-26 0,2-1-34 0,-1-1-35 0,-1 1-42 0,4 1-44 16,-5-2-36-16,5 0-34 0,-2 0-18 0,2-1-12 0,0-1-7 0,0 1-6 15,0-4-3-15,2 2-2 0,-2 0-2 0,3-1-1 0,-1-1-3 0,2-1 0 16,1 1-3-16,-1 0-3 0,1-1-1 0,1 0-1 0,1-2-2 0,0-1-4 16,2 0-2-16,0 0-2 0,0 0-2 0,2 0 1 0,-2-3-4 0,0 0-2 15,2 0-4-15,-2-1-5 0,4-1-8 0,-4 1-8 0,-2-1-10 0,2-1-12 16,-2-1-16-16,1 0-19 0,-5 3-17 0,3-3-20 0,-1 0-15 0,-1 2-18 15,-1 0-13-15,-1-1-8 0,2 0-5 0,-2 2-3 0,-2-1 3 0,0 1 6 16,0-1 9-16,0 2 10 0,-2 0 17 0,-2 0 18 0,4-1 20 0,0 2 18 16,-2-1 29-16,-1 2 25 0,3-1 30 0,-4 1 28 0,4 1 24 0,0 0 22 15,0 0 14-15,0 0 14 0,0 0 7 0,0 0 11 0,-2 0 10 16,2 0 6-16,0 0 9 0,0 3 7 0,0-1-3 0,2 2-5 16,-2 2-11-16,4 0-16 0,-1 1-15 0,-1 2-13 0,2 2-13 0,-2-1-7 15,1 2-11-15,3 2-8 0,-3-2-10 0,3 0-8 0,-3 0-10 0,-1 1-10 16,2-2-10-16,1 0-13 0,-5 0-13 0,6 0-18 0,-3-2-30 0,1 0-36 15,-2-2-58-15,1 1-69 0,1-2-66 0,-4-2-63 0,2 1-54 0,-2-1-51 16,3-3-56-16,-3 1-61 0,0-2-77 0,0 0-83 0,0 0-30 0,2-4-2 16,-2-2 17-16,0 0 32 0,-2-2 57 0,2-1 70 0,-3 0 64 0,1-3 63 15,2 2 53-15,-7-3 51 0,5 2 57 0,-2 0 62 0</inkml:trace>
  <inkml:trace contextRef="#ctx0" brushRef="#br0" timeOffset="-186935.68">19451 12830 174 0,'-4'-4'516'0,"1"1"114"0,1 2 54 0,-2-2 21 0,4 1 12 16,0 2 3-16,0 0 3 0,0 0 2 0,0 0 0 0,0 0 3 0,0 0 1 16,0 0-32-16,0 0-52 0,0 0-184 0,0 0-239 0,0 2-113 0,6-1-49 15,-6 2-22-15,3-1-11 0,3 1-5 0,-2 1 1 0,-3 1-1 0,3-2-3 16,-4 3-2-16,5-2-2 0,-5 2-2 0,4 2-2 0,-4-1-2 0,0 1 0 15,0-1-2-15,0 1-2 0,0-1 1 0,0 1 0 0,0-1 0 0,-4 0 1 16,4 0-1-16,0 0-1 0,0-3-1 0,-1 3 1 0,1-3-1 0,0-1 1 16,-4 0-2-16,4 0-2 0,0-1 1 0,0 1-1 0,0-3 1 0,0 3-2 15,4 0-2-15,-3 0 1 0,-1-2-1 0,4 2 4 0,-2 0 1 0,1-1 0 16,3 1 0-16,-3 0 0 0,3-2 0 0,-1 2 1 0,-1 0 2 0,1-2 0 16,1 3 5-16,1-3 5 0,-2 2 7 0,1 0 7 0,-3-1 7 15,3 1 6-15,-2-1 7 0,-3 2 4 0,3 0 3 0,-2 2 4 0,1-2 4 16,-3 3 2-16,0 0 5 0,0 1 4 0,-3-1-2 0,3 2-5 15,-2 0-5-15,-2 1-4 0,-1 1-7 0,-1 0-7 0,1-1-5 0,-2 1-7 16,1-2-4-16,3 0-3 0,-4 0-4 0,3 0-2 0,-2-2-6 0,1-1-8 16,-2 0-8-16,1-1-11 0,3-1-21 0,1 1-27 0,-3-2-57 0,1 0-71 15,4-2-86-15,-4 1-90 0,4-2-84 0,0 0-74 0,0 0-82 0,0 0-84 16,0 0-58-16,0 0-51 0,0 0-16 0,0 0-1 0,0-6 14 0,4 1 22 16,0-1 57-16,-3-1 69 0,5 1 83 0,-3-2 94 0,3 2 81 0,3 0 75 15,0-1 83-15</inkml:trace>
  <inkml:trace contextRef="#ctx0" brushRef="#br0" timeOffset="-186800.06">19654 13099 93 0,'9'0'323'16,"-6"0"81"-16,3 2 59 0,-1 1 49 0,-1-2 45 0,-1 3 41 0,-1 1 35 16,2 0 36-16,-2-1 20 0,1 1 10 0,-3-2 7 0,0 3 2 0,4-3-107 15,-4 1-155-15,2-2-156 0,-2 0-154 0,0 2-136 0,0-4-128 16,0 3-149-16,0-2-157 0,0-1-106 0,0 0-86 0,0 0-42 0,0 0-24 16,0 0-9-16,0 0-7 0,0 0 14 0,-6 0 19 0,1 0 59 0,-1-1 74 15,-1-1 80-15,2 1 80 0,-1-3 105 0</inkml:trace>
  <inkml:trace contextRef="#ctx0" brushRef="#br0" timeOffset="-185437.35">19142 13681 76 0,'-4'-1'372'0,"4"1"170"0,0-2 87 0,0 2 43 0,0 0 33 0,0 0 27 0,0 0 21 0,0 0 16 0,4 0 17 0,-4 0 12 16,2 2 8-16,3-2 7 0,-1 0-79 0,-1 0-119 0,-1 0-152 0,2 0-163 15,1 0-81-15,1 0-41 0,-3 0-34 0,3 0-26 0,-1 0-20 0,-1 0-19 16,5 0-14-16,-4 0-14 0,4 0-12 0,-3 0-9 0,3 0-23 0,-4-2-28 16,4 1-60-16,0-1-78 0,0 0-111 0,-3 1-127 0,3 1-150 0,-4 0-161 15,0 0-76-15,3 0-34 0,-8 0-17 0,5 0-9 0,-5 0-2 0,0 0 3 16,6 1 11-16,-6-1 18 0,0 0 56 0,0 7 74 0,-4-3 108 0,2 2 126 16,-1 0 151-16</inkml:trace>
  <inkml:trace contextRef="#ctx0" brushRef="#br0" timeOffset="-184195.12">9892 14319 135 0,'-5'0'414'0,"-1"0"162"0,2 0 72 0,-1 0 36 0,1 0 18 0,4 0 12 0,0 3 13 0,0-3 17 0,0 0 17 0,0 0 16 16,0 0 13-16,0 1 10 0,4-1-97 0,0 2-146 0,-3-1-148 0,3 0-154 15,2 1-68-15,-3 0-31 0,-1 1-18 0,3-2-11 0,3 2-15 0,-7 0-13 16,7-1-18-16,-3 2-16 0,1-2-14 0,-1 1-12 0,-1 1-11 0,1-1-11 15,0 2-16-15,-1-3-16 0,1 5-22 0,1-3-28 0,-3 2-41 0,3-1-52 16,-2 1-72-16,-3 0-81 0,3 1-65 0,0-1-58 0,-3 3-51 0,3-1-46 16,-4-1-44-16,2 2-36 0,1-1-44 0,-3 1-45 0,0-2-23 0,0 0-20 15,0 1 25-15,-3-2 41 0,1 2 69 0,2-2 81 0,-4 1 62 0,4-1 58 16,-1 0 51-16,-3-1 48 0,4-1 44 0,-4 1 42 0,4-5 53 0</inkml:trace>
  <inkml:trace contextRef="#ctx0" brushRef="#br0" timeOffset="-184076.92">9962 14554 156 0,'-3'-2'323'0,"3"2"36"0,-6 0 22 16,6-1 10-16,0 1 12 0,-1-1 11 0,1 1 15 0,0 0 17 15,0 0 26-15,0 0 30 0,0 0 36 0,0 0 36 0,0 0-63 0,0 0-111 16,0 0-51-16,0 1-24 0,1 0-14 0,-1 3-7 0,4-3-11 0,-2 1-9 16,1 1-17-16,-3 0-19 0,6 0-54 0,-2-1-69 0,-3 2-97 0,3 0-109 15,1 1-97-15,-1-1-90 0,-2 1-80 0,1-1-80 0,3 1-91 0,-3-1-98 16,-3-1-45-16,6 2-18 0,-6-2-8 0,5 0-3 0,-1 0 25 0,-4-3 38 16,4 1 58-16,-4-1 64 0,0 0 62 0,5 0 57 0,0-1 64 0,1-1 65 15</inkml:trace>
  <inkml:trace contextRef="#ctx0" brushRef="#br0" timeOffset="-183911.05">10120 14626 228 0,'3'5'341'0,"-1"-2"56"16,-2 1 38-16,4 1 34 0,-2-1 34 0,1 2 42 0,1 0 44 0,-2 0 35 15,-2-1 32-15,0 1 16 0,3 0 7 0,-3 0-59 0,4-2-88 16,-4 2-111-16,2-2-116 0,-2 1-105 0,3 0-95 0,-1-2-96 0,-2 1-96 16,4-1-109-16,-1-1-113 0,-1 1-127 0,-2-3-135 0,6 0-61 0,-6 0-29 15,9-2-14-15,-2-1-2 0,-2-1 10 0,1-2 19 0,-1 0 49 0,1-3 62 16,3 0 59-16,-4 0 60 0,4-2 70 0,-2 1 71 0</inkml:trace>
  <inkml:trace contextRef="#ctx0" brushRef="#br0" timeOffset="-183656.47">10577 14295 121 0,'4'0'361'0,"1"1"96"15,-1 1 66-15,-2-1 49 0,2 2 41 0,1 0 35 0,-1 0 22 16,1-2 19-16,0-1 16 0,1 0 11 0,3 0 9 0,0-1 9 0,0-2-95 16,2 2-143-16,-2-2-109 0,0 1-93 0,0-1-63 0,2 0-51 0,-2 0-37 15,0 0-33-15,0 0-24 0,0 2-21 0,0-2-14 0,-2 0-12 0,2 0-11 16,-3-1-8-16,3 2-14 0,-4 0-17 0,4-1-35 0,-5 2-46 0,5-1-53 16,-4 1-57-16,-1-1-51 0,1 2-49 0,-3-1-40 0,2 1-38 15,-4 0-39-15,0 0-41 0,0 0-47 0,0 0-48 0,0 0-50 0,0 3-54 16,0-3-6-16,-6 3 23 0,1 0 40 0,1 1 52 0,-1-1 51 0,0 2 45 15,-3 1 43-15,3 1 35 0,-1-1 43 0,1 2 40 0,-2-1 46 0,5 2 49 16</inkml:trace>
  <inkml:trace contextRef="#ctx0" brushRef="#br0" timeOffset="-183470.94">10688 14401 225 0,'-6'8'381'0,"-3"-1"67"0,4 1 36 15,-1-1 26-15,3-1 20 0,3 2 24 0,0-4 25 0,0 2 34 0,0-3 37 16,0 2 30-16,3-4 24 0,1 2-39 0,-2-1-73 0,3-1-106 0,3 1-121 16,-3-2-60-16,4 0-29 0,-4 0-18 0,6 0-15 0,-2-2-23 0,0 1-22 15,0-2-32-15,2 0-37 0,-3-1-27 0,-1 2-27 0,2-3-14 0,0 2-13 16,0-1-8-16,-4 0-4 0,4 0-7 0,-3 1-10 0,-3-1-13 0,6 1-13 15,-7 0-22-15,5 1-22 0,-5-1-34 0,4 3-42 0,-6-3-50 0,0 3-60 16,0 0-55-16,3 0-54 0,-3 0-47 0,0 0-44 0,0 0-43 0,0 0-41 16,-3 0-32-16,1 2-27 0,-4-1-34 0,3-1-38 0,-3 1 1 15,-3-1 13-15,6 0 44 0,-6 2 53 0,3-2 51 0,1 0 55 0,-4 0 47 16,3-2 44-16,1 1 41 0,-4 1 45 0,4-1 39 0,-3-1 38 0</inkml:trace>
  <inkml:trace contextRef="#ctx0" brushRef="#br0" timeOffset="-183280.8">10700 14398 171 0,'-3'-1'327'0,"1"-1"63"0,-2 2 41 0,1 2 39 0,3-1 40 16,-2 2 45-16,2 0 49 0,0 0 44 0,0 2 38 0,-4-1 32 0,4 2 26 15,0 2-31-15,-1-1-56 0,-3 2-83 0,4 2-92 0,0 1-53 0,0 0-30 16,0 2-31-16,0 2-31 0,-4 0-38 0,4 2-45 0,0 0-39 0,-1 2-39 16,1-1-29-16,-4 1-26 0,4-1-17 0,0 2-19 0,-6-3-16 0,6 2-13 15,-3-2-16-15,3 0-17 0,-2-2-20 0,-2-1-21 0,3 0-26 0,-3-2-25 16,4 0-51-16,-4-1-60 0,4-3-85 0,0 1-99 0,-1-2-86 0,1-1-83 16,0 1-96-16,0-2-105 0,1-2-53 0,-1-4-35 0,0 5-8 0,0-5 8 15,4 3 15-15,-4-3 19 0,9-3 47 0,-4 1 57 0,1-1 85 0,-2-3 97 16,1 0 85-16,4 2 85 0,-4-4 98 0</inkml:trace>
  <inkml:trace contextRef="#ctx0" brushRef="#br0" timeOffset="-182996.76">11149 14341 147 0,'0'0'432'16,"-2"-1"175"-16,2-1 86 0,0 2 45 0,-7 2 31 0,5 2 18 0,-1 1 15 15,-3-2 13-15,3 1 7 0,-3 2 4 0,1-2 8 0,-1 4 14 16,-1 1-103-16,2-1-149 0,-1 2-155 0,1 1-164 0,-1 1-74 0,-1 3-40 0,0 0-17 16,0 1-11-16,1 1-6 0,1 2-2 0,-1 1-1 0,3 1 0 15,-3 0-6-15,3 1-7 0,1 1-8 0,-2-2-4 0,4 1-10 0,0 1-12 16,4-2-12-16,-2 1-7 0,1-2-9 0,-1-1-9 0,5 1-10 0,-1-2-9 16,3-2-17-16,0-1-18 0,2 0-23 0,-2-1-27 0,2-1-26 0,1-1-27 15,-1 0-24-15,4-3-23 0,-3 2-44 0,3-4-57 0,-1 2-91 0,1-3-106 16,-1 1-104-16,1 0-98 0,-1-1-97 0,0-2-94 0,1 1-30 0,-1-1 3 15,1-1 14-15,-1 0 19 0,1 0 22 0,-1-1 22 0,3-1 46 0,-1-1 56 16,-2 0 92-16,4 0 108 0,2 0 102 0,-2-1 104 0</inkml:trace>
  <inkml:trace contextRef="#ctx0" brushRef="#br0" timeOffset="-181983.41">11806 14737 105 0,'-4'3'410'0,"4"0"189"0,-2-1 91 0,2 1 44 0,0 0 26 0,0 0 18 0,0 0 17 0,0-1 18 16,0 0 13-16,2 0 10 0,2-1 9 0,-1 1 9 0,-1-1-86 0,5 1-134 15,-1-1-161-15,-1 1-178 0,1 1-74 0,3-2-32 0,0 2-14 0,0 0-4 16,2-1-4-16,-2-1-7 0,1 1-1 0,3-1 4 0,2-1 0 0,-1 2 1 16,0-1 0-16,1-1-5 0,-1 0-2 0,1 0-5 0,-1 0-5 15,1 0-5-15,-3 0-7 0,3-1-7 0,-1-1-7 0,-3 2-10 0,2-1-8 16,-2-1-11-16,3 1-12 0,-5 1-6 0,0-3-7 0,0-1-7 0,2 3-9 16,-4 0-5-16,-1-1-8 0,3 2-7 0,-4-1-6 0,1 1-6 15,-1 0-5-15,-1 0-7 0,1 0-16 0,1 0-19 0,-3 0-30 0,1 1-34 16,-2-1-43-16,1 2-41 0,-3-2-37 0,0 0-37 0,0 0-58 0,0 0-71 15,0 0-103-15,0 0-121 0,0 0-108 0,0 0-101 0,0 0-87 0,0 2-82 16,-3 3-15-16,1-2 11 0,-2 0 32 0,1 2 39 0,-3-1 35 0,1 2 35 16,-4 0 57-16,3 0 72 0,-3-1 103 0,4 2 123 0,-4 0 106 0,0 3 106 15</inkml:trace>
  <inkml:trace contextRef="#ctx0" brushRef="#br0" timeOffset="-181593.66">11981 14979 90 0,'0'1'365'0,"2"1"151"0,1-1 92 16,-3 0 67-16,6-1 43 0,-3 4 38 0,1-3 21 0,2 1 18 16,-1-1 13-16,0 1 8 0,1-1 8 0,1-1 8 0,-2 2-90 0,1-1-131 15,3 1-139-15,-4-1-144 0,1 0-90 0,3 1-67 0,-6 0-44 0,3-1-34 16,-1 2-24-16,3-1-16 0,-7 1-13 0,5 1-8 0,-3-1-10 0,1 2-5 16,-2 1-4-16,-2-2-4 0,0 4-3 0,0-1-3 0,0 0 0 0,-6 3 0 15,6 0 0-15,-3-1 2 0,-3 2-1 0,5-2 1 0,-3 1 1 0,-1-1 0 16,-3 2 3-16,3-2 1 0,-1 0 5 0,3 0 5 0,-3-2 2 0,1 1 7 15,-4-1 4-15,3 1 6 0,1-2 4 0,-2 0 4 0,1 0 5 0,1 0 8 16,0-2 8-16,-5 0 4 0,7 0 3 0,-3 0 1 0,6-2-2 0,-5-1-5 16,5 1-3-16,0-2-3 0,0 0-4 0,0 0-8 0,0 0-5 0,0 0-2 15,0 0-7-15,0 0-8 0,0-2-5 0,5 1-3 0,-5 1-1 0,6-2 2 16,1 1 2-16,-1-1 3 0,-1 1 2 0,4-1 1 0,-4-1 0 0,4 2-2 16,1-2 5-16,-5 1 7 0,4-1 2 0,-4 0 3 0,4 2 0 0,-3-4-3 15,-1 4-4-15,3-2-5 0,-3 0-3 0,0 1-2 0,1-1-1 0,-1 2-6 16,-1-2-1-16,-1 1 3 0,-1 0-19 0,2 1-23 0,-2-2-33 0,1 2-38 15,-3-1-24-15,0 2-20 0,4-1-21 0,-2-1-25 0,-2 2-74 0,0-3-94 16,0 2-99-16,0-3-98 0,0 0-95 0,0 1-95 0,0-3-81 0,-2 0-71 16,-2-1-12-16,4-3 17 0,0 2 14 0,-3-1 14 0,1-2 21 15,2 0 22-15,-4 1 73 0,2-2 97 0,-1 2 96 0,-1-1 100 0,4 1 98 16,-5-2 97-16</inkml:trace>
  <inkml:trace contextRef="#ctx0" brushRef="#br0" timeOffset="-181219.43">12015 14293 61 0,'-1'-7'381'0,"-3"1"204"0,0 1 100 0,3 0 55 0,-3 4 34 0,4 1 24 0,0 0 17 0,-2 1 15 0,-2 1 10 0,1 1 10 0,-3 0 10 0,6 0 12 0,-3 2-77 0,1 0-115 16,-2 2-169-16,3 0-193 0,-3 1-91 0,4-1-47 0,-4 4-27 0,4-2-18 15,0 1-14-15,0 2-11 0,0-1-8 0,0 0-5 0,4 2-8 0,0-1-5 16,1-1-1-16,0 0-2 0,1 1-6 0,1 0-1 0,0-1-5 15,2 0-5-15,0 0 0 0,0 0 0 0,2-1 1 0,-2 1 0 0,0-2 1 16,0 0-2-16,2 0 0 0,-3-2-1 0,-1 1 1 0,2-1 1 0,0 1 4 16,-4-2 2-16,4 0 0 0,-3-2 1 0,1 2-1 0,-5-1 2 15,3-1 2-15,2-1 0 0,-5 2 7 0,2-2 5 0,-2 1 4 0,1-1 3 16,-3 0 2-16,0-1 1 0,0 1 1 0,0 1-4 0,0-1-3 0,0 1-1 16,-5 0-3-16,5 0-5 0,-4 1-6 0,2 1-6 0,-5 0-9 0,5 0-7 15,-3 0-7-15,-2 0-10 0,1 0-13 0,1 0-19 0,-4 0-21 0,3-2-25 16,-3 1-28-16,4-1-30 0,-4 1-37 0,0-2-40 0,0 0-40 0,0-2-39 15,2-1-34-15,-6 0-32 0,4 0-54 0,-2-1-69 0,-2-2-91 0,2-2-100 16,2-1-72-16,0-1-59 0,0-1-49 0,-1-2-44 0,4-1-34 0,-3-2-25 16,0 1 9-16,4-3 25 0,1 1 27 0,2-3 26 0,-1 3 55 15,-1 0 68-15,4-1 97 0,0 1 109 0,0 3 89 0,4-1 79 0,-1 1 75 16</inkml:trace>
  <inkml:trace contextRef="#ctx0" brushRef="#br0" timeOffset="-181069.12">11983 14448 246 0,'7'-5'403'0,"-5"2"59"0,5 0 61 0,-1 0 56 0,-1 0 58 0,0 0 56 0,1 0 36 16,-3 0 27-16,6 0 21 0,-3 0 15 0,-1 0 0 0,3 0-4 15,-1 0-114-15,2-2-163 0,-4 3-94 0,4-3-58 0,-1 2-59 0,-1-1-58 16,2 0-56-16,0 0-54 0,0 1-39 0,2-1-29 0,-2 1-28 0,3-1-28 16,-4 2-49-16,4-1-58 0,-3 0-98 0,0 0-112 0,2 3-108 0,-2-3-104 15,0 3-106-15,-3 1-106 0,3 1-48 0,-4-1-23 0,4 2-11 0,-3 0-3 16,3 1 8-16,-4 3 9 0,1-1 41 0,-3-1 49 0,3 5 93 0,-1-3 110 16,2 2 104-16,-1 1 105 0</inkml:trace>
  <inkml:trace contextRef="#ctx0" brushRef="#br0" timeOffset="-180859.59">12533 14769 151 0,'-4'12'591'0,"4"0"141"0,-4 1 69 16,3 1 37-16,-3-1 26 0,2 1 24 0,-1 1 20 0,-3 0 19 0,3 0 12 15,-1 0 8-15,2 0 6 0,-1 0-26 0,1 0-41 0,-2 0-225 0,0 0-305 16,3 0-160-16,-3-2-90 0,-1 1-67 0,1-2-53 0,4-2-76 0,-5 1-84 15,5-2-128-15,0-2-140 0,-2-1-128 0,2 0-122 0,0-6-99 0,0 0-91 16,0 0-36-16,0 0-14 0,0 0 10 0,0 0 19 0,5-3 26 0,1 0 26 16,-3-1 55-16,-1-2 64 0,3 0 109 0,-1-2 129 0,2 4 120 0,-3-4 113 15</inkml:trace>
  <inkml:trace contextRef="#ctx0" brushRef="#br0" timeOffset="-180575.54">12719 14808 241 0,'2'3'513'0,"-2"1"167"0,0-2 77 15,0 1 38-15,3 0 20 0,-3 0 16 0,4 0 10 0,-2 0 11 16,1-2 7-16,1-1 6 0,2 1 4 0,-1 1 4 0,0-2-134 0,1 2-198 15,3-2-176-15,0 0-166 0,0 0-77 0,0 0-37 0,2-2-23 0,-2 0-20 16,2 0-23-16,1-1-23 0,-1 0-23 0,-2 0-20 0,4 0-64 0,-2-2-82 16,-2 1-113-16,2-2-126 0,-2 3-106 0,3-2-98 0,-3 1-89 0,-1-1-83 15,-1 1-35-15,-2-3-12 0,1 5 1 0,3-3 9 0,-4 1 11 0,1-1 16 16,-3-1 57-16,3 2 80 0,-1-2 111 0,-1 0 124 0,1 1 108 0,1-1 97 16</inkml:trace>
  <inkml:trace contextRef="#ctx0" brushRef="#br0" timeOffset="-180320.82">13173 14611 166 0,'0'2'462'0,"4"-1"188"0,-1 1 91 0,-1-2 49 0,2 1 33 0,1 1 27 0,-1-1 12 16,1 1 5-16,1-2 8 0,3 1 8 0,-4-1 12 0,8-1 12 15,-2-1-101-15,1 1-156 0,3-1-173 0,-4 1-178 0,3-4-89 0,0 2-45 16,5 0-32-16,-5-1-27 0,4 1-13 0,-3-3-5 0,1 3-5 0,-2-3-9 15,1 0-14-15,-3 1-17 0,3-1-22 0,-1 2-25 0,-3-2-23 0,2 1-24 16,-4-1-17-16,0 3-21 0,-2-1-22 0,-3 0-24 0,1 3-21 0,-1-2-24 16,-4 2-68-16,0 1-89 0,0 0-88 0,0 0-87 0,0 0-65 0,0 1-59 15,-4 2-48-15,2-2-48 0,-5 3-44 0,2 0-43 0,-1-1-5 0,-3 3 14 16,0 2 17-16,0-2 18 0,2 1 67 0,-6 1 89 0,4-1 91 16,2 1 88-16,-6 1 76 0,8-2 69 0,-4 2 68 0</inkml:trace>
  <inkml:trace contextRef="#ctx0" brushRef="#br0" timeOffset="-179796.32">13343 14706 243 0,'0'0'360'0,"0"1"73"0,4 1 54 16,-3 1 53-16,3-2 54 0,-2 1 54 0,1-1 51 0,3 1 35 0,-2-1 26 0,-3-1 20 15,3 0 14-15,1 0-52 0,-1 0-83 0,1 0-96 0,1 0-100 16,-3 0-67-16,3 0-53 0,-1-1-51 0,3 1-52 0,-3-2-50 0,0 2-47 16,1-1-35-16,1-1-26 0,0 1-17 0,-3 1-16 0,1-2-8 0,4 1-8 15,-3-1-6-15,-3 1-5 0,3-1-2 0,-1 0-4 0,-1 2-1 0,1-2 2 16,1 0-4-16,-3 1-2 0,3-1-4 0,-1 1 1 0,-1-1-1 0,1 1 1 15,-1-1-1-15,-1 1-1 0,-1-1 0 0,2 0-1 0,-2 1-1 0,1 0 1 16,1-1-4-16,-2 2-1 0,-2 0 0 0,0-1 2 0,0 1-1 0,0 0 1 16,5-2-1-16,-5 2 1 0,0 0-2 0,0 0-2 0,0 0 2 15,0 0 0-15,0 0 2 0,0 0-1 0,0 0 1 0,0 0-1 0,0 0 2 16,0 0 5-16,0 0-1 0,0 0-2 0,0 0-2 0,0 0-2 16,0 0 1-16,0 0-1 0,0 0 4 0,0 0-1 0,0 0 1 0,0 0 1 15,0 0 0-15,0 0 3 0,0 0-2 0,0 0-2 0,0 0-4 0,0 0-5 16,0 0 2-16,-5 3 11 0,5-1 5 0,-2-1 4 0,-2 2 3 0,4 0 1 15,-3 3 2-15,-3-1 5 0,1 2 1 0,1 1 0 0,2 1 1 0,-1 1 2 16,-1 1 11-16,-1-1 10 0,-1 2 1 0,3 0-2 0,-3 0-1 0,1 0 2 16,1 0 0-16,2 0 0 0,-5 0 0 0,5 0-1 0,-1 1 0 0,1-3 1 15,-2 0-2-15,4 1-2 0,-3-2-4 0,3 0-1 0,0-2-6 0,0 2-4 16,0-1-3-16,0-1-4 0,3-1-1 0,-3 0 0 0,4 1-3 0,-2 0-4 16,1-3-4-16,3 1 1 0,-3-1-2 0,3-1 1 0,-1 0 4 0,1 0-2 15,1-1 3-15,0-1 2 0,0-1-1 0,-1 0 1 0,3 0-2 16,-4 0-5-16,4 0 1 0,-3-1 4 0,3-1 0 0,-4 1-3 0,4-1 2 0,-3 1-2 15,-1-1-2-15,4 0-2 0,-3 1-2 0,1 0-2 0,-2-1 1 16,1 1-2-16,-1-1-6 0,-1 1-11 0,-1-1-14 0,-1 1-19 0,4 1-18 16,-6-2-25-16,0 2-19 0,0 0-19 0,0 0-24 0,3-1-28 15,-3 1-64-15,0 0-83 0,-3-3-93 0,3 1-99 0,-2 2-74 0,2 0-66 16,-4-2-54-16,-1 2-49 0,5 0-44 0,-4-1-46 0,-1 0-9 0,-1-1 4 16,1 1 18-16,1-1 25 0,-1 1 64 0,-1-2 81 0,3 0 94 0,-3 1 98 15,3-1 83-15,1 0 72 0,-2 0 69 0</inkml:trace>
  <inkml:trace contextRef="#ctx0" brushRef="#br0" timeOffset="-179641.2">13587 14904 27 0,'0'0'326'0,"4"1"163"0,-4 1 92 0,3-1 56 0,-1 2 48 0,-2 2 45 0,4-1 34 0,-2 2 31 0,-2-1 23 0,3 2 21 0,-3-1 15 0,0 2 16 15,4-1-59-15,-4 1-92 0,2 1-137 0,-2-1-155 0,3 3-85 0,-3-2-52 16,0 0-49-16,2 2-43 0,-2-2-34 0,4 0-32 0,-4 1-24 16,0-1-24-16,0 0-29 0,3-2-29 0,-1 1-29 0,-2-2-29 0,0 0-31 15,0-1-27-15,0-1-42 0,4-1-48 0,-4-1-76 0,0-2-94 0,0 0-79 16,0 0-74-16,0 0-69 0,0 0-63 0,0 0-82 0,-4-5-86 0,4-2-35 15,0-1-9-15,0-2 6 0,-2-1 16 0,-1 0 35 0,-1 0 44 16,2-3 77-16,-1 0 93 0,-3 0 80 0,3 2 74 0,-3-3 68 0,1 1 71 16</inkml:trace>
  <inkml:trace contextRef="#ctx0" brushRef="#br0" timeOffset="-179197.22">13267 14214 277 0,'-4'-5'543'0,"-1"1"102"0,5 1 51 16,-2 0 21-16,-1 1 12 0,3-1 4 0,0 3 5 0,0 0 5 0,0 0 7 16,0 0 10-16,0 0 11 0,0 0-48 0,0-1-70 0,3-2-179 15,-1 1-224-15,2 2-101 0,1-1-46 0,-1-1-22 0,-3 1-9 0,5-1-8 16,-2 1-5-16,1 1-5 0,-1-2-5 0,-3 0-10 0,3 2-15 0,-4 0-5 16,4 0-5-16,-3 0-4 0,-1 0-1 0,0 4-3 0,4-3 0 0,-4 4-1 15,0-2 1-15,-4 1 0 0,4 1-2 0,-5 2 2 0,5 1 0 16,-5-1 2-16,1 2 4 0,2 0 0 0,-5 2-2 0,1-1 1 0,5 0 1 15,-7 0 0-15,7 0 1 0,-3 1 1 0,-1-3 1 0,1 2 1 0,-1-3-1 16,5 2 0-16,-6-1 3 0,6-2-3 0,-4 1-4 0,4-2-4 0,0 0 1 16,0 2-2-16,0-4-2 0,4 1-2 0,-4 0-1 0,2 0-2 0,2-1-1 15,-1 0-1-15,-1 0 0 0,2-2 0 0,1 2 0 0,0 0 2 0,3-1 1 16,-1-1 1-16,2 1 1 0,-4-1 2 0,4 1 4 0,0-2-1 0,0 1 1 16,2-1 2-16,-2 0 4 0,0 2 5 0,0-2 4 0,1 1 4 0,-5-1 3 15,4 3 4-15,-4-2 7 0,1 1 5 0,1 0 7 0,-2 1 2 0,1 0 2 16,-2 0 3-16,-3 1 8 0,3 0-1 0,-2 1-2 0,1 1-5 0,-3 0-3 15,0 0-3-15,0 0-6 0,0 1-6 0,0 1-6 0,0 0-15 0,0-1-15 16,0 1-17-16,0 1-17 0,-3-2-25 0,3-1-25 0,-2 0-39 0,2 2-43 16,-4-4-85-16,3 0-101 0,1 1-90 0,-4-2-83 0,4 0-90 0,0-3-98 15,0 0-66-15,0 0-56 0,0 0-14 0,0 0 0 0,4-3 14 0,-3-1 15 16,5-1 36-16,-3-2 44 0,3-1 83 0,-3-1 103 0,6 0 88 16,-3-1 85-16,5-1 92 0</inkml:trace>
  <inkml:trace contextRef="#ctx0" brushRef="#br0" timeOffset="-179004.02">13819 14252 323 0,'5'5'555'0,"1"0"116"0,-3 1 65 0,3 0 44 0,-1 1 28 15,0 2 24-15,4 2 18 0,-5-1 26 0,5 1 24 0,-3-1 26 0,-1 2 27 16,4 0-40-16,-4-2-68 0,3 4-164 0,-1-2-204 0,-3 2-105 0,5-1-60 16,-4 1-35-16,-1 1-28 0,1 1-23 0,-3 2-20 0,2 0-22 0,1 2-27 15,-5-1-31-15,4 1-34 0,-4 1-39 0,0 0-43 0,0 0-47 0,0-2-46 16,-4 1-48-16,2-2-47 0,-1 0-49 0,-3-2-49 0,1 1-100 0,-3-2-125 15,3-1-109-15,-4 0-102 0,-2 0-115 0,2-1-115 0,-5-1-42 0,3-1-7 16,-2-1 17-16,-1 1 28 0,-4-1 36 0,3 0 38 0,-1-2 45 0,-2-2 47 16,0 0 99-16,3 0 125 0,1-1 112 0,-4-2 103 0</inkml:trace>
  <inkml:trace contextRef="#ctx0" brushRef="#br0" timeOffset="-178837.63">13813 14769 308 0,'0'4'580'0,"-3"0"90"0,-1 3 20 0,2-1-38 16,-1-1-62-16,-3 2-71 0,3-3-74 0,-3 2-78 0,-3 0-78 0,4-1-96 16,-4-1-105-16,3 1-106 0,-3-3-108 0,0 2-202 0,0-1-249 15,4 0-92-15,-4 1-20 0,-2-1 38 0,2-2 61 0,0 3 70 0,-2-3 76 16,-2 2 77-16,2-1 79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2-02T07:47:09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3744 1507 96 0,'-5'5'301'0,"-4"-4"46"0,0 0 22 0,0-1 15 0,-1 0 7 0,5 2 2 16,-4 1 4-16,4-3-1 0,3 0-2 0,-2-1 2 0,1 1-2 0,3 0 1 15,0 0-94-15,0 0-138 0,0 0-73 0,0 0-45 0,0 0-23 0,0 0-13 16,0 0-6-16,0 0-6 0,0 0 0 0,0 0 2 0,0 0-2 0,0 0 1 15,0 0 1-15,0 0-1 0,3-2 4 0,-3 2 2 0,6 0 7 0,-3-2 8 16,-1 2 6-16,5 0 8 0,-1-1 8 0,-1 1 6 0,4-1 6 0,2-1 6 16,-2 1 4-16,0-1 3 0,6 1 4 0,-3-1 6 0,3-1-1 0,-4 2 0 15,7-3-5-15,-4 3-3 0,1-2-7 0,-1 0-5 0,0 2-5 0,1-2-4 16,-1 0-1-16,5-1-5 0,-5 3 2 0,0-2 5 0,1 0 8 0,-1 0 9 16,1 2 12-16,-1-2 13 0,1-1 6 0,3 2 8 0,-4 0 10 0,4-2 15 15,-1 1 10-15,1 0 10 0,0 0 6 0,-2-1 4 0,6 0-2 0,-6 1-4 16,2-1-7-16,2 1-11 0,-2-2-10 0,2 2-11 0,-2-1-3 0,0 1-4 15,-1-2-10-15,1 2-12 0,-4-1-10 0,4-1-8 0,-3 2-3 0,-1-2-3 16,1 3-3-16,-1-3-2 0,1 2-1 0,-5-1 0 0,3 1-5 0,-2-1-2 16,2 2-7-16,-4-1-4 0,2 0-4 0,-6 1-1 0,4 1 0 0,0-2-5 15,-4 1-4-15,4 0-2 0,-3 1-1 0,-1-2 1 0,4 2-4 0,-5-1-1 16,1 1-1-16,1-1-1 0,-3 1-1 0,3 1-1 0,-2-2-2 0,1 1-2 16,-5-1 1-16,5 0-1 0,-5 2 1 0,0 0-1 0,4 0-1 0,-4 0 0 0,0 0-1 15,0 0 1-15,0 0-5 0,0 0-7 0,0 0-15 0,0 0-16 16,0 0-34-16,0 0-40 0,0 0-50 0,0 0-53 0,-4 0-50 0,4 0-47 15,-1 2-35-15,-3-2-26 0,0 2-26 0,3-2-19 0,-3 1-18 0,-2 1-12 16,3-2-2-16,-3 1 4 0,1 1 22 0,0-1 27 0,-3 2 38 0,3-1 38 16,-6 0 42-16,6 2 38 0,-3-3 28 0,1 2 23 0,0 0 24 0,-4 0 20 0,6 0 21 15,-4 0 21-15,5-1 19 0,-5 1 21 0,4 0 20 0,1-2 19 16,-2-1 17-16,5 2 14 0,-3-1 16 0,-1 1 15 0,1-1 13 0,4-1 15 16,-5 2 6-16,5-2 5 0,-4 1 5 0,2-1 4 0,-1 1 2 0,-3-1-2 0,6 2 1 15,-4 0-2-15,-1-1 5 0,1 1 1 0,3-1 1 0,-3 1 2 16,-1-1 1-16,-1 2-3 0,3-1 2 0,1-1 0 0,-2 0 2 0,-1 3-2 0,1-3 3 15,-1 1 0-15,1-1 2 0,2 2-1 0,-5 0-2 0,5-1 0 16,-1-1-2-16,-3 2 0 0,1-1-4 0,1 1-2 0,-1-2-3 0,1 2-1 0,-1-1 1 16,-1-1 1-16,3 2-2 0,-3 0 1 0,1-1-1 0,1 1-3 0,-5 0 1 15,7-2-1-15,-7 2-4 0,6 0-6 0,-3-1-1 0,-3 2-3 0,4-1 2 16,-1 0 0-16,3 0-1 0,-3 0-2 0,3-1-2 0,-3 0-5 0,6 2-4 16,-5-3-6-16,5 1-7 0,0-2-3 0,0 0-8 0,0 0-2 0,0 0-7 15,0 0-2-15,0 0-7 0,0 0-5 0,0 0-5 0,2 1-6 0,1 1-3 16,-3-1 0-16,6-1-2 0,-3 2 2 0,3-1 3 0,-3 1 2 0,3-1 2 15,3 0 4-15,-4 3 2 0,4-3 4 0,2 1 2 0,-2 1 2 0,0-2 3 16,0 1-2-16,2-1 4 0,2-1 1 0,-4 2 0 0,2-2 0 0,-2 0-2 16,0-2 2-16,0 2-2 0,-2-1 2 0,2-1 0 0,-4 2 2 0,4-1 1 15,-5-1 0-15,2 1-1 0,-1-1 0 0,2 1 1 0,-5 1 0 0,2-2 0 16,1 0 3-16,-5 1 1 0,5 1 3 0,-5 0 1 0,0-3-1 0,0 3 1 16,4 0-2-16,-4 0 1 0,0 0-1 0,0 0-2 0,0 0 1 0,0 0-7 0,0-3-7 15,0 3-28-15,0 0-41 0,0-3-45 0,0 0-44 0,0 0-43 16,2-1-44-16,2-1-47 0,-4-1-46 0,0-1-64 0,3-1-73 0,-1 1-47 15,2-2-39-15,-1-2-16 0,-1-1 0 0,2 2 23 0,-4-2 39 0,1-2 38 0,3-1 41 16,-4 0 42-16,0-3 41 0,0 0 44 0,0-2 45 0,0 1 63 0</inkml:trace>
  <inkml:trace contextRef="#ctx0" brushRef="#br0" timeOffset="4283.14">11930 5448 154 0,'-5'0'268'0,"0"0"36"0,-1 0 20 0,-3 0 16 0,5 1 14 0,-1 1 14 0,1-2 14 0,-1 0 14 0,3 0 15 0,-5 0 17 16,7 0 18-16,-5 0-27 0,5 0-51 0,-2 0-42 0,2 0-37 15,-4 0-6-15,4 0 8 0,-4 0 8 0,4 0 8 0,-1 0 4 0,1 0 0 16,-4 0 0-16,4 0-3 0,-2-2-5 0,2 2-8 0,0 0-14 0,-3 0-17 15,3 0-23-15,0 0-23 0,0 0-22 0,0 0-26 0,0 0-21 0,0 0-20 16,-4 2-13-16,4-2-13 0,0 0-13 0,0 0-14 0,0 0-10 0,0 0-12 16,0 0-9-16,0 0-9 0,0 0-7 0,4-2-8 0,-1 1-5 0,3 1-1 15,-1-2-3-15,1 1-5 0,6-2-1 0,-5 1-1 0,6-1-2 0,2 0 0 16,-1-2 0-16,0 1 1 0,5 0-1 0,-5-1 0 0,4-1-1 0,-2 0 1 16,-1 0-2-16,3 0-1 0,-4 2 0 0,1-1 2 0,-2 1-2 0,-3 1 0 15,5-2 0-15,-6 2 1 0,2 2-1 0,-2-2 0 0,0 0 2 0,0 3-1 16,-4-2 1-16,4 1-2 0,-3 1 1 0,-1-2 1 0,4 2 1 0,-3 0-2 15,-3 0 1-15,3 0-1 0,-3 0 2 0,3 0-1 0,-1 0-2 0,-1 2-2 16,1-1 2-16,-1-1 0 0,1 2 0 0,-1 1 2 0,-2 0-2 0,3 0-2 16,-1 1 1-16,1-1 1 0,-1 2 1 0,1 1 1 0,1-2-1 0,1 4 1 15,-2-2-2-15,1 1 1 0,-1 1 1 0,1-2 2 0,3 1-1 16,-2 1 0-16,-2-1 0 0,1 1 0 0,3-1 2 0,-4-1-2 0,4 0-2 16,-3 0-2-16,3 0 1 0,0-1-2 0,0-1 2 0,-4 1-1 0,4-1-1 15,0 1-1-15,-1-2 0 0,1-2 2 0,0 2-2 0,-4-1 0 0,4-1 0 16,0-1 0-16,2 0 0 0,-4 0 0 0,4-1 0 0,-2 1 0 0,2-3 1 15,-2 0 1-15,0 0-1 0,2-2-1 0,2 2 2 0,-3-1-2 16,5-2 1-16,-2 1 1 0,-3-1-2 0,5 2 1 0,-2-1 1 0,-3 0 4 16,5 1-2-16,-2 0-1 0,-3-1 0 0,3 1 2 0,-2 2-1 0,2-1-1 15,-3 0 2-15,3 2 1 0,-2-1 0 0,-2 1-2 0,2 1 1 0,-2 0-1 16,0 0 1-16,2 0-4 0,-2 0 1 0,-4 0-1 0,4 0 2 0,0 0 2 16,-3 1-2-16,3-1 1 0,-4 2-2 0,2-2-2 0,-1 0 1 0,-1 1 1 15,1 1 1-15,-3-1 0 0,3-1 1 0,-1 2 2 0,-1-1 0 0,1 1-1 16,1-1-1-16,1 1-1 0,-2-2 2 0,1 3-1 0,-1-2 1 0,-1 1 1 15,1 1-2-15,1-3 1 0,1 1-1 0,-2 2-1 0,1 0-1 0,3-1-1 16,0-1 1-16,-4 1 1 0,4 1-2 0,0-3 2 0,-1 1-1 0,4 1 2 16,-3-1-2-16,2-1 1 0,2 0 0 0,-2 0 1 0,3 0 1 0,-1-1 1 15,1-1 0-15,-3-1 1 0,4 0 1 0,-1 0-2 0,1-1 1 0,3 1 1 16,-4-2-1-16,1 1 1 0,-1-1 1 0,0 2 1 0,-1-1-1 0,2 1-3 16,-5-2 0-16,5 2-1 0,-6 1-1 0,4 0-1 0,-3 2 2 0,0-2-1 15,-1 1 1-15,0-1-4 0,-2 1 1 0,0 1 1 0,0 0-2 16,-3 0 1-16,1 0-1 0,1 0 4 0,-3 1-1 0,3 1 2 0,1-1-1 15,-5 1-2-15,3 2 1 0,-1-1 1 0,1 0-1 0,-1 0 2 0,1 2 0 16,1-2-3-16,-3 1 0 0,3 1 0 0,-1-1-1 0,-1 1 1 0,1 1 0 16,1 0 0-16,3-2 1 0,-6 2 2 0,6-1 2 0,-3 1-1 0,5-2 2 15,-2 2 0-15,0-1 3 0,0-1 3 0,5 1 0 0,-3-1 0 16,4-2 0-16,1 2 2 0,0-2 1 0,-1-1-2 0,3-1-1 0,2 0-1 16,-2 0-2-16,2-1-2 0,-2-1-1 0,2-1 0 0,0 2-1 0,-2-2 1 15,2-2-2-15,-2 2 2 0,0-1-1 0,-2-1-2 0,2-1-2 0,-3 2 1 16,3-2 1-16,0-1 1 0,-2 0 2 0,-2 1 3 0,5 0-1 0,-5-1-2 15,4 1-2-15,-3 0-1 0,1 0-1 0,-2-2-1 0,4 3-2 0,-3 0 1 16,-2 0 1-16,1 1 2 0,-3-1-1 0,3 1-1 0,-5-2-4 0,4 3-1 16,-6-1 1-16,2 2 1 0,0 0 4 0,0 1 1 0,-3 1 0 0,3 0 0 15,-4 0 0-15,1 1 0 0,-3 1-2 0,3-1 1 0,-1 2-1 0,-1 0 1 16,1-1-1-16,-1 1 2 0,1 0 0 0,-1-2-1 0,-2 2-1 0,1 2-2 16,3-2 1-16,-1 0-2 0,-1 1 2 0,-1-1 0 0,3 2-1 0,-4-1-4 15,5 1-5-15,-5-1-7 0,5-1-10 0,-5 2-9 0,3 1-10 0,2-2-13 16,-1 2-20-16,-1-3-22 0,1 2-35 0,1-1-38 0,-2 0-52 0,1 1-53 15,3-2-50-15,-4 0-47 0,4 0-29 0,-3-1-20 0,3-1-17 0,2 0-12 16,-2-1-8-16,0 0-6 0,0 0 7 0,2-1 13 0,-2 0 26 16,5-1 32-16,-5-1 48 0,4 0 54 0,-2 0 47 0,0 0 50 0,-2 0 37 15,3 0 32-15,-3 0 29 0,-2 2 29 0,3-2 33 0,-1 1 28 0,0 1 25 16,-4 1 29-16,0 0 21 0,3 0 23 0,-3 1 22 0,1 1 20 0,-3-2 23 16,-1 3 21-16,2-2 23 0,1 2 20 0,-1 0 17 0,-3-2 18 15,3 3 11-15,-4-1 8 0,4 0 0 0,-3 0-3 0,-1 1-9 0,0-1-13 16,4 2-14-16,-4-1-21 0,2 1-20 0,-2-2-22 0,0 1-43 0,0 1-48 15,0-1-68-15,0-1-80 0,0 1-81 0,0 1-81 0,0 0-91 0,0-2-91 16,0 1-80-16,0-4-69 0,-6 6-31 0,6-3-17 0,-5 0-4 0,5 2-1 16,0-5 14-16,-4 2 26 0,4-2 44 0,0 0 54 0,0 0 60 0,0 0 61 15,0 0 75-15</inkml:trace>
  <inkml:trace contextRef="#ctx0" brushRef="#br0" timeOffset="4432.32">14857 5644 196 0,'-4'10'347'0,"2"0"-15"0,-1-4-71 0,-3 0-101 0,3 0-64 0,1-3-54 0,2-3-23 0,0 0-10 0,0 0-4 0,0 0-4 15,-7-2 1-15,1-1-2 0,1 0-123 0,0-3-179 0,-3 2-46 16,1-2 16-16,-2 3 73 0</inkml:trace>
  <inkml:trace contextRef="#ctx0" brushRef="#br0" timeOffset="9413.14">18420 2706 103 0,'-5'3'342'0,"3"-2"91"0,-2 1 47 0,-1-1 24 0,-2 0 16 0,5 1 15 0,-2 0 12 0,-1-2 13 0,1 0 12 0,-1 0 15 16,3 0 15-16,2 0 20 0,-4 0-82 0,4 0-123 0,0 0-90 0,0 0-71 15,0 0-33-15,0 0-11 0,0 0-5 0,0 0-4 0,0 0-4 0,0 0-3 16,0 0-7-16,0 0-10 0,0 0-12 0,0 0-13 0,0 0-16 0,0 0-16 16,0 0-14-16,0 0-16 0,0 0-13 0,0 0-9 0,0 1-10 0,0-1-9 15,0 0-6-15,0 0-6 0,0 0-6 0,0 0-3 0,0 0-6 0,0 0-3 16,0 0-4-16,0 0-1 0,0 0-1 0,0 0 0 0,0 0 0 0,0 0-1 16,0 2-2-16,4 1-2 0,-2-3 0 0,-2 0 1 0,3 1-1 0,-1 1 2 15,2-1 0-15,1-1 5 0,-1 2 1 0,1-1 1 0,1 0 2 0,1 1 0 16,0 0 0-16,0-1 2 0,1 1-2 0,1 1 1 0,0-2-2 0,0 2-5 15,2-1 1-15,-2 0 4 0,0 0-1 0,3 1 2 0,-4-1-1 0,4-1-1 16,-1 1 1-16,-2 1-4 0,4-2-1 0,-2 1 0 0,3-1 0 0,-1 1 2 16,-2 0-1-16,3-2 4 0,-3 4-4 0,5-4-4 0,-1 3 0 0,-1-2 0 15,1 1-1-15,-1-1-1 0,1 1-1 0,-1-1 0 0,4 2-1 0,-3-2 2 16,1 1 1-16,-2 0-1 0,4-1 2 0,-3 1 0 0,3 1 0 0,-2-2 0 16,1-1 0-16,-1 3-1 0,2-1 1 0,-4-1 0 0,4-1 1 0,-1 1 1 15,-3 1-1-15,4 0 2 0,0-1-1 0,-1 1-1 0,1-2 2 0,-4 1 0 16,6 1 0-16,-5-1 0 0,3 1-1 0,0-1-1 0,-2-1 1 0,2 2 1 15,-3-1-2-15,3-1-2 0,-4 0-2 0,4 1 1 0,-1 1 1 0,1 0-1 16,-4-2-2-16,4 1-2 0,-2-1 0 0,-1 2-2 0,3-2 2 0,-4 1 0 16,5 1-1-16,-5-1 1 0,4-1 1 0,-3 2 4 0,1-2-2 0,-2 0-2 15,1 1-1-15,3-1 0 0,-4 0 2 0,1 2-2 0,3-2 1 0,-4 1 4 16,4-1-4-16,-1 0 1 0,-3 2-1 0,4-2-1 0,-3 1 0 0,3-1 0 16,-4 0 0-16,1 0 0 0,3 0 2 0,-2 0-1 0,-1 1 2 0,3-1 0 15,-4 0-1-15,1 0-1 0,3 0-1 0,-4 0 2 0,4 0-1 0,-1 0-1 16,-3 0 0-16,1 0 0 0,3 2-1 0,-4-2-1 0,1 0-1 0,3 0 2 15,-4 0-2-15,1 0 0 0,-1 0 0 0,1 0 1 0,-1 0 1 0,0 0-1 16,5 0 1-16,-5 2-1 0,0-2 1 0,1 0 1 0,3 0 1 0,-2 0 4 16,2 0-2-16,-3 0 1 0,7 0-1 0,-8 1 2 0,2-1-2 0,2 0-2 15,-3 0 1-15,3 0-1 0,-2 0 4 0,2 0 1 0,0 0-2 0,-1 0 1 16,-3 0-1-16,4 0 1 0,2 0-1 0,-5 0 1 0,3-1-1 0,2 1 2 16,-2 0 0-16,0-2 2 0,-2 2-2 0,2-2 0 0,2 2-2 0,-2-1 1 15,2 1-2-15,-2-1 1 0,2 1-1 0,-2-2 2 0,2 2-1 0,-6-1 2 16,5 1-1-16,0-2 1 0,-4 2 0 0,-1 0 0 0,4 0 0 0,-3-1 2 15,-1 1 1-15,1 0 1 0,-1-2-1 0,1 2-1 0,-1 0-2 0,3-1-2 16,-7 1-2-16,5 0-1 0,-1 0 1 0,-1 0-1 0,-2 0 2 0,3 0 2 16,-1 0 4-16,-2 0 4 0,0 1 1 0,-2-1-5 0,3 2 1 0,-1-2 4 15,-2 0 1-15,-3 1 0 0,3-1-1 0,0 0 2 0,0 0 1 0,-4 0 1 16,4 2 1-16,-3-2 2 0,3 0-4 0,-4 1-2 0,1-1 0 0,-3 0 1 16,3 0 2-16,-1 2-2 0,-5-2 0 0,0 0 1 0,4 0-2 0,-4 0-2 15,0 0-2-15,0 0-2 0,0 0-3 0,0 0-3 0,0 0-8 0,0 0-8 16,0 0-20-16,0 0-23 0,0 0-24 0,0 0-28 0,0 0-33 0,0 0-35 15,0 0-85-15,0 0-110 0,0 0-127 0,0-2-136 0,0 2-124 0,-9-3-118 16,0-1-49-16,0-1-20 0,-2 0 6 0,-4 1 17 0,1-3 23 0,-6 0 24 16,-4 0 34-16,-3-2 35 0,2 2 87 0,-4-2 110 0,-4 1 127 0,1 1 137 15</inkml:trace>
  <inkml:trace contextRef="#ctx0" brushRef="#br0" timeOffset="16688.04">9402 4126 100 0,'-6'0'325'0,"5"-1"74"0,-7-1 46 0,3-1 35 0,-1 0 25 0,1 2 23 0,-2-2 16 16,1 0 18-16,1 0 14 0,1 0 17 0,-1-1 19 0,-1 3 21 15,3 1-71-15,3-1-116 0,-2 1-77 0,2 0-55 0,0 0-35 0,-4-2-22 16,4 2-19-16,0 0-15 0,0 0-11 0,0 0-11 0,0 0-13 0,0 0-15 16,0 0-18-16,0 0-23 0,0 0-21 0,0 0-24 0,0 0-18 0,0 0-14 15,0 0-13-15,0 0-10 0,0 0-7 0,0 0-10 0,0 0-5 0,0 0-7 16,0 0-1-16,0 0-1 0,0 0-2 0,0 0-1 0,0 0 1 0,0 0 2 15,0 0 1-15,0 0-2 0,0 0-2 0,0 0 2 0,0 0 2 0,0 0-1 16,0 0 4-16,0 0 1 0,0 0 0 0,0 0 1 0,4 0 1 0,-4 0 2 16,0 0-4-16,2 0-4 0,-2 0 1 0,3 2 6 0,-1-2 3 0,2 0 1 15,-4 1 1-15,5-1-1 0,-5 0 1 0,4 1-2 0,0-1 0 16,-3 2 0-16,3 0 1 0,-2-2 1 0,1 0 2 0,1 1 5 0,-2-1 0 16,1 2-4-16,3-1-1 0,-1 1-2 0,-1-2-1 0,0 3 2 0,1-3-1 15,-3 1-1-15,5 1 1 0,-5-1-2 0,3 0-2 0,2 1 2 16,-1 0-3-16,-1-1-2 0,1 1 1 0,1-2-2 0,-2 1 0 0,1 1 1 15,-1-1-1-15,4 1 0 0,-3-1 0 0,1-1 2 0,0 2-1 0,-3-1 2 16,5 1 0-16,-4-1 2 0,4-1-1 0,-3 0-1 0,-1 2 2 0,4-1-1 16,-3-1 1-16,-3 0-2 0,3 0 0 0,-1 0 0 0,-1 0-2 0,1 0 2 15,-1 0 2-15,-2 2 1 0,1-2 1 0,1 0-1 0,-4 0 2 0,2 1 1 16,-2-1 0-16,3 0 0 0,-3 0 0 0,0 0 0 0,0 0 1 0,4 2 4 16,-4-2-4-16,0 0 1 0,0 0-2 0,0 0-2 0,0 0 1 0,0 0 1 15,0 0-2-15,0 0 1 0,0 0-2 0,0 0 1 0,0 0 1 0,0 0-1 16,0 0 1-16,0 0-1 0,0 0 2 0,0 0 0 0,0 0 2 0,0 0 2 15,0 0-2-15,0 0-1 0,0 0-1 0,0 0 0 0,0 0 0 16,0 0 0-16,0 0 0 0,0 0 0 0,0 0 2 0,0 0-1 0,0 0 1 16,0 0-4-16,0 0-1 0,0 0-1 0,0 0-4 0,0 0 4 0,0 0-2 15,0 0 0-15,0 0 0 0,0 0-2 0,0 0 1 0,0 0-1 16,0 0-1-16,0 0-3 0,0 0 0 0,0 0 2 0,0 0-1 0,0 0 1 16,0 0-1-16,0 0-1 0,0 0 0 0,0 0 0 0,0 0 2 0,0 0-2 15,0 0 0-15,0 0 1 0,0 0 1 0,0 0 2 0,0 0 1 0,0 0-2 16,0 0 0-16,0 0 0 0,0 0 0 0,0 0 1 0,0 0 4 0,0 0-1 15,0 0-2-15,0 0-2 0,0 0 0 0,0 0 0 0,0 0-2 0,0 0-2 16,0 0-1-16,0 0 1 0,0 0 1 0,0 0 0 0,0 0-2 0,0 0 1 16,0 0-2-16,0 0-3 0,0 0 1 0,0 0 2 0,0 0 2 0,0 0-4 15,0 0 2-15,0 0 2 0,0 0-1 0,0 0-2 0,0 0-1 0,0 0 2 16,0 0 0-16,0 0-1 0,0 0-1 0,0 0 1 0,0 0-1 0,0 0 2 16,0 0 2-16,0 0-1 0,0 0 1 0,0 0-2 0,0 0 1 15,0 0 1-15,0 0-1 0,0 0 1 0,0 0-2 0,0 0 1 0,0 0 1 16,0 0 1-16,0 0-2 0,0 0-1 0,0 0-1 0,0 0 1 15,0 0-2-15,0 0 1 0,0 0-2 0,0 0 1 0,0 0 1 0,0 0-1 16,0 0 2-16,0 0-1 0,0 0 1 0,0 0-2 0,0 0 2 0,0 0 2 16,0 0-4-16,0 0-1 0,0 0 0 0,0 0 3 0,0 0 0 0,0 0 0 15,0 0-1-15,0 0-1 0,0 0 1 0,0 0 1 0,0 0 0 0,0 0 0 16,0 0-2-16,0 0 2 0,0 0 0 0,0 0 2 0,0 0-2 0,0 0 1 16,0 0-1-16,0 0 0 0,0 0 0 0,0 0-1 0,0 0-1 0,0 0 1 15,0 0-1-15,0 0 2 0,0 0 0 0,0 0-1 0,0 0-1 0,0 0 1 16,0 0-1-16,0 0 1 0,0 0-2 0,0 0 1 0,0 0-1 15,0 0 0-15,0 0 2 0,0 0-1 0,0 0 1 0,0 0-2 0,0 0 1 16,0 0 4-16,0 0-1 0,0 0-1 0,0 0 0 0,0 0-1 0,0 0 1 16,0 0 0-16,0 0 1 0,0 0 1 0,0 0-1 0,0 0-2 0,0 0-1 15,0 0-1-15,0 0 2 0,0 0-1 0,0 0 1 0,0 0-1 0,0 0 1 16,0 0-1-16,0 0 2 0,0 0-1 0,0 0-1 0,0 0 1 0,0 0-1 16,0 0 2-16,0 0 2 0,0 0-1 0,0 0 1 0,0 0-4 15,0 0 1-15,2 0 1 0,-2 0 0 0,0 0 0 0,0 0 1 0,0 0 1 16,5 1-1-16,-5-1-1 0,0 0 0 0,0 0 2 0,0 0-4 0,0 0 2 15,0 0-1-15,0 0-1 0,0 0 1 0,0 0-1 0,0 0 1 0,0 0-1 16,0 0 1-16,0 0 1 0,0 0 0 0,4 0 0 0,-4 0 0 0,3 0 0 16,-3 0-5-16,0 0-4 0,0 0 2 0,0 0 5 0,2 0 4 0,-2 0-1 15,0 0 1-15,0 0-1 0,4 2-2 0,-4-2 1 0,0 0-2 0,0 0 4 16,0 0-1-16,0 0-1 0,0 0 5 0,0 0 5 0,0 0-2 0,0 0-4 16,0 0-2-16,0 0-2 0,0 0 0 0,0 0-2 0,0 0 2 0,0 0 0 15,0 0 3-15,0 0 2 0,5 0 1 0,-5 0-3 0,4 0-2 16,-4 0-2-16,0 0-7 0,2 0-8 0,-2 0 2 0,3 0 8 15,-3 0 3-15,4 0 2 0,-4 0 1 0,2 0-2 0,-2 0-1 0,0 0-3 16,0 0 0-16,3 0 2 0,-3 0 2 0,0 0 1 0,0 0 7 0,2 0 10 16,-2 0-1-16,0 0-9 0,0 0-3 0,0 1-1 0,0-1-4 0,0 0 1 15,4 0 1-15,-4 0 1 0,0 0 1 0,3 0-4 0,-3 0 2 0,2 0 0 16,-2 0-1-16,4 0 1 0,-4 0-2 0,2 0 1 0,-2 0 1 0,3 0 0 16,-3 0 1-16,0 0 1 0,4 0-1 0,-4 0-2 0,2 0 1 0,-2 0 0 15,3 0 1-15,-3 0-1 0,0 0 2 0,0 0-4 0,6 0 2 0,-6 0 2 16,0 0-4-16,5 2 2 0,-5-2-1 0,0 0-1 0,4 0 2 0,-4 0 0 15,3 1 0-15,-3-1 0 0,2 0 2 0,4 0-1 0,-6 0-1 0,0 0-1 16,0 0 1-16,3 0 1 0,-3 0 2 0,0 0 0 0,0 0-1 0,4 0-4 16,-4 0 1-16,0 0-1 0,0 0 1 0,0 0-1 0,0 0 1 15,0 0-2-15,0 0 1 0,0 0 4 0,0 0-1 0,2 0-2 0,-2 0-1 16,0 0 2-16,0 0 0 0,0 0 2 0,0 0-1 0,0 0 1 0,0 0-1 16,0 0-1-16,0 0 0 0,0 0 0 0,0 0 0 0,0 0-1 15,0 0 1-15,0 0 1 0,0 0 1 0,0 0-1 0,0 0-1 0,0 0-1 16,0 0 1-16,0 0 1 0,0 0-1 0,0 0 0 0,0 0 2 0,0 0 1 15,0 0-2-15,3 0-4 0,-3 0 0 0,0 0-1 0,0 0 1 0,0 0 1 16,0 0 2-16,0 0 0 0,0 0 0 0,0 0 2 0,0 0-1 0,0 0 1 16,0 0-2-16,0 0-2 0,0 0 4 0,0 0 1 0,0 0 1 0,0 0-1 15,0 0-1-15,0 0-1 0,2 0 1 0,-2 0-1 0,0 0 1 0,0 0-4 16,0 0 2-16,0 0 0 0,0 0 2 0,0 0-2 0,0 0-2 0,0 0 1 16,0 0-1-16,0 0 1 0,0 0-1 0,0 0 4 0,0 0-2 0,0 0 0 15,0 0 0-15,4 0-2 0,-4 0 1 0,0 0-1 0,0 0 1 0,0 0 1 16,0 0 1-16,0 0 1 0,0 0-1 0,0 0 2 0,0 0-3 0,0 0-1 15,0 0-2-15,0 0 0 0,0 0 0 0,0 0 3 0,0 0 1 16,0 0-1-16,0 0 2 0,0 0-1 0,0 0-1 0,0 0-1 16,0 0-1-16,3 0 1 0,-3 0-1 0,0 0 1 0,0 0-1 0,0 0 2 0,0 0-1 15,0 0-1-15,0 0 1 0,0 0-1 0,0 0 2 0,2 0-1 16,-2 0 1-16,0 0 0 0,0 0 0 0,0 0 1 0,4 0 1 0,-4 0 1 16,0 0 0-16,0 0-2 0,0 0 1 0,0 0-1 0,0 0 2 0,5 0 0 15,-5 0 0-15,0 0-1 0,0 0-1 0,0 0 1 0,0 0-4 0,0 0 2 16,0 0 2-16,0 0-1 0,0 0 1 0,0 0 1 0,0 0-2 0,0 0-2 15,0 0-1-15,0 0-1 0,0 0 0 0,0 0 2 0,0 0-1 0,6 0 1 16,-6 0-1-16,0 0 2 0,0 0 0 0,0 0-1 0,0 0-2 0,0 0 0 16,0 0 1-16,0 0 4 0,0 0-2 0,0 0 1 0,0 0-1 0,0 0 0 15,0 0 0-15,0 0 2 0,0 0-1 0,0 0 1 0,0 0-2 0,0 0 0 16,0 0 1-16,0 0 1 0,0 0-2 0,0 0 0 0,0 0 0 16,0 0 1-16,0 0 1 0,0 0-2 0,0 0 1 0,0 0-1 0,0 0 0 15,0 0 0-15,0 0 0 0,0 0-1 0,0 0 1 0,0 0 1 0,0 0 1 16,0 0-1-16,0 0 1 0,0 0-4 0,0 0 1 0,0 0 2 0,0 0-2 15,0 0-1-15,0 0 1 0,0 0 1 0,0 0 0 0,0 0 0 16,0 0 0-16,0 0 1 0,0 0-2 0,0 0-1 0,0 0 2 0,0 0 0 16,0 0 0-16,0 0 0 0,0 0 2 0,0 0 1 0,0 0-2 0,0 0-1 15,0 0 0-15,0 0 2 0,0 0-1 0,0 0-1 0,0 0 0 0,0 0-1 16,0 0 1-16,0 0 1 0,0 0-1 0,0 0 0 0,0 0 0 0,0 0 0 16,0 0-1-16,0 0 1 0,0 0 0 0,0 0 0 0,0 0-2 0,0 0 1 15,0 0 1-15,0 0-2 0,0 0 1 0,0 0 1 0,0 0 1 0,0 0 1 16,0 0-1-16,0 0-2 0,0 0 1 0,0 0 0 0,0 0 1 15,0 0 1-15,0 0-1 0,0 0 1 0,0 0-1 0,0 0 1 0,0 0-1 16,0 0 1-16,0 0-2 0,0 0-2 0,0 0 2 0,0 0 0 0,0 0 0 16,0 0 2-16,0 0-2 0,0 0-2 0,0 0 1 0,0 0-1 0,0 0 1 15,0 0 1-15,0 0 0 0,0 0 0 0,0 0-2 0,0 0-1 0,0 0 2 16,0 0 2-16,0 0 1 0,0 0-1 0,0 0-1 0,0 0 0 0,0 0 2 16,0 0-1-16,0 0 1 0,0 0-1 0,0 0-1 0,0 0-1 15,0 0 1-15,0 0 1 0,0 0-1 0,0 0-1 0,0 0-1 0,0 0 1 16,0 0-1-16,0 0 2 0,0 0 2 0,0 0-2 0,0 0 1 0,0 0-1 15,0 0 2-15,0 0 1 0,0 0 0 0,0 0-2 0,0 0 2 0,0 0-1 16,0 0-1-16,0 0 1 0,0 0-1 0,0 0 1 0,0 0-1 0,0 0-2 16,0 0-2-16,0 0 1 0,0 0 1 0,0 0-1 0,0 0 1 0,0 0-1 15,0 0 1-15,0 0-1 0,0 0 1 0,0 0 2 0,0 0-1 0,0 0-1 16,0 0-1-16,0 0 2 0,0 0 2 0,0 0-1 0,0 0-1 0,0 0 0 16,0 0 0-16,0 0 0 0,0 0 2 0,0 0-1 0,0 0 1 15,0 0-2-15,0 0 0 0,0 0 0 0,0 0-2 0,0 0 1 0,0 0-1 16,0 0 1-16,0 0 1 0,0 0 1 0,0 0 1 0,0 0-1 0,0 0-1 15,0 0 2-15,0 0-2 0,0 0 0 0,0 0-2 0,0 0 4 16,0 0-2-16,0 0 1 0,0 0 1 0,0 0-1 0,0 0-4 0,0 0-6 16,0 0 2-16,0 0 2 0,0 0 2 0,0 0 0 0,0 0 2 0,0 0 2 15,0 0 1-15,0 0-2 0,0 0 1 0,0 0 1 0,0 0-1 0,0 0 1 16,0 0 4-16,0 0 4 0,0 0-1 0,0 0-4 0,0 0-2 0,0 0 0 16,0 0-2-16,0 0-1 0,0 0 2 0,0 0-1 0,0 0 1 0,0 0-1 15,0 0 2-15,0 0 0 0,0 0-1 0,0 0-5 0,0 0 0 0,0 0 1 16,0 0 2-16,0 0-1 0,0 0 1 0,0 0 0 0,0 0 0 0,0 0-2 15,0 0-1-15,0 0 0 0,0 0 0 0,0 0 0 0,0 0 2 0,0 0 5 16,0 0-1-16,0 0-1 0,0 0-1 0,0 0 1 0,0 0-1 0,0 0 1 16,0 0-1-16,0 0 1 0,0 0-1 0,0 0 1 0,0 0-1 15,0 0 1-15,0 0-2 0,0 0 0 0,0 0 0 0,0 0 1 0,0 0-1 16,0 0-1-16,0 0 1 0,0 0 0 0,0 0 1 0,0 0 1 0,0 0-2 16,0 0 1-16,0 0-1 0,0 0 0 0,0 0 0 0,0 0 2 15,0 0-1-15,0 0-1 0,0 0 0 0,0 0 2 0,0 0-1 0,0 0-1 16,0 0-1-16,0 0 1 0,0 0 0 0,0 0 0 0,0 0 1 0,0 0 1 15,0 0-1-15,0 0 1 0,0 0-2 0,0 0-2 0,0 0 2 0,0 0 0 16,0 0 0-16,0 0 0 0,0 0 0 0,0 0 2 0,0 0-2 0,0 0 1 16,0 0-2-16,0 0-1 0,0 0 2 0,0 0 0 0,0 0 2 0,0 0-1 15,0 0 1-15,0 0-1 0,0 0 1 0,0 0-1 0,0 0 1 0,0 0-2 16,0 0 0-16,0 0 1 0,0 0-1 0,0 0-1 0,0 0 1 0,0 0 0 16,0 0 0-16,0 0 0 0,0 0 0 0,0 0 1 0,0 0-2 0,0 0-1 15,0 0 1-15,0 0 2 0,0 0-1 0,0 0 0 0,0 0-1 0,0 0 1 16,0 0 1-16,0 0 1 0,0 0-2 0,0 0-2 0,0 0 1 0,0 0-1 15,0 0 1-15,0 0 2 0,3-1 1 0,-3 1-4 0,0 0 1 16,0 0-1-16,0 0 4 0,0 0-1 0,0 0 1 0,0 0-2 0,0 0-2 16,0 0 1-16,0 0 2 0,0 0-1 0,0 0 2 0,0 0-1 15,0 0-1-15,0 0 0 0,0 0 2 0,0 0-2 0,0 0-2 0,0 0 1 16,0 0 1-16,0 0 1 0,0 0 1 0,0 0-1 0,0 0 1 0,0 0-1 16,0 0-2-16,0 0 1 0,0 0-2 0,0 0 2 0,0 0 0 0,0 0 0 15,0 0 0-15,0 0-1 0,0 0-1 0,0 0-1 0,0 0 2 0,0 0 2 16,0 0-4-16,0 0-4 0,0 0 1 0,0 0 3 0,0 0 1 0,0 0 1 15,0 0 2-15,0 0 1 0,0 0-1 0,0 0-1 0,0 0 0 0,0 0 0 16,0 0 0-16,0 0 0 0,0 0 3 0,0 0 5 0,0 0-2 0,0 0-3 16,0 0-2-16,0 0 1 0,0 0-2 0,0 0 0 0,0 0-2 0,0 0 2 15,0 0 2-15,0 0 1 0,0 0 0 0,0 0-3 0,0 0-2 0,0 0 1 16,0 0 1-16,0 0 1 0,0 0-1 0,0 0 0 0,0 0 0 0,0 0 0 16,0 0 0-16,0 0 0 0,0 0-1 0,0 0-2 0,0 0 0 15,0 0 1-15,0 0 2 0,0 0 2 0,0 0-2 0,0 0 0 0,0 0 1 16,0 0 1-16,0 0-2 0,0 0-2 0,0 0 4 0,0 0-1 0,0 0 2 15,0 0 0-15,0 0 0 0,0 0-3 0,0 0 0 0,0 0 2 16,0 0-1-16,0 0 1 0,0 0-1 0,0 0-2 0,0 0 2 0,0 0 1 16,0 0-2-16,0 0 0 0,0 0-2 0,0 0-1 0,0 0 2 0,0 0 1 15,0 0 0-15,0 0-2 0,0 0 1 0,0 0-1 0,0 0 2 0,0 0 0 16,0 0-1-16,0 0-1 0,0 0 1 0,0 0 1 0,0 0 0 0,0 0 1 16,0 0 1-16,0 0-2 0,0 0 0 0,0 0 0 0,0 0-2 0,0 0-1 15,0 0 2-15,0 0-1 0,0 0 4 0,0 0-1 0,0 0 1 0,0 0-1 16,0 0-1-16,0 0-1 0,0 0-1 0,0 0 2 0,0 0-1 0,0 0-1 15,0 0 4-15,0 0-1 0,0 0 2 0,0 0-1 0,0 0-1 16,0 0 1-16,0 0-2 0,0 0 0 0,0 0 1 0,0 0 2 0,0 0-1 16,0 0 1-16,0 0-2 0,0 0-1 0,0 0 2 0,0 0-1 0,0 0-1 15,0 0 0-15,0 0-1 0,0 0 1 0,0 0 0 0,0 0 1 0,0 0-1 16,0 0-1-16,0 0 1 0,0 0-2 0,0 0 2 0,0 0 2 0,0 0-1 16,0 0 1-16,0 0-2 0,0 0 0 0,0 0 0 0,0 0 1 15,0 0 1-15,0 0-1 0,0 0 1 0,0 0-1 0,0 0 1 0,0 0-2 16,0 0 1-16,0 0 2 0,0 0-1 0,0 0-2 0,0 0-2 0,0 0 2 15,0 0 0-15,0 0 0 0,0 0 2 0,0 0-1 0,0 0 1 0,0 0-1 16,0 0-1-16,0 0 2 0,0 0-2 0,0 0 0 0,0 0 0 0,0 0 1 16,0 0 1-16,0 0-1 0,0 0 1 0,0 0-1 0,0 0-1 0,0 0-1 15,0 0-1-15,0 0 1 0,0 0-1 0,0 0 2 0,0 0 2 0,0 0-4 16,0 0 2-16,0 0-1 0,0 0-1 0,0 0 1 0,0 0 1 0,0 0 0 16,0 0 0-16,0 0 0 0,0 0 1 0,0 0 1 0,0 0-1 15,0 0 1-15,0 0-1 0,0 0 1 0,0 0-2 0,0 0 1 0,0 0-1 16,0 0-1-16,0 0 1 0,0 0-2 0,0 0 2 0,0 0-1 0,0 0-1 15,0 0 1-15,0 0 1 0,0 0 3 0,0 0 0 0,0 0-2 16,0 0-1-16,0 0-1 0,0 0 1 0,0 0 1 0,0 0 1 0,0 0-2 16,0 0 0-16,0 0 1 0,0 0 1 0,0 0-1 0,0 0 1 0,0 0-4 15,0 0-1-15,0 0 2 0,0 0 1 0,0 0 0 0,0 0 1 0,0 0 1 16,0 0-1-16,0 0-1 0,0 0 0 0,0 0-1 0,0 0-1 0,0 0 1 16,0 0-1-16,0 0-1 0,0 0 2 0,0 0-1 0,0 0 1 0,0 0-2 15,0 0 0-15,0 0 1 0,0 0 1 0,0 0-1 0,0 0 2 0,0 0 0 16,0 0 0-16,0 0 0 0,0 0 0 0,0 0 0 0,0 0-1 0,0 0-1 15,0 0 4-15,0 0 2 0,0 0-5 0,0 0-7 0,0 0 1 0,0 0 2 16,0 0 4-16,0 0 2 0,0 0 1 0,0 0-4 0,0 0 2 0,0 0-1 16,0 0 1-16,0 0 1 0,0 0-1 0,0 0-1 0,0 0 2 0,0 0 7 15,0 0-2-15,0 0-3 0,0 0-2 0,0 0-2 0,0 0 1 16,0 0-2-16,0 0 4 0,0 0-1 0,0 0 4 0,0 0 5 0,0 0-1 16,0 0-4-16,0 0-1 0,0 0-1 0,0 0 2 0,0 0-1 15,0 0-1-15,0 0-1 0,0 0-1 0,0 0 1 0,0 0-1 0,0 0-2 16,0 0-5-16,0 0-6 0,0 0 3 0,0 0 4 0,0 0 2 0,0 0 2 15,0 0-2-15,0 0 0 0,0 0 0 0,0 0 1 0,0 0 1 0,0 0-1 16,0 0 1-16,0 0 1 0,0 0 0 0,0 0 0 0,0 0 1 0,0 0-1 16,0 0 2-16,0 0-2 0,0 0 0 0,0 0 1 0,0 0 1 0,0 0-2 15,0 0 1-15,0 0-1 0,0 0 2 0,0 0-1 0,0 0-1 0,0 0 0 16,0 0 0-16,0 0-1 0,0 0-1 0,0 0 2 0,0 0 0 0,0 0 0 16,0 0 0-16,0 0-1 0,0 0-1 0,0 0 1 0,0 0-1 0,0 0 1 15,0 0 2-15,0 0 1 0,0 0-1 0,0 0-2 0,0 0-1 0,0 0 2 16,0 0-1-16,0 0-1 0,0 0 4 0,0 0-2 0,0 0 1 0,0 0 2 15,0 0 0-15,0 0-1 0,0 0-1 0,0 0-2 0,0 0-1 16,0 0 4-16,0 0 1 0,0 0 0 0,0 0 0 0,0 0-3 0,0 0 0 16,0 0-2-16,0 0 1 0,0 0 1 0,0 0-2 0,0 0 2 15,0 0 0-15,0 0 0 0,0 0 0 0,0 0 0 0,0 0-1 0,0 0-1 16,0 0 1-16,0 0-1 0,0 0 2 0,0 0 0 0,0 0 0 0,0 0-1 16,0 0 1-16,0 0 0 0,0 0 0 0,0 0 1 0,0 0-1 0,0 0-1 15,0 0-1-15,0 0 1 0,0 0-1 0,0 0 1 0,0 0-2 0,0 0-2 16,0 0 2-16,0 0 2 0,0 0-1 0,0 0 1 0,0 0-1 0,0 0 1 15,0 0 1-15,0 0 0 0,0 0-2 0,0 0 1 0,0 0-1 0,0 0 4 16,0 0-1-16,0 0 4 0,0 0-1 0,0 0-4 0,0 0-1 0,0 0 1 16,0 0 1-16,0 0 1 0,0 0-1 0,0 0-1 0,0 0 2 0,0 0-2 15,0 0 1-15,0 0 4 0,0-2-2 0,0 2-3 0,0 0 0 0,0 0 1 16,0 0 1-16,0 0-2 0,0 0-2 0,0 0 2 0,0 0-1 16,0 0-2-16,0 0 1 0,0 0 5 0,0 0-3 0,0 0-3 0,0 0 0 15,0 0 2-15,0 0-1 0,0 0 2 0,0 0 2 0,0 0 1 0,0 0 0 16,0 0 0-16,0 0 0 0,0 0 0 0,0 0-2 0,0 0-1 15,0 0 0-15,0 0 2 0,0 0-2 0,0 0 0 0,0 0 0 0,0 0 0 16,0 0-2-16,0 0 1 0,0 0-2 0,0 0 0 0,0 0 1 0,0 0 1 16,0 0 2-16,0 0 1 0,0 0-1 0,0 0-1 0,0 0 2 0,0 0-1 15,0 0 1-15,0 0-1 0,0 0 1 0,0 0-2 0,0 0 0 0,0 0 1 16,0 0 1-16,0 0-2 0,0 0-2 0,0 0 1 0,0 0 1 0,0 0 0 16,0 0 0-16,0 0 0 0,0 0 0 0,0 0-2 0,0 0 2 0,0 0-1 15,0 0-1-15,0 0 2 0,0 0 0 0,0 0 0 0,0 0 0 16,0 0 0-16,0 0 0 0,0 0-1 0,0 0 2 0,0 0-1 0,0 0 0 0,0 0-1 15,0 0 1-15,0 0 1 0,0 0 1 0,0 0-1 0,0 0-1 16,0 0-1-16,0 0-1 0,0 0 4 0,0 0-1 0,0 0 1 0,0 0-1 16,0 0 1-16,0 0-1 0,0 0-1 0,0 0 0 0,0 0-1 0,0 0 1 15,0 0 0-15,0 0 0 0,0 0 0 0,0 0 0 0,0 0-2 0,0 0 1 16,0 0-1-16,0 0-1 0,0 0 0 0,0 0 0 0,0 0 3 0,0 0 2 16,0 0-1-16,0 0 1 0,0 0-4 0,0 0 1 0,0 0-1 15,0 0 1-15,0 0-1 0,0 0-1 0,0 0 2 0,0 0-1 0,0 0 4 16,0 0-1-16,0 0 1 0,0 0-2 0,0 0-2 0,0 0 1 0,0 0-1 15,0 0 4-15,0 0 1 0,0 0 0 0,0 0 0 0,0 0 0 0,0 0 0 16,0 0 1-16,0 0 1 0,0 0-2 0,0 0-2 0,0 0-1 0,0 0 0 16,0 0 0-16,0 0 2 0,0 0-1 0,0 0-2 0,0 0 1 0,0 0-2 15,0 0 1-15,0 0-1 0,0 0-1 0,0 0-1 0,0 0-1 0,0 0 2 16,0 0 2-16,0 0 1 0,0 0 0 0,0 0-2 0,0 0 1 0,0 0 1 16,0 0-2-16,0 0 1 0,0 0-1 0,0 0 2 0,0 0 0 15,0 0 0-15,0 0-1 0,0 0 1 0,0 0-2 0,0 0 2 0,0 0 0 16,0 0 0-16,0 0 0 0,0 0 0 0,0 0 2 0,0 0 1 15,0 0 0-15,0 0-2 0,0 0 1 0,0 0-1 0,0 0 1 0,0 0-1 16,0 0 1-16,0 0-2 0,0 0 0 0,0 0-2 0,0 0 1 0,0 0 2 16,0 0 1-16,0 0-2 0,0 0-2 0,0 0 1 0,0 0 1 0,0 0 0 15,0 0 0-15,0 0-2 0,0 0 2 0,0 0 0 0,0 0-1 0,0 0-1 16,0 0 2-16,0 0 0 0,0 0 2 0,0 0-1 0,0 0-1 0,0 0-1 16,0 0-1-16,0 0 1 0,0 0 1 0,0 0 0 0,0 0-2 0,0 0 1 15,0 0 1-15,0 0 1 0,0 0 1 0,0 0-1 0,0 0-2 0,0 0-1 16,0 0 2-16,0 0 0 0,0 0 0 0,0 0-1 0,0 0 2 0,0 0 4 15,0 0-1-15,0 0-2 0,0 0-1 0,0 0 1 0,0 0-2 0,0 0 0 16,0 0 0-16,0 0 0 0,0 0 0 0,0 0 1 0,0 0 1 0,0 0 1 16,0 0-5-16,0 0-2 0,0 0-1 0,0 0 4 0,0 0 2 0,0 0 1 15,0 0-4-15,0 0 1 0,0 0-1 0,0 0 1 0,0 0-1 16,0 0 2-16,0 0 0 0,0 0-1 0,0 0 1 0,0 0 3 0,0 0 0 16,0 0-3-16,0 0-2 0,0 0 2 0,0 0 0 0,0 0 2 15,0 0-1-15,0 0 1 0,0 0-1 0,0 0-1 0,0 0 0 0,0 0 2 16,0 0-1-16,0 0 1 0,0 0-1 0,0 0 1 0,0 0-2 0,0 0-2 15,0 0 2-15,0 0 2 0,0 0-2 0,0 0 1 0,0 0-2 0,0 0-1 16,0 0 1-16,0 0-1 0,0 0 1 0,0 0-2 0,0 0 1 0,0 0 1 16,0 0-1-16,0 0 1 0,0 0-1 0,0 0 2 0,0 0-1 0,0 0-1 15,0 0 2-15,0 0-1 0,0 0-1 0,0 0 4 0,0 0-2 0,0 0 0 16,0 0 0-16,0 0 0 0,0 0 0 0,0 0 1 0,0 0-1 0,0 0 0 16,0 0-1-16,0 0-1 0,0 0 1 0,0 0 4 0,0 0 0 0,0 0-2 15,0 0-1-15,0 0 2 0,0 0-4 0,0 0-2 0,0 0 1 0,0 0 1 16,0 0 1-16,0 0-1 0,0 0 4 0,0 0-1 0,0 0 1 15,0 0-4-15,0 0 2 0,0 0 0 0,0 0 0 0,0 0 0 0,0 0 2 16,0 0 2-16,0 0 1 0,0 0-4 0,0 0-1 0,0 0 0 0,0 0 0 16,0 0 2-16,0 0-2 0,0 0 1 0,0 0-1 0,0 0-1 15,0 0 1-15,0 0 0 0,0 0-2 0,0 0 2 0,0 0 2 0,0 0-1 16,0 0-1-16,0 0 2 0,0 0-2 0,0 0 0 0,0 0 0 0,0 0 0 16,0 0 0-16,0 0 1 0,0 0-1 0,0 0 2 0,0 0-1 0,0 0 1 15,0 0-2-15,0 0-2 0,0 0 2 0,0 0 0 0,0 0 2 0,0 0-2 16,0 0 0-16,0 0-2 0,0 0 2 0,0 0 2 0,0 0-1 0,0 0-1 15,0 0 0-15,0 0 0 0,0 0 0 0,0 0 0 0,0 0 0 0,0 0 2 16,0 0-4-16,0 0 1 0,0 0-1 0,0 0 2 0,0 0 0 0,0 0-1 16,0 0-1-16,0 0 2 0,0 0 0 0,0 0 0 0,0 0 0 0,0 0-1 15,0 0 1-15,0 0 0 0,0 0 1 0,0 0 1 0,0 0-1 0,0 0 1 16,0 0-1-16,0 0 1 0,0 0-1 0,0 0-1 0,0 0 0 16,0 0 2-16,0 0-1 0,0 0 2 0,0 0-1 0,0 0-4 0,0 0 1 15,0 0 2-15,0 0-1 0,0 0 0 0,0 0-1 0,0 0-1 0,0 0-1 16,0 0 2-16,0 0 1 0,0 0 0 0,0 0-2 0,0 0 1 15,0 0 1-15,0 0 1 0,0 0 1 0,0 0-2 0,0 0 0 0,0 0 0 16,0 0 1-16,0 0-1 0,0 0-3 0,0 0-3 0,0 0-7 0,0 0-13 16,0 0-16-16,0 0-18 0,0 0-42 0,0 0-54 0,0 0-87 0,0 0-103 15,0 0-77-15,0-1-64 0,6 1-67 0,-3 0-68 0,-3 0-84 0,6-2-87 16,-1 2-37-16,0-1-8 0,5-1 7 0,-7 1 15 0,6-2 42 0,-7 0 51 16,2 0 89-16,-4 3 102 0,0-6 76 0,0 1 66 0,-4 0 67 0,-1 1 70 15</inkml:trace>
  <inkml:trace contextRef="#ctx0" brushRef="#br0" timeOffset="28746.86">5453 6580 157 0,'0'-3'322'0,"0"-3"55"0,0 3 35 0,0 0 23 0,4 2 19 0,-2-1 21 0,-2 2 23 0,0 0 27 0,0 0 29 15,0 0 36-15,0 0 38 0,0 0-16 0,0 0-38 0,0 0-73 0,0 0-90 16,0 0-44-16,0 0-25 0,0 0-17 0,0 0-13 0,0 0-18 0,0 0-19 16,0 0-25-16,0 0-28 0,0 0-35 0,0 0-39 0,0 0-32 15,0 0-32-15,0 0-20 0,0 0-16 0,0 0-11 0,0 0-10 0,0 0-6 16,0-3-6-16,0 3-3 0,0 0-3 0,0 0-1 0,0 0-2 15,0 0 0-15,0 0 0 0,0 0 0 0,0 0 0 0,0 0-2 0,0 0-1 16,0 0 0-16,0 0 0 0,0 0 2 0,0 0-2 0,0 0 0 0,0 0 1 16,0 0-2-16,0 0-2 0,0 0 0 0,0 0 1 0,0 0-1 0,0 0-1 15,0 0-1-15,0 0 1 0,0 0-1 0,0 0 1 0,0 0-2 0,0 0-2 16,-2 0-5-16,2 0-7 0,0 0-8 0,0 0-8 0,-4 2-23 0,4-2-29 16,0 0-45-16,-3 0-49 0,3 0-51 0,0 0-50 0,0 0-44 0,0 0-38 15,0 0-33-15,-2 1-30 0,2-1-28 0,-4 2-25 0,4-2-26 0,0 1-24 16,-2 1-28-16,2-2-24 0,0 0-4 0,0 0 12 0,0 0 33 0,0 0 43 15,0 0 39-15,0 0 36 0,0 0 35 0,0 0 32 0,0 0 33 0,0 0 31 16,0 0 35-16,0 0 35 0,0 0 49 0</inkml:trace>
  <inkml:trace contextRef="#ctx0" brushRef="#br0" timeOffset="31344.91">5077 5638 13 0,'-5'0'267'0,"1"2"98"0,-1-2 55 0,1 0 37 0,-1 0 31 0,1 0 26 0,2 0 27 0,-1 0 25 0,1 0 30 0,-2-2 31 16,4 2 29-16,-3 0 29 0,3 0-49 0,0 0-85 0,0 0-82 0,0 0-84 16,0 0-44-16,-2-2-29 0,2 2-23 0,0 0-21 0,0 0-24 0,0 0-22 15,0 0-28-15,0 0-32 0,0 0-27 0,0 0-24 0,0 0-23 0,0 0-19 16,0 0-13-16,0 0-16 0,0 0-8 0,0 0-10 0,0 0-5 0,0 0-5 15,0 0-5-15,0 0-2 0,0 0-2 0,0 0-2 0,0 0-2 0,0-1-2 16,0 1 0-16,0 0-2 0,2-1 2 0,1 1 2 0,1-2-1 0,-2 2 1 16,1 0-2-16,-1-1 0 0,5 1 1 0,-5 0 2 0,3-2 0 15,4 1-1-15,-1-1 2 0,-3 1 1 0,6 1 1 0,-6-2 0 0,4 2 0 16,1-1 0-16,-1-1 0 0,0 0 0 0,1 2 1 0,-1-1 1 16,1 1-1-16,0-1 1 0,3 1 1 0,-2-2 0 0,2 2 1 0,-3-1 0 15,3-1 1-15,-2 1-1 0,3 1 4 0,-1-2-1 0,2 1 1 0,-1 1-1 16,-3 0-1-16,7-2 0 0,-4 2 0 0,1-1 0 0,-1 1 0 0,1 0 0 15,3-2 0-15,-2 2 0 0,2 0-1 0,-3 0-1 0,3 0 1 0,0 0-1 16,-2 2 4-16,2-2-1 0,-3 1 2 0,5 1 0 0,-2-2 0 0,0 1 0 16,-2 1-1-16,2-1-2 0,0-1 3 0,-1 2 1 0,1-2 1 0,2 1-1 15,-2-1 1-15,0 2-1 0,-2-2 1 0,2 0-2 0,2 1 0 16,-2-1-2-16,0 0 2 0,-2 0 3 0,6 1 2 0,-6-1-1 0,3 0 1 16,0 2-4-16,1-2 1 0,2 0 1 0,-2 0 0 0,0 0 0 0,-2 0 0 15,2 0 0-15,1 0 0 0,-1 0 0 0,-2 0 0 0,2 0-2 0,0 0 1 16,-2 0-2-16,-1 0 0 0,4 0 0 0,-4 0-2 0,1 0 1 0,2-2 1 15,-2 2 4-15,0 0 4 0,2 0-2 0,0 0 1 0,-2-1 1 0,2 1 2 16,-2 0 2-16,2 0 2 0,-2 0-1 0,2 0 1 0,3 0 1 16,-3-1 0-16,3 1 0 0,-1 0-6 0,2-2-5 0,-4 2-2 0,5 0-1 15,-3 0-1-15,-1 0 0 0,3 0-3 0,-1-1-4 0,1 1-1 0,-1 0 1 16,-3 0-1-16,4 0-1 0,-3 0 2 0,-1 0-2 0,0 0 0 0,-2 0-2 16,2 0 7-16,-2 0 11 0,-1 0-1 0,1 0-6 0,0 0-1 0,2 1-1 15,-6-1 1-15,4 0-2 0,0 2 0 0,-1-2 1 0,1 1-1 0,-4-1 0 16,4 0 2-16,-1 1 1 0,1 1-5 0,-4-2-10 0,4 2 3 0,-3-1 6 15,-1 1 5-15,2-2 1 0,2 1 3 0,-3 1 1 0,-1-1 4 0,4 1 1 16,-3-1 1-16,-1-1 2 0,1 2 0 0,3-1 2 0,-4 0-1 16,1 1 1-16,-1 0-2 0,4-1 0 0,-3-1-2 0,-1 2-1 0,1 1 0 15,-1-2 0-15,1 1-1 0,-1-1 0 0,1 1-1 0,-1 0 2 16,1 0 2-16,-1 0-1 0,1-1 1 0,-1 1-1 0,2-1 1 0,1 1 1 16,-3 1 0-16,1-3 0 0,3 3-2 0,-4-2-2 0,1 1-2 0,-1-1 1 15,4-1-1-15,-3 2-2 0,-1-1-1 0,4-1-2 0,-3 0-1 0,-1 0 2 16,1 0 1-16,3 0 0 0,-2 0 0 0,-2 0 1 0,1 0 2 0,3 0 2 15,-4 0 1-15,1 0 1 0,3 0-1 0,-2-1-1 0,2 1 0 0,1-2 2 16,-5 2 2-16,6 0 0 0,-2-1-1 0,0 1-4 0,-2-2-1 0,2 2-1 16,2 0-2-16,-2 0-3 0,2-1-2 0,-2 1-2 0,-1-2 0 0,1 2-1 15,0 0-1-15,2 0-1 0,-2-1-2 0,-2 1-2 0,2 0 1 0,0-2 1 16,2 2 0-16,-2 0 1 0,-1-1 1 0,1 1-1 0,2-2 2 0,-2 1 0 16,1-1 2-16,3 2 2 0,-2-1 1 0,0-1 1 0,-2 0 1 0,2 0 2 15,-2 0-1-15,0-1-1 0,-2 0 1 0,3 2 3 0,-5-2 1 0,0-1 0 16,5 3-2-16,-5-2 2 0,0-1 0 0,-3 2 0 0,4-1 0 15,-3 0-2-15,3 1 3 0,-4 0 1 0,1 0 2 0,-1-1 2 0,4 2 0 16,-6-2 2-16,5 1 0 0,-1 1-2 0,-2-1 0 0,1-1 0 16,-1 2-2-16,4-2 0 0,-1 1-1 0,-1 1 1 0,-2-1 1 0,3-1-1 15,1 2-2-15,-1-1-3 0,-1-1-1 0,1 0 1 0,-3 2-1 0,4-1 2 16,-6 1 1-16,3-2 2 0,-1 1 1 0,0 1 5 0,-2-1-1 0,4 1 3 16,-4-1-1-16,-2 0 1 0,2 1 3 0,0 1-1 0,0-1 0 0,-3-1 0 15,3 1-1-15,-4-1-1 0,0 1 1 0,3 1 1 0,-3 0-1 0,-3-2-3 16,5 2-4-16,-5-1 1 0,2 1-2 0,1 0-3 0,-1 0-3 0,-3 0 1 15,3-2-2-15,0 2-3 0,-3 0 2 0,3 0-2 0,-2-1-2 0,-2 1-2 16,4 0-1-16,-4 0-1 0,0 0-1 0,0 0 1 0,0 0-1 0,0 0-2 16,0 0 0-16,0 0 0 0,0 0 0 0,0 0-3 0,0 0-11 0,0 0-12 15,0 0-30-15,0 0-36 0,0 0-48 0,0 0-56 0,0 0-83 16,-4-2-99-16,2 0-134 0,-2 0-150 0,-5-1-152 0,2 0-148 0,-5-2-68 16,-3 2-31-16,-3-3-4 0,-6 2 8 0,3-2 26 0,-10 1 33 0,-3 1 48 15,-1-1 55-15,-6 1 86 0,-6 1 96 0,1-1 139 0,-8 3 151 0</inkml:trace>
  <inkml:trace contextRef="#ctx0" brushRef="#br0" timeOffset="31967.1">4996 6144 166 0,'0'-3'422'0,"0"1"131"0,0-1 58 0,-4 0 25 0,4 2 14 0,0 1 3 0,0 0 4 0,0 0 0 0,0 0 1 0,0 0 2 0,0 0 4 0,0 0 0 16,0 0-115-16,0 0-166 0,0 0-141 0,0 0-128 0,0-3-59 0,0 3-26 15,4-2-26-15,-4 2-27 0,0 0-45 0,2-1-58 0,1-1-48 16,-3 2-50-16,4 0-40 0,-2 2-37 0,1-1-34 0,-1-1-31 0,2 3-35 16,-1-1-36-16,-1 1-35 0,-2 1-37 0,0-1-37 0,0-3-35 0,4 8 18 15,-4-2 42-15,-4-2 44 0,4 2 43 0,0 0 39 0,-2-1 33 16,2 1 33-16,-3 0 34 0,3 0 33 0,-4 0 36 0,2 0 35 0</inkml:trace>
  <inkml:trace contextRef="#ctx0" brushRef="#br0" timeOffset="32273.49">5001 6241 91 0,'-5'5'273'16,"1"-2"47"-16,2 1 26 0,-1 1 13 0,-3-1 8 0,3-1 8 0,-3 0 5 16,3 0 6-16,1-2 9 0,-2 3 8 0,1-3 11 0,1 2-32 0,2-3-47 15,0 2-78-15,0-2-91 0,0 0-42 0,0 3-21 0,0-3-12 0,0 0-10 16,0 0-5-16,0 0-7 0,0 3-7 0,0-3-8 0,0 0-13 0,0 0-15 16,2 0-18-16,-2 0-16 0,3 0-17 0,1 0-15 0,-2 0-16 0,1 0-17 15,3-2-13-15,-1 1-15 0,-1-2-14 0,1 0-12 0,4-2-12 0,-3 1-13 16,3-2-5-16,0-4 0 0,0 2 2 0,2-2 2 0,-2-1 7 15,1 0 10-15,3-1 14 0,-4 2 11 0,2-3 17 0,-2 2 12 16,0-1 16-16,0 1 18 0,2 1 18 0,-6 1 20 0,4 1 17 0,-3 1 16 16,1-1 14-16,-1 2 12 0,-1 2 10 0,-1-1 8 0,-3 1 6 0,3 1 11 15,-4 1 7-15,4 1 8 0,-4 1 7 0,0 0 7 0,0 0 4 0,0 0-1 16,0 0 1-16,0 0-4 0,0 0 1 0,0 0-1 0,0 0 1 0,1 0-1 16,-1 0-6-16,0 3-6 0,0 0-7 0,0-1-9 0,0 2-17 0,0-1-19 15,-1 1-24-15,1 2-28 0,0-1-31 0,-4 1-27 0,4 0-33 0,0-2-32 16,0 2-34-16,-4 0-31 0,4 0-35 0,0-1-28 0,0-1-37 0,-1 1-33 15,1-5-39-15,0 4-37 0,0-4-2 0,0 5 8 0,0-5 19 0,0 0 19 16,0 4 25-16,0-4 26 0,0 0 24 0,0 0 30 0,-4 5 27 16,4-5 29-16,0 0 35 0</inkml:trace>
  <inkml:trace contextRef="#ctx0" brushRef="#br0" timeOffset="32558.71">5173 6190 63 0,'0'2'227'0,"4"-1"28"0,-4 1 12 0,1-1 5 0,3-1 8 0,-4 0 6 16,4 0 6-16,-4 0 8 0,1 1 9 0,3-1 9 0,-4 2 3 0,5 0-1 15,-5-1-63-15,6 2-90 0,-6-1-40 0,4 1-22 0,-1 1-10 0,-1-1-2 16,3 3-4-16,-1-3-3 0,-4 2-3 0,5 0-4 0,-1 0-7 0,-2 0-8 15,1 1-7-15,-3-2-3 0,6 1-8 0,-6 1-7 0,4-2 0 0,-4 2-6 16,1-1-2-16,-1 1-1 0,0 0-2 0,0-2-4 0,0 2-1 0,0 0-4 16,-1-1-2-16,1 1-4 0,-4 0-1 0,2-2-3 0,-2 1 0 0,-1-2-3 15,1 1-2-15,3-1-1 0,-3 2-1 0,0-2-2 0,3 0-2 0,-3 0 1 16,2 0-1-16,-1-2-1 0,-1 2 0 0,-2-3 0 0,6 2 0 16,-5-1 0-16,5-1-1 0,-4 0 1 0,4 0 0 0,-1 0 0 0,-3 0 2 15,0-1-1-15,3-1 2 0,1 2 2 0,0-1 1 0,-4-1 1 0,4 1 1 16,0-2 2-16,0 3-1 0,-2-2 0 0,2-1 0 0,0 3-2 15,0-3 1-15,0 2-1 0,0-3 1 0,2 2-1 0,-2 0-5 0,4-2-10 16,-4 1-17-16,1 1-21 0,3-3-32 0,1 3-39 0,-1-3-53 0,1 1-60 16,1 1-58-16,-2-2-60 0,1 1-26 0,0-1-10 0,4 1-8 0,0-2-3 15,-3 1 6-15,3 1 6 0,0-1 17 0,2 0 20 0,-2 1 32 0,5 1 36 16,-5 0 55-16</inkml:trace>
  <inkml:trace contextRef="#ctx0" brushRef="#br0" timeOffset="32828.49">5544 6108 220 0,'-4'0'373'0,"-1"0"61"0,3 0 34 0,-2 1 20 0,4-1 10 0,0 2 10 0,-3 1 8 0,3 0 6 0,-6 0 3 0,6-2 6 0,-5 4 4 0,5-1-54 15,-4 1-79-15,-1 1-107 0,5 1-122 0,-6 1-62 0,3 1-32 0,-3 1-21 16,3 1-10-16,1 0-18 0,-5 2-24 0,5-1-24 0,-2-2-28 16,2 1-29-16,-1-1-33 0,3-1-25 0,-4-1-21 0,2-1-21 0,2-1-21 15,0 0-20-15,0-1-19 0,0-2-16 0,0 0-16 0,0-3-10 0,0 1-5 16,0-1-5-16,0 0-4 0,0 0-4 0,2-1-6 0,-2 1-21 0,4-3-29 16,-1-2 0-16,-1 1 9 0,-2-1 14 0,4 1 16 0,-2-3 17 0,1 2 18 15,-3-1 18-15,6-2 21 0,-6 1 23 0,3-1 25 0,1 1 31 0</inkml:trace>
  <inkml:trace contextRef="#ctx0" brushRef="#br0" timeOffset="32982.62">5511 6186 39 0,'0'-7'214'0,"4"2"37"0,-2-1 18 0,1 1 12 0,-3 1 11 0,0-1 11 0,4 1 12 16,-2 2 14-16,-2-1 11 0,0 3 13 0,0 0 10 0,3 0-24 16,-3 3-42-16,6-1-55 0,-6-1-64 0,3 4-25 0,-1-2-12 0,2 1-7 15,-4 2-7-15,3 0-12 0,-1 0-17 0,-2 2-9 0,4-2-8 0,-4 1-12 16,2 1-10-16,-2-1-11 0,3 1-10 0,-3-1-18 0,4 1-18 16,-4-2-24-16,2 1-22 0,-2-2-23 0,0 1-27 0,0 0-23 0,0-2-20 15,0 1-29-15,0-2-34 0,0 0-38 0,0 0-38 0,0-3-47 0,0 0-50 16,0 0-16-16,0 0 1 0,0 0 10 0,0 0 12 0,0 0 20 0,0 0 20 15,0 0 24-15,-6 0 26 0,6 0 26 0,-5-2 31 0,5 2 34 0</inkml:trace>
  <inkml:trace contextRef="#ctx0" brushRef="#br0" timeOffset="33123.22">5515 6262 94 0,'-4'-1'264'15,"4"-1"41"-15,-2 1 21 0,2 1 13 0,0 0 7 0,0 0 8 16,0 0 9-16,2-4 9 0,-2 3 12 0,0-2 7 0,4 2 11 0,-2-2-35 16,1 0-57-16,3 1-76 0,-3-1-86 0,1 0-39 0,1 0-19 0,1 0-14 15,-1-1-4-15,-1 1-18 0,1-2-19 0,4 2-30 0,-3-1-35 0,-1-1-42 16,2 1-46-16,-1-1-48 0,3 1-50 0,-4-1-65 0,1 1-73 15,-1-1-34-15,1 2-16 0,1-1-8 0,-2 1 0 0,1 0 3 0,-3-2 11 16,3 2 22-16,-1 0 22 0,-1 0 33 0,1 0 38 0,1 0 44 0,-3 0 45 16</inkml:trace>
  <inkml:trace contextRef="#ctx0" brushRef="#br0" timeOffset="33321.71">5707 6079 126 0,'0'-1'266'0,"0"1"41"0,0 0 21 15,0 1 18-15,3 1 14 0,-1 2 16 0,2 1 14 0,-4-1 14 0,3 4 15 16,-1-2 17-16,-2 3 18 0,0-2-34 0,4 2-56 0,-4 0-68 0,0 2-72 15,0 1-37-15,0-2-23 0,0 1-17 0,-4-1-16 0,4 1-25 0,0-1-31 16,0-1-33-16,0 1-36 0,0 0-37 0,0-3-43 0,0 1-38 16,0-2-37-16,0-1-33 0,0 0-26 0,0 0-31 0,0-1-29 0,0-2-37 15,0 1-43-15,0-3-37 0,0 0-39 0,0 0-5 0,0 0 14 16,0 0 15-16,0 0 23 0,4-5 22 0,-4 1 23 0,0-1 26 0,3-1 25 16,-1-1 27-16,2 2 28 0,-4-1 42 0</inkml:trace>
  <inkml:trace contextRef="#ctx0" brushRef="#br0" timeOffset="33652.16">5773 6088 55 0,'4'-6'231'16,"-4"-1"38"-16,6 2 18 0,-6-1 13 0,3 3 10 0,-1 0 8 0,2 0 10 16,-4 2 8-16,3-1 11 0,-3 2 7 0,0 0 9 0,0 0-29 0,0 0-45 15,0 0-61-15,0 0-66 0,0 0-29 0,0 0-12 0,0 0-8 0,0 3-4 16,0-1-7-16,0 2-10 0,0-1-8 0,-3 1-8 0,3 3-10 16,-4-1-6-16,2-1-9 0,-1 2-8 0,3-1-6 0,-6-1-10 0,6 2-7 15,-4 0-7-15,3-1-5 0,-3-1-4 0,4 1-2 0,-2-2-2 16,-1 2-2-16,3-1 1 0,0-2-2 0,-4 1 0 0,4-1 1 0,0 2-1 15,4-4 0-15,-4 2 0 0,0-1 0 0,3 1 0 0,-1-3 0 0,2 1 2 16,-3 1 2-16,3-2-1 0,2 1 0 0,-3-1-1 0,3 1 1 0,-1-1 0 16,-1 0 1-16,1 2 1 0,0-2-2 0,-1 0 1 0,1 2 1 0,-1-1-1 15,-2 1 1-15,2-2 1 0,-1 3 4 0,-1-2 5 0,2 1 6 0,-4 1 7 16,0-1 7-16,1 3 7 0,-1 0 5 0,-1-1 4 0,1 1 3 0,0 1 4 16,-4 0 1-16,2 1 1 0,-1-1 1 0,-3 2-1 0,2-1-5 0,-1-1-4 15,1 0-9-15,-1 0-8 0,0 0-22 0,1 0-25 0,-1-1-26 0,-1 1-27 16,3-2-33-16,1-1-31 0,-2 2-40 0,0-3-48 0,3 2-63 15,-3-1-75-15,4-3-49 0,0 0-38 0,0 0-17 0,0 0-3 0,0 0 9 16,0 0 13-16,0 0 23 0,0 0 22 0,5-2 29 0,-1-1 30 16,2 0 38-16,-3 2 44 0,6-2 64 0</inkml:trace>
  <inkml:trace contextRef="#ctx0" brushRef="#br0" timeOffset="35016.12">6173 5970 178 0,'0'2'252'0,"0"3"20"0,0 0 15 0,0 1 10 0,-2-1 6 0,-1 2 8 0,-1-1 4 0,2-2 6 0,-3 2 6 0,-2 2 5 16,1-1-17-16,1 1-27 0,-1 0-65 0,-3 0-86 0,4 1-38 0,-4 0-20 15,3-1-15-15,-1 1-7 0,2-2-9 0,-1 0-6 0,-3 1-4 0,4 0-8 16,1-1-4-16,-1-1-5 0,1 0-5 0,2-1-6 0,-1-1-5 0,1 1-7 15,-2-2-5-15,4 0-6 0,0-2-2 0,0-1-2 0,0 0 1 0,0 3-2 16,0-3 0-16,0 2 1 0,6-1-1 0,-6-1-2 0,3 0 2 0,-1 0-2 16,2 0 4-16,1-1 4 0,-1-1 4 0,1 0 4 0,1 1 1 15,-3 0 1-15,3-1 4 0,-1 2-1 0,-1-1 4 0,-1 1 2 0,-1 1 7 16,2-1 4-16,1 2 6 0,-5-1 4 0,4 2 5 0,-2 0 3 0,-2 2 4 16,0-1 8-16,3 0 1 0,-3 1 8 0,0 1 3 0,-3 1 5 0,3 1 3 15,0 0 2-15,-2 1-1 0,-2 0-1 0,4-2 0 0,-5 2 0 16,5 0 0-16,-4 0 0 0,2-2-3 0,-1 1-1 0,3 0-4 0,-4-2-2 15,4 0-7-15,-2-2-5 0,-1-1-6 0,3 0-5 0,0 0-5 0,0-3-5 16,0 0-3-16,0 0-5 0,0 0-5 0,0 0-3 0,0 0-3 0,0 0-2 16,0 0-1-16,0 0-1 0,5-2-4 0,-5 1-1 0,4-2-3 0,1 0-7 15,-1-1-7-15,-2-1-6 0,1-1-7 0,3-1-9 0,-3 1-6 0,3-3-9 16,-1 1-3-16,-1-1-8 0,1 0-4 0,1 0-3 0,1 0-4 0,-2-1 0 16,1-1-2-16,-1-1 5 0,1 0 1 0,1 0 4 0,-2 0 6 0,1 0 7 15,-1-1 9-15,4-1 5 0,-5 1 6 0,1-1 5 0,4 1 3 16,-5 1 6-16,1-2 3 0,1 1 3 0,-1-1 6 0,-1 2 5 0,-2 0 2 15,5 2 7-15,-5-1 1 0,1 1 3 0,-1 2 1 0,2-1 5 0,-1 2 3 16,-1 2 4-16,-2-1 4 0,0 2 4 0,4-1 3 0,-4 2 7 16,0 0 3-16,0 3 5 0,0-3 6 0,0 3-2 0,0 0 3 0,0 0 2 15,0 0-3-15,0 0 1 0,0 0-4 0,0 0-3 0,0 0-5 0,0 0-1 16,0 0 0-16,0 0 3 0,0 0 0 0,0 3 4 0,0 0 6 0,0 0 7 16,0 2 9-16,0-1 10 0,0 4 12 0,0-1 8 0,0 2 16 0,0 0 17 15,0 2 14-15,0 1 14 0,3-2 10 0,-3 3 10 0,2 0 8 0,-2 2 9 16,0 0 0-16,0-1 0 0,0 3-2 0,0 0-5 0,4 1-5 0,-4 1-5 15,2-1-11-15,-2 2-14 0,3-1-15 0,-3 1-15 0,4 0-12 16,-4 0-16-16,2 0-12 0,-2-1-14 0,3-1-11 0,-3-2-10 0,0 1-8 16,2 0-9-16,-2-2-6 0,4-2-7 0,-4 0-4 0,0 0-1 0,3-1-4 15,-3-2 1-15,0 1-2 0,2-2-2 0,-2-2-2 0,0 1-4 0,0-3 1 16,0 2-1-16,0-3 1 0,0-1 1 0,0 0-2 0,0-3-2 16,0 3-7-16,0-3-7 0,0 0-18 0,0 3-22 0,0-3-36 0,0 0-41 15,0 0-51-15,0 0-53 0,0 0-48 0,0 0-43 0,-2 0-39 0,2-3-38 16,-3 1-40-16,3-2-39 0,0 0-52 0,-4-1-54 0,2-1-25 0,2-1-13 15,-3-1 22-15,1-1 36 0,-2-1 47 0,1 1 52 0,1-2 47 0,2 2 42 16,-4-3 39-16,4 2 37 0,-2 1 42 0,-1 0 42 0</inkml:trace>
  <inkml:trace contextRef="#ctx0" brushRef="#br0" timeOffset="35629.41">6188 6199 225 0,'0'0'303'0,"-6"0"29"0,6 0 18 0,0 0 11 0,0 0 7 0,0 0 5 0,0 0 5 0,-5 0 3 15,5 0 3-15,0 0 4 0,0 0-18 0,0 0-25 0,0 0-83 0,0 0-108 16,0 0-50-16,0 0-24 0,0 0-13 0,0 0-6 0,0 0-1 0,5-2-2 16,-5 1 0-16,4 1-1 0,-2-3 1 0,1 2-2 0,-3 1-1 0,6-2 2 15,-6 1-3-15,3-2-1 0,3 3-2 0,-6-2 0 0,3 2 0 0,-3 0-3 16,2-1 4-16,-2 1 2 0,0 0 9 0,0 0 13 0,0 0 13 15,4 1 12-15,-4-1 12 0,0 2 16 0,0 1 11 0,0 0 14 0,2 1 12 16,-2 1 11-16,0 1 4 0,-2 0 1 0,2 1 1 0,0 1 0 0,0-1-10 16,-4 2-12-16,4 0-11 0,-2 0-14 0,-1 0-16 0,3-1-13 15,0-1-17-15,-4 1-17 0,2-2-16 0,2 0-15 0,0-1-10 0,0 2-7 16,0-4-5-16,2 1-4 0,2-1-6 0,-4 2-4 0,3-2-1 0,-1 0-2 16,2 0-9-16,-2-2-14 0,1 1-32 0,3-2-39 0,-3 1-51 0,3-1-56 15,-1 0-53-15,4-1-56 0,-3-2-64 0,3 0-70 0,-4 0-82 0,2-4-87 16,-1 0-40-16,3 1-18 0,-4-3 0 0,4 0 6 0,0 0 32 0,0 0 37 15,-1 0 52-15,-1 0 57 0,-2 0 56 0,6-1 54 0,-2 1 64 0,-3 0 71 16</inkml:trace>
  <inkml:trace contextRef="#ctx0" brushRef="#br0" timeOffset="36028.69">6463 6078 10 0,'-4'-2'233'0,"4"1"52"0,-2-1 26 0,-1-1 13 0,3 3 8 0,-4-2 10 16,4 2 8-16,-2-1 8 0,2 1 12 0,0 0 11 0,0 0 11 0,0 0 11 15,0 0-58-15,0 0-91 0,0 0-52 0,0 0-35 0,0 0-7 0,0 0 6 16,0 0 12-16,0 0 14 0,0 0 7 0,0 0 7 0,6 0 2 0,-3 0 6 16,3 0 0-16,-3 0 2 0,4-1 1 0,-3-1 0 0,1 2-8 0,5-1-11 15,-5 1-13-15,0-2-13 0,4 1-13 0,-1 1-14 0,-3-2-12 0,1 1-7 16,3 1-13-16,-4-2-14 0,0 2-12 0,4-1-15 0,-3-1-11 0,1 2-8 16,-1-1-6-16,-1-1-3 0,0 0-5 0,1 1-6 0,1 1-6 0,-2-1-9 15,-1-1-5-15,2 1-5 0,-5-1-2 0,3 1-5 0,0 1-1 0,-3-2-1 16,3 1-13-16,-4 1-17 0,0-2-32 0,0 2-37 0,2-1-50 15,-2 1-55-15,0 0-45 0,0 0-39 0,0-4-38 0,-2 2-38 0,2-1-35 16,0 3-36-16,0-3-37 0,-4 0-35 0,3 0-46 0,-3-1-53 0,0 0 2 16,3 1 21-16,-3-1 44 0,2 1 51 0,-2-2 44 0,1-1 39 15,1 0 37-15,-2 0 37 0,1 0 38 0,3 0 37 0,-2-2 38 0</inkml:trace>
  <inkml:trace contextRef="#ctx0" brushRef="#br0" timeOffset="36378.91">6602 5843 217 0,'0'0'296'16,"0"4"35"-16,0-1 21 0,0 3 17 0,0-1 17 0,0 5 17 0,-2-2 17 15,-2 3 25-15,4 1 28 0,0 2 35 0,-5 1 33 0,5 0-35 0,-4 3-66 16,3 0-56-16,-3 0-51 0,-1 1-28 0,5 1-12 0,-4 1-15 0,-2-2-15 16,3 2-15-16,1-1-20 0,-2-2-23 0,3 0-26 0,-3 0-32 0,0-2-34 15,3 1-29-15,-3-2-28 0,4-3-23 0,-4 1-23 0,3-2-22 16,1-1-21-16,0-1-18 0,-4-1-18 0,4-1-22 0,0-1-18 0,-2-1-24 16,2-1-26-16,-3 0-28 0,3-2-30 0,0 1-29 0,0-3-25 15,0 0-25-15,0 0-19 0,0 0-10 0,0 0-5 0,0-3-2 0,0 0 3 16,3-1 4-16,-1-2 6 0,-2 0 9 0,0 0 11 0,4-3 15 0,-4 1 23 15,1-1 22-15,3 0 25 0,-4-1 36 0,4 1 34 0,-4 0 36 0,1 1 39 16,-1 1 38-16,4-2 37 0,-4 1 34 0,0 2 30 0,0 0 26 0,0 2 26 16,-4 1 22-16,4 0 20 0,-1 1 17 0,-3 2 10 0,0 0 6 0,3 3 2 15,-3 0-9-15,-1 1-5 0,-1 1-13 0,1 1-14 0,-3 0-12 0,-1 2-10 16,4 1-9-16,-4-2-9 0,3 2-10 0,-3 0-15 0,4 0-10 0,0 0-15 16,-4-1-19-16,3-1-22 0,3 1-29 0,-3-1-28 0,1-2-35 0,1-1-35 15,4 1-32-15,-2-2-31 0,2-3-30 0,0 0-29 0,2 1-31 16,-2-1-33-16,0 0-45 0,4-3-52 0,1-1-13 0,1-1 3 0,-3 1 11 15,3-2 19-15,-1 0 24 0,-1 0 26 0,5-2 24 0,-4-1 26 0,0 2 25 16,5-1 27-16,-5 1 31 0</inkml:trace>
  <inkml:trace contextRef="#ctx0" brushRef="#br0" timeOffset="36483.72">6549 6178 37 0,'8'-3'227'15,"-3"2"39"-15,-3-1 15 0,5 2 10 0,-5 0 6 0,2 2 4 0,-3-1 0 16,3 1-2-16,0-1-2 0,-3 2-11 0,3-3-13 0,-2 2-63 0,1-1-83 16,-3-1-133-16,0 0-158 0,0 0-72 0,6-3-33 0,-3 1-17 0,3-2-9 15,-1 1-3-15,-1-3-3 0,1 0 3 0,-1 0 2 0,1 0 10 0,4-3 14 16,-3 2 29-16,3-4 36 0</inkml:trace>
  <inkml:trace contextRef="#ctx0" brushRef="#br0" timeOffset="37000.57">6920 5917 198 0,'-5'1'306'0,"1"4"44"0,-1-2 25 0,1 3 19 16,-1 2 14-16,-1 1 15 0,1-2 12 0,-4 2 11 0,0 0 8 0,0 2 6 15,-2-1 5-15,2 2-57 0,0-1-83 0,0-1-82 0,-2 1-81 16,2 1-42-16,-2-2-27 0,2-1-17 0,0 2-18 0,0-4-16 0,3 1-21 15,3-1-17-15,-3-1-16 0,3 0-13 0,1-1-12 0,-2-4-5 0,4 2-6 16,0-3-3-16,0 3 0 0,4 0-1 0,-4-1 1 0,2-2 0 0,1 1-1 16,1 1 6-16,-2-2 5 0,1 1 9 0,-1 1 8 0,5-1 6 0,-5 1 6 15,2-1 6-15,1-1 1 0,-1 2 2 0,-2-1 2 0,1 2 4 0,1-1 6 16,-2-1 6-16,-2 2 7 0,3 0 8 0,-3 0 9 0,0 3 6 0,0-3 7 16,-3 3 9-16,3 0 7 0,-2 2 11 0,-2-1 9 0,1 1 8 0,-3 1 11 15,1-2 5-15,1 2 5 0,-1 0 2 0,-1 0 1 0,3-2 1 16,-3 3 0-16,1-3-1 0,-2 1-2 0,1-1-3 0,4-1-3 0,-5 0-4 15,5-1-11-15,-1-1-9 0,1-1-11 0,-2 2-10 0,4-2-12 16,0-2-8-16,0-1-10 0,0 0-6 0,0 0-8 0,0 0-7 0,0 2-4 16,0-2-3-16,0 1-3 0,6-1 2 0,-3 2 1 0,-1-2 3 0,2-2 4 15,1 1 4-15,1 1 1 0,3-3 2 0,-2 0 1 0,-2-1 5 0,4 2 1 16,-1-3 1-16,1 2-1 0,0-1 0 0,0-1 0 0,0 1-3 0,-4-1-3 16,4 1-3-16,-3-1-3 0,-1 2-2 0,2-1-1 0,-1 1 0 0,-1 0-1 15,-1-2-2-15,-2 2-6 0,1 2 1 0,-1-2 0 0,2 1-1 0,-4 1-1 16,0 1-2-16,3-2 1 0,-3 2 1 0,0 0 2 0,0 0 1 0,0 0-1 15,0 0 1-15,0 0-2 0,0 0 0 0,0 0 1 0,0 0 1 0,0 0-2 16,0 0 0-16,0 0-3 0,0 0 0 0,0 0-2 0,0 0 1 16,0 0-1-16,-3 2-1 0,3 1 2 0,0-2 2 0,-4 3 4 0,4 1 8 15,-2 0 8-15,2 1 15 0,0 0 10 0,0 1 14 0,0 1 11 16,-3 2 6-16,3-1 3 0,0 2 2 0,0-1 2 0,0 1 0 0,0 1 1 16,0-2-3-16,0 1-2 0,0-1-9 0,0 1-9 0,0 1-16 0,0-3-16 15,0 0-27-15,0 0-30 0,0-2-46 0,0 1-53 0,0-1-57 0,0-1-61 16,0-3-55-16,0 2-50 0,0-2-62 0,0-2-66 0,0-1-87 0,0 0-94 15,0 0-40-15,0 0-17 0,0 0 8 0,0-6 17 0,3 0 38 0,-1-1 46 16,2-1 58-16,-4-1 55 0,5 0 55 0,-1 0 51 0,1-1 61 0,-1 1 66 16</inkml:trace>
  <inkml:trace contextRef="#ctx0" brushRef="#br0" timeOffset="37458.69">6991 6192 129 0,'0'0'335'0,"0"0"57"0,0 0 27 0,0 0 15 0,2 0 12 0,-2 0 17 0,3 0 20 0,3 0 27 0,-3 0 31 0,-1 0 30 0,5-2 31 16,-1 1-18-16,-1-2-40 0,1 1-91 0,3-1-119 0,0-1-52 0,0 1-22 15,2-2-13-15,-2 1-12 0,0-1-14 0,1 1-20 0,3-2-28 0,-2 0-29 16,2 0-29-16,-3 0-31 0,3 0-25 0,-2 0-24 0,3-2-12 0,-1 0-7 16,-2 3-2-16,2-3-4 0,-6 2-1 0,6-1-3 0,-4 1 0 0,0 0 2 15,-4 1 1-15,0 1 0 0,1-1 1 0,-2 2 2 0,-3 0 5 0,3 2 5 16,-4 1 4-16,0 0 2 0,0 0 0 0,0 0-7 0,0 0-6 0,0 0-3 15,-4-2-7-15,3 1-7 0,-3 1-8 0,4-2-13 0,-6 2-13 0,6-1-11 16,-3 1-13-16,-3 0-15 0,5-2-12 0,-3 2-10 0,0 0-3 16,3 0 1-16,-3 0 1 0,0 2 3 0,4-2 5 0,-1 0 5 0,1 1 7 15,-4 2 8-15,4-1 10 0,0-1 10 0,-2 4 11 0,2-1 10 0,0 2 15 16,0 0 19-16,0 3 20 0,0 0 20 0,0 2 18 0,0 2 17 16,2-1 15-16,-2 5 15 0,4-2 10 0,-3 1 13 0,3 2 11 0,0 2 7 15,-3-2 5-15,3 1-2 0,1-1-6 0,1 2-4 0,-3-4-15 0,1 2-14 16,-2-1-13-16,2-3-17 0,1 2-11 0,-1-3-13 0,-3-1-7 0,3 0-11 15,-4-1-8-15,5-2-8 0,-5 0-5 0,6 0-1 0,-6-2-3 0,0-1-4 16,3 0-2-16,-3 0-2 0,4-3-1 0,-4 2-1 0,0-4-5 0,0-1-8 16,0 0-17-16,0 0-23 0,0 0-47 0,0 0-59 0,-4 2-63 0,4-2-69 15,-3-2-54-15,-3 1-46 0,3-2-50 0,1 1-45 0,-3-3-52 0,1 1-53 16,-1 0-64-16,-5-2-65 0,5-2-15 0,-4-1 6 0,4 0 39 16,-4-1 53-16,3-2 67 0,-3-2 65 0,0 1 54 0,4-2 50 0,-4-2 46 15,3-1 44-15,-3 0 53 0,4 0 55 0</inkml:trace>
  <inkml:trace contextRef="#ctx0" brushRef="#br0" timeOffset="37729.97">7090 6129 114 0,'-3'3'347'0,"-3"-2"88"0,6 2 39 0,-3 0 24 16,1 2 19-16,-2 1 24 0,1 1 31 0,3-1 37 0,0 2 34 0,-2-2 31 15,-2 1 19-15,4 1 11 0,0-3-93 0,0 3-142 0,0-3-103 0,0-1-83 16,0 2-41-16,0-3-17 0,0 0-23 0,4 0-23 0,-2-1-35 0,-2-1-47 16,3 1-43-16,1-1-45 0,-2 0-39 0,1 1-34 0,3-2-50 0,-1 0-49 15,-1-2-50-15,1-2-46 0,1 1-41 0,1-1-38 0,-2-4-33 0,1 1-32 16,-1-1-26-16,0-2-24 0,4 1-19 0,-5-3-15 0,5 1-18 0,-3-1-14 15,-1 0-3-15,0 0 8 0,3 0 27 0,-3 2 36 0,1-1 36 16,-1-1 34-16,-1 1 33 0,1 3 34 0,4-3 29 0,-4 4 32 0,1-1 27 16,1 2 30-16,-1 0 70 0,-1 0 89 0,0 3 116 0,3-1 132 0,-7 1 66 15,5 1 40-15,-3 1 19 0,3 1 14 0,-6 0 8 0,0 0 9 16,4 0 4-16,1 1 1 0,-5 1 1 0,4-1 2 0,-3 1-33 0,3-1-46 16,-2 2-82-16,1-1-92 0,-3 1-56 0,6 0-45 0,-6 0-41 0,3 1-41 15,-3-1-50-15,4 2-56 0,-2 1-69 0,-2-2-76 0,0 2-35 0,4-1-14 16,-4-1-9-16,1 2-4 0,3 0 2 0,-4-1 5 0,5 1 8 0,-1 0 14 15,1 0 25-15,1 0 29 0,1-2 43 0,-2 1 51 0</inkml:trace>
  <inkml:trace contextRef="#ctx0" brushRef="#br0" timeOffset="38043.71">7486 6183 48 0,'0'1'275'0,"0"-1"71"0,0 5 30 0,4-4 16 15,-4-1 5-15,0 0 5 0,2 2 0 0,-2-1 1 0,0 1 0 0,0-2 2 16,3 1 0-16,-1 2 0 0,-2-1-81 0,0-2-117 0,0 1-89 0,4 2-74 16,-4-1-40-16,0-1-23 0,0-1-20 0,3 3-12 0,-1-1-12 0,-2-1-13 15,0-1-9-15,0 3-8 0,0 0-7 0,0-3-3 0,0 3 0 0,0-3 0 16,4 2 3-16,-4 1 9 0,0-3 13 0,0 3 17 0,0-2 10 0,0-1 12 16,0 3 11-16,0 0 10 0,0 0 15 0,0-1 11 0,0 1 12 0,0 0 7 15,0 0 6-15,0-1 5 0,0 2 2 0,0 0 3 0,0-1-2 16,0 2-3-16,0-3-2 0,0 3 3 0,0 0 1 0,2-1-2 0,-2-1-5 15,3 2-2-15,-3-1-13 0,0 1-14 0,4-1-23 0,-4-1-30 0,2 2-44 16,-2-2-52-16,0-3-67 0,0 6-73 0,0-6-36 0,0 4-17 16,0-4-5-16,3 5-4 0,-3-5-1 0,0 0-1 0,0 0 8 0,0 4 8 15,0-4 19-15,0 0 27 0,6 2 40 0,-6-2 52 0</inkml:trace>
  <inkml:trace contextRef="#ctx0" brushRef="#br0" timeOffset="38791.79">7734 6217 97 0,'-3'2'373'0,"3"-2"146"0,0 0 65 0,0 0 27 0,0 1 13 0,0 2 6 0,0-3 5 0,0 0 1 0,0 0 1 16,3-1 1-16,1-1-3 0,1-2 2 0,-3 1-94 0,5-2-136 0,-1-1-144 15,-1 1-146-15,0 1-63 0,-1 0-28 0,5-2-14 0,-3 1-6 16,-3 1-3-16,3-1-1 0,-1 1-2 0,-1-1-2 0,1 2 1 0,-1 2-2 16,-2-2-2-16,1 1 1 0,-1 1-1 0,2-1 2 0,-4 2 2 0,0 0 5 15,0 0 10-15,0 0 10 0,0 0 10 0,0 3 10 0,0 2 10 0,-4-2 11 16,4 3 7-16,0-2 8 0,-2 4 6 0,-1-1 6 0,1 1 2 0,-2 1 0 16,0 0-2-16,4-2-3 0,-5 2-9 0,5 0-10 0,-4-1-9 0,4-2-10 15,-1 1-10-15,1-1-13 0,0-1-7 0,0-1-6 0,0 2-4 0,1-3-5 16,-1-1-2-16,4 1 1 0,-4 0-1 0,4-3 1 0,-3 0-2 0,3 0-2 15,2 0 1-15,-3-2-1 0,3 1 2 0,-3-2 0 0,3 0-1 0,-1-4-4 16,0 2-4-16,5-1-6 0,-5-3-3 0,2 0-4 0,0 0-5 0,1 0-5 16,-3 0-4-16,0-2-3 0,1 2-4 0,1-1-6 0,-1 1-4 0,-1 0-5 15,0 1-1-15,-1 1 5 0,-2-1 2 0,1 1 4 0,1 1 5 16,-2-2 2-16,2 4 5 0,-4-2 3 0,0 1 2 0,1 2 6 0,3 0 2 16,-4 0 2-16,0 3 3 0,0 0 5 0,0 0 2 0,0 0-2 0,0 0 2 0,0 0 1 15,0 0 1-15,0 0 4 0,0 0 7 0,0 3 7 0,0 2 9 0,0-1 7 16,0 4 10-16,0-1 14 0,4 4 11 0,-4-1 10 15,0 2 12-15,0 2 10 0,0 1 7 0,0 1 7 0,0 1 2 0,0-1 1 16,0 2 3-16,-4-2-2 0,4 3-2 0,0-1-1 0,0-2-5 0,-4 1-7 16,3-1-7-16,1-1-4 0,-4 0-5 0,2 0-8 0,-2-1-7 0,-1-1-1 15,1-1-4-15,-1-1-4 0,1-1-4 0,-1 1-6 0,0-1-3 0,-1-1-7 16,-1 0-4-16,1 0-2 0,1-1-5 0,-4 1-6 0,4-2-2 0,-4 1-2 16,-1 1-4-16,5-2-1 0,-4 1-1 0,0-3-4 0,2 3-5 0,-1-2-8 15,-1 0-3-15,4-3 1 0,0 2-2 0,-1-2-2 0,1 0-6 0,-3 0-8 16,7-3-10-16,-3 1-10 0,0-1-19 0,3 0-17 0,-3-1-35 0,4-2-42 15,-2 0-52-15,2 0-58 0,-3-3-62 0,3 0-64 0,3-2-59 0,-1-1-53 16,2-1-62-16,1-1-66 0,-1-1-58 0,-3-3-54 0,7 0-17 0,-3 0 7 16,1-1 26-16,3-1 38 0,-4 1 55 0,4-1 63 0,-3 1 65 0,3 1 64 15,-4 1 59-15,8 1 57 0,-6-1 70 0</inkml:trace>
  <inkml:trace contextRef="#ctx0" brushRef="#br0" timeOffset="38986.5">8067 6243 153 0,'5'-2'302'0,"-1"2"52"0,-2 0 29 0,1-1 25 0,-1 2 28 0,2-1 45 0,1 0 52 0,-1 2 52 0,1-1 50 0,1-1 31 0,1 0 19 0,-2 0-37 0,1 0-60 16,3 0-83-16,0 0-89 0,0 0-47 0,-4-1-23 0,6 1-27 0,-5-2-26 15,3 2-45-15,-2-1-50 0,0 1-53 0,-3-2-50 0,5 2-28 0,-4 0-22 16,1-2-26-16,1 2-26 0,-5-1-44 0,3 1-54 0,2-1-63 0,-5 1-71 16,2-2-66-16,1 2-62 0,-5 0-76 0,0 0-73 0,0 0-75 0,0 0-77 15,0 0-34-15,0 0-15 0,-5-1 5 0,5 1 10 0,-4 0 38 0,-1 0 48 16,-4 0 62-16,3 1 67 0,1 1 64 0,1 0 63 0,-1 2 72 0,-4-1 76 15</inkml:trace>
  <inkml:trace contextRef="#ctx0" brushRef="#br0" timeOffset="39122.43">8163 6306 90 0,'-4'5'337'0,"4"0"107"0,-2 0 55 0,2-1 28 16,0-1 28-16,0 0 28 0,2 2 29 0,-2-2 34 0,4 0 26 0,-4-3 20 16,3 1 15-16,-1 1 9 0,2-2-87 0,1 0-129 0,-1 1-113 15,-2-1-103-15,1 0-61 0,3 0-41 0,-1 0-66 0,2 1-83 0,-1-1-102 16,-1 0-116-16,1 0-113 0,1 0-112 0,-2-1-112 0,-3 0-111 0,5-1-51 15,-5 1-25-15,2-2-10 0,1 0-5 0,-5 3 4 0,4-2 9 0,-4 2 39 16,0 0 56-16,0 0 73 0,2-5 84 0,-2 5 87 0,0 0 92 0</inkml:trace>
  <inkml:trace contextRef="#ctx0" brushRef="#br0" timeOffset="40243.85">8731 6120 28 0,'-6'0'313'0,"1"0"79"0,1 0 50 0,2 0 42 0,-1 1 38 16,1 0 44-16,-2 1 47 0,1 1 39 0,3-1 39 0,-2-1 27 0,2 1 24 16,0-2-9-16,-4 0-25 0,4 0-100 0,0 0-136 0,0 0-75 0,0 0-48 15,0 0-41-15,0 0-38 0,0 0-44 0,0 0-48 0,0 0-39 16,0 0-35-16,4 0-25 0,-4 0-23 0,2-2-17 0,1 1-11 0,1-1-8 16,-2-1-8-16,1 0-1 0,-1 2-3 0,6-2-1 0,-7-2 4 0,5 2-2 15,1-3-2-15,-2 0 1 0,1 2-2 0,-1-3-2 0,-1 2-2 0,1 0-1 16,-1-1 2-16,1 3 0 0,-5-1 0 0,4 1 0 0,-2 0 0 0,-2 3 0 15,0-2 0-15,0 2 0 0,0 0 0 0,0 0 0 0,0 0 0 16,0 0 0-16,0 0 2 0,0 0-2 0,0 0-2 0,-2 2-1 0,-2-2-1 16,1 3-2-16,1-2-2 0,2 2 1 0,-4 1-1 0,2 0-1 0,-1 0 0 15,-1 1-1-15,4 0-1 0,-2 2-1 0,2-1-1 0,-3-2-2 0,3 2 0 16,0 0-5-16,0-1-3 0,3-3-4 0,-1 2-5 0,2-1-2 0,-1 0-5 16,-1-2-2-16,4 1-1 0,-3-2-3 0,3 0-4 0,-1 0-5 0,4-2-3 15,-2-1-1-15,-1 0 4 0,3 0-6 0,-4-3-11 0,4 0-4 0,-3 2-4 16,-1-2-5-16,1-2 2 0,3 2 1 0,-6 0 1 0,3 2 3 0,-3-2 6 15,-1 1 5-15,2 1 6 0,-2-1-1 0,1 2 3 0,-3-1 10 0,0 0 16 16,0 2 13-16,0 0 7 0,0 2 6 0,0-3 6 0,0 3 3 0,0 0 1 16,0-3 4-16,0 3-4 0,0 0 1 0,0 0-2 0,0 0-2 0,0 0 1 15,0 0-2-15,0 0-3 0,0 0 4 0,0 0 5 0,0 5 5 0,0-1 5 16,0 4 4-16,4-1 4 0,-4 2 4 0,2 2 8 0,-2 2 7 0,0 2 13 16,3 0 10-16,-3 3 10 0,4 1 5 0,-2 3 4 0,-2-1 4 0,5 0 0 15,-5 1 0-15,4 1-1 0,-4-4 2 0,0 3 3 0,0-2-2 0,0 1-1 16,0-3-4-16,0 2-4 0,-4-4-1 0,4 0-3 0,-2 0 0 15,-1-3-2-15,1-1 1 0,-2 0-1 0,-1-1 1 0,1-2-2 16,-1 0-2-16,1-2-1 0,-1 1-3 0,-1-2-4 0,1 0-5 0,-2-1-6 16,1 0-6-16,1 0-5 0,-1-1-5 0,-3-1-7 0,4 2-8 0,-2-2-13 0,1 0-11 15,-3-2-14-15,4 1-11 0,-1-1-13 0,-3-1-10 0,4 0-11 16,1-1-15-16,-5-1-15 0,4-1-21 0,3 2-27 0,-5-4-53 0,5 1-64 16,-2-2-71-16,1 0-74 0,1-2-57 0,2-1-57 0,0 0-53 0,0-1-60 15,0-2-67-15,2-1-70 0,1 0-27 0,-3 1-1 0,6-1 14 0,-3-1 19 16,1 1 54-16,1 1 67 0,1-2 74 0,-1 2 78 0,1 0 66 0,3 2 62 15,0-1 65-15,0 2 68 0</inkml:trace>
  <inkml:trace contextRef="#ctx0" brushRef="#br0" timeOffset="40403.3">9044 6240 15 0,'5'-2'250'0,"1"0"73"0,1 1 45 0,-2 0 32 0,1 1 36 0,-1 0 35 0,2 1 35 0,-1-1 35 0,-1 1 22 0,1-1 19 15,-1 0 9-15,2 0 6 0,-1-1-66 0,-1 1-102 0,0-1-79 0,3-1-71 16,-3 1-44-16,1-1-32 0,-1 1-37 0,-1-1-37 0,-1 1-60 15,3 1-66-15,-5-2-68 0,3 1-66 0,0 1-58 0,-3-2-51 0,3 2-52 16,-2 0-53-16,-2 0-59 0,0 0-61 0,0 0-50 0,0 0-49 0,0 0-20 16,0 0-6-16,0 0 18 0,-2 3 29 0,-3 0 44 0,1 2 49 0,0-1 48 15,-1 1 45-15,-4-1 51 0,4 2 49 0,-1 0 59 0</inkml:trace>
  <inkml:trace contextRef="#ctx0" brushRef="#br0" timeOffset="40572.68">9058 6328 24 0,'0'1'259'0,"0"3"76"16,-3-1 36-16,3-3 21 0,3 1 13 0,-3 4 12 0,4-4 12 0,-2 2 17 15,1-3 16-15,3 1 16 0,-1 1 12 0,2-2 10 0,-1 0-65 0,-1 0-105 16,4-2-80-16,-3 2-72 0,3-1-36 0,-4 0-21 0,4 1-27 0,-3-3-30 16,3 0-44-16,0 1-52 0,0-1-59 0,0 0-60 0,-4 0-63 0,6 2-65 15,-2-4-81-15,0 1-84 0,-4-1-37 0,5 2-18 0,-5 0-9 0,4-1-1 16,-4 1 10-16,4 0 18 0,-3 0 30 0,-2 0 37 0,1 0 44 0,0 0 45 16,-1 0 50-16,1 0 58 0</inkml:trace>
  <inkml:trace contextRef="#ctx0" brushRef="#br0" timeOffset="41013.19">9425 5949 34 0,'0'0'339'0,"0"0"175"0,-5 1 90 0,5 1 51 0,0 2 34 16,0 1 23-16,0 1 22 0,0-1 19 0,-4 5 16 0,2-3 16 0,2 4 10 15,-3 0 10-15,3 3-69 0,-2 0-103 0,-2 2-151 0,1 2-169 16,1 2-85-16,-2-2-51 0,3 3-32 0,-3 0-25 0,0 0-21 0,-1 1-18 15,5-1-17-15,-6 0-16 0,6 2-10 0,-3-4-11 0,1 1-8 0,-2-2-7 16,1 0-4-16,3-2-5 0,0-1-5 0,-2-3-4 0,-2 0-4 0,4-1-2 16,0-4-8-16,0 1-7 0,0-4-6 0,0 1-4 0,0-1-8 0,0-4-9 15,0 0-11-15,0 0-10 0,0 0-16 0,0 0-18 0,0 0-8 0,0 0-3 16,0 0-9-16,4-1-10 0,-2-2-10 0,1-1-11 0,1 0-14 0,1-2-17 16,1 0-16-16,-1-3-14 0,3 0-2 0,-1-1-2 0,0-1 13 0,-2-1 17 15,6 0 10-15,-2-2 4 0,-3 3 9 0,3 0 15 0,0 1 15 0,-4-1 16 16,1 2 24-16,1 2 22 0,-2-1 23 0,-1 0 21 0,-2 4 19 0,3 0 14 15,-5 1 15-15,4 1 12 0,-4-1 23 0,0 3 26 0,0 0 27 0,0 0 30 16,0 0 21-16,0 0 15 0,0 0 12 0,0 0 9 0,-4 2 6 0,4-1 5 16,-5 1 5-16,3 1 7 0,-2 0-1 0,1 1-2 0,-3 2-11 0,1-1-19 15,-4 2-20-15,5 1-25 0,-1-1-16 0,-1 1-15 0,1 1-11 0,1-2-8 16,-1 1-7-16,1-1-6 0,-1-1-6 0,5 2-8 0,-4-1-10 16,2-1-10-16,2 0-8 0,0-1-8 0,0 1-5 0,0 0-4 0,2-2-2 15,2 2-4-15,-4-1-2 0,5-2-8 0,-5 1-8 0,4 1-7 0,-2-3-19 16,5 2-23-16,-5-1-51 0,1-2-66 0,3 2-70 0,-1-1-78 0,-1-2-73 15,1 1-69-15,1-1-69 0,3-1-65 0,-6 1-65 0,3-3-62 16,-1 0-23-16,2 1-6 0,-1-3 12 0,-1 1 16 0,1 0 51 0,-1-2 66 16,2 0 74-16,-1 1 75 0,-3 1 73 0,3-2 69 0,-4 0 68 0</inkml:trace>
  <inkml:trace contextRef="#ctx0" brushRef="#br0" timeOffset="41276.98">9610 6201 313 0,'0'1'434'0,"0"-1"42"16,2 3 29-16,-2-3 19 0,3 2 23 0,-3-1 23 0,6 1 25 0,-6 1 20 0,3-2 20 0,3 2 18 0,-3 0 3 0,3 0-4 15,-1 2-119-15,-1-1-171 0,5 0-75 0,-4 3-30 0,4-1-20 0,0-2-18 16,-1 4-21-16,1-2-21 0,0 1-20 0,0 1-21 0,0-1-16 0,-4 2-18 16,4-1-14-16,0-1-9 0,-3 1-16 0,3-1-15 0,-4-1-15 0,1 2-12 15,-1-3-4-15,-1 2-4 0,-1-1-8 0,-1-2-10 0,-2 1-23 16,4-1-32-16,-4 1-48 0,0-4-61 0,0 2-63 0,0 0-66 0,0-3-59 15,-4 1-59-15,4 1-59 0,0-2-61 0,0 0-74 0,-5-2-80 16,1 1-31-16,-1 0-8 0,3-2 14 0,-2-2 24 0,1 1 46 0,3-1 58 16,-2-2 63-16,-2-1 68 0,4 1 58 0,0-2 58 0,0 0 61 0,4 0 61 15</inkml:trace>
  <inkml:trace contextRef="#ctx0" brushRef="#br0" timeOffset="41472.56">9785 6177 64 0,'-3'-2'327'0,"-1"2"123"0,4 2 67 0,-5-1 46 0,3 2 45 0,-2 2 44 16,1 1 43-16,1-1 38 0,-2 0 29 0,-1 3 26 0,1-2 16 0,-1 3 12 15,-1-2-74-15,3 4-115 0,-6-1-113 0,3 2-117 0,-3 0-65 0,0 0-43 16,2 2-43-16,-2-2-47 0,0 0-40 0,0 0-40 0,3 0-31 0,-3-2-28 16,4-1-22-16,-1 0-22 0,-1-2-19 0,2 3-19 0,3-4-26 0,-2 0-29 15,1 0-44-15,1-2-56 0,-2-1-69 0,4 0-73 0,0 0-62 0,0-3-57 16,0 3-49-16,0-3-43 0,0 2-46 0,0-2-47 0,0 0-59 0,6-3-67 16,-3 0-16-16,3-2 4 0,-1 1 37 0,-1-4 50 0,5 1 69 15,-4-2 72-15,1 1 63 0,-1-1 57 0,2 0 49 0,-1 0 50 0,3 0 51 16,-4-1 54-16</inkml:trace>
  <inkml:trace contextRef="#ctx0" brushRef="#br0" timeOffset="41667.92">9805 6264 159 0,'6'0'320'0,"-3"0"31"0,-1 0 23 0,5 0 17 0,-5-2 24 15,3 2 26-15,-1 0 40 0,1 0 46 0,5 0 39 0,-5 0 30 16,2 2 18-16,-1-2 14 0,-1 0-78 0,4 0-121 0,-3 0-49 0,3 0-17 16,0 0-12-16,-4 0-10 0,0-2-19 0,5 1-20 0,-5 1-40 0,0-2-45 15,4 2-34-15,-5-1-32 0,5 1-21 0,-4-2-23 0,1 2-22 0,-1-2-16 16,3 2-18-16,-7-1-15 0,3 1-18 0,1 0-20 0,-1 0-29 0,-4 0-38 15,2 0-58-15,-2 0-61 0,0 0-68 0,0 0-68 0,0 0-61 0,0 0-58 16,0 0-62-16,0 0-64 0,0 0-63 0,-6-3-66 0,1 2-22 0,1-2-2 16,-1 1 21-16,0-1 31 0,1 2 53 0,-2-1 60 0,3-1 67 0,-3 0 66 15,1 0 61-15,1-1 58 0,3 1 61 0</inkml:trace>
  <inkml:trace contextRef="#ctx0" brushRef="#br0" timeOffset="41841.1">9930 6135 280 0,'0'3'372'0,"-2"1"41"0,2-1 33 0,-3 2 31 0,3 1 46 0,0 1 53 15,0 1 54-15,-4 0 53 0,4 2 39 0,-2 0 29 0,-2 1 4 16,4 1-7-16,-5-2-99 0,5 4-138 0,-4-2-69 0,3 0-40 0,-3 0-30 16,0 1-28-16,3-2-49 0,-3 2-51 0,4-1-53 0,-2 0-54 0,-1-1-41 15,3-1-36-15,-4 1-30 0,2-1-30 0,2-2-31 0,0 1-32 0,-4-2-48 16,4-1-58-16,0 0-64 0,4-1-69 0,-4-2-61 0,0 0-53 0,2-2-54 16,2-1-57-16,-1-1-62 0,-1-2-60 0,2 0-51 0,-3-3-44 0,3-2-6 15,1-1 12-15,-1 0 40 0,0-1 50 0,-3-1 64 0,5-1 68 16,-2 0 58-16,-1 0 54 0,-1 2 57 0,2-4 55 0,1 4 66 0</inkml:trace>
  <inkml:trace contextRef="#ctx0" brushRef="#br0" timeOffset="42236.64">10035 6028 205 0,'0'0'329'0,"0"0"54"0,0 3 35 0,0 0 38 0,0 2 35 16,0 1 47-16,-2 1 49 0,2-1 45 0,0 3 46 0,-4-1 30 0,4 1 24 15,0 1-40-15,-3 0-68 0,1 1-81 0,2 1-86 0,0 0-45 0,-4 2-29 16,4-1-28-16,-1 0-33 0,1 1-42 0,-4 1-45 0,4 0-45 0,-4 0-41 15,4 0-30-15,-5 2-24 0,5-4-16 0,-2 2-16 0,-2-2-10 0,4 1-11 16,-3-3-6-16,3 0-9 0,-2 0-5 0,-2-2-2 0,4 0-7 0,-3 0-2 16,3-3-4-16,-2 2-1 0,2-4-1 0,0 1 2 0,-4-2-5 0,4 1-8 15,0-4-11-15,0 0-11 0,0 2-5 0,0-2-3 0,0 0-3 16,0 0-5-16,0 0-1 0,0 0-3 0,4 0 0 0,-4-3 0 0,5 0-4 16,-1 0-7-16,1-2 1 0,1-1 4 0,-1 0 8 0,3 0 10 0,-3-1 4 15,4-1 2-15,-4 1 3 0,6-1 2 0,-3 0 2 0,-1 3 2 0,2-1 3 0,0-1 2 16,0 3 1-16,0 0 3 0,-4 1 4 0,4 0 4 0,0-1 2 15,-3 3 4-15,-1 1 2 0,1-1 5 0,1 1 5 0,-2 0 4 16,-3 0 4-16,2 1 7 0,-1-1 4 0,-1 1 6 0,-2 1 6 0,0-2 4 16,4 2 5-16,-4-2 3 0,0 3 1 0,-4 1-1 0,4 1 0 0,-5-1-3 15,1 1-3-15,2 1-4 0,-3-1-7 0,-2 3-4 0,-2 0-7 0,3 1-7 16,-5-2-10-16,6 2-10 0,-4-1-19 0,-4-1-20 0,2 2-37 0,2-1-46 16,-1-1-71-16,-3 1-82 0,2-1-75 0,-2 1-67 0,-1-1-73 0,3 1-77 15,-3-1-88-15,-1 0-94 0,1 0-40 0,-4 0-12 0,3-1 4 0,1 0 13 16,-4 0 34-16,-1 0 42 0,0-1 71 0,-5-1 81 0,4 1 73 0,0-1 68 15,-3 1 75-15,-1-1 78 0</inkml:trace>
  <inkml:trace contextRef="#ctx0" brushRef="#br0" timeOffset="43268.49">7244 7137 165 0,'0'-3'330'0,"-4"0"69"0,3 3 47 0,1 0 45 0,0 0 48 15,0-2 41-15,-4 2 40 0,4 0 31 0,-6 0 26 0,3 0 19 0,-3 0 11 16,5 2-41-16,-7-1-67 0,3 1-94 0,0 1-104 0,-1-2-66 0,-3 4-39 16,4-2-40-16,-4 1-42 0,0 0-37 0,3 1-32 0,-3 1-29 15,4 0-25-15,-4 0-13 0,3 2-8 0,-1-1-2 0,0-1-4 0,0 2-1 16,-3-1-2-16,3 1-5 0,-2-1-5 0,4 1-3 0,-2-1-3 0,1 2-6 15,-3-1-3-15,4-1-3 0,-1 2-2 0,-3 0-2 0,4 2-7 0,-1-3-3 16,-1 2-5-16,-2 0-2 0,4 2 0 0,-1-1-2 0,1-1-4 0,-1 1 0 16,-1 0 0-16,2 0-1 0,-1 0-1 0,3-1-1 0,1 1 0 15,-5-1 0-15,5-1-1 0,-2 2-4 0,2-2 1 0,-1 0-1 0,3-2-1 0,-4 2 2 16,4-1 2-16,-2-1-1 0,2 0 2 0,0 1-4 0,0 0-1 16,0-1-1-16,2 1-1 0,-2-1 1 0,4 1-1 0,-1-1 1 0,-1-1-2 15,2 3 0-15,1 0 0 0,1-1 0 0,-1 1-2 0,4-2-1 0,-2 1-1 16,-1-1-2-16,3 1 0 0,-2-1 3 0,2-1 2 0,0 2-1 0,-3-1 2 15,3-1 0-15,-4 2 2 0,4-2-1 0,-4 0 1 0,3 0 1 0,-3 1 3 16,1-1 0-16,-3 0-2 0,3 2 1 0,-3-2-1 0,-1 1 1 0,2-1-2 16,-3 0 1-16,-1 2 1 0,4-1 1 0,-4-1-2 0,-4 1 1 0,4 1 2 15,-1-2-1-15,-3 0-3 0,4 2 2 0,-5-1 1 0,1 1 1 0,2-1 2 16,-1 1 0-16,-3-1 0 0,3-1-7 0,-3 0-8 0,1 2 3 0,1-1 6 16,-1-1 3-16,-1 0-2 0,1-1 1 0,-2-1-2 0,1 1-3 0,1-1-3 15,1 1-5-15,-1-2-5 0,-1 1-7 0,-3-1-4 0,4-1-6 0,1 1-1 16,-1-3-13-16,-1 3-16 0,-1-3-11 0,2 1-12 0,3-1-8 0,-5-1-8 15,1 1-7-15,4 0-8 0,-1-3-4 0,-1 1-2 0,-1 1-3 0,3-1-1 16,-2-1 1-16,4 2 5 0,0-1 3 0,-3 1 8 0,3-2 6 16,0 0 9-16,0 3 7 0,0-3 12 0,0 1 10 0,0-1 6 0,0 0 11 15,0 0 7-15,3 0 6 0,-3 0 9 0,0 0 8 0,4 0 5 0,-2 0 4 16,-2 1 2-16,3 0 4 0,-1-1 4 0,2 0 0 0,-4 1 0 0,5 2 6 16,-5-1 6-16,0 1 12 0,4 1 12 0,1-1 15 0,-1 2 19 15,-2 1 14-15,1 0 16 0,3 1 12 0,-3 2 14 0,3-1 10 0,-3 2 5 16,-1 2 10-16,2 0 7 0,1 3 4 0,1 0 3 0,-3 3-5 0,3 1-6 15,-3 1-7-15,-1 1-15 0,2 3-9 0,1 0-10 0,-5 2-11 0,6 1-9 16,-6 0-6-16,3 1-7 0,-3 2-7 0,4 0-6 0,-4 0-7 0,2 1-6 16,-2 0-6-16,0-1-6 0,0 0-4 0,-2 0-5 0,2-2-3 0,0 1-3 15,-4-2-2-15,4 0-1 0,0 0-1 0,-3 0-5 0,3 0 0 0,0-2 1 16,-2 1 1-16,-2-2-1 0,4 0-1 0,0 0-3 0,-2-2 0 0,2-1-1 16,-3 0-1-16,3-1 1 0,0-1-4 0,0-2-2 0,0-1-2 0,-4-1 0 15,4-2-6-15,0-2-9 0,0 0-12 0,0-2-14 0,0-2-23 0,0-1-29 16,0 0-62-16,0 0-74 0,0-3-80 0,0 0-83 0,0 0-83 0,0 0-79 15,0 0-95-15,0 0-101 0,0 0-44 0,0 0-17 0,0 0 1 0,0 0 10 16,0-6 22-16,4 2 28 0,-4-3 62 0,0 2 74 0,3-3 81 0,-1 1 83 16,2 1 81-16,-2-2 83 0</inkml:trace>
  <inkml:trace contextRef="#ctx0" brushRef="#br0" timeOffset="48532.25">7667 7050 117 0,'0'3'392'0,"-3"-3"150"0,3 0 74 0,-2 0 36 0,2 0 19 0,0 0 12 0,0 0 13 0,0 0 19 0,0 0 10 0,0 0 9 0,0 0 7 0,0 0 6 0,0 0-91 0,0 0-139 16,0 0-143-16,0 0-148 0,0 0-67 0,0 0-31 0,0 0-11 15,0 0-6-15,0 0-9 0,2 0-12 0,1 0-9 0,3 0-3 0,-3 0-5 16,3 0-4-16,-3 0-3 0,3 0-5 0,-1 0-2 0,1 1-2 0,-1-1-2 16,2 0-4-16,-1 2-3 0,-1-2-3 0,1 1-4 0,-3 1-2 0,3-1-3 15,-3-1-6-15,3 2-3 0,-1-2-5 0,-1 1-1 0,1-1-1 16,0 2-2-16,-1-1 0 0,0 1-3 0,1-1-2 0,-3 1-2 0,2-2-4 16,1 1-1-16,-1 1-1 0,1 1-1 0,-1-2 1 0,-3-1-4 0,3 1-2 15,0 1-10-15,-2-2-13 0,1 0-19 0,-1 2-25 0,-2-2-37 0,0 0-45 16,4 1-67-16,-4-1-80 0,3 0-65 0,-3 0-59 0,2 0-57 0,2 2-50 15,-4-2-53-15,1 0-53 0,-1 0-58 0,0 0-66 0,4-5-15 0,-4 2 7 16,4-1 31-16,-3-2 42 0,-1 0 67 0,0 0 78 0,0-2 66 0,0-1 59 16,0 3 54-16,0-1 53 0,0 1 55 0,0 0 55 0</inkml:trace>
  <inkml:trace contextRef="#ctx0" brushRef="#br0" timeOffset="48950">7863 6886 205 0,'0'-1'304'0,"3"-2"40"0,-1 0 28 16,2 1 25-16,-3 2 23 0,3 0 31 0,1 0 33 0,-1 0 40 0,-2 0 39 15,1 0 44-15,3 0 45 0,-2 0-33 0,1 0-63 0,0 0-61 0,-1 0-60 16,1 2-30-16,-1-1-16 0,1 1-16 0,1-1-17 0,-2 1-27 16,-3-1-28-16,3 1-36 0,1 0-39 0,-1 2-36 0,1-3-40 0,1 2-26 15,-3-1-23-15,1 1-17 0,2 0-15 0,-6 0-12 0,5-2-11 0,-1 2-7 16,-3 0-6-16,-1 0-5 0,4 2-2 0,-4-2-5 0,0 1-3 0,0 1-3 16,0 1-5-16,-4-2-2 0,4 2-1 0,-1 2-1 0,-3-1-1 0,4 1-1 15,-5-1 2-15,1 1-1 0,2-1-4 0,-2 0 1 0,1 1 1 16,1-2 1-16,-2 0 1 0,3-1-2 0,-3-2-2 0,0 1 1 0,4-1-1 15,-1 0-1-15,1-1 2 0,0-2-2 0,0 0-2 0,-4 3 2 0,4-3-1 16,0 0-2-16,0 1-2 0,4 1 1 0,-4 1 1 0,1-2-2 0,-1 1 2 16,4-1 0-16,0 1 0 0,-3 1 0 0,5-2-1 0,-3 2 1 0,3 2 0 15,-2-2 1-15,1 1 4 0,0-1-1 0,-1 3-1 0,1-3 0 0,1 2 2 16,1-3-2-16,-2 3 1 0,1 0-1 0,-2-1 0 0,1 0 2 0,-3 1 2 16,5 0 1-16,-5-2-1 0,1 1 2 0,-3 1 5 0,4-1 4 0,-4-1 3 15,2 2 3-15,-2-1 1 0,0 1 2 0,-2-1 5 0,-2 1 1 0,4-1 0 16,-3 2 0-16,-3 2 0 0,3-3 0 0,-3 3 0 0,5 0-2 0,-9-2-2 15,7 1-4-15,-3 1-4 0,-3-2-4 0,6 1-2 0,-3-1-9 0,1 0-9 16,0-1-9-16,-1-1-12 0,2-1-15 0,-1 0-18 0,1 0-38 0,-1 0-44 16,1-3-76-16,3 2-93 0,-3-2-80 0,0 0-77 0,4 0-82 0,-1-2-85 15,1 2-71-15,0-4-66 0,-4-2-26 0,4 0-6 0,4-2 9 16,-4 1 17-16,1-2 31 0,3 0 44 0,1-2 75 0,-1 1 94 0,1-1 81 16,1 1 76-16,-3-2 84 0,3 1 86 0</inkml:trace>
  <inkml:trace contextRef="#ctx0" brushRef="#br0" timeOffset="49488.94">8212 6826 82 0,'-2'5'343'0,"-2"-1"125"0,4 1 77 0,-5 1 60 0,5 0 46 0,-4 0 39 0,4 3 29 0,-5-2 25 0,5 4 19 0,-6-1 16 15,6 4 10-15,-3-2 13 0,1 1-83 0,-2 0-125 0,1 3-119 0,1-1-114 16,-2 0-78-16,4 1-55 0,-5 2-44 0,5 0-34 0,-6-1-30 0,6 2-26 15,-3-1-19-15,1 2-15 0,-2-2-13 0,1-1-11 0,1 0-9 0,-2 1-5 16,4-1-7-16,-2-2-6 0,-1 0-4 0,3-2-2 0,0-1 0 0,0 0-3 16,0-2-2-16,-4-2-1 0,4 1 0 0,0-3 0 0,0 0-3 0,0-1-4 15,0-1-5-15,0-1-6 0,0 0-8 0,0-3-4 0,0 0-10 0,0 0-8 16,0 0-11-16,0 0-7 0,0 0-10 0,4-3-11 0,-4 1-13 0,5 0-13 16,-5-4-11-16,6 0-14 0,-3-3-10 0,3 0-7 0,-1-2-3 15,4-1 2-15,0 0 3 0,-3-1 6 0,6-1 7 0,-3-1 8 0,2 2 11 16,-2-2 12-16,2 0 13 0,2 1 12 0,-2 1 18 0,-2 1 17 0,0 0 14 15,2 0 14-15,-2 2 10 0,-4 2 8 0,4 0 7 0,-3 1 8 0,1 2 6 16,-2-1 7-16,1 3 11 0,-3 0 12 0,-1 0 14 0,2 2 17 0,-1-2 15 16,-3 3 14-16,0 0 12 0,0 0 13 0,0 0 8 0,0 0 8 15,0 0 4-15,0 0 4 0,0 0-3 0,0 0-5 0,-3 3-7 0,3 0-6 16,-4-2-13-16,-1 4-13 0,3-2-13 0,-2 1-12 0,-1 2-10 0,-2 0-9 16,1 0-9-16,1 2-9 0,-4-1-4 0,3-1-4 0,3 0-2 0,-5 0-5 15,1 0-2-15,5 0-1 0,-1 0-3 0,-3-1 0 0,3-1-3 0,3 1-3 16,-2-3-3-16,-2 2-1 0,4-1-2 0,-3 0-2 0,1 0 1 0,2-2-2 15,0 2 0-15,0-3 1 0,0 3 2 0,0 0 0 0,0 2-1 0,2-2-2 16,-2 1 0-16,3-1 1 0,-3 2 2 0,0-1 0 0,4 1 2 0,-2-1-1 16,-2 2-1-16,3-1 0 0,-3 1-3 0,2-2-1 0,2 1-2 0,-4 1-2 15,3-2-1-15,-1 1 0 0,-2 1-4 0,4-2-2 0,-1 0-11 0,-1 1-11 16,-2 0-17-16,4-1-20 0,-2 0-32 0,1 1-43 0,1-2-50 0,-2-1-56 16,1 1-51-16,3-3-52 0,-1 0-51 0,-1 0-52 0,5 0-61 0,-4 0-68 15,1-2-80-15,-1-1-86 0,4 0-28 0,-5-2-5 0,1 3 27 0,4-4 38 16,-3 0 47-16,-1 0 56 0,2 0 50 0,-1 0 54 0,-1 0 53 0,4 0 51 15,-3-2 65-15,-1 4 68 0</inkml:trace>
  <inkml:trace contextRef="#ctx0" brushRef="#br0" timeOffset="49760.1">8490 7167 353 0,'-3'3'467'0,"3"-2"51"0,0 2 36 0,0-3 30 15,0 0 35-15,0 2 39 0,0-1 35 0,5-1 32 0,-5 2 25 0,4-1 20 16,1-1 1-16,-1 2-2 0,-3-1-130 0,7 1-192 0,-1-2-90 0,-3 1-47 15,5 1-32-15,0-2-25 0,-4 0-32 0,4 1-31 0,0-1-33 0,-2 0-31 16,2 1-21-16,0-1-19 0,1 0-17 0,0 0-15 0,-1 0-9 0,0 0-8 16,0 0-7-16,1-1-6 0,-1 1-3 0,-2 0-4 0,-4 0-4 0,3 0-5 15,-1-1-5-15,3 1-3 0,-7 0-2 0,3 0 2 0,0 0-1 0,-4 0-4 16,0 0-5-16,0 0-7 0,1 0-10 0,-1 0-10 0,0 0-17 0,0 0-21 16,0 0-45-16,0 0-56 0,0-2-70 0,-1 1-77 0,-3-1-61 0,0 1-55 15,4 1-47-15,-5-2-41 0,5 1-38 0,-6-1-38 0,6 2-34 0,-3-3-34 16,-3 0-30-16,3 0-34 0,-3-1 22 0,5-1 44 0,-3 0 65 0,0 0 76 15,3-1 62-15,-3 0 52 0,4-2 48 0,0 2 45 0,0 0 43 0,0-1 42 16,0-1 47-16</inkml:trace>
  <inkml:trace contextRef="#ctx0" brushRef="#br0" timeOffset="49938.18">8653 7047 151 0,'5'-7'307'0,"-5"5"56"15,6-4 33-15,-6 4 25 0,7-1 22 0,-5 2 31 0,1-1 36 0,-3 2 54 16,0 0 65-16,0 0 57 0,0 2 49 0,0 1-18 0,2 0-54 0,-2 3-76 16,0-2-84-16,0 4-45 0,-2 1-23 0,2 0-14 0,0 1-14 15,-3 2-25-15,1 0-29 0,-2 1-52 0,1 1-61 0,3 0-54 0,-6-1-52 0,5 2-28 16,-3-1-17-16,0 1-16 0,-1 0-11 0,1-2-16 0,2 1-13 0,-1-2-18 15,1-1-18-15,-2 0-21 0,4 0-19 0,-3-2-29 0,3-2-35 16,-2 1-65-16,2-4-83 0,0 1-79 0,0-1-77 0,0-1-71 0,2 0-65 16,-2-3-72-16,0 0-79 0,0 0-57 0,3-1-45 0,1-4-13 0,-2-1 3 15,1 0 20-15,3-3 30 0,-1 0 64 0,-1-2 79 0,1 0 81 0,1-3 76 16,-3 1 70-16,3 1 65 0,-3 0 78 0</inkml:trace>
  <inkml:trace contextRef="#ctx0" brushRef="#br0" timeOffset="50342.84">8816 6918 55 0,'0'0'348'0,"0"3"160"0,0 3 95 0,-2-2 64 16,2 4 41-16,-4-1 31 0,4 2 23 0,-3 0 19 0,3 2 20 0,-2 1 11 15,2 0 11-15,-4 1 9 0,4 1-76 0,0-1-117 0,-2 4-139 0,-1-2-148 16,3 1-87-16,-4 1-61 0,2-1-36 0,-1 1-28 0,-1-1-23 0,2 1-20 16,-1-1-16-16,3-1-15 0,-2 0-10 0,-2-2-10 0,1 1-7 0,3 0-3 15,-2-4-9-15,2 1-10 0,0-1-7 0,-4-2-4 0,4-1-7 16,0-1-8-16,0-1-8 0,0-1-7 0,0-1-6 0,0 0-7 15,0-3-8-15,0 0-9 0,0 0-8 0,0 0-5 0,0 0-10 0,0 0-10 0,4-2-6 16,-4 1-6-16,5 0-4 0,-5-2-8 0,6-2-5 0,-6 1-5 0,5-2-5 16,-1 0 0-16,1-3 5 0,-1 1 1 0,1-1 8 0,-1 2 8 0,1-2 7 15,1 1 6-15,-3 1 8 0,3 1 8 0,-1 0 8 0,-1 1 12 16,1 1 11-16,-5 1 14 0,6 0 9 0,-6 1 11 0,3 1 11 0,1-1 13 16,-4 2 13-16,2 0 10 0,-2 0 10 0,0 0 12 0,3 0 13 0,-1 2 12 15,2-1 14-15,-4 1 12 0,3 1 9 0,-1 0 5 0,-2 1 6 0,0 1 5 16,4 1-3-16,-4 0-5 0,0 1-8 0,0 2-5 0,-4-1-8 0,4 2-5 15,-5-1-10-15,1 0-10 0,2 2-9 0,-1-1-12 0,-3 0-6 0,1 1-4 16,-4 1-8-16,5-1-5 0,-1-2-4 0,-1 1-1 0,1-1-8 0,-2-1-9 16,5-3-14-16,-4 3-13 0,3-3-18 0,-1-1-19 0,-1-1-26 0,1 0-29 15,2-1-58-15,2-1-73 0,0-1-83 0,0 0-87 0,0-1-73 0,-3-1-68 16,3-1-66-16,0-1-67 0,3-2-59 0,-3-2-57 0,0 1-17 0,2-4 4 16,2 2 16-16,1-1 21 0,-1-2 59 0,1 0 72 0,-1 1 82 0,1-2 87 15,1 2 74-15,-1 1 64 0,2-1 72 0</inkml:trace>
  <inkml:trace contextRef="#ctx0" brushRef="#br0" timeOffset="50537.51">9047 7141 133 0,'2'-3'309'0,"4"2"63"0,-3-1 39 0,3 2 44 0,-3 0 47 0,3 0 58 16,-1 0 64-16,-1 0 50 0,1 0 45 0,-1 2 23 0,1-2 16 0,1 1-35 16,-3-1-56-16,3 0-91 0,-3 0-108 0,3 0-64 0,-3 0-40 15,-1 0-43-15,2 0-46 0,-3 0-58 0,3 0-62 0,0 0-49 0,-2 0-46 16,1 0-24-16,-1 0-17 0,2 0-14 0,1 0-16 0,-5 0-22 0,0 0-24 15,4 0-52-15,-4 0-62 0,5 0-68 0,-5 0-71 0,0 0-63 0,4 0-64 16,-4 0-69-16,0 0-68 0,0 0-72 0,0 0-72 0,0 0-28 0,-6 3-11 16,3-1 14-16,-1 1 25 0,-1 1 50 0,-1-1 63 0,3 0 68 0,-3 0 68 15,1 0 67-15,-1 2 62 0,-1-2 68 0,2 1 70 0</inkml:trace>
  <inkml:trace contextRef="#ctx0" brushRef="#br0" timeOffset="50716.64">9087 7224 88 0,'0'3'322'0,"0"-2"82"16,0 2 47-16,4-1 28 0,-4-1 25 0,1 1 23 0,3-2 32 0,2 1 34 15,-3-1 32-15,3 2 31 0,-3-2 20 0,-1 1 14 0,2 1-83 16,1-2-128-16,0 0-96 0,-1 0-81 0,0 1-45 0,1-1-26 0,-3 0-28 0,2 0-26 16,1 0-50-16,-1 2-60 0,1-2-89 0,0 0-104 0,3 0-82 15,-3 0-70-15,1 0-59 0,-1 0-50 0,0-2-40 0,3 2-33 0,-3-1-53 16,0 1-58-16,1-3-49 0,1 0-48 0,-1 0 0 0,-1-1 16 0,0 0 53 16,3 0 70-16,-1-1 60 0,2-1 58 0,-4 2 50 0,4-2 45 0,0-2 38 15,0 2 32-15,2 0 51 0</inkml:trace>
  <inkml:trace contextRef="#ctx0" brushRef="#br0" timeOffset="51030.63">9572 7045 187 0,'0'5'341'0,"-4"-1"67"0,4 2 43 16,0 0 39-16,-2 2 39 0,-1-1 42 0,3 1 40 0,-4-1 35 0,2 2 28 16,-1 0 21-16,3 2 13 0,-6-1-43 0,6 1-71 0,-3 1-91 0,3-2-106 15,-2 1-57-15,2-1-35 0,0 1-34 0,2-1-31 0,-2 1-40 0,3-3-41 16,3 2-30-16,-3-3-30 0,-1-1-20 0,5 2-13 0,-1-4-7 0,-1 1-3 15,4-1-6-15,-3-1-7 0,3 0-5 0,0-1-5 0,-4-2-5 0,4 0-2 16,2 0-2-16,-2-3 1 0,0 0 1 0,0 0 1 0,2-2 1 16,-2 1 5-16,0-2 2 0,0-2 2 0,0 1 0 0,0 1 4 0,-1-2 4 15,-1 1 1-15,-2-1 4 0,1 1 2 0,-3 1 4 0,-1-2 2 0,2 2 4 16,-3 0 1-16,3 0 0 0,-4 0-3 0,0 0-2 0,0 2-2 0,0-1-4 0,0-1-2 16,-4 0-4-16,3 2-5 0,-3-2-7 0,4 1-5 0,-5 1-14 0,1-1-15 15,-1 1-17-15,-1-2-19 0,3 3-25 0,-5-2-29 0,1 2-54 16,-4-1-65-16,2 1-82 0,0 1-91 0,-2 1-72 0,-1-1-65 15,-3 2-67-15,1 2-63 0,-1-1-71 0,-3 1-69 0,2 1-24 0,-2 0-2 16,-2 1 16-16,-2 1 21 0,2-1 52 0,0 1 63 0,-3 1 82 0,-1 0 88 16,1 0 71-16,-1 0 67 0,1 1 66 0,-1 1 69 0</inkml:trace>
  <inkml:trace contextRef="#ctx0" brushRef="#br0" timeOffset="53714.6">7868 8263 147 0,'0'-3'260'0,"0"3"42"0,0 0 24 0,0 0 19 0,0 0 13 0,4-2 14 0,-4 2 11 0,0 0 24 0,0 0 31 15,0 0 48-15,1 2 53 0,-1 0 6 0,0 2-10 0,4-1-36 0,-4 2-39 16,0 1-20-16,0 1-5 0,4 2-6 0,-4 0-1 0,0 1-6 0,1 3-6 16,-1-1-17-16,0 1-24 0,0 1-37 0,-1-1-47 0,1 2-50 0,0-2-55 15,-4 3-32-15,4-3-27 0,-4 1-17 0,4-1-13 0,-1 1-8 0,-3-1-10 16,4-1-4-16,-5 2-6 0,5-4-3 0,-4 2-3 0,2-1-6 0,-1-3-6 16,3 2-4-16,-4-2-5 0,2 0-3 0,2-2-6 0,-4 0-5 0,4-1-2 15,0-1-7-15,-1 1-4 0,-3-2-4 0,4-1-5 0,0-2-6 0,0 2-8 16,0-2-4-16,0 0-6 0,0 0-4 0,0 0-7 0,0 0-4 0,0 0-4 15,0 0-4-15,0 0-2 0,0 0-5 0,0 0-3 0,0 0-3 0,0 0 0 16,0 0 3-16,0 0 3 0,0 0 4 0,0 0 7 0,4-2 4 0,-3 2 4 16,-1-2 5-16,4 2 5 0,-2-3 4 0,2 0 1 0,1 1 2 0,-1 1 6 15,-1-2 3-15,-1 0 2 0,3 1-1 0,-1 1 2 0,1-1 0 16,-1 1-1-16,1-1-1 0,-1 2 2 0,-2 0-1 0,2 0-2 16,1 0 1-16,-1 0 4 0,-3 2-1 0,3-1-1 0,-4 1 2 0,4-1 1 15,-3 1 0-15,-1-1 1 0,4 2 4 0,-4-1 2 0,0-2 4 0,0 3 2 0,0-3 5 16,2 1 2-16,-2 2 1 0,-2 0 0 0,2 0 0 0,0 2 3 15,-4-2 0-15,4 1 0 0,-5 2-2 0,5-1-1 0,-4 1-1 0,-1-1-2 16,3 2-2-16,-1-1-2 0,-1 0-4 0,-2 0-1 0,3-2-6 0,1 2-4 16,-2-2-5-16,3 0-8 0,-3 0-5 0,0-1-8 0,3 0-9 0,-3-1-12 15,-1 0-15-15,5 0-18 0,-4 1-33 0,4-3-41 0,-2 3-56 0,2-3-66 16,-3 0-59-16,3 0-58 0,0 0-43 0,0 0-41 0,0 0-36 0,0 0-35 16,0 0-30-16,0 0-30 0,0 0-44 0,3-3-51 0,-3 3-5 0,2-7 17 15,-2 1 47-15,4 0 62 0,-4-2 62 0,5 1 59 0,-5-2 49 0,5 1 44 16,-1-1 41-16,1 0 41 0,-1 0 41 0,1 2 40 0</inkml:trace>
  <inkml:trace contextRef="#ctx0" brushRef="#br0" timeOffset="53978.64">8096 8483 237 0,'5'0'314'0,"-1"0"44"0,1 0 29 0,-1 0 27 0,1 0 27 0,1 0 37 0,-1 2 43 0,-1-2 63 0,1 0 70 0,4 0 42 0,-3 0 28 0,3 0-55 16,0 0-87-16,-4 0-77 0,4 0-70 0,-3 0-40 0,3-2-27 15,0 2-24-15,-4 0-23 0,1 0-34 0,1-1-37 0,-2 0-55 0,1-1-66 0,-1 2-38 16,-1-1-25-16,1 1-9 0,4 0-9 0,-3-2-6 0,-1 2-3 0,2-1 0 16,-1 1-2-16,-1 0-4 0,1 0-4 0,-3-2-11 0,3 2-12 15,-1-1-23-15,-5 1-28 0,4-2-46 0,-2 2-52 0,-2 0-60 0,3-1-62 16,-3 1-57-16,4-2-54 0,-4 2-57 0,0 0-54 0,0 0-52 0,0 0-49 16,0 0-63-16,0 0-67 0,-7 0-14 0,7 0 6 0,-6-2 33 0,6 2 48 15,-5 0 58-15,-1 0 62 0,1 2 59 0,-2-2 54 0,1 2 55 0,1-1 52 16,1 1 52-16,-1-1 55 0</inkml:trace>
  <inkml:trace contextRef="#ctx0" brushRef="#br0" timeOffset="54173.05">8228 8518 262 0,'2'3'351'0,"-2"0"32"15,0 0 25-15,0-1 15 0,3-1 25 0,-1 1 25 0,-2 1 36 0,4-2 38 16,-4 1 43-16,5 0 44 0,-5-2 17 0,4 2 5 0,1 0-85 0,-5 1-124 16,6-2-61-16,-3-1-26 0,-3 2-23 0,6-1-15 0,-6 1-23 15,5-2-22-15,-5 3-36 0,4-3-39 0,-4 1-40 0,5 0-47 0,-5 1-36 0,6-2-34 16,-6 2-37-16,3-1-38 0,1-1-38 0,-2 0-38 0,1 0-50 0,-1 0-59 15,2 0-55-15,-4 0-51 0,3 0-47 0,-1 0-44 0,2 0-49 16,-2 0-49-16,-2 0-70 0,0 0-80 0,3-3-23 0,1 0 0 16,-2-1 21-16,1 1 29 0,-3-2 47 0,6 0 56 0,-6 1 52 0,5-2 50 15,-1 0 45-15,-1 0 47 0,3 0 47 0,-1 0 50 0</inkml:trace>
  <inkml:trace contextRef="#ctx0" brushRef="#br0" timeOffset="54577.54">8548 8331 120 0,'9'-5'280'15,"-3"1"49"-15,-1-1 28 0,-1 3 24 0,1 0 22 0,0 2 33 0,-1-3 40 16,1 3 46-16,1-2 48 0,-2 2 38 0,1-1 30 0,0 1-24 0,3 0-49 16,-3 0-68-16,0 0-79 0,1-2-37 0,-3 2-22 0,3 0-18 0,-1-1-14 15,-1 1-28-15,1 1-33 0,-1-1-37 0,-2 2-40 0,1-2-32 0,3 3-24 16,-3 0-19-16,-3-1-14 0,6 0-11 0,-6 3-13 0,5-2-7 0,-5 1-6 16,0-1-5-16,4 2-5 0,-4-1-7 0,0 1-4 0,-4-1-6 0,4 2-10 15,0 0-4-15,-5 2-2 0,5-1-5 0,-6-1-2 0,3 1 1 0,1 0-1 16,-5 0-2-16,5-1-4 0,-2 0-1 0,3 0 2 0,-3 0-2 15,0-1 0-15,-1-1 0 0,5 1-2 0,-4-1-1 0,2 1-3 0,2-1 2 16,-3-1 4-16,3 2-2 0,0-3-2 0,0 2-2 0,0-1 0 0,0 0 0 16,0 0-2-16,0 0 2 0,3-1-1 0,-3 2-1 0,2-1 1 0,2 0-1 0,0-2-1 15,-3 2-1-15,3 0-2 0,1 0 0 0,-1 0 3 0,-2-1 1 16,1 1 4-16,3-2-1 0,-3 2 1 0,3-1-1 0,-2 1 1 0,-3-2-1 16,3 2 2-16,1-1 3 0,-1-1 3 0,-2 2 2 0,1-1 1 15,1 1 1-15,-2 0 2 0,1-1 4 0,-3 0 2 0,2 0 2 0,-2 1 1 16,0-3 1-16,0 3 2 0,0 0 0 0,0 0-1 0,-2 1-1 0,2-1-2 15,-3 2-1-15,-3 1 1 0,3-2-4 0,-3 2-4 0,1 0-4 0,1 0-5 16,-5 2-12-16,4-2-14 0,-4-1-20 0,2 3-25 0,-2-2-41 0,-1 0-50 16,1 0-58-16,-1-1-66 0,1 0-59 0,-4 0-55 0,4 1-58 0,-2-1-58 15,2-1-72-15,0 2-79 0,-2-3-49 0,2-1-43 0,-2 1-3 0,2-2 13 16,0-1 33-16,4 0 46 0,-4 0 60 0,3-1 64 0,-3-4 59 0,6 2 55 16,-3-1 58-16,2-1 59 0,4-1 75 0</inkml:trace>
  <inkml:trace contextRef="#ctx0" brushRef="#br0" timeOffset="55261.06">9329 8068 314 0,'0'3'512'0,"-3"-2"87"0,1 1 40 0,2-2 21 0,2 5 11 0,1-4 10 0,1 2 9 0,-2-1 14 0,1-1 13 0,-3 1 11 0,6-1 12 0,-1-1-55 16,4 1-85-16,-3-1-155 0,6 0-186 0,-1 0-83 0,-2-1-35 0,6 1-15 15,-3-1-11-15,3-2-8 0,-4 0-11 0,3 1-10 0,1-2-12 16,-1-1-13-16,1 2-11 0,-3-1-11 0,3-1-9 0,-1 1-8 0,1-1-2 16,-4 1-5-16,1-1-5 0,-1 1-2 0,-2 0-2 0,0 0-2 0,0 1-2 15,-3 0-2-15,-1 2 0 0,2-2-6 0,-1 1-11 0,-4 0-17 0,1 2-23 16,-3 0-56-16,0 0-69 0,0 0-73 0,0 0-73 0,0 0-64 0,-5 0-57 15,1 0-54-15,2 2-54 0,-5 1-69 0,0 0-78 0,0 0-35 0,-4 2-17 16,2-3 9-16,-2 3 20 0,-2 1 52 0,2 0 68 0,-1 0 71 0,-3 0 75 16,1 2 62-16,3-2 58 0,-2 1 54 0,-1 0 55 0</inkml:trace>
  <inkml:trace contextRef="#ctx0" brushRef="#br0" timeOffset="55474.14">9396 8181 28 0,'6'1'261'0,"-3"0"63"0,3 1 37 0,-3-2 24 16,3 2 24-16,3-1 19 0,0 2 23 0,-4-1 22 0,6-2 29 15,-2 1 28-15,0-1 30 0,0 0 28 0,2 0-49 0,-2-1-89 0,0 1-62 16,0-2-48-16,2 2-28 0,-2-3-17 0,0 3-18 0,-3-1-17 0,3 1-22 16,-4-2-23-16,4 0-26 0,-3 2-29 0,-3 0-32 0,6-2-30 15,-7 2-29-15,5 0-28 0,-5-2-42 0,2 1-50 0,1 1-46 0,-5-2-50 0,6 2-52 16,-6-1-51-16,0 1-49 0,0 0-49 0,0 0-55 0,0 0-60 0,0 0-77 16,0 0-79-16,-2-3-31 0,-2 1-9 0,-1-1 17 0,1 3 28 15,-1-3 39-15,-1 2 42 0,-3-2 45 0,4 1 51 0,-4-1 47 0,5 2 50 16,-5-2 56-16,4-1 60 0</inkml:trace>
  <inkml:trace contextRef="#ctx0" brushRef="#br0" timeOffset="55732.9">9604 7921 276 0,'2'0'421'0,"2"3"60"0,1-1 51 0,1 1 46 15,-3-2 42-15,3 2 36 0,-3 0 26 0,3 0 19 0,-3 2 18 0,3-2 19 16,-1 1 5-16,1 1 0 0,-1-1-113 0,4 1-168 0,-5-1-88 0,1 1-56 15,1-1-49-15,1 1-43 0,-5-1-40 0,3 1-38 0,2-1-23 0,-5 1-19 16,2 1-17-16,1 0-20 0,-1 0-14 0,-2 0-15 0,1 1-10 0,1 1-10 16,-2-1-5-16,-2 1-5 0,0 1-2 0,0-2-1 0,0 4-1 0,0-3 0 15,-6 2 0-15,6 0-1 0,-3-1-1 0,-3 2 2 16,1-1-1-16,-1 1-4 0,-1-1-8 0,2-1-14 0,-4 2-17 0,-2-1-17 0,2-1-34 16,0 0-41-16,-2 2-54 0,2-2-65 0,-2 0-59 0,-2 0-62 15,4-2-55-15,0 2-53 0,-2-1-56 0,2-1-57 0,-2 1-64 0,2-2-68 0,0-2-21 16,0 1 3-16,0-2 25 0,4 0 38 0,-1-3 52 0,1 0 63 15,-2 0 63-15,1-2 58 0,4 1 56 0,2 1 54 0,-3-5 56 0,-1 2 60 16</inkml:trace>
  <inkml:trace contextRef="#ctx0" brushRef="#br0" timeOffset="57031.21">10530 7508 262 0,'4'-5'429'0,"-4"0"60"0,0 2 44 0,4-2 42 0,-4 4 36 0,0-2 31 0,0 3 29 0,-4-3 21 0,4 0 20 0,0 2 19 16,-4-1 11-16,3 1 2 0,1-1-123 0,-4 0-178 0,4 1-97 0,-2 0-55 15,-1-1-45-15,-1 2-36 0,2-1-35 0,-1 1-36 0,-3 0-25 0,2 1-20 16,-1 1-22-16,1-1-18 0,-1 2-15 0,0 0-12 0,-1 2-9 0,-3 1-6 16,4 1-6-16,-4 1-3 0,3 2-1 0,-3-1-4 0,4 3 2 0,-2 0 0 15,-1 0 0-15,1 2 0 0,-2-1 0 0,4 1 2 0,-4-1-1 0,3 1-1 16,-3-2 2-16,4 1-1 0,-1-1 1 0,3-1-2 0,-3-1 0 0,6-1-2 15,-5 0 1-15,5-1-1 0,0 1 1 0,-4-2-2 0,4 0-2 0,4 1 1 16,-4-2-2-16,2 2 0 0,1-2 0 0,1 1 1 0,-2 1 1 16,3-1 1-16,2 0 1 0,-1 1 1 0,-1 0-1 0,1-1 4 0,3-1-1 0,-4 2 1 15,2-1-2-15,-1 1 0 0,3-1 1 0,-4 1 2 0,1-1 0 0,3-1 0 16,-4 2 0-16,-1-1-1 0,1 1 1 0,1-2 0 0,-3 1-2 16,-3 1 1-16,4-1-1 0,-2-1 4 0,-2 2-2 0,0 1 0 0,0-2 0 15,-2 2 3-15,-2 0 0 0,4 0-2 0,-3 2 2 0,-3-1 2 0,2 1 2 16,3-1 1-16,-5 1-1 0,-1-1 2 0,2 0 0 0,-1 3 0 15,3-3 2-15,-3-1 1 0,1 0-2 0,-1 2-2 0,-1-4 0 0,2 2 0 16,-1-2-1-16,3 1-2 0,-3-2-2 0,1 0 0 0,1 0-2 0,-1 0-1 0,-1 0 0 16,3-1-1-16,-3-1-1 0,1 1-2 0,1-2-1 0,2-1 1 15,-1 2-2-15,-1-3-2 0,2 2-1 0,-1-1 0 0,3-2 0 0,-2 1-1 16,2-1 2-16,0 0 4 0,-4 2-2 0,4-2-5 0,0 0-3 0,0 0 2 16,0 0 1-16,0 0 1 0,0 0-1 0,0 0-2 0,0 0 2 0,0 0 1 15,0 0 1-15,0 0 1 0,0 0-2 0,0 0-4 0,0 0 1 0,0 0 4 16,0 0 1-16,0 0 2 0,0 0-1 0,0 0 1 0,0 0 1 0,0 0 1 15,0 0-1-15,0 0-2 0,0 0-1 0,0 0 1 0,0 0 1 0,0 0 1 16,0 0 4-16,0 0 2 0,0 0 2 0,0 3 3 0,4-1 5 0,-2 2 2 16,1 0 5-16,-1 1 5 0,2 1 2 0,-4 0 3 0,5 1 2 0,-5 2 3 15,4 0 2-15,-4 3-1 0,2 0-1 0,-2 2-3 0,0-1 0 0,3 0-3 16,-3 3-1-16,0 0-2 0,0 1-3 0,0-1-3 0,0 2-2 0,0-1-2 16,0 2-4-16,-3-1 1 0,3 0-4 0,-2 0-2 0,2 0-1 0,0-1 1 15,0 0-2-15,0-1-5 0,0-1-7 0,-4-2-10 0,4 1-14 0,0-2-12 16,0-2-26-16,0-2-26 0,0-1-55 0,0 1-66 0,0-2-67 15,0-2-70-15,4-1-61 0,-4-1-56 0,0 1-59 0,5-2-60 0,-5-1-75 16,0 0-78-16,0 0-29 0,4-3-1 0,-2-1 13 0,1 0 24 0,3-1 54 16,-3 0 63-16,-1-1 70 0,2-1 68 0,-1-1 62 0,-1 2 54 15,2-1 64-15,-2-1 62 0</inkml:trace>
  <inkml:trace contextRef="#ctx0" brushRef="#br0" timeOffset="61338.57">11462 7053 99 0,'-4'-9'352'0,"2"0"117"0,-1 1 64 0,-1 2 48 0,4 0 30 0,-2 5 24 16,-1-1 19-16,3-1 18 0,0 2 16 0,-2-1 18 0,2 2 19 0,0 0 18 15,0 0-79-15,0 0-121 0,0 0-109 0,0 0-103 0,0 0-58 0,0 5-38 16,2-1-23-16,-2 1-15 0,0 1-12 0,0 1-12 0,0 2-14 0,0 3-13 16,0 0-14-16,0 3-13 0,0 0-13 0,-2 3-14 0,-2 2-10 0,4-1-10 15,-3 0-7-15,1 1-8 0,-2 1-8 0,1-1-5 0,1-1-7 0,-2 1-5 16,-1-2-5-16,1-2-3 0,4 0-5 0,-5 1-4 0,3-2-4 0,-2-1-4 16,1-1-1-16,1-1-1 0,-2-1-1 0,3-2 2 0,-3-2-3 0,4 1-4 15,-4-3-4-15,4 2-4 0,0-4-6 0,-1 0-6 0,1 0-6 0,0-3-4 16,0 0-5-16,0 0-2 0,0 0-1 0,0 0-3 0,0 0-1 15,0 0-2-15,0-3 1 0,1 1 2 0,3-1 3 0,0-3 3 0,-3 2 8 16,5-4 5-16,1 0 5 0,-2-2 6 0,1 0 2 0,3-1 2 0,0-1 1 16,-4 0 2-16,6 0 1 0,-4 0-1 0,-1 2 2 0,5-1 2 0,-6 2-1 15,4 0 2-15,-5 3 0 0,5-2 0 0,-7 3 0 0,5 0-1 16,-5 2 1-16,1 0-2 0,-1 1 1 0,2 1-1 0,-4 1 4 0,0 0 4 0,0 0 4 16,0 0 5-16,0 0 5 0,0 3 2 0,0-1 5 0,0 1 2 15,0 0 2-15,0 3 7 0,0-2 1 0,0 4 3 0,0-1 3 0,-4 2 3 16,2 0-2-16,2 0-1 0,0 2-4 0,-3-1-5 0,3-1-5 0,0 2-2 15,0-2-7-15,0-2-2 0,0-1-5 0,0 0-3 0,0 0-3 0,3-1-2 16,-3-1-4-16,2 0-9 0,2 0-9 0,-1-1-12 0,-1 0-12 0,2 0-10 16,-1-2-20-16,3 1-21 0,-4-1-47 0,1 0-56 0,3-2-82 0,-1 0-93 15,2-1-76-15,-1-1-68 0,-1 0-66 0,4-1-61 0,-3-1-70 0,-1-1-76 16,-1 0-27-16,1-1-4 0,1-1 9 0,1-1 17 0,-2 2 48 0,-1-2 56 16,-2 1 83-16,3 1 92 0,-1-1 76 0,-1 2 69 0,-1 0 69 0,4 0 67 15</inkml:trace>
  <inkml:trace contextRef="#ctx0" brushRef="#br0" timeOffset="61668.9">11657 7288 15 0,'6'0'261'0,"-6"0"87"0,0 2 45 0,0-2 25 0,3 1 26 0,-1 1 22 0,2-1 30 0,-1 1 32 0,-1 1 39 0,4-2 45 0,-3 1 30 15,1-1 25-15,1 2-50 0,-3-1-85 0,5-1-79 0,-1 1-73 0,-1-1-40 16,1-1-20-16,3 2-25 0,-4-1-20 0,2-1-30 0,-1 2-30 0,3-2-40 16,-4 1-42-16,4 1-33 0,-3-2-25 0,3 0-25 0,-4 0-25 0,1 0-41 15,3 0-44-15,-4 0-57 0,-1 0-63 0,1 0-53 0,0 0-52 0,-5 0-43 16,0 0-40-16,0 0-40 0,4 1-36 0,-4-1-36 0,0 1-30 15,-4 3-19-15,4 0-14 0,-5-1 3 0,0 2 12 0,1-1 31 0,-1 1 37 16,-4 1 41-16,-1-1 43 0,3 0 53 0,0 3 56 0,-4-2 67 0,2 0 64 16,0 0 70-16,4 1 63 0,-4-1 59 0,0 2 54 0,-2-1 50 0,5-1 45 15,-3 0 42-15,6 0 37 0,-6 0 31 0,3-1 24 0,1-1 8 0,1-1-3 16,4 0-7-16,-2 0-7 0,-1 0-7 0,3-3-2 0,0 0-1 0,0 2 1 16,3 1-5-16,-1-2-4 0,2 1-8 0,-1-2-11 0,-1 1-14 0,4 0-14 15,1-1-14-15,-2 0-16 0,1 0-18 0,3 0-18 0,-4 0-27 0,4-1-30 16,0 0-41-16,0-1-47 0,-1 1-56 0,1-2-56 0,0 1-65 0,0-1-67 15,-4 0-58-15,4 0-52 0,0 0-57 0,-3-1-62 0,3 1-74 0,-6 0-84 16,3-2-51-16,-1 2-37 0,-1-1-7 0,-2-1 8 0,1 2 28 0,-1-2 40 16,2 1 52-16,-4 0 56 0,3-1 55 0,-1 0 50 0,2 3 56 15,-4-3 58-15,5 2 75 0</inkml:trace>
  <inkml:trace contextRef="#ctx0" brushRef="#br0" timeOffset="61878.15">12091 7101 105 0,'4'1'311'0,"-4"2"73"0,0 2 47 16,0-1 53-16,0 4 56 0,0-1 56 0,-4 2 60 0,4 2 43 0,-1-1 37 16,-3 2 25-16,0 2 19 0,-1 1-25 0,-1 0-46 0,3 1-93 0,-3 0-113 15,1 2-67-15,0 0-46 0,-3 1-51 0,3-1-55 0,-1 1-57 0,3-1-57 16,-3 2-50-16,3-2-45 0,1 0-42 0,-2 0-37 0,3 0-50 0,-3-2-53 16,0 1-72-16,4-2-78 0,-1-2-71 0,-3 1-64 0,4-1-65 0,0-4-59 15,0 2-67-15,0-4-70 0,0 1-57 0,0-2-52 0,-2-3-12 0,2-3 6 16,0 4 31-16,0-4 41 0,-4 5 62 0,1-1 75 0,3-4 66 0,-2 3 66 15,-2 2 61-15,1-3 59 0,1 3 68 0</inkml:trace>
  <inkml:trace contextRef="#ctx0" brushRef="#br0" timeOffset="62446.91">11339 7899 276 0,'0'6'415'0,"0"1"69"16,0 2 65-16,0 2 61 0,0 1 48 0,-4 1 42 0,3-1 31 0,1 3 27 15,-4 0 20-15,2 1 15 0,-2 2 1 0,1-1-6 0,1 1-116 0,-2 2-161 16,-1-2-97-16,1-2-68 0,-1 2-63 0,3 2-65 0,-5-4-45 0,1 2-38 16,3 0-31-16,1-3-29 0,-3 2-18 0,1-3-12 0,0 2-14 0,3-4-11 15,-3-2-10-15,2 1-7 0,2-3-7 0,-3-1-8 0,3-1-3 0,0-2-2 16,0-1-5-16,0-3-8 0,0 0-2 0,0 2 1 0,0-2-5 0,0 0-2 15,5 0 1-15,-5-2 1 0,5 0 3 0,-1 0 0 0,0-3 6 0,1 2 6 16,0-3 4-16,1-1 4 0,1 1 4 0,0-2 6 0,1 1 0 0,-1-1 0 16,0 1 0-16,-1-1 0 0,3 2 1 0,-4 0 1 0,0 2-1 0,1-1 1 15,1 0-1-15,-2 3 2 0,-3 0 2 0,6 1 1 0,-7 1 1 0,3 0 2 16,1 1 5-16,-1 1 2 0,-2 0 7 0,1 0 4 0,-3 3 4 0,6-1 4 16,-6 2 1-16,0 0 4 0,0 0 1 0,0 3 1 0,0-1 0 15,-6 2 0-15,6-1 0 0,-3 1-3 0,-3 0-3 0,5 0-2 0,-7 1-1 16,3-1-3-16,-1-1-1 0,3 2 1 0,-6-2-5 0,3 1-5 15,1-2-4-15,0 1-2 0,-3-2-5 0,3 0-3 0,-1 1-6 0,3-3-9 0,-3 1-9 16,1-3-14-16,1 1-20 0,-1-2-28 0,5-1-59 0,-5 1-80 16,5-2-78-16,0-2-77 0,-4-1-67 0,4 0-60 0,0 0-62 0,4-3-64 15,-4 0-65-15,5-3-72 0,-1 0-26 0,-3-3-5 0,7 0 13 0,-1 0 21 16,0-1 58-16,-1-1 71 0,3-1 82 0,0 2 81 0,-2-1 68 0,2 0 61 16,0 3 64-16,0-1 64 0</inkml:trace>
  <inkml:trace contextRef="#ctx0" brushRef="#br0" timeOffset="62765.81">11543 8183 148 0,'0'0'323'0,"0"0"39"0,4 0 34 0,-2 0 33 0,1 2 35 0,-1-2 41 16,2 0 48-16,1 2 52 0,-1-1 40 0,-2 1 33 0,5-1 22 0,-2 1 15 15,1-2-88-15,-1 0-135 0,-1 1-63 0,5-1-30 0,-4 0-30 0,1-1-28 16,1 1-39-16,0 0-40 0,0-2-45 0,1 2-51 0,-5-1-40 0,6-1-34 16,-3 1-25-16,-1 1-21 0,4-2-13 0,-3 2-9 0,1-2-16 15,-2 2-22-15,1-2-34 0,-1 2-41 0,-1-2-46 0,1 2-52 0,-5-1-55 0,6 1-57 16,-6 0-45-16,0 0-44 0,0 0-38 0,0 0-42 0,0 0-32 15,0 0-32-15,-2 1-21 0,-2 1-12 0,1 0 2 0,1 0 7 0,-4 1 16 16,-1 2 16-16,2-2 33 0,-1 1 35 0,-3-1 38 0,4 3 37 16,-4-3 41-16,3 3 36 0,-3 0 35 0,6-1 33 0,-5-1 57 0,1 1 67 15,5 1 116-15,-3-2 138 0,1 1 90 0,1-1 71 0,1-1 47 0,-2 2 37 16,1-2 25-16,1 0 23 0,2 0 20 0,0-2 26 0,0-1 27 0,0 3 25 16,0 0 1-16,0 0-11 0,2-1-60 0,1-1-82 0,1 1-42 0,-2-1-28 15,1-1-18-15,3 2-14 0,-3-2-16 0,3 1-15 0,-1-1-19 0,1 0-24 16,-3 0-27-16,3 0-28 0,-1 0-50 0,2 0-63 0,-1-1-83 0,-1 1-95 15,1-2-74-15,-3 1-66 0,6-2-71 0,-7 0-73 0,5-2-88 0,-1 2-94 16,-4-1-43-16,1-1-21 0,3-1-7 0,-3 0-5 0,1 0 22 0,1 0 30 16,-3-1 56-16,2 1 66 0,1-1 61 0,-1 2 58 0,1-1 67 0,1 0 67 15</inkml:trace>
  <inkml:trace contextRef="#ctx0" brushRef="#br0" timeOffset="63122.35">11967 8020 49 0,'0'0'301'16,"1"0"103"-16,-1 0 67 0,4 0 53 0,-4 2 45 0,5 1 40 0,-5 0 28 16,4 0 20-16,-4-1 14 0,2 0 13 0,1 1 6 0,-3-1 10 0,0-1-77 15,4 1-111-15,-2-1-104 0,-2 2-99 0,0-1-67 0,0 0-52 0,0 3-42 16,0-2-41-16,0 2-27 0,-2 1-21 0,-2-2-16 0,1 4-10 16,1-1-7-16,-2 1-7 0,-1-1-5 0,1 2-7 0,-1-1 0 0,0-1-1 15,1 2-1-15,-2-1-2 0,1-1 1 0,1 1 5 0,-1-1 5 0,0-1 2 16,1 2 4-16,2-4 2 0,-1 2 2 0,-1-1 2 0,4 0 2 0,-2 0 4 15,-2 0 4-15,4-1 4 0,0-1 3 0,0 0 2 0,0 2 0 0,4-1 0 16,-2-1-1-16,-2 2 1 0,4-1-2 0,-1-1-1 0,-1 2 0 0,2-1-2 16,-4 0 1-16,5 1-1 0,-1 0-1 0,-3-1-3 0,3-1-1 0,0 2 2 15,-3-1 1-15,-1 1-1 0,6-2 2 0,-6 1 2 0,0 1 2 0,4-1-1 16,-4 1 3-16,0-1-2 0,-4 1-1 0,4 1-3 0,-2 0 0 0,-2 0-1 16,-1 0-2-16,1 1-3 0,-1-1-5 0,0 2-4 0,-1-1-6 0,-1 2-6 15,0-1-13-15,-1-2-16 0,-1 1-32 0,4-1-41 0,-4 0-84 0,4 0-105 16,-5-1-101-16,3-1-98 0,0-1-121 0,-4 2-128 0,2-4-57 15,-2 1-27-15,-1-1-11 0,1-1-3 0,-2 0 7 0,2-1 12 0,-1-1 28 16,-3 1 40-16,4-2 84 0,-3 0 103 0,1-1 101 0,-1 0 100 0</inkml:trace>
  <inkml:trace contextRef="#ctx0" brushRef="#br0" timeOffset="64152.26">4802 9496 30 0,'4'-2'304'0,"-4"2"129"0,0 0 63 0,0 0 29 0,0-1 15 0,0 1 10 0,3 1 16 0,-3-1 18 16,0 0 29-16,0 0 32 0,2 2 28 0,-2-2 22 0,0 2-59 0,0-1-100 16,4 1-117-16,-2-1-125 0,1-1-59 0,-3 2-28 0,4-1-16 0,-2 1-7 15,1 1-16-15,-3-2-20 0,6 2-46 0,-6 0-59 0,5-1-83 0,-1 1-89 16,-1 0-80-16,-1 0-77 0,2 0-76 0,-2-1-71 0,1 2-86 15,3 0-92-15,-3-1-55 0,-3-1-38 0,2 1-17 0,2 1-7 0,-4-4 16 16,0 6 26-16,0-1 51 0,0-1 68 0,-4 1 68 0,2-1 67 0,2 2 69 16,-3 0 68-16,-3-1 87 0</inkml:trace>
  <inkml:trace contextRef="#ctx0" brushRef="#br0" timeOffset="64286.92">4788 9682 7 0,'-2'3'286'0,"-2"0"61"0,4 0 28 0,-3 2 15 0,1-2 9 16,2-1 7-16,0 2 5 0,0 0 6 0,-4-1 1 0,4 0 2 0,0 1-3 15,-2 0-31-15,-1 0-46 0,3-1-124 0,0 2-159 0,0-3-102 0,0 3-73 16,0 0-82-16,0-1-90 0,0-4-53 0,0 5-41 0,0-5-18 0,0 4-12 16,5 1-1-16,-5-5-3 0,4 3 10 0,-2-2 11 0,-2-1 25 0,7 0 27 15,-2 0 43-15,1 0 47 0</inkml:trace>
  <inkml:trace contextRef="#ctx0" brushRef="#br0" timeOffset="64421.54">4940 9756 51 0,'3'2'274'0,"-3"-2"59"16,2 2 32-16,-2 0 14 0,0-2 11 0,4 1 8 0,-4 1 5 0,0-2 5 0,3 3 2 15,-3 0 3-15,2-2 0 0,-2 2 0 0,0 0-89 0,4 0-130 16,-4 0-98-16,0-1-89 0,5 1-74 0,-5 0-74 0,6-1-87 0,-6 2-98 16,3-3-43-16,3 1-24 0,-1-1-11 0,-1-1-6 0,1-1-2 0,4-1 0 15,-3 1 7-15,3-3 12 0,0 2 23 0,0-3 26 0,0-1 49 0,-2 1 57 16</inkml:trace>
  <inkml:trace contextRef="#ctx0" brushRef="#br0" timeOffset="64705.85">5211 9559 94 0,'0'0'540'0,"-2"-1"130"0,2 1 59 0,0 0 25 16,0 0 8-16,0 0 5 0,0 0 0 0,0 0 1 0,0 0-1 0,0 0 0 16,2 0 0-16,3 1-22 0,-1-1-30 0,1-1-204 0,1 1-286 0,3 0-126 15,-4-2-58-15,8 1-26 0,-4-1-7 0,2-1-2 0,2 2-2 0,-3-4 1 16,5 2-1-16,-2-1-4 0,-3 0-6 0,5-1 2 0,-6 0 4 15,2-1 1-15,1 0 1 0,-1 0-1 0,-2 2-1 0,0-1-4 0,0 1-5 16,-3-1-11-16,3 1-13 0,-6-1-25 0,3 3-30 0,-4 0-46 0,1-1-51 16,-3 1-62-16,4-1-65 0,-4 0-53 0,0 3-47 0,0-3-50 0,-4-1-45 15,4 1-58-15,-3 0-66 0,1 0-41 0,-2-2-31 0,-1 2 4 0,1-1 22 16,-1 1 46-16,-1-2 57 0,3 2 60 0,-3 2 62 0,1-3 50 0,1 0 46 16,2 1 48-16,-1 2 48 0,-1-4 62 0</inkml:trace>
  <inkml:trace contextRef="#ctx0" brushRef="#br0" timeOffset="64855.45">5363 9361 241 0,'0'0'323'0,"0"0"42"0,0 2 22 0,-4-1 18 16,4 2 17-16,0 3 26 0,0-1 29 0,0 0 31 0,-2 3 34 0,2 0 25 16,-3-1 21-16,3 4-53 0,-2-2-89 0,-2 1-82 0,4 1-80 15,-3-1-56-15,1 1-45 0,-2-1-58 0,-1 1-63 0,5-1-68 0,-4 1-73 16,-1-1-74-16,1 1-74 0,2-1-72 0,-1-1-69 0,-3 2-62 0,3-3-65 16,1 3-47-16,-3-2-35 0,1-1-3 0,0 1 17 0,-1-2 35 0,1-1 44 15,2 0 43-15,-1 0 44 0,-3-1 41 0,3-2 44 0,1 1 44 0,2-1 47 16,0-3 53-16</inkml:trace>
  <inkml:trace contextRef="#ctx0" brushRef="#br0" timeOffset="65433.88">5245 9643 177 0,'0'0'288'0,"0"0"38"0,0 0 22 16,0 0 14-16,0 0 11 0,0 3 17 0,0 0 18 0,0 2 18 0,0-2 23 15,4 2 26-15,-4 2 27 0,0 0-31 0,0 0-59 0,0 1-62 16,4 1-66-16,-4 0-32 0,0 1-17 0,0 0-15 0,0-2-11 0,0 3-16 16,0-1-20-16,-4 1-31 0,4-2-40 0,0 2-47 0,0-2-52 0,0 0-50 15,0 0-48-15,-4 0-36 0,4-2-32 0,0-1-24 0,0 0-21 16,0-1-19-16,0-1-21 0,0-1-17 0,0-3-17 0,0 0-7 0,0 0-2 15,0 0 3-15,0 0 10 0,4-1 9 0,-4-3 12 0,0 0 9 0,4 0 10 16,-3-2 7-16,-1 0 7 0,4-2 10 0,-4 1 10 0,4-2 20 0,-3 1 20 16,-1 1 31-16,4-2 33 0,-2 1 34 0,1-1 30 0,-3 1 35 0,4-2 33 15,-2 3 30-15,-2-2 27 0,0 1 25 0,3-1 22 0,-3 3 19 0,0-2 20 16,2 3 10-16,2 0 9 0,-4 1 2 0,0-1-8 0,4 2-1 0,-4 0-7 16,1 0-9-16,-1 2-8 0,4-1-7 0,-4 2-5 0,0-3-3 0,0 3-1 15,4 0 1-15,-3-1 4 0,-1 1 2 0,0 0 6 0,4 0 6 0,-4 0 10 16,0 0 3-16,2 0 4 0,1 1 3 0,-3-1 3 0,6 2 7 15,-6-1 7-15,3 2 8 0,-3 0 12 0,2 0 1 0,2 1-3 0,0 1-11 16,-3 1-13-16,-1-1-16 0,4 2-19 0,-4-1-16 0,2 1-11 0,-2 1-18 16,3 0-17-16,-3-1-36 0,4-1-40 0,-4 0-51 0,2 0-58 15,-2 0-51-15,3-1-47 0,-3-1-35 0,0-1-32 0,0 2-25 0,0-2-21 16,0-2-18-16,0-1-18 0,0 0-15 0,0 0-13 0,0 0 1 0,0 0 8 16,0 0 22-16,0 0 24 0,0 2 30 0,0-2 32 0,0 0 23 0,-3 0 26 15,1-2 18-15,-2 1 17 0,-1-1 17 0,1 1 17 0,3-2 17 0,-3-1 19 16,-2 3 20-16,3-2 23 0,3 0 20 0,-6 2 20 0,3-2 17 0,1 0 13 15,-2 1 16-15,3-2 15 0,-3 2 13 0,4-1 14 0,-4 0 7 0,4 2 10 16,-1-1 2-16,-3 1 1 0,4-1-2 0,0 2-3 0,0-1-6 16,0 1-6-16,0 0-4 0,0 0 0 0,0 0-8 0,0 0-3 0,0 0-4 15,0 0-6-15,0 0-1 0,0 0 1 0,0-2 4 0,0 2 4 0,0 0 8 16,0 0 8-16,0 0 10 0,4 2 9 0,-3-1 13 0,-1 1 11 16,4 1 15-16,-4-2 14 0,0 2 11 0,0 0 14 0,0 1 6 0,0 0 4 15,0-1 5-15,0 0 1 0,0 0-1 0,0 0 0 0,0-1-9 0,0 2-9 16,0-1-14-16,-4-2-16 0,4 2-19 0,0-3-17 0,0 3-18 0,0 0-17 15,0 0-16-15,0 0-13 0,-1-1-12 0,1 1-14 0,0 0-14 0,0-3-17 16,1 3-21-16,-1-2-25 0,0 2-23 0,0 0-24 0,4-1-24 0,-4-1-26 16,5 1-28-16,-1-1-28 0,-2-1-31 0,1 0-30 0,3 0-39 0,-3-3-42 15,3 2-61-15,-1-2-68 0,1-2-37 0,1-1-22 0,-2-1 3 16,4-1 11-16,1 1 24 0,-5-1 22 0,6-1 27 0,-6 1 28 0,4 0 32 0,0 0 32 16,-3 1 41-16,3-1 46 0,0 2 68 0</inkml:trace>
  <inkml:trace contextRef="#ctx0" brushRef="#br0" timeOffset="65813.34">5220 9810 60 0,'-9'1'340'0,"4"0"145"0,-5 3 91 0,5-3 67 0,1 2 47 0,-1 0 35 0,0 0 25 0,5-1 22 0,-4-1 17 0,2 1 9 0,2-2 11 0,-3 1 3 15,3-1-80-15,0 0-120 0,0 0-136 0,0 0-143 0,0 0-88 0,0 0-66 16,0 0-40-16,5 1-33 0,-1-1-22 0,-3 0-18 0,8 0-13 16,-5 2-11-16,7-2-5 0,-2 0-4 0,0 2-3 0,5-2 0 0,-3 1 0 15,6 1 2-15,-1-1-1 0,-2-1-1 0,1 2-3 0,3-1-4 0,-4-1-5 16,4 2-3-16,-3-1-3 0,1-1-2 0,0 2-1 0,-1-2-3 15,-1 0-7-15,-3 0-10 0,4 1-1 0,-6-1 3 0,2 0-3 0,1 0-6 16,-6 0-12-16,3 0-16 0,-4 0-32 0,4 0-39 0,-3-1-75 0,-3 1-93 16,1 0-81-16,-2-2-81 0,3 1-76 0,-5-1-77 0,0 2-84 0,4-6-88 15,-4 1-35-15,0 0-14 0,3-3 4 0,-1 0 12 0,-2 3 30 0,0-3 40 16,4 1 75-16,-4-2 91 0,2 1 86 0,1 1 77 0,-3-1 84 0,4 1 88 16</inkml:trace>
  <inkml:trace contextRef="#ctx0" brushRef="#br0" timeOffset="66247.81">5669 9489 241 0,'0'0'520'0,"0"0"109"0,-6 1 59 0,6 1 33 0,-3 0 18 0,3 2 17 0,-2 0 13 16,2 1 10-16,-4-1 6 0,-1 1 6 0,5 1 4 0,-6 0-47 16,3 1-70-16,-3 2-175 0,3 0-222 0,-3 0-108 0,1 2-59 15,-4-2-31-15,3 1-19 0,3 1-16 0,-6 1-15 0,3-3-11 0,1 1-8 0,-1-1-10 16,-1-1-8-16,5 1-7 0,-3-2-4 0,-2 1-4 0,5-2-1 15,-2 1-3-15,-1-1 0 0,1-1-7 0,2-1-6 0,-1-1-6 0,3 2-7 0,-2-2-7 16,-2-2-4-16,4-1 0 0,0 0 3 0,0 0 1 0,0 0 5 0,6 2 0 16,-6-1 0-16,5-1 0 0,-1-1 0 0,-1 1 4 0,3-2 10 15,-4 1 9-15,5-1 8 0,-2-1 7 0,1 0 4 0,-1 2 3 0,2-3 1 16,-1 2 1-16,-1 0-1 0,-1 1 2 0,1-1 3 0,-3-1 2 0,2 3-1 16,1-1 1-16,-5 1-4 0,0 0 4 0,0 0 2 0,4 1 7 0,-4-1 4 15,0 2 6-15,0 1 4 0,0 0 6 0,0-1 1 0,0 3 4 0,0 1 3 16,-4-1 3-16,2 2 4 0,-1-1 2 0,-1 1 2 0,2 1-2 0,-1 1-1 15,1-1-6-15,-2-1-5 0,-1 0-6 0,5 1-3 0,-4 0-3 0,-1-4-3 16,5 2-5-16,-4 0-2 0,2-2-5 0,-1 1-3 0,3 0-5 0,-4-1-1 16,4-2-3-16,-2 1 0 0,2-1 0 0,0-2 2 0,0 2-2 0,0 1-2 15,0 0 1-15,2-1-1 0,2-1 1 0,-4 1-1 0,0 1 1 0,3-2 2 16,-1 0 1-16,-2 3 1 0,4-3 0 0,-4 1 0 0,3-1-2 16,-1 2 1-16,-2-1-4 0,0-1-5 0,0-1-10 0,4 2-8 0,-4-2-20 15,0 1-21-15,0-1-39 0,2 1-45 0,-2-1-59 0,0 0-67 0,3 0-52 16,1 0-52-16,-2-1-55 0,1 0-65 0,-1-2-74 0,2 0-86 0,1-2-39 15,-1-1-23-15,1 0 8 0,1-3 13 0,-3 2 35 0,3-2 45 0,-3 0 56 16,6 0 68-16,-3-2 53 0,-1 1 51 0,1 1 59 0,-3 0 63 16</inkml:trace>
  <inkml:trace contextRef="#ctx0" brushRef="#br0" timeOffset="66450.88">5735 9657 142 0,'0'-2'303'0,"0"2"51"0,0 0 24 0,0 0 19 0,0 0 20 0,4 0 21 0,-4 2 29 0,6-2 30 0,-3 0 34 0,-1 0 38 0,5 0 40 15,-1 0-11-15,-1-2-36 0,0 1-70 0,5-2-81 0,-1 1-42 0,0-1-20 16,0-1-17-16,1 1-14 0,0-2-24 0,-1-1-28 0,1 2-34 0,3-1-37 16,-4-1-52-16,2 1-60 0,-2 0-71 0,0 2-75 0,-3-2-66 15,3 1-63-15,-4-1-52 0,0 2-47 0,-1 0-46 0,1 0-49 0,-5 2-49 16,0 1-47-16,0 0-49 0,0-3-53 0,0 3-35 0,-5 0-31 16,1-2 10-16,-1 2 33 0,0 2 40 0,-1-1 45 0,-1 1 44 0,1 1 42 15,-3 0 45-15,4 1 44 0,0 1 48 0,-1-1 48 0,-1 2 55 0</inkml:trace>
  <inkml:trace contextRef="#ctx0" brushRef="#br0" timeOffset="66695.67">5768 9697 120 0,'0'8'274'0,"-2"-1"41"0,2-2 27 0,0 1 15 0,2-2 14 15,-2 1 13-15,4 0 17 0,-3-1 19 0,3-1 25 0,2 0 27 0,-3-2 32 16,3 1-17-16,-1-1-36 0,0-1-52 0,4 0-60 0,-1 0-16 0,-3 0 0 16,6-1 1-16,-2-1 4 0,0-1-5 0,-4 2-2 0,5-2-10 15,-1-1-14-15,0 2-21 0,-2-3-26 0,2 2-27 0,-2 0-28 0,-1 0-27 16,-1 0-22-16,0 0-26 0,-1 2-21 0,1-2-20 0,1 1-16 0,-6 1-12 15,3-1-10-15,-1 1-11 0,-2 1-11 0,0 0-16 0,0 0-18 0,0 0-33 16,0 0-40-16,0 0-62 0,0 0-73 0,0 0-60 0,0 0-54 16,-2 0-42-16,-1 0-41 0,1 1-41 0,-2-1-41 0,-1 2-42 0,1-1-41 15,4-1-47-15,-5 2-54 0,0-1 3 0,-1-1 25 0,-1 0 54 0,1 0 71 16,6 0 55-16,-5 0 52 0,0 0 45 0,-3 0 41 0,7 0 42 0,-5 0 40 16,3 2 41-16</inkml:trace>
  <inkml:trace contextRef="#ctx0" brushRef="#br0" timeOffset="67054.34">5819 9783 214 0,'-4'7'308'0,"4"2"39"0,0-1 25 15,0 1 18-15,0 0 15 0,0-2 25 0,0 2 27 0,4-1 31 0,-3-1 34 16,3 2 27-16,-2-1 28 0,2-1-38 0,-1-2-66 0,3 1-64 16,-5-2-61-16,3 1-28 0,1-1-12 0,-1-2-12 0,1 1-13 0,-1-3-23 15,2 1-28-15,-3-1-28 0,3-1-34 0,-1 1-27 0,-1-3-28 0,1 1-31 16,0-2-31-16,1 1-39 0,-2-3-47 0,1 0-45 0,-1 1-49 16,1-2-47-16,-1-2-41 0,-3 1-38 0,3-1-28 0,-2 0-29 0,-2-1-23 15,3-1-22-15,-3 1-18 0,0-1-10 0,0 1-7 0,0-2 6 0,-3 1 12 16,1-1 25-16,-2-2 30 0,4 3 32 0,-5-3 34 0,1 1 36 0,3-3 28 15,-5 3 33-15,3-2 27 0,-3-1 32 0,-1-1 28 0,5-1 29 0,-3 0 32 16,-3 0 30-16,3-1 30 0,3-1 31 0,-5 2 27 0,1-1 27 0,1 1 25 16,1 0 25-16,-1 3 29 0,1 0 33 0,3 1 34 0,-3 3 30 0,2 3 35 15,-1 0 23-15,3 4 20 0,-4-2 8 0,4 4 3 0,0 2-5 0,0 0-10 16,0 0-6-16,0 0-5 0,0 0-14 0,0 0-11 0,0 2-24 16,0 2-25-16,4 2-36 0,-4 3-36 0,3 0-30 0,-1 3-31 0,2 3-19 15,-3 0-16-15,3 3-13 0,1 2-9 0,-1-1-12 0,1 2-12 0,1-1-17 16,-2-1-14-16,5 1-16 0,-4-2-13 0,0 0-13 0,4-2-14 15,-3-1-17-15,3 0-16 0,0-1-18 0,0-2-21 0,-4-1-33 0,4-1-36 16,2-2-73-16,-3 2-93 0,-3-4-78 0,4 1-75 0,-4-2-73 0,5-1-73 16,-5 1-81-16,4-4-79 0,-4 0-32 0,-5-1-5 0,6 0 7 0,3-2 16 15,-4 0 30-15,4-1 36 0,0 0 72 0,-3-1 93 0,6-3 78 0,-1 2 75 16,2 0 74-16,-2-3 77 0</inkml:trace>
  <inkml:trace contextRef="#ctx0" brushRef="#br0" timeOffset="67311.32">6338 9408 55 0,'0'0'520'0,"0"0"134"16,-4 0 69-16,4 3 37 0,-3-2 23 0,1 4 15 0,-2 1 14 0,4 1 12 0,-5 1 13 0,1 1 10 15,2 2 10-15,-1 2-4 0,-3 2-11 0,1 1-195 0,-2 1-275 0,1 2-132 16,-3 1-66-16,4-1-33 0,-4 4-21 0,0-2-18 0,1 1-15 0,-1 1-15 15,0-1-15-15,0 1-23 0,0-2-28 0,0 0-19 0,4 0-20 0,-4-3-18 16,3 0-20-16,1-2-20 0,-1-1-20 0,-1-1-36 0,5-2-42 0,-1-2-66 16,1-1-74-16,-2-1-66 0,4-2-62 0,0-2-36 0,0-1-30 15,0 0-37-15,0-3-44 0,4-1-48 0,-2-1-51 0,1-2-31 0,-3-2-19 16,6-2 15-16,-3-1 33 0,-1-2 63 0,2 0 74 0,1-3 68 0,1 2 62 16,-3-3 53-16,1 0 43 0,1 0 49 0,1 0 52 0,-3 0 61 0</inkml:trace>
  <inkml:trace contextRef="#ctx0" brushRef="#br0" timeOffset="67515.09">6269 9537 66 0,'7'-8'293'0,"-5"1"68"0,2 2 42 0,-4 2 47 0,5 2 43 16,-1 2 58-16,-4 2 60 0,5 2 53 0,-1 1 52 0,-2 1 34 16,1 2 30-16,3 0-13 0,-3 3-30 0,-1 0-84 0,5 2-109 0,-5 1-58 15,4 1-40-15,-3 1-39 0,3 1-41 0,-3 3-54 0,3-2-55 0,-1 2-53 16,-1-2-52-16,1 4-35 0,4-3-27 0,-3 1-21 0,-1 0-18 16,4-2-15-16,-4 1-15 0,5-2-9 0,-5-2-9 0,2 1-11 0,-1-4-13 15,-1 1-18-15,0-2-18 0,-1-2-22 0,2-2-23 0,-3-1-36 0,3-1-42 16,-3-1-56-16,-1-2-63 0,-2 0-58 0,0-3-58 0,0 0-44 0,0 0-43 15,0 0-36-15,-2-2-37 0,-1-1-33 0,-1-1-32 0,2-1-36 0,-3-1-37 16,-3-1 7-16,3-2 26 0,0 0 50 0,-4 0 61 0,0-2 61 0,3-1 61 16,-3 2 50-16,0-2 43 0,-2 1 46 0,2 1 45 0,4-2 47 0</inkml:trace>
  <inkml:trace contextRef="#ctx0" brushRef="#br0" timeOffset="67655.56">6282 9776 75 0,'-4'-4'367'0,"-1"1"88"0,-1 2 52 16,3-1 28-16,3 2 20 0,0 0 14 0,0 0 11 0,0 0 11 0,0 0 14 15,0 0 12-15,0 0 10 0,0 0-21 0,0 0-34 0,0 0-125 0,0 0-166 16,0-1-85-16,3-1-51 0,-1 1-37 0,2-1-28 0,1 0-48 15,2 0-53-15,-1 0-61 0,-1-1-65 0,1-1-57 0,3-1-53 0,0 0-51 16,-4 3-49-16,4-3-51 0,0-1-48 0,-3 0-66 0,3-1-70 16,-4-3-26-16,1 3-4 0,1-2 26 0,-2 2 39 0,1-2 48 0,-1 0 52 15,-1 0 45-15,1 0 41 0,1 1 43 0,-3 0 42 0,3 1 47 0,-1 0 47 16</inkml:trace>
  <inkml:trace contextRef="#ctx0" brushRef="#br0" timeOffset="68163.36">6454 9562 42 0,'5'-4'283'0,"-1"-1"85"0,-4 3 55 0,3 1 40 15,-1 1 43-15,2 3 44 0,-3 2 53 0,-1 1 57 0,4 3 45 0,-4 0 39 16,4 1 24-16,-3 1 20 0,3 2-63 0,-4 1-99 0,2-1-86 0,2 2-79 15,-1 0-50-15,-1 2-35 0,-2-1-42 0,4 1-43 0,-4-3-53 0,0 5-57 16,1-4-44-16,3 1-40 0,-4 1-28 0,4-1-19 0,-4-3-22 0,1 3-20 16,-1-4-22-16,4 0-20 0,-4-2-32 0,4-1-36 0,-4-1-54 15,1-2-63-15,-1-2-57 0,0 1-56 0,4-2-49 0,-4-2-42 0,0-1-35 16,0 0-30-16,0 0-24 0,0-3-19 0,2 0-13 0,-2-1-5 16,0-4-1-16,4 1 5 0,-4-1 24 0,0-2 34 0,0-1 29 0,0 1 27 15,0-2 20-15,0-2 24 0,0 1 23 0,0-1 23 0,0 1 25 0,0-1 23 16,0-1 34-16,0 0 40 0,3 2 98 0,-1-2 128 0,2 1 87 0,-3-1 69 15,3 3 49-15,1-2 41 0,-1 1 32 0,1 3 30 0,1-1 24 0,-3 2 18 16,3 0 15-16,-2 0 9 0,1 3-2 0,0 0-7 0,-1 0-61 0,1 2-87 16,-5 1-40-16,6 0-23 0,-3-1 5 0,-3 4 18 0,4-1 18 0,-4 1 20 15,0 0 22-15,0 0 18 0,0 0 19 0,2 0 19 0,-2 0 15 0,4 1 13 16,-4 3 1-16,0-3-3 0,0 2-9 0,0 2-15 0,0-2-22 16,-4 3-22-16,4-2-26 0,-2 2-24 0,-2 0-31 0,1 2-31 0,3-2-27 15,-6 1-26-15,3 2-19 0,1-3-21 0,-2 0-14 0,4 2-12 0,-1-1-6 16,-3-1-2-16,4 2-8 0,0-3-13 0,-4 2 1 0,4-1 4 0,0-1 1 15,4 0 1-15,-4 1 1 0,0-1 0 0,4 1 0 0,-3-2 1 16,3 2 5-16,1-2 3 0,-1 3 5 0,-2-3 2 0,7 2 10 0,-4-2 10 16,3 1 0-16,-3 1-5 0,6-1 0 0,-6-3-1 0,4 3 0 0,0-2 2 15,0 2-2-15,-3-2-3 0,-1-1 0 0,4 3 0 0,-5-2 0 0,1 0 0 16,-1 0-2-16,-2 1-1 0,1 0 2 0,-3 0-1 0,0 1 2 0,0 1 2 16,0-2-2-16,0 4-2 0,-3-1 1 0,1 1-1 0,-3 1-1 0,1-2-3 15,0 4-6-15,-1-2-3 0,-1 0-7 0,3 0-8 0,-3 0-11 0,1-2-13 16,1 1-19-16,-1-2-23 0,1 0-48 0,-1-2-60 0,5 1-80 0,-6-2-89 15,6-1-73-15,-3 2-69 0,3-4-78 0,0 0-85 0,0 0-73 0,0 0-67 16,0 0-23-16,3-6-7 0,-3 1 11 0,2-1 19 0,2-1 46 0,1 1 58 16,-1-4 81-16,1 2 87 0,1-1 76 0,3 1 69 0,-4-1 78 15,4 0 86-15</inkml:trace>
  <inkml:trace contextRef="#ctx0" brushRef="#br0" timeOffset="68749.08">6973 9662 320 0,'0'0'509'0,"0"0"106"0,0 0 68 15,0 0 41-15,0 0 30 0,0 0 20 0,0 0 18 0,0 0 12 0,0 4 5 0,0-3 7 0,-4 4 2 0,2-2-64 0,2 1-94 16,-3 0-159-16,1 3-187 0,-2-1-105 0,-1 1-66 0,1 1-42 0,-1-1-29 16,-1 2-21-16,1 1-18 0,-2 0-12 0,1 0-14 0,1-1-8 0,1 1-11 15,-1 0-12-15,-1-2-12 0,3 2-11 0,-3-3-10 0,3 1-13 0,-3-2-16 16,6 0-23-16,-5-2-20 0,5 1-27 0,0-1-29 0,-4-2-21 15,4-2-18-15,0 3-8 0,0-3-2 0,0 0 4 0,0 0 7 0,0 0 7 16,0 0 11-16,4 0 14 0,-1 0 16 0,-3 0 21 0,2 0 20 16,2 0 28-16,-2 0 30 0,1-2 25 0,1 2 29 0,-4 0 25 0,2 0 25 15,1 0 30-15,-1 2 28 0,2-1 27 0,-4 0 25 0,5 3 19 0,-5-1 17 16,4 0 14-16,-4 3 11 0,2 0 8 0,1-2 5 0,-3 4 2 0,0-1 2 16,0 1-10-16,0-1-11 0,0 1-24 0,0 1-26 0,0-2-22 0,0 1-26 15,0-1-20-15,0-1-17 0,0-1-12 0,0 0-11 0,0 0-10 0,0-2-10 16,0 0-10-16,0-3-8 0,0 3-8 0,0-3-6 0,4 2-6 0,-2-1-6 15,1-1-3-15,-3-1-6 0,6-1-8 0,-3-1-8 0,3 0-10 0,-3-1-10 16,3-1-4-16,-1-1-6 0,1-1 2 0,-1-1 5 0,2 1 5 0,-1-1 1 16,3 2 5-16,-4-1 1 0,1 1 6 0,-1 0 4 0,2 0 8 15,-1 1 10-15,-1 1 11 0,1 1 9 0,-3 1 10 0,-3-1 11 0,6 2 9 16,-6-1 8-16,0 2 8 0,0 0 8 0,0 0 7 0,0 0 8 16,0 0 6-16,3 2 5 0,-3-2 3 0,0 3 4 0,0 0 3 0,0-2 0 15,0 3 0-15,0 0-2 0,0-3-7 0,0 4-6 0,-3-2-7 0,3 0-8 16,0 0-8-16,0 0-7 0,0 0-6 0,0 0-4 0,0 0-5 0,0 0-5 15,0 0-2-15,0-3-2 0,0 2-2 0,0 0-2 0,0 1-1 0,0-3 1 16,3 3-4-16,-3-1-1 0,0-2 0 0,0 1 2 0,2 1-1 0,2-1 1 16,-4 1-1-16,0-2 1 0,3 0-1 0,-3 0 2 0,2 0 2 0,2 1 1 15,-4-1-2-15,1 1-2 0,3-1 5 0,-4 0 8 0,0 2-4 0,0 0-10 16,4-1 4-16,-2 1 7 0,-2-1 8 0,0 2 7 0,0 0 3 0,3 1 0 16,-3 0-1-16,0 0-2 0,0-1 0 0,-3 2 1 0,3 1-4 0,0-2-7 15,0 2-4-15,-2-3 1 0,-2 1-31 0,4 1-44 0,0 0-86 16,-4-2-105-16,3 0-94 0,-3-1-90 0,4-2-125 0,0 4-139 0,0-4-62 15,0 0-29-15,0 0-13 0,0 0-6 0,0 0 5 0,-2-5 7 0,2-1 29 16,0 0 33-16,2-1 80 0,2-2 97 0,-3 0 94 0,3-2 90 16</inkml:trace>
  <inkml:trace contextRef="#ctx0" brushRef="#br0" timeOffset="69483.91">7723 9352 10 0,'0'-3'258'0,"2"2"90"0,-2-3 51 0,0 2 36 0,0 2 30 0,0-2 26 0,0 2 36 0,0 0 33 0,0 0 32 16,0 0 29-16,0 0 20 0,0 0 17 0,0 0-62 0,0 2-96 16,-2-1-88-16,-1 0-87 0,-1 3-49 0,-1-3-35 0,1 2-28 0,-1 2-29 15,3-2-32-15,-5 3-33 0,1-3-31 0,4 1-30 0,-1 1-20 0,-1-1-19 16,-1-1-10-16,5 0-4 0,-2 0-7 0,-2 0-4 0,4-3-6 0,0 0-4 16,0 0-5-16,0 0-3 0,0 0-8 0,0 0-4 0,4 2-5 0,-4-2-6 15,2 0-4-15,3-2-7 0,-1 1-14 0,1-1-10 0,-1 1-12 0,-2-2-13 16,5-1-9-16,-2 2-10 0,-3-1-12 0,5 0-7 0,-5 0-9 0,2 0-6 15,1 1-1-15,-1-1-2 0,-2 2 1 0,-2-1 8 0,0 2 9 0,0 0 12 16,0 0 15-16,0 0 15 0,0 0 10 0,0 2 12 0,0 1 11 0,-6-2 12 16,4 4 7-16,-1-2 11 0,-1 3 1 0,-1-2 0 0,-1 2-1 0,3-1-2 15,-3 0-7-15,1 2-5 0,-1-1-3 0,-1-1-4 0,2 0-2 0,-1 1-3 16,1 0 2-16,-2-1-2 0,1 2 0 0,1-1-1 0,-1 0 4 16,1 2 5-16,-2-1 7 0,1-1 6 0,1 2 7 0,1-1 6 0,-1 1 10 15,-1-1 7-15,3-1 10 0,-3 3 11 0,3-2 12 0,1 1 12 16,-2 0 17-16,2-1 20 0,-1 1 19 0,-1 1 22 0,4-2 27 0,-2 4 26 15,-1-2 33-15,3 1 39 0,0 2 30 0,0 0 30 0,0 2 17 0,3 0 10 0,-1 2 7 16,-2 2 5-16,0 0-1 0,4 0-4 0,-1 4-15 0,-1 0-20 16,2 1-21-16,-2 3-21 0,1-1-33 0,-3 1-36 0,4 1-36 0,-2 1-31 15,1-1-20-15,-1 0-19 0,2 0-15 0,-4-2-15 0,3 1-16 0,-1-2-16 16,-2-1-17-16,4-2-22 0,-2-3-29 0,1-2-35 0,1-2-48 0,-2-2-54 16,-2-2-55-16,3-2-51 0,-3-2-46 0,4-2-45 0,-2-1-38 0,-2-1-38 15,0-2-40-15,5-2-38 0,-1-1-40 0,-4-3-39 0,3 0-19 0,-1-3-16 16,-2-2 25-16,4-2 45 0,-4 1 46 0,2-1 54 0,1-2 44 0,-3 0 42 15,4-2 40-15,-2 2 39 0,-2 2 43 0,3-2 43 0,-3-2 51 0</inkml:trace>
  <inkml:trace contextRef="#ctx0" brushRef="#br0" timeOffset="69904.28">7705 9727 154 0,'6'-9'280'0,"-6"2"43"0,3 1 22 0,-1 0 20 0,5 1 13 0,-5 2 16 0,4 0 12 0,-3 0 14 0,1 0 11 15,1 0 12-15,-3 0 12 0,2 0-40 0,1 0-66 0,0 0-64 0,-1 0-70 16,1 0-30-16,-1 0-14 0,2 0-11 0,-3 2-6 0,3-2-6 15,-3 1-5-15,-1 1 2 0,2-1 0 0,1 0 8 0,0 2 5 0,-1 0 13 16,0 0 10-16,1 2 11 0,-3 0 9 0,2 1 5 0,1 1 2 16,-1-1 5-16,1 3 2 0,0 0-1 0,-1 2-4 0,2-1-8 0,-3 4-12 15,-1-1-15-15,2 2-15 0,1 0-18 0,-1 3-22 0,-3 0-19 0,3 1-20 16,-4 0-13-16,4 0-12 0,-4 2-13 0,1-1-11 0,-1-1-7 0,0-1-5 16,0 2-4-16,4-4-2 0,-4 1-2 0,0-2-5 0,0-2-4 0,0-1-4 15,0 0-4-15,0-1-2 0,0-2-7 0,0-2-7 0,0 1-10 0,0-2-13 16,0-2-19-16,0-1-20 0,0 2-27 0,0-2-26 0,-4 1-33 0,3-1-34 15,-3-1-30-15,0-1-28 0,-1 1-21 0,3-2-19 0,-1 1-10 0,-1-1-7 16,-1-1 3-16,-1 1 4 0,2-2 16 0,-1 2 19 0,0-1 26 0,1 1 32 16,-1-2 37-16,1 0 39 0,-1 3 42 0,-1-3 40 0,2 2 39 0,-1 0 36 15,1 0 36-15,3 1 30 0,-3 1 37 0,2 0 34 0,-1-1 38 0,-1 2 33 16,4 0 26-16,-2 0 23 0,-1-1 11 0,3 1 6 0,0 0-1 0,0 0-3 16,0 0-9-16,0 0-8 0,0 0-15 0,0 0-16 0,0 0-28 15,0 0-29-15,0 0-35 0,0 0-33 0,0 0-28 0,0 0-22 0,0 0-16 16,0 0-14-16,0 0-17 0,0 0-21 0,0 0-27 0,3 0-35 0,-3 0-43 15,0 0-52-15,0 0-51 0,6 0-51 0,-6 0-45 0,3 0-44 0,-1-2-46 16,2 1-46-16,-3-2-52 0,3 0-58 0,0-2-60 0,-3-1-61 16,3 0-10-16,0-2 10 0,-2 1 36 0,1-4 45 0,-1 1 50 0,2 1 53 15,1-1 46-15,-1-2 47 0,-3 1 43 0,7 2 44 0,-7 0 55 0,5-1 57 16</inkml:trace>
  <inkml:trace contextRef="#ctx0" brushRef="#br0" timeOffset="70841.22">7958 9475 222 0,'-1'-3'335'16,"1"2"53"-16,0 1 34 0,0 0 32 0,0 0 28 0,0 0 38 0,0 0 37 0,0 0 39 0,0 0 43 0,0 0 31 0,0 0 26 0,0 0-47 0,0 0-75 0,0 0-87 0,-4 1-90 16,4-1-52-16,0 0-34 0,0 0-31 0,0 0-30 0,0 0-36 0,0 0-39 15,0 0-40-15,0 0-45 0,0 0-32 0,0 0-26 0,0 0-20 0,0 0-14 16,0 0-8-16,4 2-4 0,-3-1-2 0,-1 0-1 0,6 1 2 0,-6-2 2 15,7 2-1-15,-5-2 4 0,3 1-2 0,3-1-3 0,-3 0 1 0,0 0 7 16,1 0 1-16,1 0 3 0,-2 0 4 0,1 0 2 0,-1-1 2 16,-1 1-2-16,1-2 0 0,1 2-2 0,-3 0 1 0,1 0-1 0,-2 0 2 15,-2 0 3-15,3 0-1 0,-3 0-2 0,0 0-2 0,2 0 1 16,-2 0-10-16,0 0-10 0,0 0-18 0,0 0-19 0,0 0-26 0,0 0-34 0,0 0-36 16,-2 0-36-16,2 3-35 0,-3-1-32 0,1 1-32 0,-2-2-28 15,1 4-27-15,3-3-24 0,-2 2-21 0,-2 0-17 0,1-1-10 0,1 2-5 16,-2-2 5-16,-1 1 10 0,1-1 11 0,2 2 14 0,-1-2 12 0,-3 0 9 15,3-1 12-15,-3 0 15 0,1 1 18 0,1 2 25 0,-1-2 39 0,1 0 47 16,3 1 56-16,-5-1 60 0,2 2 58 0,1-1 60 0,1 0 53 0,-2 1 52 16,3-2 43-16,-3 3 44 0,0-2 33 0,3 3 26 0,-3-1 19 0,0 0 13 15,3 1 2-15,1-1-5 0,-4 1-17 0,4 1-21 0,-2 0-17 0,-2-1-18 16,4 1-12-16,-3-1-5 0,3 1-5 0,-2-2-3 0,2-1-1 0,0 3-6 16,0-3-2-16,0 0-7 0,0 0-9 0,2 0-11 0,-2-2-13 0,3 0-11 15,-3-1-15-15,4 2-16 0,-2-3-18 0,2 2-19 0,-4-3-14 0,5 2-16 16,0-2-9-16,-1 0-5 0,1 0-6 0,1-2-5 0,-3 2-2 0,7-1-3 15,-5-1-3-15,0 1 1 0,1-3-1 0,3 2-3 0,-6-1 4 0,3 1 8 16,3-1 9-16,-4 2 9 0,-1-1 0 0,1-1 0 0,1 1-2 16,-3 2-1-16,3-2-2 0,-3 2 1 0,-1-2-1 0,2 1 0 0,-4 1-5 15,4 0-8-15,-4 0-21 0,0 0-32 0,0 0-35 0,0 0-44 16,0 0-33-16,0 0-35 0,-4 0-28 0,0 1-21 0,4 1-18 0,-5 0-17 16,3 0-15-16,-2 1-11 0,1 2-4 0,-3-2-4 0,1 2 7 0,1 2 15 15,-1-3 23-15,-1 3 27 0,3 0 29 0,-3 0 29 0,1 0 25 0,-2 0 22 16,1-1 18-16,1 1 16 0,0 1 14 0,-1-2 11 0,-1 1 14 0,1 1 13 15,1-3 13-15,1 3 13 0,-1 0 11 0,0-3 15 0,1 2 9 0,2-3 10 16,-2 2 8-16,1-1 10 0,1-1 8 0,2-1 13 0,-4 2 12 0,4-3 12 16,4 2 14-16,-4-3 11 0,0 2 11 0,2 0 12 0,1-1 12 0,3-1 15 15,-2 1 6-15,1-1 7 0,0 0 0 0,3-1 1 0,-1 0-1 0,2 0-4 16,0 0-5-16,0-1-1 0,2 0-1 0,-2-2-1 0,0 1-8 0,2-1-14 16,1 0-17-16,-1 0-17 0,-2-1-14 0,4 1-10 0,-6 0-8 0,6 0-1 15,-4 0-8-15,0-1-3 0,-4 2-11 0,4-1-11 0,-3 1-15 0,3-1-13 16,-4 2-9-16,-1-2-10 0,-2 1-7 0,1 2-10 0,3-2-20 0,-6 2-24 15,0 0-40-15,0 0-44 0,0 0-49 0,0 0-47 0,-4-1-35 0,2 0-33 16,-1 1-24-16,3-2-20 0,-2 1-22 0,-2 1-13 0,1-2-15 16,-3 2-11-16,1-1-3 0,1-1 4 0,2-1 17 0,-1 2 25 0,-3-2 29 15,1-2 33-15,-2 1 27 0,1-1 23 0,1-1 20 0,1 0 19 0,-1-1 24 16,-1 0 27-16,1 0 32 0,1 0 35 0,-1 1 37 0,1-2 42 16,4 2 35-16,-5 0 38 0,5 0 32 0,0 2 29 0,0-1 24 0,-4 2 22 15,4 3 16-15,0 0 17 0,0 0 15 0,0 0 13 0,0 0 17 0,0 0 18 16,0 0 25-16,4 3 26 0,-4 2 27 0,0-1 25 0,4 3 16 0,-3 1 12 15,-1 1 6-15,0 2 7 0,0 0 0 0,4 3-3 0,-4 1-10 0,2 2-16 16,-2 1-25-16,3 0-34 0,-3 1-41 0,0 4-44 0,4-2-48 0,-4 2-45 16,2-1-34-16,-2 0-29 0,0 1-27 0,0-1-22 0,3-1-26 0,-3 0-23 15,2-2-29-15,2-1-31 0,-4-1-53 0,3-2-60 0,-1 0-74 0,2-1-75 16,-4-4-68-16,5-1-61 0,-5 2-64 0,4-5-65 0,-2 0-73 0,-2-6-74 16,0 0-27-16,0 0-5 0,0 0 11 0,7-3 23 0,-5-2 46 0,1-2 59 15,-1-1 71-15,2-2 78 0,-1-1 65 0,3-1 61 0,-1 2 66 0,1-4 68 16</inkml:trace>
  <inkml:trace contextRef="#ctx0" brushRef="#br0" timeOffset="71126.31">8297 9798 85 0,'0'1'361'0,"0"-1"146"0,0 2 68 0,0-2 30 0,0 0 15 0,0 0 8 0,0 0 4 0,0 0 2 0,3-2 5 0,3 1 8 0,-1-3 5 0,1 3 4 16,3-2-86-16,0 0-132 0,0 0-131 0,0-1-132 0,2 0-54 0,-2-1-15 16,3 2-7-16,-1-2-2 0,4 0-2 0,-3 0-1 0,-1 0-6 0,4 1-5 15,-3-3-6-15,-1 3-5 0,4 0-10 0,-5-2-11 0,3 1-22 0,-2-1-32 16,-2 2-38-16,0-1-43 0,0 1-44 0,-4 1-44 0,1-2-43 0,-2 4-44 16,-1-2-39-16,-1-1-31 0,-2 3-37 0,0 1-31 0,-2-4-32 0,-1 1-30 15,3 0-31-15,-4 0-33 0,-2 0-29 0,1-1-27 0,1 0 10 0,-1 1 26 16,-4-1 36-16,4 1 41 0,-1-2 34 0,1 1 35 0,-3-1 32 0,3 1 34 15,-4-2 38-15,4 1 41 0,1-1 46 0</inkml:trace>
  <inkml:trace contextRef="#ctx0" brushRef="#br0" timeOffset="71485.58">8476 9553 268 0,'0'6'434'16,"0"2"66"-16,0-1 60 0,0 4 53 0,0-1 47 0,0 2 43 0,-4 2 34 16,4-1 28-16,0 4 22 0,-4-1 19 0,4 2 6 0,-5 2-1 0,5-1-120 15,-5 2-178-15,1-1-98 0,2-1-63 0,-1 2-55 0,-3-1-53 0,3-2-48 16,-3 0-41-16,2 0-34 0,3-2-28 0,-3-1-22 0,2-1-23 0,-1-1-11 15,-1-2-8-15,4-2-10 0,-2-2-10 0,-1-1-9 0,3 0-7 0,0-3-10 16,0 0-5-16,0-3-8 0,0 2-8 0,0-2-7 0,0 0-10 16,0 0-8-16,-4-2-6 0,2 1-12 0,2-2-12 0,0-2-9 0,0 2-6 15,0-3-3-15,0 0-1 0,0 0 2 0,0-2 4 0,-3 3 4 0,3-3 3 16,0 2 9-16,0 0 11 0,-2 2 11 0,-2-1 9 0,4 1 11 0,-3 2 10 16,1-1 10-16,-2 2 7 0,2 1 7 0,-1-2 8 0,-3 2 5 0,3 2 2 15,-3-2 4-15,3 1 2 0,-3 1 1 0,1 1 1 0,1 0-2 0,-1-2-1 16,1 2-1-16,2 0-4 0,-1 2 1 0,-3-2 1 0,3 1-6 0,-3-1-6 15,3 0-14-15,1 0-16 0,-2 0-25 0,4 1-29 0,0-2-27 0,-2 1-35 16,-1 0-29-16,3-1-28 0,0-2-21 0,0 0-14 0,0 0-13 0,0 0-12 16,0 1-4-16,0-1-3 0,0 2 2 0,0-2 9 0,5 1 10 0,-5-1 13 15,4 0 13-15,-2 0 20 0,1-1 12 0,3 1 14 0,-3-2 5 0,1-1-1 16,1 0-5-16,-3 0-8 0,5-1-13 0,-1-1-18 0,-1-2-14 16,1 1-17-16,1-2-30 0,-2-1-34 0,1 0-15 0,-1 0-9 0,1 0 4 15,1-2 13-15,-2 1 13 0,4 0 17 0,-3-2 18 0,4 1 20 0,-2 1 21 16,-1-4 25-16,2 4 25 0,0-1 29 0</inkml:trace>
  <inkml:trace contextRef="#ctx0" brushRef="#br0" timeOffset="72008.64">8597 9634 235 0,'4'-3'320'15,"-1"2"42"-15,-1-1 23 0,-2 0 25 0,0 2 24 0,0 0 37 0,0 0 39 16,0 0 51-16,4 0 58 0,-4 0 48 0,0 0 41 0,1 2-28 0,-1-2-64 16,0 0-72-16,0 0-73 0,0 3-38 0,0-3-22 0,0 3-20 0,-1 0-25 15,1 0-33-15,-4 1-41 0,2 1-51 0,-1 1-58 0,-1 1-48 0,-2 1-42 16,1 0-34-16,0 1-30 0,-3 0-17 0,3 0-6 0,-4 0-11 0,3 0-8 15,-3 0-11-15,4 0-9 0,0-2-9 0,-4 1-7 0,5-1-10 0,-3 1-13 16,-1-3-10-16,7 2-11 0,-3-3-15 0,-1 1-10 0,1-1-10 0,4-1-8 16,0-1 1-16,0-2 4 0,0 0 6 0,0 0 6 0,0 0 8 0,0 1 5 15,0-1 13-15,0 2 12 0,4-1 11 0,-3-1 11 0,3 2 19 0,0-2 17 16,-3 0 22-16,3 1 23 0,-4 1 17 0,6-1 15 0,-6 0 15 0,5 3 10 16,-5-3 11-16,4 2 12 0,-4 0 6 0,3 2 5 0,-1-1 6 0,-2-1 3 15,0 3 0-15,0 0-4 0,0-2-6 0,0 3-13 0,-2-1-10 16,-1-1-13-16,3 0-12 0,0 1-13 0,-4-1-9 0,4-1-7 0,-2 1-10 15,2-2-8-15,-3 0-11 0,3 0-11 0,0-3-8 0,0 0-10 0,0 0-2 16,0 0-4-16,0 0-1 0,3 1-1 0,-3-1-1 0,2 0 1 0,2-1-3 16,1-2-2-16,0 0 0 0,3-2 4 0,-3 2 4 0,0-3 7 0,5 0 6 15,-1-2 6-15,-4 1 4 0,4 0 5 0,2-2 6 0,-2 1 6 0,-4-1 3 16,4 0 2-16,4 1 2 0,-8 1 4 0,6 0-1 0,-2-1 1 16,0 1-2-16,-3 0 1 0,3 0 0 0,-4 1-1 0,3 0-3 0,-7 0-3 15,5 2-4-15,-3-1-7 0,3 0 1 0,-6 3 1 0,3-1 0 0,-1 1 0 16,2-1 0-16,-4 3 1 0,0 0 1 0,0 0 2 0,0 0 2 0,0 0 0 15,0 0 2-15,0 0-1 0,0 0 4 0,0 2 2 0,-4-1 1 0,2 1-1 16,2 1 4-16,-3-1 1 0,1 3 3 0,-2-2 3 0,4 3 3 0,-3-1 4 16,3 2 5-16,0 1 0 0,-2-1 4 0,-2 4 4 0,4-1-1 0,0 1 2 15,0-1 0-15,-1 2-1 0,1 0-2 0,0 0-2 0,0 0-5 0,0 0-4 16,0 0-5-16,0 0-7 0,1 0-2 0,-1 0-4 0,0-1-4 0,0-1-4 16,4 1-8-16,-4-4-11 0,2 2-14 0,-2-1-17 0,0-2-35 0,3 0-41 15,-3-1-77-15,4 0-94 0,-4 1-79 0,2-3-79 0,-2 1-77 0,3 0-78 16,-3-4-85-16,0 0-85 0,2 3-36 0,-2-3-11 0,0 0 3 0,8-2 12 15,-3 1 30-15,0-3 44 0,1 0 76 0,-3 1 93 0,6-3 83 0,0 3 76 16,-1-3 78-16,4 2 77 0</inkml:trace>
  <inkml:trace contextRef="#ctx0" brushRef="#br0" timeOffset="72383.2">8825 9792 73 0,'0'-3'295'0,"3"-2"92"0,-1 4 69 0,2-2 58 0,-1 1 63 0,3 0 62 0,-1 0 39 0,1 0 33 0,-1 1 27 0,4-2 24 15,0 0 14-15,4 0 13 0,-2-1-71 0,0-1-111 0,1 0-93 0,-1-1-85 16,2 1-62-16,1 0-52 0,-3-1-58 0,4 1-59 0,-3-1-42 0,-1 2-35 16,4-1-23-16,-6 0-22 0,5 0-14 0,-5 0-13 0,0 1-7 0,2-1-7 15,-2 1-7-15,0-1-5 0,-3 2-7 0,3 0-5 0,-6 0-7 0,3 0-5 16,-3 0-8-16,-1 2-8 0,2-1-10 0,-3 2-9 0,-1-1-22 0,0 1-31 16,0 0-61-16,0 0-75 0,0-3-74 0,-1 1-74 0,-3 1-56 0,2 1-51 15,-1-2-50-15,-1 0-44 0,-1 0-47 0,-1 0-53 0,1-1-44 16,-3 0-43-16,3 0 1 0,-4 0 17 0,4-1 56 0,-1 1 72 0,-3-2 74 15,4-1 75-15,1 0 56 0,-1 0 51 0,-1-1 51 0,3-2 51 0,3 0 52 16</inkml:trace>
  <inkml:trace contextRef="#ctx0" brushRef="#br0" timeOffset="72808.55">9038 9438 246 0,'0'-5'344'0,"2"4"56"0,-2 1 38 0,4 1 46 16,-1 4 49-16,-1 2 57 0,2 1 61 0,-2 2 48 0,1 1 39 16,1 2 27-16,-2 2 23 0,-2 2-52 0,3 1-81 0,-3 3-87 0,4 0-83 15,-2 3-51-15,-2-1-34 0,5 3-44 0,-5 0-46 0,4 1-59 0,1 0-66 16,-1 1-44-16,-3-1-37 0,7-2-28 0,-6 3-20 0,1-3-17 0,3-1-9 15,-1-1-9-15,-1-2-9 0,-1 0-9 0,-1-5-9 0,2 1-11 0,-3-3-10 16,-1-1-6-16,0-3-6 0,0-1-13 0,0-1-19 0,0-2-26 0,0-2-31 16,0 1-34-16,-1-2-40 0,-3-3-36 0,2 0-39 0,-1 0-27 0,-1-3-23 15,-1 0-14-15,-1 1-8 0,1-2-10 0,-4-1-6 0,3-1 5 0,-1 0 7 16,-4 0 21-16,6-1 32 0,-4 1 36 0,0-2 39 0,0 2 45 0,0 0 52 16,1 0 55-16,1 2 58 0,-2-1 51 0,4 1 50 0,-4 1 62 0,3 0 69 15,1 1 42-15,1 0 37 0,-1 2 23 0,-1 0 18 0,3 0 10 16,1 0 10-16,2 0-1 0,-4 0-8 0,4 0-19 0,0 0-27 0,0 0-28 15,0 0-30-15,0 0-44 0,0 0-49 0,0 0-36 0,0 0-25 0,0 0-22 16,0 0-17-16,0 0-12 0,4-1-13 0,-2-2-14 0,1 0-15 0,3-3-22 16,-3-1-26-16,-1-1-45 0,5-2-54 0,-1-1-62 0,-1-2-67 0,1-1-53 15,-1-1-47-15,2-1-36 0,-5-1-31 0,5 2-25 0,-1-3-24 16,-1 0-12-16,1 2-9 0,-3-2 7 0,3 0 13 0,-1 0 40 0,1-2 45 16,-3 1 70-16,3-1 73 0,1 1 66 0,-2-2 61 0,-3 1 55 0,5 1 48 15,-1 1 46-15,-5 1 41 0,7 2 42 0,-6 3 35 0,1 0 37 0,3 5 35 16,-6-1 38-16,3 4 35 0,-1-1 32 0,2 4 32 0,-4-1 22 0,0 2 22 15,0 0 10-15,0 0 6 0,3 0-2 0,-1 2-7 0,2-1-11 0,-3 2-16 16,-1-1-19-16,4 1-27 0,0 0-29 0,-2 1-36 0,1 1-38 0,-1 1-41 16,2 0-52-16,1 1-63 0,-5 1-86 0,4-1-95 0,1 1-88 0,-1 0-88 15,-3 0-80-15,3 1-85 0,0 0-96 0,-3-1-108 0,3-1-48 0,-4 1-22 16,6-1-9-16,-6-1-2 0,5 0 16 0,-1-1 25 0,-3-1 53 0,7 1 74 16,-7-1 72-16,7-2 75 0,-1 1 74 0,2-2 78 0</inkml:trace>
  <inkml:trace contextRef="#ctx0" brushRef="#br0" timeOffset="73325.67">9300 9640 46 0,'4'-3'494'0,"-4"0"137"0,2 2 77 0,-2 1 45 0,0-2 31 0,0 2 21 0,4 0 17 15,-4 0 17-15,0 0 16 0,1 2 14 0,-1-1 13 0,4 2-3 0,-4 0-15 16,0 0-186-16,4 2-265 0,-4-1-136 0,1 1-73 0,-1 0-43 0,0 3-31 16,0-2-23-16,4 1-22 0,-4 1-23 0,0 0-29 0,0-1-30 0,0 1-32 15,2-3-25-15,-2 3-21 0,0-3-24 0,0 0-25 0,0 0-35 0,3-2-41 16,-3 0-53-16,0 0-61 0,0-3-50 0,0 0-46 0,0 0-28 0,0 2-21 15,0-2-8-15,0 0-2 0,4-2 4 0,-4-1 5 0,2 0 16 0,-2 0 19 16,3-2 32-16,-3 0 39 0,2 0 56 0,2-3 59 0,-4 3 58 0,5-3 53 16,-5 1 46-16,4-2 43 0,0 1 36 0,-3 1 31 0,5-1 28 0,-3 1 26 15,1-1 24-15,1 0 24 0,-3 1 22 0,6-2 23 0,-7 2 24 0,7-1 20 16,-1 1 18-16,-4-1 17 0,3 1 15 0,-1-1 10 0,-1 2 8 16,1 2 4-16,-1-2-4 0,1 1-9 0,1 2-13 0,-3 0-14 0,-3 0-11 15,4 3-14-15,-4 0-12 0,0 0-14 0,2 0-16 0,3 3-17 0,-5-1-21 0,0 1-23 16,4 1-16-16,-4 0-16 0,0 3-13 0,0 0-9 0,0 1-11 15,0 1-11-15,-4-1-20 0,4 3-21 0,-2 0-33 0,-1-2-36 16,3 1-53-16,-2-1-57 0,2 0-61 0,-4-1-63 0,4-2-49 0,0 0-43 16,0-2-37-16,0 1-36 0,0-1-32 0,0-1-37 0,0-3-28 0,0 0-33 15,0 0-33-15,0 0-38 0,0 0 18 0,-3-2 40 0,-3 0 52 0,3-1 57 16,1 0 48-16,-2-2 42 0,4 2 38 0,-5-1 35 0,5 1 37 0,-6 0 38 16,6 0 41-16</inkml:trace>
  <inkml:trace contextRef="#ctx0" brushRef="#br0" timeOffset="74140.28">9362 9657 76 0,'-4'0'279'15,"-1"1"51"-15,1 1 33 0,4-1 20 0,0-1 16 0,0 3 19 0,-1-1 16 16,1-2 26-16,0 0 29 0,0 1 28 0,0-1 32 0,1 3-8 0,-1 0-25 16,0-3-66-16,4 2-84 0,0-1-42 0,-3-1-20 0,3 0-19 0,-2 0-14 15,5 0-20-15,-2 0-16 0,1-1-24 0,-1 1-27 0,-1-2-30 0,1 1-31 16,1-1-32-16,1 2-31 0,-2-3-35 0,1 3-38 0,-1-1-45 0,-1-1-44 16,-2 0-45-16,1 2-41 0,1-1-37 0,-4 1-36 0,0 0-31 0,0 0-33 15,0 0-28-15,0 0-29 0,0 3-26 0,-4 0-21 0,1 2-5 16,1 1 1-16,-2-2 15 0,-1 2 19 0,-4 2 25 0,3-1 26 0,1 1 24 15,-4 0 23-15,4 0 21 0,-5 0 22 0,5-1 23 0,-2-1 26 0,0 2 33 16,-1-1 37-16,3 1 38 0,-1-3 41 0,-3 3 40 0,4-2 46 16,0-2 41-16,-3 3 42 0,3-3 34 0,3 1 29 0,-2-3 27 0,-1 3 19 15,1-3 10-15,1 1 11 0,1-2 0 0,2-1-4 0,0 0-10 0,0 0-8 16,0 0-18-16,0 0-13 0,2 2-20 0,-2-2-16 0,3 0-16 0,3 0-14 16,-3 0-13-16,1-2-8 0,-2 2-7 0,3-3-5 0,3 2-6 0,-7-1-7 15,5 1-9-15,-3-3-10 0,3 2-12 0,-3-1-10 0,3 0-10 0,-1 1-9 16,-1-1-9-16,0 0-10 0,-3 1-9 0,3 1-6 0,-2 0-10 0,-2-1-10 15,0 2-14-15,0 0-12 0,0 0-14 0,0 0-13 0,0 0-7 0,0 0-11 16,-2 2-4-16,-2-2-3 0,-1 2 3 0,1 0 5 0,-1 1 4 0,-1 2 7 16,3-1 14-16,-3 0 10 0,1 1 17 0,1 1 16 0,-1-3 18 0,-4 2 17 15,3-1 14-15,3 2 16 0,-3-1 13 0,1-1 14 0,1 1 13 0,-1-2 13 16,0 1 11-16,1-1 8 0,-1 0 6 0,5 0 3 0,-4 0 7 0,4-1 4 16,0-2 7-16,0 0 13 0,0 0 10 0,0 0 14 0,0 0 13 0,0 0 17 15,0 0 11-15,4 0 8 0,1 0 8 0,-1-2 9 0,-3 2 8 16,7 0 6-16,-7-1 0 0,5-1 2 0,3 0-9 0,-6 0-10 0,3-1-15 15,3 1-16-15,-4-1-19 0,1 0-22 0,3-2-17 0,-6 4-19 16,7-2-15-16,-5 0-16 0,0 0-11 0,1 2-12 0,1-2-4 0,-2 1-4 0,1 0-1 16,-1 2 3-16,-1-1 0 0,0 1 0 0,1-1 4 0,-3 1 0 15,-2 0 7-15,0 0 2 0,3 1 6 0,1-1 2 0,-2 1 3 0,-2 1 2 16,3 0-1-16,-3 1-3 0,0 0-2 0,0 0-7 0,-3 1-4 0,3 2-3 16,0-1-8-16,-2 1-4 0,-2 1-9 0,1-1-6 0,3 1-9 0,-2 0-7 15,-2 0-7-15,4 1-4 0,0-1-4 0,-1-1-5 0,1 0-5 0,0 0-5 16,0 0-7-16,1-2-2 0,-1 1-11 0,0 0-9 0,0-2-14 0,4 1-11 15,-2-3-20-15,-2 3-16 0,0-3-23 0,0-1-28 0,0 2-23 0,0-2-25 16,0 0-24-16,0 0-23 0,3 0-22 0,-3 0-23 0,4-2-17 0,-2 1-13 16,-2-1-6-16,3 0-5 0,-3 2 0 0,0-4 6 0,0 3 9 0,0-2 15 15,-3 0 15-15,3 0 17 0,-2 1 24 0,-2-1 24 0,1 2 27 0,3-2 27 16,-6 1 26-16,1 2 26 0,1-1 22 0,-1-1 21 0,1 2 26 0,-1 0 26 16,-1 0 23-16,3 0 22 0,-3 2 19 0,-3-1 21 0,4-1 16 15,-1 2 17-15,1 1 13 0,-2-1 16 0,1 2 19 0,1 0 19 0,0-1 27 0,1 2 25 16,-2-3 23-16,1 3 19 0,1-2 22 0,-1 2 19 0,1-2 17 15,4 0 10-15,-1 1 8 0,-3-1 5 0,4 0 1 0,-4 0-4 0,4-1-7 16,-1 2-14-16,1-1-20 0,0 0-22 0,1 2-27 0,-1-2-24 0,4 1-26 16,-4 1-30-16,4-1-18 0,-3-1-20 0,3 2-17 0,-2-1-14 15,1 1-9-15,3-1-10 0,-3-1-9 0,3 2-9 0,-1-2-7 0,3 1-7 16,-3 1-2-16,0-2-4 0,4 1-1 0,-3-1-3 0,3 2-1 0,-4-2-4 16,4 0-4-16,0 0-3 0,1-1-4 0,-1 3-2 0,-2-3-2 0,2 1-1 15,-4 0-1-15,4-2-4 0,0 1-2 0,-3 0-7 0,1 0-8 0,0 0-11 16,-3-2-20-16,1 1-23 0,-1-1-55 0,1 2-65 0,1-2-78 0,-3 0-83 15,3-2-67-15,-1 2-55 0,-1 0-79 0,1-1-86 0,-1 1-74 0,1-5-70 16,1 2-24-16,-3-1-7 0,3-1 11 0,-1 0 22 0,-1 0 51 0,1-1 66 16,1-1 79-16,-3 0 82 0,1 1 67 0,1 0 57 0,-3 0 79 0,5 0 86 15</inkml:trace>
  <inkml:trace contextRef="#ctx0" brushRef="#br0" timeOffset="76230.31">9830 9838 216 0,'-1'3'362'0,"-3"0"49"0,4 0 44 0,-2-1 41 0,-1 0 51 0,3 0 52 0,0 0 47 0,-4-1 46 0,4 1 33 0,0-2 25 15,0 0 9-15,0 1 2 0,0-1-97 0,0 0-143 0,0 0-78 0,0 0-47 16,0 0-41-16,0 0-42 0,0 0-49 0,0 0-50 0,0 0-46 0,0 0-44 16,4-1-28-16,-1-1-23 0,-1 1-17 0,3-3-16 0,3 0-8 0,-3 1-7 15,1-1-2-15,3-3-2 0,0 0 0 0,0 0-2 0,-2-1-2 0,2-1-1 16,4-1-1-16,-4-1-3 0,-2 1-3 0,2-1-3 0,4 1-1 0,-8-1-4 15,6 1 1-15,-4 0-1 0,-1 0-1 0,3 2 0 0,-4 0 0 16,-3-2 2-16,5 5-2 0,-5-1-2 0,1 1 1 0,1 0 4 0,-2 1 0 16,-2 3-2-16,0-1 2 0,0 2 0 0,0 0 0 0,0 0 3 0,0 0-1 15,0 0-1-15,0 0 1 0,0 0-2 0,0 0 1 0,0 0 4 0,0 0-2 16,0 0-3-16,-6 0 0 0,6 2-3 0,-3 1 0 0,1-1 0 0,-2 2-2 16,1 0 1-16,1 2-1 0,-2 0-1 0,3 2-1 0,-3-1 1 15,-1 1-2-15,5 1 1 0,-4-2-1 0,2 2 1 0,-2-2-2 0,4 0 0 16,-3 0 0-16,3-2-3 0,0-1-3 0,0 1-3 0,0-1-2 0,3-2-1 15,-3-1 0-15,0-1-1 0,4 2-2 0,-2-1-3 0,2-1-3 0,-3-1-3 16,3-1 0-16,1 1-2 0,1-4-1 0,1 1-1 0,-2-2-4 0,5 0-1 16,-1-2-3-16,-4-2-8 0,4 1-4 0,0-2-6 0,-2 0-5 0,2 1-4 15,0-2-3-15,-3 0-1 0,3 2-2 0,-4-1 0 0,3 1 0 0,-3-1 0 16,0 2 2-16,1-1 1 0,-3 2 8 0,-1-1 4 0,2 0 6 0,1 2 6 16,-5-1 6-16,4-1 6 0,-4 2 5 0,2 1 4 0,-2-2 3 0,3 1 4 15,-3-1 5-15,0 1 3 0,0 1 2 0,0-2 1 0,0 3 3 0,0 0 1 16,0 0 2-16,0 1 2 0,0 0 1 0,0 2 3 0,0 2 1 0,0 0 5 15,0 0 2-15,0 0-1 0,0 0 2 0,0 0 0 0,0 0 8 0,0 0 8 16,-3 2 8-16,1 2 6 0,2 2 9 0,0 0 4 0,-4 3 5 0,4 0 6 16,0 3 3-16,-2 1 6 0,-1 2 1 0,3 2 5 0,0 1 3 0,-4 0 7 15,2 1-5-15,2 1-8 0,0 2-5 0,-3-1-4 0,3 2-3 0,0-1-2 16,0 2-4-16,-2-2-3 0,2 3-3 0,-4-3-4 0,4 2-4 16,0-2-1-16,-3 0 0 0,3 0-3 0,0-2 3 0,-2-1 3 0,-2-2 2 15,3-1 4-15,-3-1 1 0,0-1 4 0,4-1 4 0,-5-1 4 0,1 0 4 16,2-1 2-16,-1-2 2 0,-3 0-1 0,1-2 1 0,0 0 3 0,-3 1 0 15,3 0 1-15,-4-2-2 0,3 0-5 0,-3-2-3 0,0 2-6 16,2-3-6-16,-2 3-7 0,0-3-7 0,-4 0-4 0,2 0-6 0,2-2-7 16,0 1-16-16,-1 0-16 0,-3-2-21 0,2 0-22 0,2-2-20 0,0 0-18 15,-2 0-20-15,2-1-19 0,0-2-29 0,0-1-31 0,4 2-63 0,-1-4-78 16,1 1-76-16,-3-4-75 0,8 0-60 0,-1 1-53 0,1 0-56 0,1-4-53 16,-1 1-52-16,0-1-47 0,4-1-12 0,0 0 5 0,-3 0 21 0,5 0 30 15,-2 2 62-15,1-3 78 0,2 3 77 0,-1 0 81 0,-1 1 70 0,4 0 64 16,0 1 70-16</inkml:trace>
  <inkml:trace contextRef="#ctx0" brushRef="#br0" timeOffset="76424.77">10201 9751 213 0,'4'2'341'0,"-2"-2"46"0,1 1 39 0,1 1 37 0,-2 0 38 0,1 0 34 0,3 1 37 0,-3-1 33 0,3 1 23 0,-3 0 17 15,-1-2-4-15,4 2-9 0,1 0-95 0,-5-1-136 0,3 1-71 0,2-2-43 16,-1 1-38-16,-1-1-37 0,1 1-37 0,1-2-36 0,0 1-34 15,0-1-35-15,-1 0-32 0,3 0-34 0,-4-1-44 0,4-1-53 0,-3 2-51 16,-1-1-56-16,1-1-48 0,3 1-43 0,-6-1-44 0,3 1-47 16,-3-1-58-16,-1 0-67 0,-2 2-59 0,0 0-60 0,4-2-17 0,-4 2 5 15,0 0 30-15,0 0 39 0,0 0 47 0,0 0 51 0,0 0 47 0,0 0 39 16,-6 0 47-16,3 1 45 0,-3 0 61 0</inkml:trace>
  <inkml:trace contextRef="#ctx0" brushRef="#br0" timeOffset="76634.52">10239 9918 51 0,'0'4'302'0,"0"0"100"16,0 1 78-16,0-2 71 0,0 2 59 0,6-2 53 0,-3 1 34 0,3-1 31 15,-3 0 20-15,6-1 20 0,-3-1 13 0,3 1 11 0,0-1-71 0,-2 1-114 16,2-1-102-16,0-1-97 0,0 0-78 0,2 0-72 0,-2-1-58 0,0-1-50 16,0 1-40-16,2-1-34 0,-4 1-39 0,1-1-38 0,1-1-62 0,0 0-72 15,0 0-87-15,0 0-97 0,0 0-88 0,-4 0-83 0,4 0-107 0,-3 0-115 16,-1 1-53-16,1 0-26 0,-3 0-9 0,-3 2 2 0,6-1 12 0,-6 1 20 15,0 0 46-15,0 0 60 0,0 0 82 0,0 0 93 0,0 3 85 0,0-3 82 16</inkml:trace>
  <inkml:trace contextRef="#ctx0" brushRef="#br0" timeOffset="77606.84">10672 9432 91 0,'0'-2'304'0,"-4"-1"61"0,4 0 32 0,0 3 20 0,0 0 13 0,0 0 9 0,0 0 8 0,0 0 7 0,0 0 8 0,0 0 8 0,4 3 8 15,-4-3-28-15,0 0-47 0,0 0-90 0,0 0-112 0,0 0-56 16,0 0-28-16,0 0-18 0,0 0-13 0,0 0-8 0,0 0-5 0,0 0-8 15,0 0-9-15,0 0-8 0,0 0-9 0,0 0-10 0,0 0-7 0,0 0-7 16,0 0-2-16,0 0 4 0,0 0 4 0,0 0 9 0,0 0 11 0,0 0 12 16,0 0 11-16,0 0 18 0,0 0 16 0,0 0 12 0,0 0 13 0,0 0 11 15,0 0 13-15,0 0 6 0,0 0 5 0,0 0 2 0,0 0-3 16,0 0-6-16,0 0-10 0,0 0-11 0,0 0-12 0,0 0-14 0,-4 0-14 16,4 0-13-16,0 0-9 0,0 0-11 0,0 0-11 0,0 0-10 0,0 0-8 15,0 0-7-15,0 0-4 0,0 0-5 0,0 0-3 0,0 0-3 0,0 0 0 16,0 0-2-16,0 0 1 0,0 0-1 0,0 0-1 0,0 0-1 0,0 0-1 15,0 0-1-15,0 0-1 0,0 0-1 0,0 0 1 0,0 0-1 0,0 0 1 16,0 0-1-16,0 0 1 0,0 0-4 0,0 0-4 0,0 0-7 0,0 0-10 16,0 0-16-16,0 0-23 0,0 0-30 0,0 0-35 0,0 0-36 0,0 0-38 15,0 0-31-15,0 0-34 0,0 0-26 0,0 0-26 0,0 0-26 0,0 0-25 16,0 0-20-16,0 0-22 0,0 0-12 0,0 0-9 0,0 0-1 0,0 0-3 16,0 0-11-16,0 0-13 0,0 0 10 0,0 0 23 0,0 0 24 0,0 0 22 15,0 0 27-15,0 0 30 0,-2 3 27 0,2-3 31 0,0 5 29 0,2 1 28 16,-2-2 38-16</inkml:trace>
  <inkml:trace contextRef="#ctx0" brushRef="#br0" timeOffset="78310.59">10829 9486 4 0,'0'-5'240'0,"0"2"70"0,-4 0 30 0,4 0 13 0,0 0 12 0,0 2 9 0,0-2 10 0,0 3 11 0,0 0 15 0,0 0 19 16,0 0 19-16,0 0 24 0,0 0-42 0,0 0-74 0,0 0-56 0,0 0-47 15,0 0-14-15,0 0 2 0,0 0 8 0,0 0 11 0,0 0 12 0,0 0 13 16,0 0 5-16,0 4 1 0,0-2-5 0,0 1-9 0,0 1-12 0,0-1-13 15,0 3-9-15,0 1-11 0,4 3-10 0,-4-1-7 0,0 3-11 0,0-2-15 16,0 2-16-16,0 2-17 0,0-1-12 0,0 0-11 0,0 3-10 0,0-1-6 16,0 0-4-16,0 1-2 0,0 1-2 0,-4-1 1 0,4 1-2 0,0-1 1 15,-2 1 4-15,-1 1 1 0,3 0 1 0,0-2 2 0,-4 2 0 0,2-1 1 16,2-1 0-16,-3 2 1 0,3 0-2 0,-2 0-7 0,-2-1-2 0,4-1-3 16,0 1-3-16,-3-2-4 0,3 0-5 0,0-2-5 0,-2 1-7 0,-2 1-7 15,4-3-5-15,0 0-9 0,-1 0-4 0,1-2-11 0,-4 1-4 0,4-3-7 16,0 3-5-16,0-4-5 0,0 1-4 0,0 0-7 0,-4-2-5 0,4-2-7 15,0 1-16-15,0-2-18 0,0 1-24 0,0-1-27 0,0-3-29 0,0 3-32 16,0-3-23-16,0 0-21 0,0 0-24 0,0 0-28 0,0 0-36 16,0 0-40-16,0 0-66 0,0 0-73 0,4 2-55 0,-4-2-52 0,4 1-32 15,-3 1-32-15,3-2-33 0,-2 1-33 0,-2-1-44 0,0 0-48 0,3-3-7 16,3 0 11-16,-3-1 29 0,-1 1 41 0,2-2 63 0,1 2 79 0,-1-3 70 16,-1 1 66-16,3 0 59 0,-4 2 55 0,1-2 63 0,3 0 65 0</inkml:trace>
  <inkml:trace contextRef="#ctx0" brushRef="#br0" timeOffset="79124.08">11044 9799 133 0,'4'-5'283'0,"-2"4"48"0,1-2 26 0,3 0 24 0,-3 2 20 0,3-1 25 0,-1-1 28 0,2 2 34 0,-1-3 34 0,-1 3 41 0,1 0 40 0,3-2-15 0,-4 1-38 0,4-1-60 0,-3 2-72 16,3-1-33-16,-4-1-14 0,2 1-13 0,-1 1-13 0,3 0-18 0,-4-1-19 16,1 1-26-16,3-1-29 0,-4 2-32 0,0-1-35 0,4 1-29 0,-5 1-23 15,5-1-16-15,-3 2-7 0,-1 1-11 0,0-1-7 0,4 3-4 0,-5 1-3 16,1 0-5-16,1 2-4 0,1-2-4 0,-1 1-4 0,-5 2-3 15,7-2-4-15,-7 4-5 0,3-2-3 0,1 0-6 0,-5 1-6 0,6 0-5 16,-6 2-4-16,4-3-3 0,-1 1-3 0,-3 2-6 0,2-1-3 0,-2-1-4 16,0 1-2-16,4-1-5 0,-4-1-1 0,0 0-1 0,0 0-2 15,0 0-3-15,-4 0-5 0,4-1-7 0,0-1-9 0,0 1-9 0,-2-3-10 16,-1 3-11-16,3-3-14 0,0 0-14 0,-4 0-20 0,4 0-29 0,0-1-35 16,-6-1-44-16,6 0-45 0,-3 0-50 0,1-1-53 0,-2-1-35 0,4 2-30 15,-5-3-25-15,1 2-26 0,4-2-16 0,-1 0-14 0,-3-2-11 0,2-1-8 16,-1 0 5-16,-1-1 12 0,4-1 7 0,-2-2 8 0,-2-2 10 0,4-2 16 15,0-1 25-15,0 0 28 0,0-3 32 0,0 0 31 0,4-1 28 0,-2-2 26 16,2-2 28-16,-1 2 25 0,3-3 26 0,-1 3 25 0,0 0 35 0</inkml:trace>
  <inkml:trace contextRef="#ctx0" brushRef="#br0" timeOffset="79356.28">11339 9701 216 0,'5'-7'324'0,"-1"1"56"0,0 1 35 16,-3 3 38-16,3-3 35 0,-4 2 48 0,0 3 51 0,0 0 56 0,0 0 56 16,0 0 34-16,0 0 27 0,0 0-41 0,0 0-72 0,0 0-79 0,0 0-77 15,-4 3-45-15,4 0-30 0,0-1-25 0,-1 2-30 0,-3 1-38 0,4 1-44 16,-4-1-41-16,-1 2-46 0,1 2-27 0,3 0-19 0,-5 1-13 0,-1 1-8 15,1 0-10-15,1 2-7 0,-4 0-7 0,4-1-8 0,-5 2-8 0,1 1-8 16,0 0-10-16,-1 1-9 0,0-1-13 0,1 1-17 0,-1 0-17 16,1-1-22-16,0 0-20 0,-2-2-21 0,2 1-20 0,0-1-18 15,0-1-21-15,-1-1-24 0,3-1-34 0,0 1-43 0,2-4-67 0,-4 2-79 16,7-3-69-16,-2 0-62 0,1 0-50 0,1-3-43 0,-2 2-45 0,4-2-46 0,0-3-52 16,0 0-51-16,0 0-12 0,0 0 7 0,0 0 28 0,6-3 40 0,-3-2 65 15,3 2 82-15,-1-3 70 0,2 0 68 0,-1 2 60 0,4-4 53 16,0 2 62-16,-1-1 62 0</inkml:trace>
  <inkml:trace contextRef="#ctx0" brushRef="#br0" timeOffset="79840.17">11464 9891 52 0,'0'0'434'0,"0"0"118"0,0 0 68 0,0 0 31 16,0 0 23-16,0 0 10 0,3 1 9 0,-3-1 10 0,0 0 15 0,0 0 16 16,0 0 16-16,4 0-5 0,-2 0-17 0,-2 0-150 0,3 0-216 0,-1-1-106 15,2-1-60-15,1 0-29 0,-5 2-13 0,4-2-9 0,1 0-5 16,1 1-8-16,-3-1-11 0,1-1-12 0,1 0-13 0,1 2-10 0,-1-1-8 16,-1-1-6-16,1 2-6 0,1-1 0 0,1 1-2 0,-2-1 2 0,1 1 2 15,-1-1 2-15,-1 2 5 0,1 0 5 0,1-1 4 0,-3 1 1 0,3 0 1 16,-1 0-1-16,-1 0-2 0,1 0-2 0,-1 0-2 0,1 0-2 0,1 0 0 15,-3 0-2-15,3 0-3 0,-3 0-4 0,-1 0-4 0,2 1-5 0,-1-1-5 16,-1 0-3-16,2 0-4 0,-2 0-2 0,1 2-2 0,-3-2-1 0,6 1-1 16,-6-1-6-16,3 0-7 0,-3 0-4 0,0 0-1 0,2 2-4 0,-2-2-4 15,4 0-7-15,-4 0-10 0,0 0-20 0,0 0-29 0,0 0-31 0,0 0-33 16,0 0-34-16,0 0-35 0,0 0-69 0,0 0-84 0,0 0-96 0,0 0-101 16,0 0-97-16,0 0-94 0,0 0-88 0,0 0-87 0,0 0-22 0,0 0 7 15,-4-3 22-15,4 3 27 0,-2-2 31 0,2 2 33 0,-3-3 68 0,-3 0 86 16,6 3 98-16,0 0 99 0,4-4 98 0,-2-1 94 0</inkml:trace>
  <inkml:trace contextRef="#ctx0" brushRef="#br0" timeOffset="80986.32">11800 9662 64 0,'0'-1'321'0,"0"1"112"0,2-1 59 0,-2 1 32 0,4-3 29 0,-4 3 20 0,0 0 26 0,3-2 31 16,-3 2 28-16,2-1 26 0,2-1 20 0,-4 1 20 0,3-1-70 0,-1 2-111 15,3-1-103-15,-1-1-99 0,0 2-49 0,-2 0-27 0,1 0-21 0,3 0-18 16,-3 2-21-16,3-2-25 0,-3 1-23 0,3 2-23 0,-5 0-19 0,7 2-16 15,-3-3-9-15,1 3-12 0,-3 0-9 0,3-1-6 0,-5 1-6 0,7-1-5 16,-3 2-2-16,-1-1-2 0,-3 0-3 0,5-1-3 0,-2 0-3 0,-1 1 0 16,-1 0-2-16,2-1 1 0,-4 0-2 0,1-1-3 0,3 2-2 0,-4-3 1 15,0 2-1-15,4-1 2 0,-4 0 3 0,0-2 0 0,0 2 2 0,0 0-1 16,0-1 2-16,0 0-1 0,0 2 1 0,0-1 0 0,-4 0 1 0,4 0 1 16,-4 0-1-16,3 1 1 0,1-1-4 0,-4 0-1 0,2 2-3 15,-5-2-3-15,5 1-1 0,-2-1-1 0,-1 2-4 0,1-2-1 0,-1 1-2 16,1 1-3-16,3-2-3 0,-3 1 0 0,-1-1-4 0,1 0-2 0,-1 0-3 15,3 0-2-15,-2 0 1 0,0 0-1 0,-1-1 1 0,3-1-2 16,-1 2 0-16,3-1 0 0,-4-1 0 0,2 0-2 0,-1 3 1 0,3-3-1 0,0-1-1 16,-4 0 2-16,2 2-1 0,2-2 2 0,0 0-1 0,0 1-4 15,0-1 1-15,0 0 1 0,0 0 1 0,0 0 1 0,0 0-1 0,0 0-1 0,0 0 0 16,0 0 0-16,0 0 2 0,0 0-2 0,0 0 0 0,0 0 0 16,-3 0 1-16,3 0 1 0,0 0-1 0,0 0-1 0,0 0-1 0,0 0-2 15,0 0 0-15,0 0 1 0,0 0 2 0,0 0 0 0,0 2 0 0,0-2-1 16,0 0-1-16,0 0 2 0,0 0 2 0,-6 0-2 0,6 0 0 0,0 0 1 15,0 0-1-15,0 0 2 0,0 1-1 0,0-1 1 0,0 0-1 0,-4 2 1 16,4-2 1-16,0 1-2 0,0-1 2 0,-1 2-1 0,-3-2-1 0,2 1 1 16,2-1-1-16,-3 1-1 0,3 1-1 0,0-2-1 0,-4 2 1 0,2-2-1 15,2 0 1-15,-3 1-1 0,3-1 1 0,0 2-1 0,-4-1 2 0,4-1-1 16,-2 0 1-16,-1 3-2 0,3-3 1 0,0 0-1 0,0 0 2 0,-2 2 2 16,-2-1-1-16,4-1-1 0,0 2 2 0,0-2-1 0,-4 0 1 0,4 0-1 15,-1 2 1-15,-3-2 1 0,4 0 1 0,0 0 2 0,0 2 3 0,0-2 3 16,-2 2 3-16,2-2 0 0,0 0 2 0,-3 1 2 0,3-1 2 0,0 0 0 15,0 0 2-15,0 0-1 0,0 0 1 0,0 0-1 0,0 0-1 0,0 0 0 16,0 0-2-16,0 0-3 0,0 0 1 0,0 0-1 0,0 0 1 16,0 0-2-16,0 0-2 0,0 0 1 0,0 0-2 0,0 0 0 0,0 0-2 15,0 0 2-15,0 0 0 0,0 0 0 0,0 0 0 0,0 0 0 0,0 0 0 16,0 0 0-16,0 0-1 0,0 0-2 0,0 0 2 0,0 0-2 0,0 0 1 16,0 0-1-16,0 0-1 0,0 0-4 0,0 0 1 0,0 0-1 0,0 0-2 15,0 0-2-15,0 0-3 0,0 0-2 0,0 0 1 0,0 0-1 16,0 0-1-16,0 0 0 0,0 0-1 0,0 0-1 0,0 0 2 0,0 0 2 15,0 0-1-15,5 0 1 0,-1 0 2 0,-3-1 0 0,3 1 4 0,2 0-2 16,-3-2 0-16,3 2 0 0,-1-2 2 0,-1 2-1 0,1 0 1 0,0-1 1 16,-1 0-2-16,0 1 1 0,-2 0-1 0,3 0 1 0,-1 0-2 0,1-2 1 15,-1 2 1-15,-4 0-2 0,5 0 1 0,-1 0-1 0,-3 0 2 0,3 0-1 16,0 0 1-16,-2 0 1 0,3 2-2 0,-5-2 1 0,4 0-1 0,1 1 2 16,-1 0 0-16,-3 1-1 0,3 0 1 0,1-2 1 0,-1 1 1 0,0 1-2 15,-3-1 0-15,5 1 0 0,-2-1 0 0,-1 1 0 0,-1-1 0 0,2 1 3 16,-3 1 4-16,3-2 4 0,0 2 2 0,-3 0 5 0,3-1 3 0,-4 1 3 15,5 1 2-15,-5 0 4 0,4 1 3 0,-2 1 2 0,-2-1 1 0,4 1 0 16,-4 1 3-16,3 0-1 0,-3 1-2 0,0 1-3 0,2-1-3 0,-2 1-3 16,0-2-1-16,0 1-3 0,-2-1-2 0,2 1-3 0,0-1-2 0,-3-1-2 15,3 2-2-15,0-2-2 0,-4 0 0 0,4 1 0 0,0-2-1 0,-2 2-4 16,-2-1-1-16,4 0 1 0,-1 2-2 0,-3-4 0 0,0 4 0 16,4-2 0-16,-5 0 1 0,5 0 1 0,-5 0-1 0,5 0 2 0,-4 0 0 0,-1-1-2 15,1 0 0-15,2 1 4 0,-2 0-2 0,-1-1 0 0,1 1 0 16,-1-2-2-16,0 0 1 0,-1 1-1 0,-1 0-1 0,2-1 0 0,-1 1-1 15,-3-2-1-15,4 1-1 0,-4-1-1 0,3 2-1 0,-3-2-1 16,0 1 0-16,4-1-1 0,-4 0-2 0,0 0-5 0,-1-1-7 0,0 1-12 16,1-1-13-16,0 0-16 0,0 0-26 0,-2-2-26 0,2 1-26 0,0 1-22 15,-2-2-20-15,2 0-17 0,0 0-17 0,0 0-20 0,-2 0-29 0,2 0-33 16,0 0-52-16,0 0-58 0,1 0-54 0,-1 0-50 0,0 0-36 0,4 0-30 16,-2 0-37-16,1 0-41 0,1 0-60 0,-4 0-61 0,3-2-17 0,1 1 2 15,-2 1 25-15,1-4 31 0,4 3 59 0,-5-3 67 0,5 1 70 0,-1-2 68 16,-3 2 60-16,6-1 55 0,-3-1 64 0,1-1 66 0</inkml:trace>
  <inkml:trace contextRef="#ctx0" brushRef="#br0" timeOffset="81137.77">11710 10138 51 0,'-4'5'299'0,"4"-1"95"0,-5-1 42 0,-1 2 15 0,3-2-6 0,-3 1-13 0,3 1-22 0,-3-3-23 0,1 3-30 0,1-2-31 15,2 2-45-15,-1-2-47 0,-1 1-156 0,2-1-204 0,-1 0-141 0,3-3-115 16,-2 3-47-16,-2 2-19 0,1-4 4 0,-3 1 14 0,-3-1 19 16,4 1 23-16,-4-2 32 0,3 0 31 0,-3 0 45 0,4 0 48 0</inkml:trace>
  <inkml:trace contextRef="#ctx0" brushRef="#br0" timeOffset="86450.37">9414 9538 7 0,'0'0'20'0,"0"0"1"0,0-3 6 0,0 3 1 0,0-2 1 0,0 2-5 0,0 0-5 16,-3 0 1-16,3 0-2 0,0 0 4 0,0 0 8 0,0 0 9 0,0 0 6 15,0 0 10-15,0 0 15 0,0-2 13 0,3-1 11 0,-3 3 12 0,0-2 9 16,0-1 6-16,0 3 2 0,0-3-2 0,0 0-2 0,0 0-2 0,2 0-8 16,-2 2-6-16,0 1-6 0,0-3-11 0,0 3-11 0,0-3-9 0,0 3-14 15,0 0-7-15,0 0-9 0,0 0-6 0,0-2-2 0,0 2-4 16,0 0 0-16,0 0-2 0,0 0 1 0,0 0 0 0,0 0 0 0,0 0-1 15,4-3-1-15,-4 3 0 0,0 0 0 0,0 0 1 0,0 0-1 0,0 0 2 16,-4-3 1-16,4 3 0 0,0-2 4 0,0 2-4 0,-2-2-2 0,2 2-1 16,0-2 0-16,0 2 0 0,0-1-2 0,0 1-1 0,0 0 2 15,-3-2-1-15,3 2-1 0,0 0 1 0,0-3-2 0,0 3-1 0,0 0-1 16,0 0 0-16,0-1 2 0,0 1-1 0,0 0 2 0,0 0-2 0,0 0 1 16,0 0-4-16,0 0-1 0,0 0-1 0,-2-2-1 0,2 2-1 0,0 0-1 15,0 0-1-15,0 0 0 0,0 0-2 0,0 0 1 0,0 0-2 0,0-3-1 16,0 3-1-16,0 0-1 0,-4-2 2 0,4 2 2 0,0 0 1 0,0-1 1 15,0 1 1-15,-3-1-5 0,3 1-2 0,0-3-1 0,0 3 0 0,0 0-1 16,0-2-1-16,0 2 2 0,-2-1-1 0,2 1 1 0,0-3-2 0,0 3 2 16,0 0-3-16,-4-2-4 0,4 2 1 0,0 0 3 0,0-3 1 0,0 3 1 15,0-2-1-15,0 2 2 0,0 0-1 0,0-1 1 0,0 1 0 0,0 0 1 16,0 0-1-16,-1-1 0 0,1 1 2 0,0 0-1 0,0 0-1 0,0-3 0 16,0 3 0-16,0 0-1 0,0 0 1 0,0-2 0 0,0 2 1 0,0 0 1 15,-4-1-1-15,4 1-1 0,0 0 0 0,0-2 2 0,0 2-2 16,0 0-2-16,0-3 2 0,0 3-1 0,0-1 1 0,0 1 1 0,0 0-1 15,0 0 0-15,0-2-1 0,0 2-1 0,0 0 1 0,-4-3-2 0,4 3 1 16,0 0-1-16,0 0 2 0,0-1-1 0,0 1 1 0,0 0-1 0,0 0 2 16,0 0 0-16,0 0-1 0,0-3-1 0,0 3 1 0,0 0 1 0,0 0 1 15,0 0 1-15,0 0-1 0,0 0-1 0,0 0 2 0,0 0-1 16,0 0 1-16,0 0-1 0,0 0 1 0,0-3-4 0,0 3 1 0,0 0 1 16,0 0-2-16,0 0-2 0,0 0-1 0,0 0-2 0,0 0-2 0,0-2 2 15,0 2-2-15,0-3-2 0,0 0 1 0,0 3-4 0,0-1 1 0,0-3 1 16,0 4-2-16,0-2 1 0,0-1-2 0,0 3 0 0,0-3 2 0,0 3-2 15,0-3 0-15,0 3-3 0,0-3 0 0,0-1-1 0,0 4 2 0,0-2 1 16,0 2 1-16,0-2 0 0,4-1 0 0,-4 3 1 0,0-3 2 0,0 2 2 16,0 1 1-16,4-2 2 0,-4 2 1 0,0-3 1 0,0 3 2 0,1-2 2 15,-1 2-1-15,0-1-1 0,0 1 2 0,0 0-2 0,0-1 1 0,0 1-1 16,4-2 2-16,-4 2-1 0,2-1 1 0,-2 1-1 0,0-2-1 0,0 2 2 16,0 0-1-16,0 0-1 0,0-1 2 0,0 1 1 0,0 0 1 15,0 0 1-15,0 0 1 0,0 0 0 0,0 0 0 0,0 0 1 0,0 0 4 16,0 0 1-16,0 0 1 0,0 0 2 0,0 0 1 0,0 0-1 0,0 0 2 15,0 0 1-15,0 0 1 0,0 0 1 0,0 0-1 0,0 0-1 0,0 0 1 16,0 0-1-16,0 0-3 0,0 0-1 0,0 0-1 0,0 0-2 0,0 0-2 16,0 0 0-16,0 0 0 0,0 0-3 0,0 0-2 0,0 0-2 15,0 0-1-15,0 0 4 0,0 0-2 0,0 0-2 0,0 0 1 0,0 0-1 16,0 0 1-16,3-2 1 0,-3 2 0 0,0 0 1 0,0 0-1 0,4-1 0 16,-2-1 0-16,-2 2 0 0,0-1 0 0,3-1-1 0,-3 1 1 0,6 1 0 15,-6-2 0-15,3 1 0 0,-1-2 0 0,-2 1-2 0,4 1 2 0,-2-1 2 16,1-1-2-16,1 0-2 0,-2 2 1 0,1-3-1 0,-3 2-1 0,6-1 0 15,-6 0 0-15,5 0-1 0,-5 0-1 0,4-1 1 0,-1 2-1 0,-1-3-1 16,2 2-1-16,-2-1-4 0,1 0 1 0,-3 2 4 0,6-3 0 0,-6 2-1 16,3 0-1-16,-3 0-2 0,4 0-2 0,-2 0-2 0,-2 2-2 0,3-2-2 15,-1 0-5-15,-2 0-3 0,4 1-4 0,-4-1-6 0,0 0-12 0,0 2-7 16,3-2-12-16,-1 1-11 0,-2 2-18 0,0-3-20 0,0 3-28 0,0 0-30 16,0 0-13-16,0 0-3 0,0 0 1 0,0-6 3 0,0 6 4 15,0 0 9-15,0-6 8 0,0 6 8 0,0-4 11 0,0 4 14 0</inkml:trace>
  <inkml:trace contextRef="#ctx0" brushRef="#br0" timeOffset="95988.13">18444 2068 171 0,'0'0'281'0,"0"0"34"16,0 0 14-16,0 0 9 0,3 0 2 0,-3 0 2 0,0 0 2 0,0 0 2 0,2 0 4 0,-2 0 4 0,0 0 6 0,0 0-46 0,0 0-68 0,0 0-62 0,0 0-59 0,0 0-13 15,0 0 9-15,4-1 17 0,-4 1 20 0,0-2 29 0,0 2 28 0,0-1 29 16,0 1 26-16,3-3 23 0,-1 3 20 0,-2-2 12 0,4 0 9 0,-1 1 4 0,-1 0 0 15,-2-1-7-15,4 1-10 0,-2-1-11 0,-2 1-18 0,0-1-21 0,0 2-24 16,0-3-24-16,0 3-25 0,0-3-23 0,0 1-24 0,0 2-19 16,0-2-18-16,0-3-12 0,0 4-14 0,0-4-11 0,0 2-11 0,0 0-9 0,0-1-9 15,0-1-6-15,-2 1-6 0,-2-1-5 0,4-1-4 0,0 2-4 0,-2-1-4 16,-1-1 1-16,-1 0-1 0,4 0-4 0,-5 0-3 0,5 0 0 0,-6-1 2 16,3-1-1-16,-3 2 1 0,3-2-1 0,-3 3-1 0,1-3 0 0,-1 2 0 15,1-3-1-15,-2 2-1 0,1-1 1 0,-3-1-2 0,4 2 1 0,-4-2 1 16,3-2-4-16,-3 2-2 0,0 0-1 0,0 0-1 0,2 0 2 0,-2-1 2 15,0 1-1-15,0 0 0 0,-2-2 0 0,2 2 0 0,-4 0 0 0,2 0-1 16,2 0-2-16,-2-1 1 0,-1-1 2 0,1 2 0 0,-2-1 0 0,-1-2-1 16,3 1-2-16,-2 0-3 0,-1 0-2 0,-1 0 1 0,1-3-1 0,-1 4-1 15,1-2-1-15,-4 0-1 0,3 2-1 0,-4-3-3 0,4 2 2 0,-3-1 2 16,-2 0 1-16,2 0-1 0,-2 0 1 0,2 0-1 0,-2 1 1 0,0-1-1 16,2 0 2-16,-2 2 0 0,2-1 0 0,-2 1 2 0,0-1 2 0,2 2 2 15,-2-2-1-15,-1 3-7 0,1-2 2 0,2 2 0 0,-6-1 2 0,4 0-2 0,0 1 0 16,-3-1 0-16,3 2 0 0,-2-1-2 0,-1 1 1 0,1-1-1 0,0 2 1 15,-1-1-1-15,-1 1-1 0,-1 0 0 0,1 0-1 0,1-2-2 0,-1 4-2 16,1-2 2-16,-1 0 0 0,-1 1 0 0,-2 1 2 0,2-2-1 0,-3 1 1 0,0 1-1 16,-1-1 2-16,3 1 0 0,-4 1 0 0,1-4 3 0,0 3 0 0,0 1 2 15,0 0-1-15,-4-1 1 0,4 0 2 0,0 0 1 0,0 1-2 0,-3-1-2 16,3 1-1-16,-4-2 2 0,4 2-1 0,-3 0 1 0,3 0 5 0,0 0 10 16,-4-2 2-16,4 3 1 0,1 0 2 0,-1-1 1 0,0 0-1 0,2 2-1 15,-2-2-1-15,0 1 1 0,3 1-2 0,-3 1 1 0,-1 0-1 0,4 0 1 16,-3 0-7-16,-3 1-11 0,3 1-5 0,2 1-3 0,-4-2-3 0,-2 2-3 15,1 0 0-15,3 0 0 0,-4 2 1 0,-1-2 5 0,1 0 2 0,-1 1 1 16,2-1 0-16,-3 2 0 0,-1-2-5 0,5 1-7 0,-5-1 3 0,5 0 8 16,1 0 5-16,-5-1 4 0,6 1-1 0,-3 0 1 0,3-2-2 0,0 2-2 0,0-1-1 15,0-1 0-15,0 0 0 0,2 1 2 0,-2 0 5 0,2-2 8 0,2 1-1 16,-3 1-7-16,3-2-2 0,2 0-4 0,-3 0 1 0,3 0 1 0,-4 0 1 0,3 0 1 16,1 0-1-16,-3 0-1 0,-1 0 2 0,2 0-2 0,-2 0 1 15,1 0-2-15,-3 0 1 0,-1 0 0 0,4 0-2 0,-3 0 2 0,0 0 0 0,2 0-1 16,-2 0-1-16,0 0 1 0,6 0-1 0,-6 0-1 0,5 0 0 0,-1 0-1 15,2 0-1-15,-5 1 1 0,5 1 1 0,3-2 0 0,-3 1 0 0,3 1 1 16,-2-1-1-16,2 2 2 0,2-1-2 0,4-1 0 0,-3 2 1 0,-1 0 2 16,7-1 0-16,-3 1 2 0,1 0-1 0,-1 0 1 0,3-1-1 0,-2 0-2 15,4 1 1-15,-2 0 1 0,-1-1-1 0,1-1-1 0,0 2 1 0,-2 0 1 16,2-2-1-16,-1 1 0 0,-3 1 2 0,1 0-1 0,-1-1 1 0,1 2-1 16,-4-1 2-16,3 0 2 0,-3 2-1 0,2-2-1 0,-2 1 0 0,3-1 0 15,-3 1 0-15,2 1-1 0,-2 0-1 0,3-1-1 0,1 0-1 0,0 1-2 16,1-2-2-16,2 3 2 0,-3-3 0 0,1 2-1 0,2-1-1 0,0 1 2 15,-1-1 0-15,2 1 0 0,-4-2 0 0,3 1 0 0,-2 2 2 0,3-2-1 16,-3 3 4-16,-2-1-1 0,5-1-1 0,-3 2 0 0,-1 0-1 0,-1 1-1 16,4-1 1-16,-3 0-1 0,-1 1 1 0,1 0-1 0,1 1 1 0,-1-2 1 15,-4 2 0-15,3 0 0 0,1 0 0 0,-1 0 0 0,-1 0 0 0,1 2 0 16,-1-2 1-16,2 0 1 0,-1-1-1 0,1 0-2 0,-1 1 2 0,4-1 1 0,-1-1-1 16,-3 1 1-16,6-1-4 0,-2 1 1 0,1-2-1 0,0 1 1 15,-2-1-1-15,6 2 1 0,-3-1-1 0,0-1 1 0,2 2-1 0,0-2 1 0,-2 0-1 16,3 1 2-16,1-1-1 0,-1 2-1 0,1-4 1 0,-2 4 2 15,1-2 1-15,1 0-1 0,0 0 1 0,-3 0-2 0,3 0 1 0,-1 1 1 0,1-2-1 16,0 2 1-16,-3-1-1 0,3 0-1 0,0 0 2 0,-5 2 1 0,7-2 0 16,-4 1 0-16,-2 0 0 0,0 3 1 0,0-3 2 0,-2 2 2 0,-2 0 2 15,2 0 2-15,-2 2 2 0,-1-2 1 0,0 1 1 0,-1 1 5 0,1-3 2 16,-1 2 1-16,2-3 0 0,3 1 0 0,-5-1-2 0,6-1 1 0,-2 0-1 16,2-1 1-16,0-1-4 0,0 0-4 0,0 1-1 0,-2 0-1 0,6-2-2 15,-2 1-4-15,-1-1-1 0,1-1-3 0,2 1-1 0,3 0-4 0,-2-2 1 16,1-1-1-16,3 0-4 0,0 0-7 0,0 0-10 0,0 0-8 0,0 0-11 15,0 0-15-15,0 0-17 0,0 0-20 0,0 0-34 0,0 0-38 0,0 0-49 16,0 0-53-16,0 0-44 0,0 0-41 0,0 0-31 0,3-1-24 0,-3-1-13 0,4 2-10 16,-2-1-4-16,1-1-5 0,-1 1 5 0,5 1 4 0,-5-4 22 15,4 3 26-15,1-2 35 0,-2 0 34 0,1-1 35 0,3 1 31 0,-4-3 27 0,1 0 25 16,3 0 15-16,-6-2 15 0,6 1 8 0,-3-1 10 0,-1-1 9 16,4 0 6-16,-3 0 0 0,-1-2-1 0,2 3-2 0,-1-2 2 0,-1 0-8 0,1 1-6 15,3-1-33-15,-4-1-37 0,-1 1-15 0,1-2-4 0,0 1 2 0,4 1 4 16,-5-1 7-16,5 1 7 0,-3-1 11 0,3-1 14 0,-4 0 17 0,4 1 18 15,0 1 19-15</inkml:trace>
  <inkml:trace contextRef="#ctx0" brushRef="#br0" timeOffset="96377.51">13316 1548 213 0,'3'-5'302'0,"1"1"34"0,-2 1 18 0,2 1 9 0,-4 1 6 0,0 1 6 0,0 0 3 0,0 0 4 0,0 0 4 0,0 0 8 0,0 0 8 0,0 0-51 0,0 0-78 16,0 0-59-16,0 0-57 0,0 0-11 0,0 0 7 0,0 0 15 0,0 3 19 15,0-3 18-15,-4 1 16 0,4 1 14 0,0-2 6 0,-2 0 4 0,-2 1 3 16,4 1-6-16,-3-1-1 0,3 1-11 0,-6 1-8 0,5 0-16 0,-3-1-16 15,-1 5-15-15,-3-3-12 0,3 3-13 0,0 1-15 0,-5 1-8 0,1 0-9 16,-1 2-4-16,1 1-6 0,-1 0-4 0,0 1-6 0,-3-1-7 0,2 2-6 16,-2-1-7-16,3 1-6 0,1-2-9 0,0 1-12 0,-1-1-6 0,3 2-9 15,-2-4-5-15,0 1-5 0,6-1-5 0,-5 1-6 0,1-2-3 0,2 1-2 16,-1-1-2-16,3 0-2 0,1-1-3 0,-2-1 0 0,1 2-2 0,3-1 1 16,0-2-1-16,-2-1 1 0,2 2-4 0,0-1 1 0,2-2 1 0,-2 2 1 15,0-1-1-15,3-1-1 0,1 1-1 0,-2-2 1 0,1 1 2 0,3-1 2 16,-3 2 0-16,-1-2 0 0,5-1 2 0,-5 2 1 0,4-1 1 0,1-2 2 15,-2 2 2-15,1 0-1 0,-1-1 4 0,-1-1 2 0,1 0 4 0,4 1 1 16,-3 0 1-16,3-1 4 0,-4 1 1 0,4 1 3 0,0-2 0 0,0 1 0 16,2-1 1-16,-2 1-1 0,2-1-2 0,2 0 2 0,-3 1 0 0,3 0-1 15,-2-2-2-15,2 1-5 0,-3 1-1 0,-1-1-4 0,2-1-4 0,2 0-1 16,-2 0-3-16,-2 0 0 0,0 0-1 0,-4-1-2 0,4 1 0 0,-3-2-2 16,1 2-2-16,-2-1-5 0,-3 1-11 0,2 0-11 0,0 0-26 0,-4 0-33 15,0 0-70-15,0 0-88 0,1 0-78 0,3 0-71 0,-2 0-72 0,1 1-71 16,-3-1-96-16,4 5-104 0,-2-4-44 0,5 4-17 0,-5-1-2 0,3 1 9 15,-1-2 24-15,0 1 31 0,-4-4 70 0,0 0 88 0,0 0 77 0,0 0 73 16,-4-4 73-16,-2-1 74 0</inkml:trace>
  <inkml:trace contextRef="#ctx0" brushRef="#br0" timeOffset="98649.49">6171 11048 60 0,'0'-5'305'0,"-3"-1"97"0,3-1 62 0,0 3 46 0,-4 0 39 0,2-1 36 0,2 0 36 0,-3 4 34 0,3-2 27 0,-2 2 25 16,-2-1 21-16,1 2 15 0,1-1-70 0,-2-1-109 0,2 2-95 0,-5-1-87 16,5 1-57-16,-5 0-41 0,2 1-32 0,-1-1-34 0,1 2-30 0,-1-1-33 15,-1 2-26-15,0 1-22 0,-2 0-19 0,0 2-12 0,0 0-11 0,0 1-13 16,-2 4-5-16,-2-1-5 0,2 2-6 0,2 0-5 0,-1 3-2 0,-3 0-5 16,2 2-2-16,-2 0 2 0,4 0-1 0,-2 2-4 0,-1-1-2 0,1-1-4 15,2 1-1-15,0 0-1 0,0 0-4 0,2 0-1 0,-2-1 0 0,5-1 0 16,-5-1-1-16,3 2-2 0,3-4-2 0,1 1-1 0,-2-1-1 0,-1-1-1 15,5 0-1-15,-4 0 2 0,4-1-1 0,0-1-1 0,0 1 2 0,0 1-2 16,4-2 1-16,-4 1 1 0,4 1-1 0,-3-2 1 0,3 2-1 0,1-2 1 16,-1 1-1-16,2 1 2 0,-3-1 2 0,3-1 1 0,-1 2-2 15,0 0 1-15,1-1-1 0,1 1 2 0,-1-2 0 0,-1 2 0 0,0 0 0 16,-1 0 0-16,1-1 0 0,1 2-1 0,-3-1-1 0,3 0 1 0,-3 0-1 16,-1 2 2-16,2-4 0 0,-4 4 0 0,4-2 0 0,-4 0-1 0,0-2-4 15,0 4 1-15,0-4 1 0,-4 2 3 0,4-1 0 0,-4 1 3 16,2 0 0-16,-1-2-2 0,-3 2 1 0,1 0-1 0,1 0 1 0,-1-1-1 15,0-1-1-15,-4 2-1 0,-1-2-1 0,5 0 1 0,-4 0-5 0,0-1-3 16,0 0-2-16,-2 0-2 0,6-1-4 0,-4-1-1 0,-4-1-1 0,6 0-1 16,-2 0 1-16,0-1-1 0,0-1 1 0,0-1 1 0,-1 1 0 0,0-2-2 15,4 0 2-15,-3-1 3 0,0 1-1 0,0-2-1 0,4 0 2 0,-4 0 6 16,3-2-1-16,-3 1-2 0,4-1-2 0,1 0-1 0,-1 2 0 0,1-1-1 16,-1 0-1-16,3-1 4 0,-2 1-2 0,1-1 0 0,3 1 0 0,-2-1 1 15,-2 2 1-15,4 0-2 0,0 0-2 0,0-3 2 0,0 3 0 0,0-3 2 16,0 2 1-16,4-3 3 0,-2 2 0 0,-2 0-3 0,3-1 1 0,1 2 2 15,-2-2 2-15,3 1-2 0,-1-1 0 0,1 0 1 0,-1 2 2 0,1-2 0 16,1 0 2-16,-3 1-1 0,3-1-1 0,-1 2 0 0,2 1 0 0,-1-2 2 16,-1 2 2-16,1 0 1 0,-3 0 1 0,3 2 3 0,-1-2 3 0,-1 3 1 15,1 0 5-15,0 1 5 0,3 0 1 0,-3 3 3 0,1 0 3 0,-1 2 1 16,-1 2 4-16,1 1-1 0,0 3 4 0,-1-1 1 0,1 6 1 0,-1-1 1 16,2 4-1-16,-3 0 1 0,-1 2-2 0,2 2-3 0,1 3-2 15,-5 0 2-15,5 0 0 0,-5 2 0 0,4 1 0 0,-4 0 2 0,0 1-2 0,2-1 0 16,1 2 1-16,-3-1 1 0,0 2 1 0,0-1 3 0,4-2 0 15,-4 2 3-15,2 0 3 0,-2-2 1 0,0 0 4 0,0 0 4 0,0 0 3 16,0-1 1-16,0 1 2 0,0 0 3 0,0-2 0 0,0 2 0 0,0 0 0 16,0-2-5-16,0 4-1 0,0-2-2 0,0-1-5 0,0 0-4 15,4 2-5-15,-4-3-5 0,0-1-6 0,3 0-3 0,-1 0-4 0,-2 0-4 16,4-1-2-16,-4-1-5 0,5-1-3 0,-5 0-5 0,4-1-10 0,-3 1-15 16,3-3-15-16,1-2-16 0,1 1-16 0,-2-4-16 0,-1 1-17 0,-1-2-15 15,3-2-19-15,-1-1-19 0,1 0-41 0,-1-1-50 0,-2-2-68 0,1 0-79 16,1-2-57-16,-2-1-47 0,-2-1-46 0,3-1-46 0,-3-1-51 0,2-1-55 15,-2-5-47-15,0 0-45 0,0 0-9 0,-2 3 9 0,2-3 35 0,0 0 46 16,-3 0 69-16,-3 0 80 0,-3-3 66 0,4 0 61 0,1-2 62 0,-3 2 60 16,0-1 68-16</inkml:trace>
  <inkml:trace contextRef="#ctx0" brushRef="#br0" timeOffset="100640.08">6766 11137 36 0,'-3'0'461'0,"3"0"131"0,-6 0 77 0,6 0 43 0,0 0 26 0,0 0 21 0,0 0 13 0,0 0 13 0,0 0 10 16,0 0 9-16,0 0 8 0,0 0-10 0,0 0-16 0,0 0-173 0,0 0-246 15,0 0-127-15,0 0-72 0,0 0-41 0,0 0-25 0,0 0-12 0,0 0-10 16,2 2-7-16,-2-2-5 0,4 1-2 0,1-1-2 0,-1 2-1 0,1-2 2 16,1 0 1-16,-3 1 1 0,3 0 5 0,3-1 3 0,-4 2 5 15,-1 0 4-15,5-1 1 0,-4-1 1 0,1 2-1 0,-1-1-1 0,-1 1-4 16,1-2 0-16,1 1-5 0,-3 1-5 0,3-1-2 0,-1-1-5 0,-1 2-6 16,1-2-4-16,-1 1-7 0,-1-1-7 0,-1 1-6 0,2-1-4 0,-2 2-6 15,1-2-2-15,-3 0-6 0,0 2-8 0,0-2-14 0,6 0-20 0,-6 0-25 16,0 0-27-16,0 0-28 0,0 0-21 0,3 0-50 0,-3 0-57 15,2 0-98-15,2 1-114 0,-1-1-96 0,-1 2-89 0,-2-2-111 0,4 3-116 16,1-2-46-16,-1 1-7 0,1-1 12 0,-1-1 20 0,1 2 22 0,1-2 26 16,-1 1 45-16,-1-1 57 0,1 0 98 0,4 0 115 0,-3 0 97 0,-1 0 88 15</inkml:trace>
  <inkml:trace contextRef="#ctx0" brushRef="#br0" timeOffset="100996.58">7340 11017 192 0,'-2'-3'341'0,"-2"0"65"0,4 0 47 16,0 3 44-16,0 0 47 0,0 0 49 0,0 0 49 0,0 0 41 0,0 0 32 15,0 0 22-15,0 0 19 0,0 0-40 0,-3 0-67 16,1 0-91-16,-2 2-103 0,3 0-57 0,-3 0-40 0,0 3-39 0,3-2-40 0,-3 3-46 15,2 0-45-15,-2 0-35 0,1 2-29 0,1 2-19 0,-2 0-14 16,1 1-8-16,1 1-4 0,-3 0-7 0,1 1-6 0,-1-1-6 0,1 2-4 16,2-2-5-16,-2 1-3 0,1 0-6 0,-3 0-5 0,5-1-4 0,-3 0-3 15,0 0-4-15,4-2-5 0,-1 1-6 0,1-1-8 0,0 1-2 0,1-1-1 16,-1-1-7-16,4 3-9 0,-4-3-10 0,4 2-13 0,-3-1-16 0,5 1-19 16,-3-2-47-16,1 1-56 0,2 1-85 0,-5-2-100 0,3 0-78 0,1 0-67 15,1 0-83-15,1-2-87 0,-2-1-69 0,1-1-58 0,-1-1-21 0,4-1-2 16,-3 0 10-16,3-1 18 0,-2-2 43 0,0-2 57 0,1-1 86 0,-3 0 98 15,4 0 79-15,-2-2 70 0,2 3 81 0</inkml:trace>
  <inkml:trace contextRef="#ctx0" brushRef="#br0" timeOffset="101280.8">7477 11273 25 0,'-3'2'325'0,"1"0"166"0,2-2 84 0,0 0 45 0,0 0 35 0,0 0 31 15,2 3 26-15,1-3 26 0,-3 0 20 0,0 1 15 0,4-1 13 0,-2 2 8 16,1-1-67-16,1 1-103 0,-2-1-142 0,3 1-162 0,-1-1-83 0,1 2-42 16,-1-2-36-16,1 1-30 0,4 0-25 0,-3-1-27 0,-1 1-19 0,4-1-14 15,-3-1-16-15,1 2-11 0,-2-2-20 0,4 1-21 0,-3-1-48 0,-1 0-57 16,1 0-87-16,1 0-95 0,-5-1-82 0,3 1-77 0,2-2-97 0,-5 2-110 15,-2 0-64-15,4-3-41 0,1 0-18 0,-1 0-5 0,-2 0 8 0,1 0 16 16,-3-1 43-16,0 4 57 0,4-5 84 0,-2-1 96 0,-2 3 81 0,0 3 75 16,0-6 99-16</inkml:trace>
  <inkml:trace contextRef="#ctx0" brushRef="#br0" timeOffset="101671.68">7740 11130 1 0,'0'0'297'0,"0"0"152"16,0 0 73-16,0 0 34 0,0 0 25 0,3 0 21 0,-1 3 27 0,2-2 31 16,-4 1 21-16,3-1 11 0,-3-1 11 0,2 2 7 0,2-1-61 0,-3 1-90 15,3-2-133-15,-4 0-147 0,5 1-70 0,-5 0-32 0,4 1-23 0,0 0-18 16,-2-1-25-16,1 1-29 0,-3-1-19 0,2 2-13 0,2 0-10 0,-4 0-5 16,0 2-8-16,0-2-8 0,0 3-4 0,0-1 1 0,0 2-1 0,-4 0 2 15,2 1-4-15,-1-1-1 0,1 2-1 0,-2 0-2 0,0 0 1 0,-1 0 1 16,0-1-4-16,1-1 1 0,-1 2-1 0,-1-3 5 0,3 0 0 0,1 2-3 15,-5-3 0-15,5 2-1 0,-2-3-1 0,-1 1 1 0,1-3-2 0,4 3-2 16,-2-2 1-16,-1-1-1 0,3-2-1 0,0 1 2 0,0-1-1 0,0 0-1 16,3 3-3-16,-1-1-1 0,-2-1-1 0,4 0-1 0,1 1 2 0,1 0 1 15,-3-1 0-15,3 2 0 0,3-1 0 0,-4 1 0 0,4-2 1 0,-4 1 2 16,5 0 0-16,-1 2 2 0,-4-1-4 0,4-2-4 0,-4 2 0 0,3 0 6 16,-1-1 3-16,-3 1 3 0,1-1 8 0,-1 2 8 0,1-1 7 15,-5 0 8-15,5 1 5 0,-5-1 3 0,0 2 4 0,0-2 4 16,0 1 2-16,0 2 8 0,0 0-1 0,-5 0-6 0,1 1-2 0,3 1-3 0,-3 0-7 15,-1 1-8-15,-1-2-9 0,-3 2-6 0,5 0-11 0,-1-2-11 0,-4 1-16 16,4 0-19-16,1-2-30 0,-1 0-37 0,3-2-72 0,-6 1-83 0,3-1-75 16,1-2-70-16,3-1-79 0,-3 2-79 0,4-3-88 0,0 0-96 15,-5-3-37-15,5 0-13 0,-4-1 0 0,4-2 14 0,4 0 28 0,-4-3 34 16,0 0 70-16,3-2 84 0,-1-1 75 0,2 0 70 0,1 0 78 0,0-1 78 16</inkml:trace>
  <inkml:trace contextRef="#ctx0" brushRef="#br0" timeOffset="101909.45">7987 11176 159 0,'4'0'353'0,"1"0"91"0,-1 2 73 16,-2 0 73-16,5 3 70 0,-5 1 54 0,1 0 44 0,3 2 27 0,-2-1 16 15,1 0 10-15,-3 4 4 0,5-2-42 0,-5 0-64 0,5 0-104 16,-5 2-123-16,3-1-85 0,-1 1-70 0,1 1-68 0,-5-2-70 16,4 2-51-16,-4 0-44 0,2 0-17 0,-2 0-8 0,0 2-12 0,0-2-14 15,-2 0-7-15,-2 0-6 0,4-2-7 0,-5 1-10 0,5-1-8 0,-4 1-11 16,-1-1-11-16,-1 1-10 0,3-3-18 0,-3 2-21 0,1-2-52 0,0 0-67 15,-5 1-76-15,7-1-85 0,-6-1-72 0,3-2-70 0,1-1-69 0,-4-1-70 16,4-1-71-16,-5-2-75 0,5-3-27 0,-4-1-10 0,4 0 10 0,-3-3 15 16,3-2 42-16,3 0 58 0,-5-2 80 0,5-1 90 0,-2-1 78 0,3-1 71 15,1-1 72-15,-4-1 72 0</inkml:trace>
  <inkml:trace contextRef="#ctx0" brushRef="#br0" timeOffset="102200.95">8049 10963 172 0,'3'-4'320'0,"-1"0"54"16,2 2 40-16,1 0 36 0,-1 1 36 0,-2-1 40 0,1 2 46 0,3 2 39 16,-3-2 39-16,-1 1 21 0,5-1 12 0,-5 2-42 0,2-2-70 15,1 1-85-15,1-1-93 0,-3 1-52 0,1-1-36 0,-2 2-34 0,1 0-34 16,-3-2-38-16,2 1-43 0,2 2-35 0,-4-1-37 0,0 1-19 0,0 0-14 16,0 1-6-16,0 1-6 0,-4-1-3 0,2 2-3 0,-1 0 2 0,1 2 1 15,-2-2 5-15,-1 1 3 0,1-1 4 0,-1 1 1 0,-1 1 5 0,-1 0 2 16,2-2 2-16,3 1 8 0,-5-1 0 0,1 0 1 0,5 0-1 0,-3-3-1 15,0 2-5-15,2-1-5 0,-1 1-3 0,1-2-5 0,2 0-7 0,-4-2-7 16,4-1-4-16,0 3-7 0,0-3-5 0,0 0-7 0,0 3-2 0,4 0-4 16,-2-1-1-16,-2-1-1 0,3 1-4 0,-1-1-1 0,2 1-7 15,1-1-11-15,-1-1-24 0,-2 2-26 0,5-2-63 0,-5 0-76 0,3 0-78 16,2-2-74-16,-1 1-73 0,-1-1-70 0,1-1-94 0,1 0-105 0,-2 2-52 16,-3-4-27-16,5 2-6 0,-5-1 2 0,2 1 19 0,1 0 24 15,-1-1 66-15,-4 4 76 0,2-2 79 0,5 2 77 0,-7 0 72 0,5 0 67 16</inkml:trace>
  <inkml:trace contextRef="#ctx0" brushRef="#br0" timeOffset="102523.88">8230 11287 147 0,'0'2'368'0,"0"1"79"0,0-1 49 0,0 2 46 0,5-3 43 15,-5 1 40-15,4-1 36 0,-1 2 31 0,-1-3 27 0,4 2 20 0,-3-1 16 16,6-1-31-16,-3 0-54 0,-1 0-109 0,4 0-135 0,0 0-69 0,-3 0-39 16,3 0-42-16,0 0-44 0,2-1-34 0,-2 1-36 0,3-2-30 0,-4 2-29 15,4 0-19-15,-3-1-15 0,2-1-11 0,-2 2-10 0,0-1-9 0,0-1-9 16,0 1-7-16,-2 1-8 0,1-2-5 0,-3 2-1 0,1-2-1 0,-1 2-2 16,-1 0 0-16,1 0 0 0,-1 0-2 0,-4 0-2 0,1 0-5 15,-1 0-3-15,0 0-11 0,0 0-13 0,0 0-33 0,0 0-43 16,0 0-74-16,0 0-93 0,-5 0-73 0,3 0-67 0,-5 2-60 0,5-2-59 0,-1 2-59 15,-3-2-59-15,1 0-60 0,-3 1-59 0,3-1-18 0,-4 0 1 16,4 0 27-16,5 0 39 0,-6 0 73 0,1-1 90 0,-2 1 76 0,1-4 67 16,4 3 60-16,2 1 60 0,-3-4 59 0</inkml:trace>
  <inkml:trace contextRef="#ctx0" brushRef="#br0" timeOffset="102732.77">8387 11127 285 0,'-2'-2'409'0,"-1"0"56"16,3 2 52-16,-4 2 50 0,4 0 55 0,0 1 60 0,-2 0 43 0,-1 1 34 15,3 1 25-15,0 2 22 0,0-1 2 0,0 3-6 0,-2 0-112 0,2 2-163 16,-4-1-84-16,4 2-51 0,0 1-46 0,0 1-48 0,0 0-56 0,0 1-58 16,0 0-41-16,0-2-35 0,0 2-27 0,0 0-23 0,0 0-19 0,0-2-16 15,0 1-19-15,0 0-17 0,0-3-25 0,4 0-23 0,-2 0-46 0,-2-1-53 16,0-2-85-16,3-1-98 0,-3 1-79 0,2-2-76 0,-2-2-80 16,4 1-82-16,-4-5-70 0,0 0-67 0,0 0-23 0,0 4-2 0,0-4 9 15,0 0 17-15,0 0 41 0,0 0 53 0,0 0 81 0,0 0 97 0,0 0 80 16,0 0 79-16,0 0 78 0,0 0 86 0</inkml:trace>
  <inkml:trace contextRef="#ctx0" brushRef="#br0" timeOffset="103599.94">8968 11087 58 0,'0'-8'309'0,"0"0"68"0,0 1 39 0,0 2 28 0,3 1 25 0,-1 1 30 0,-2 3 30 0,0 0 46 0,0 0 48 16,0 0 44-16,0 0 40 0,0 0-3 0,0 1-21 0,4 1-86 0,-4 2-114 15,0 1-58-15,0 0-29 0,3 3-22 0,-3 1-17 0,2 3-26 0,-2 2-26 16,0 2-40-16,0 2-49 0,0 2-36 0,0-1-38 0,0 4-25 0,-2-1-22 16,-1 1-16-16,-1 1-14 0,4-2-11 0,-5-1-9 0,1 2-8 0,2-4-5 15,-1 1-5-15,-3-2-3 0,6-2-5 0,-5 1-4 0,5-2-4 0,-4-3-5 16,2 1-5-16,-1-2-1 0,3-1-4 0,-4-1-5 0,4-3-3 0,-2 2-2 15,-1-2-2-15,3-2-4 0,0 1-2 0,-2-2-2 0,2-1-3 0,0-2-2 16,0 0-1-16,0 0-1 0,0 0-1 0,0 0-1 0,0 0 2 0,0-2 4 16,2-1 1-16,-2-2 4 0,5-1 1 0,-5-1 3 0,7-1 3 15,-5 0 1-15,4-2 2 0,3 1 5 0,-6-1 1 0,6 1 0 0,-3 0 1 16,3 0 2-16,-4 1 2 0,4 1-1 0,-3 1 4 0,3 1 2 0,-4 1 4 16,1 1-1-16,1-1 5 0,-2 3 3 0,1 1 5 0,-1 0 2 0,-1 1 7 15,1 3 4-15,1-3 4 0,-3 2 5 0,1 0 5 0,-2 2 5 0,-2 1 4 16,3-2-1-16,-3 4 5 0,0-2 5 0,0 1-1 0,0 3-1 15,-3 0-3-15,1-2-3 0,-2 3-1 0,1 0-5 0,-3-1-5 0,1 1-2 16,1-1-7-16,-5 2-4 0,4-2-4 0,-1 0-4 0,1-2-8 0,-1 2-11 16,-1-3-11-16,2 1-11 0,-1-2-13 0,1-2-13 0,-2 0-12 0,5 1-10 15,-4-3-17-15,3-1-17 0,-1 1-31 0,-1-1-36 0,1-1-67 0,2-1-80 16,2-1-69-16,0-1-62 0,0-3-49 0,2 0-42 0,2-3-44 0,1 0-41 16,-1-1-63-16,1-5-72 0,1 0-27 0,3-2-7 0,-4-2 20 0,4-1 33 15,0 2 63-15,0-3 81 0,0 0 68 0,2 0 68 0,-2 2 57 0,6-3 54 16,-6 3 53-16,1-2 51 0</inkml:trace>
  <inkml:trace contextRef="#ctx0" brushRef="#br0" timeOffset="103810.21">9257 11101 19 0,'2'-4'295'0,"2"1"72"0,-4 1 44 0,0 2 44 0,0 0 43 15,0 2 56-15,0 1 61 0,0 1 54 0,0 0 47 0,0 3 29 0,-4 0 26 16,4 2-8-16,-6 2-23 0,5-1-94 0,-3 2-121 0,0 2-64 0,-1-1-37 16,0 1-39-16,1 1-36 0,-1 1-50 0,1 1-56 0,-2 1-48 15,1 0-44-15,1-2-31 0,-1 2-22 0,0 0-16 0,1 2-14 0,-1-2-10 16,1 0-8-16,2-2-10 0,2 2-7 0,0-3-12 0,0 0-13 0,0-1-17 15,2-2-17-15,2 0-19 0,1-2-19 0,0-1-38 0,3-1-44 0,-3-1-80 16,4-1-97-16,0-1-78 0,-2-4-74 0,6 2-74 0,-4-3-77 0,2 0-80 16,-2-3-76-16,0 0-30 0,2 0-6 0,2-1 5 0,-3-1 14 15,3 1 34-15,-2-2 44 0,3 1 79 0,-5-1 95 0,2-2 82 0,2 4 69 16,-2-2 78-16,-2 0 78 0</inkml:trace>
  <inkml:trace contextRef="#ctx0" brushRef="#br0" timeOffset="104034.96">9463 11385 102 0,'0'2'393'0,"0"2"174"0,0-3 95 0,0 2 59 0,0 0 35 15,0-1 26-15,4-1 18 0,-4 1 15 0,2-1 12 0,1 0 7 0,3 3 8 16,-3-3 3-16,3 1-92 0,-1-1-134 0,-1 2-159 0,1-1-170 0,4-1-92 16,-3 1-55-16,3-1-37 0,-4 0-26 0,4-1-17 0,-3 2-15 0,3 0-9 15,-4-2-8-15,4 0-7 0,-3 0-7 0,3 0-4 0,-2 0-2 0,0 0-7 16,0 0-5-16,-1 0-10 0,-1 0-11 0,1 0-19 0,-3 0-19 15,3-2-48-15,-3 2-61 0,-1-2-92 0,2 2-105 0,-4 0-88 0,0-1-84 16,0 1-110-16,0 0-118 0,0 0-50 0,0 0-22 0,-4-3-2 0,4 0 5 16,0 3 13-16,-5-4 20 0,5 1 49 0,-6-1 60 0,6 0 90 0,0 4 104 15,-3-3 89-15,3 3 87 0</inkml:trace>
  <inkml:trace contextRef="#ctx0" brushRef="#br0" timeOffset="104417.2">9720 11235 93 0,'4'0'372'0,"-2"-2"150"0,1 2 91 0,1-1 63 0,-2 1 40 16,1 0 24-16,3 0 22 0,-3 1 20 0,-1-1 13 0,3 0 6 15,-1 0 5-15,2 0 6 0,-3 2-94 0,3-2-130 0,-3 1-143 0,-1 2-147 16,2-1-89-16,-1-1-64 0,-1 1-34 0,2-1-29 0,-4 2-19 0,0-3-19 16,1 3-11-16,-1 0-9 0,0 0-3 0,0 0-5 0,-1 2-1 0,1 1-3 15,-4 0 0-15,4 1-1 0,-5 1-1 0,1 1-2 0,-1 0 1 0,-1 0-2 16,3 0 2-16,-7 1 0 0,5-1-1 0,0 0 1 0,-1 0-2 0,3-1-1 15,-3-1 0-15,3 0-1 0,-3 0-1 0,6-1 1 0,-5-1-1 0,5 0-2 16,0 0 1-16,-4-2 1 0,4 1 1 0,0-1-2 0,4-1 0 0,-4 1 0 16,0 0 0-16,5-2 1 0,-5 2 1 0,6 0-1 0,-3 0 1 0,3 0 1 15,-3 0 3-15,3 0 3 0,-1 0 0 0,-1 0 0 0,1 0-2 0,1 0 2 16,1 0 2-16,-2 0 4 0,1 0 4 0,-3 2 5 0,3-3 3 16,-5 3 2-16,3-2 4 0,2 2 3 0,-6-1 4 0,3 1 5 0,-3-1 2 15,4 2 4-15,-4 2 0 0,-4-2 1 0,4 1-2 0,0 1-5 0,0-1-3 16,-3 0-5-16,1 1-4 0,-2 1-3 0,-1-1-4 0,1 1-7 15,2-2-13-15,-1-1-16 0,-3 2-19 0,1-4-16 0,-2 2-16 0,1-1-20 16,2-2-27-16,-1-1-32 0,3 2-68 0,-1-3-89 0,-3 1-86 0,3-2-84 16,3-2-83-16,-6 1-79 0,6 1-85 0,0-6-92 0,-3-2-30 0,3 0-10 15,0 1 8-15,0-3 11 0,3-1 25 0,-3-2 31 0,0 1 68 0,6-2 89 16,-6-1 87-16,3-1 83 0,3-1 85 0,-1-1 81 0</inkml:trace>
  <inkml:trace contextRef="#ctx0" brushRef="#br0" timeOffset="104647.51">9962 11154 232 0,'6'3'446'0,"-2"0"108"0,1 1 82 0,-5 1 57 0,5 1 48 16,-1-1 34-16,-2 3 25 0,1 1 17 0,1 0 17 0,1 0 6 15,-1 2 11-15,-2-1-46 0,3 2-70 0,-1-1-136 0,1 1-164 0,-1 1-103 16,1-1-74-16,-1 2-54 0,-2-1-48 0,1 1-30 0,-3-1-27 0,0 2-16 16,0 0-11-16,0 0-12 0,0 0-11 0,0 0-10 0,-3 0-9 0,1 0-10 15,-2 0-14-15,-1-1-17 0,1 0-20 0,3 0-17 0,-3-2-18 0,-1 0-26 16,1-1-32-16,-2-3-64 0,1 3-77 0,1-4-83 0,-1 1-91 15,1 0-80-15,-1-2-75 0,1-2-98 0,3 1-104 0,-3-1-40 0,4-4-8 16,0 0 4-16,0 0 11 0,0 0 25 0,0 0 29 0,-6-3 61 0,3-1 76 16,3 4 88-16,3-6 87 0,-3 0 84 0,4 1 78 0</inkml:trace>
  <inkml:trace contextRef="#ctx0" brushRef="#br0" timeOffset="104946.13">10239 11377 280 0,'4'2'534'0,"-2"-2"102"0,-2 0 50 15,3 0 26-15,3 0 22 0,-3 1 14 0,-1 1 15 0,5-2 14 0,-5 1 13 16,2-1 11-16,5 0 7 0,-4 0-50 0,4 0-78 0,-3 0-173 0,3 0-212 16,2 0-98-16,1 0-47 0,-1 0-25 0,-2-1-17 0,6-1-13 0,-3 1-11 15,-1-1-11-15,0 1-13 0,2-1-10 0,1-1-8 0,-3 1-5 16,2 0-5-16,-2-1-4 0,1 0-2 0,-1 1-4 0,-2-1-4 0,4 0-3 15,-6 2-1-15,2-3-4 0,-4 2-7 0,3 0-6 0,-3 2-9 16,1-1-9-16,-6-1-12 0,5 1-22 0,-5-1-26 0,0 2-69 0,0 0-90 16,0 0-88-16,0-3-86 0,-2 2-76 0,-1 1-74 0,-1-4-84 0,2 3-90 15,-3 0-47-15,-3-1-28 0,3-1-4 0,0 0 4 0,-1 2 17 0,-3-1 25 16,4 1 68-16,-4-3 90 0,3 3 89 0,-1 0 85 0,0-1 78 0,0-1 73 16</inkml:trace>
  <inkml:trace contextRef="#ctx0" brushRef="#br0" timeOffset="105125.39">10453 11184 211 0,'0'0'422'16,"0"0"102"-16,0 0 78 0,0 1 60 0,0 4 56 0,0-1 37 0,0 4 33 16,0-1 22-16,0 1 23 0,0 2 19 0,-4 0 21 0,4 1-31 0,-2 3-54 15,2-3-119-15,-3 5-146 0,-1-3-96 0,2 2-73 0,2-2-57 0,-3 3-52 16,3-3-38-16,-6 2-36 0,6-2-28 0,0 3-34 0,0-3-40 0,0 2-43 16,0-3-46-16,0 2-46 0,0-2-46 0,0-1-48 0,0 0-81 0,0 1-101 15,4-3-96-15,-2 0-99 0,-2 0-94 0,3-2-92 0,-1 0-81 0,2-3-68 16,-1 1-19-16,-1-3 6 0,2 0 16 0,-4-2 21 0,5 2 29 0,1-4 31 15,-3 0 77-15,3 1 95 0,-1-2 98 0,-1 0 95 0,1 2 96 16,-1-2 94-16</inkml:trace>
  <inkml:trace contextRef="#ctx0" brushRef="#br0" timeOffset="105470.59">10773 11191 289 0,'0'0'552'0,"-2"0"114"0,-2 0 60 16,-1 3 34-16,5-1 24 0,-4 0 17 0,4 5 13 0,-5-3 11 0,1 1 12 16,-1 2 11-16,-1 1 11 0,3 0-42 0,-3 2-67 0,1 2-164 0,0 0-214 15,-3 0-96-15,-3 3-44 0,6-2-20 0,-4 2-16 0,4 2-8 0,-4-1-8 16,3-1-9-16,-1 2-7 0,1-1-11 0,1 0-10 0,1 0-14 0,-1-1-17 15,1-2-18-15,3 0-17 0,1 1-15 0,0-2-17 0,0-1-9 0,1-1-12 16,3 0-7-16,-4-2-7 0,5 1-8 0,-1-1-7 0,0-1-14 0,1-1-17 16,0 0-23-16,1-1-27 0,-1-1-25 0,4 1-26 0,-3-4-30 0,3 2-27 15,-2-1-63-15,0-1-81 0,2-1-98 0,-3 0-107 0,3-1-94 0,0-1-90 16,-4 1-83-16,3-2-77 0,-3 0-21 0,0-2 6 0,1-1 16 16,-1 2 25-16,2-2 23 0,-5 0 27 0,6 0 63 0,-7-2 82 0,5 2 98 15,-3 0 108-15,1 0 101 0,1 0 93 0</inkml:trace>
  <inkml:trace contextRef="#ctx0" brushRef="#br0" timeOffset="105754.91">11010 11347 24 0,'-4'1'359'0,"4"-1"218"15,0 4 106-15,0-4 52 0,0 0 29 0,0 1 19 0,4 1 15 0,-4-2 9 16,0 3 10-16,0-3 10 0,0 1 6 0,2-1 5 0,1 2-68 0,1-2-102 16,-2 0-179-16,1 1-214 0,3-1-102 0,-3 0-55 0,3 0-26 0,-1 0-17 15,-1-1-14-15,5 1-11 0,-4-2-10 0,4 1-7 0,-3-1-9 0,3 1-7 16,-4 1-5-16,4-2-5 0,-3 1-2 0,3-1-7 0,-4-1-5 0,1 2-10 16,1 1-14-16,-2-2-16 0,1 1-20 0,-3-1-26 0,-1 1-51 0,2-1-65 15,-4 2-81-15,0 0-88 0,0 0-83 0,0 0-80 0,0 0-80 0,-4 2-81 16,4-2-56-16,-5 1-39 0,-1 1-10 0,3-1 5 0,-6 2 16 15,3 0 23-15,1-1 50 0,-4 1 62 0,3 0 85 0,-3-2 88 0,4 2 83 16,-4 2 81-16,3-3 82 0</inkml:trace>
  <inkml:trace contextRef="#ctx0" brushRef="#br0" timeOffset="105918.01">11021 11460 147 0,'0'4'407'0,"0"-2"144"16,0 1 81-16,0 0 48 0,3-2 32 0,1 1 24 0,-2-1 20 0,1 1 17 15,-1 0 13-15,2 0 12 0,-1 0 6 0,3-1 4 0,-4 1-102 0,1-1-153 16,3 1-147-16,1-1-146 0,-2-1-77 0,1 0-49 0,-1 2-39 0,1-2-35 15,1 0-49-15,-2 0-61 0,4 0-90 0,-3 0-103 0,-1-2-76 0,4 2-63 16,-3 0-64-16,3 0-66 0,0 0-97 0,-4-1-112 0,0 1-50 0,3-2-23 16,-1 2-4-16,0-1 3 0,-1-2 30 0,3 1 41 0,-4-1 74 0,1-1 95 15,3-1 68-15,-4 1 61 0,4-2 60 0,0 1 66 0</inkml:trace>
  <inkml:trace contextRef="#ctx0" brushRef="#br0" timeOffset="106262.46">11473 11275 82 0,'-2'6'383'0,"-2"2"181"0,-1-1 90 0,1 1 50 0,2 0 25 0,-1 2 17 15,3 2 12-15,-4-2 11 0,4 4 11 0,-2 1 8 0,2-1 9 0,0 2 3 16,2 0-83-16,-2 2-123 0,4-3-161 0,-1 2-172 0,-1-2-89 16,2-1-46-16,1 0-23 0,-1-2-16 0,1-1-12 0,1-1-9 0,-1-2-7 15,2 1-8-15,1-3-5 0,-1-2-1 0,0 1-3 0,2-2-4 0,0-3-2 16,0 0-5-16,2 0 2 0,-2-2 3 0,0-3 5 0,0 3 4 0,2-4 3 15,-2 0 1-15,0 0 2 0,0-3 5 0,-3 1 1 0,3-1 6 16,-4 2 3-16,1-4 3 0,-3 4 4 0,3-2 2 0,-3 1-1 0,-3-1-2 0,2 2-5 16,-2 0-3-16,-2 0-3 0,2 0-2 0,0 1-2 0,-3-2-3 15,-3 4-5-15,3-3-4 0,1 2-8 0,-2-1-6 0,-1 1-7 0,-1-1-4 16,1 3-8-16,-2-3-8 0,1 3-16 0,-3-1-18 0,0 2-19 0,2-1-22 16,-6 0-22-16,4 2-18 0,-5-1-22 0,3 2-21 0,-2 0-32 0,-1 2-35 15,-1-1-58-15,1 1-70 0,3 2-70 0,-2-1-70 0,-1 2-55 0,5-2-51 16,-2 1-60-16,2 1-59 0,0 1-45 0,0-3-36 0,2 1-4 0,-1-1 8 15,-1 1 26-15,4 0 34 0,-1 0 59 0,-3-1 72 0,4 0 73 0,0 0 75 16,-3-1 70-16,3 1 68 0,-1 0 77 0</inkml:trace>
  <inkml:trace contextRef="#ctx0" brushRef="#br0" timeOffset="106426.89">11310 11451 42 0,'0'4'314'0,"-4"-1"129"0,4 1 54 15,-1 0 22-15,-3-3-3 0,4 4-12 0,-2-1-22 0,-1-2-25 0,3 0-27 16,-4 0-28-16,4 0-30 0,-2-1-33 0,-2 1-117 0,4-1-157 0,-3 1-178 16,1-1-189-16,2-1-107 0,-4 2-69 0,-1-1-20 0,1 1 2 0,-1-1 18 15,5-1 23-15,-5 1 25 0,-1-1 29 0,-1 0 29 0,7 0 33 0,-6 0 40 16,-3 0 42-16,4 0 58 0</inkml:trace>
  <inkml:trace contextRef="#ctx0" brushRef="#br0" timeOffset="108900.12">6662 13251 61 0,'-4'1'381'0,"0"1"204"0,-1-1 100 0,5 1 52 0,-4-1 27 0,4-1 17 16,0 0 11-16,0 1 11 0,0-1 10 0,0 0 7 0,0 0 8 0,0 0 7 15,0 0-81-15,0 0-116 0,0 0-173 0,4 4-199 0,-4-4-96 0,0 0-49 16,0 1-20-16,0-1-10 0,4 2-1 0,-3-2-1 0,3 0-1 0,0 1-2 16,1-1 2-16,-3 2 1 0,5-2 1 0,-2 1 0 0,1 1 0 0,-1-1 0 15,4 1 3-15,-3-1 1 0,1 1-2 0,-2 1-6 0,4 0-7 0,-3 0-10 16,-1 0-7-16,4 0-6 0,-3 0-10 0,-3-1-7 0,6 2-6 0,-3-1-3 16,-4 0-4-16,5 0-3 0,-2 0-8 0,1-2-9 0,-3 2-20 0,3 0-22 15,-3-1-27-15,3 1-27 0,-4-2-25 0,5 2-24 0,-5-1-47 16,1-1-55-16,3 0-90 0,-1 3-106 0,-5-3-88 0,7 1-83 0,-5 1-85 15,2 0-89-15,1-2-51 0,-1 1-40 0,1-1-2 0,1 0 13 0,-3 3 19 16,-1-3 21-16,5 1 44 0,-5-1 57 0,-2-1 88 0,6 0 105 0,1 2 92 16,-2-2 80-16,1 0 90 0</inkml:trace>
  <inkml:trace contextRef="#ctx0" brushRef="#br0" timeOffset="109304.41">7372 13252 67 0,'-3'-1'382'0,"1"1"196"15,2 0 95-15,-4 0 47 0,3 3 28 0,-3 1 20 0,4 2 16 0,-4 0 15 16,4 2 14-16,-5 2 11 0,5 0 7 0,-6 1 6 0,6 3-82 15,-3 1-120-15,3 1-172 0,-6 1-192 0,6-1-92 0,-3 1-46 0,1-1-28 16,-2 1-19-16,4-2-17 0,0-1-17 0,0 0-11 0,0-2-11 0,4-2-6 16,1 0-5-16,-1-3-5 0,1 1-2 0,1-4-2 0,3 2 1 15,-4-3-1-15,4 0 1 0,0-1-1 0,0-2 2 0,2 0 2 0,-2-2 2 16,0-1 1-16,2-1 1 0,-2-2 1 0,0-1 1 0,0 0-1 0,-3-2 1 16,3 0 2-16,-4-1 2 0,1 1 3 0,-3 0 3 0,3 0 8 0,-3 1 5 15,-1-1 10-15,2 2 8 0,-4 1 7 0,0 0 4 0,0 0 3 0,0 1 3 16,0 0 0-16,0 1 5 0,-4 1-2 0,-1-1-5 0,3 1-2 0,-2-2-9 15,-5 2-13-15,4 0-19 0,-1 0-30 0,-3 0-34 0,4 0-34 0,-4 0-27 16,0 0-47-16,0 0-52 0,0 2-105 0,0-1-127 0,2 1-112 0,-1-2-108 16,-3 0-109-16,2 1-115 0,4 0-41 0,-4 0-15 0,3-1 11 0,1 1 17 15,-2-1 21-15,1 0 24 0,3-2 41 0,1 1 47 0,-2 0 99 0,4-2 128 16,0 0 110-16,0-2 108 0</inkml:trace>
  <inkml:trace contextRef="#ctx0" brushRef="#br0" timeOffset="109619.02">7486 12988 36 0,'4'-3'322'0,"-2"2"152"15,-2-1 81-15,0 1 49 0,0 1 37 0,5 0 31 0,-1 0 24 0,-4 1 22 16,3-1 16-16,-3 0 9 0,2 2 7 0,2-2 7 0,-2 0-74 0,-2 0-108 16,3 1-137-16,1 1-143 0,-2-1-78 0,-2 1-49 0,3-1-32 0,-1 2-32 15,-2 0-22-15,4 0-21 0,-4 2-13 0,0-1-9 0,3 2-7 0,-3-1-7 16,0 2-1-16,0 0 0 0,0 1 0 0,-3 0-1 0,3 1 4 0,-4-2 1 15,2 0 5-15,2 1 5 0,-3 0 4 0,1-1 5 0,-2-1 3 0,1 0 4 16,1 0 3-16,-2-1 3 0,4-1 3 0,-2-1-2 0,-1 0-1 0,3-1-1 16,0-2-5-16,-4 1-5 0,4-1-5 0,0 0-7 0,0 0-7 15,0 0-6-15,0 0-4 0,0 0-7 0,0 0-4 0,0 0-4 0,0 0-5 16,0 0-5-16,0 0-4 0,0 0-6 0,4-1-7 0,-1-2-10 0,-1 1-17 16,-2-1-25-16,4 2-58 0,-2-2-72 0,1 0-86 0,3 1-91 15,-3-1-91-15,3 0-86 0,-3 0-98 0,-3 3-101 0,2-3-44 0,5-1-17 16,-5 1-4-16,2-2 3 0,1 2 20 0,1 0 21 0,-3 2 58 0,-3 1 73 15,6 0 89-15,3 0 93 0,-4 1 88 0,4 2 90 0</inkml:trace>
  <inkml:trace contextRef="#ctx0" brushRef="#br0" timeOffset="109934.49">7821 13293 81 0,'0'4'384'0,"0"1"183"0,0-2 86 0,0 0 41 0,0 0 26 16,0 0 22-16,0-1 16 0,4 0 17 0,-4-2 16 0,0 2 11 0,3-1 9 15,-1-1 6-15,2 2-84 0,-3-2-127 0,3 0-162 0,1 0-178 0,1 0-81 16,1 1-39-16,-1-1-26 0,-1 0-18 0,4 0-16 0,0 0-14 16,-4 0-17-16,5 0-14 0,0 0-7 0,-1 0-1 0,-3 0 3 0,3 0 2 15,0 2 2-15,0-2 2 0,2 1 0 0,-4 1 0 0,0-1-1 0,2 1-1 16,0-1-2-16,-3-1-1 0,1 1-5 0,-2-1-10 0,1 2 1 0,-2-2 2 15,1 0-4-15,-5 0-4 0,5-2-7 0,-5 2-5 0,0 0-2 0,4 0 0 16,-4 0 0-16,2 0 0 0,1 0-6 0,-3 2-8 0,0-2-4 0,0 0-4 16,0 0-23-16,0 0-33 0,0 0-59 0,0 0-71 0,0 0-94 0,0 0-102 15,0 0-94-15,0 0-91 0,0 0-102 0,0 0-108 0,0 0-43 0,-3-3-15 16,1 2 2-16,2 1 8 0,-7-3 19 0,5 0 22 0,-2 0 56 0,-1-2 70 16,5 1 93-16,-6-1 105 0,6 1 93 0,-3-3 91 0</inkml:trace>
  <inkml:trace contextRef="#ctx0" brushRef="#br0" timeOffset="110136.5">7982 13168 262 0,'0'5'495'15,"-4"1"113"-15,3-1 81 0,1 3 48 0,0 1 34 0,0 2 21 0,-4 0 15 16,4 0 17-16,0 1 16 0,-2 1 10 0,-2 1 8 0,4 0-51 0,0-1-79 16,0 2-156-16,-3 0-193 0,3 0-115 0,0 2-78 0,0-4-50 0,0 2-35 15,-2 0-26-15,2 0-21 0,-4 0-26 0,4-2-26 0,0 0-28 0,0-1-26 16,0-1-47-16,0 0-53 0,0-2-86 0,0 0-101 0,4-1-87 0,-4-1-77 15,2 1-87-15,-2-3-91 0,0 0-70 0,0-5-56 0,0 0-21 0,0 0-3 16,0 5 10-16,0-5 16 0,0 0 40 0,0 0 48 0,0 0 84 16,0 0 100-16,3-2 85 0,3-1 77 0,-2-2 91 0</inkml:trace>
  <inkml:trace contextRef="#ctx0" brushRef="#br0" timeOffset="111041.48">8402 13437 37 0,'-2'6'337'0,"2"-1"167"0,-4 0 86 0,4 1 49 0,0-3 32 0,0 3 19 0,0-1 23 0,0-2 22 16,0 0 16-16,0-3 17 0,0 0 11 0,0 1 11 0,0-1-68 15,0 0-104-15,0 0-143 0,0 0-162 0,0 0-81 0,0 0-42 0,0 0-26 16,0 0-19-16,0 0-12 0,0 0-17 0,4-1-14 0,-4 1-11 0,2-2-7 16,-2 2-3-16,0 0-1 0,3-1-2 0,-3-1 1 0,0 2 1 0,0-1-1 15,2-2-1-15,-2 3-4 0,4-2-5 0,-4 2-3 0,0-3-8 0,0 3-1 16,0 0-4-16,0-3-11 0,0 3-14 0,0-1-22 0,0-2-25 15,0 1-31-15,-4 1-32 0,2-2-58 0,2 1-68 0,0-1-98 0,-3 0-111 16,3 2-100-16,0 1-96 0,0 0-101 0,0-5-108 0,0 5-44 0,0-6-17 16,0 1 5-16,0 1 15 0,3 0 20 0,-3-1 27 0,6 0 52 0,-6 1 65 15,3-2 98-15,-1 3 111 0,5-3 100 0,-5 2 97 0</inkml:trace>
  <inkml:trace contextRef="#ctx0" brushRef="#br0" timeOffset="111520.27">8700 13026 28 0,'0'0'373'0,"0"0"230"0,0 0 103 0,0 0 47 16,0 0 21-16,0 0 11 0,0 3 13 0,0 1 9 0,0-1 13 0,2 2 14 16,-2 1 13-16,0 1 10 0,0 2-63 0,0 0-97 0,0 3-183 0,0 0-220 15,0 1-96-15,0 3-39 0,0-1-18 0,0 1-7 0,0 2-10 0,0 0-11 16,0 0-13-16,0 0-13 0,0 2-13 0,0-1-13 0,0 1-10 15,0-1-9-15,0 1-10 0,0-1-5 0,0-1-7 0,-2 0-8 0,2-1-5 16,-4-2-1-16,4-1-1 0,0 2-2 0,-1-4 0 0,1-2 3 16,-4 1 0-16,4-3 0 0,0 0 0 0,0 0-3 0,-4-4-3 0,4 1-3 0,0-1-5 15,0-1-7-15,0-3-7 0,0 0-8 0,0 0-9 0,0 0-7 0,0 0-8 16,0 0-7-16,0 0-5 0,0 0-3 0,0 0-3 0,0-3 0 16,4 2 4-16,0-4 4 0,-3 0 4 0,5-2 3 0,-3 1 7 0,3-3 8 15,-1 0 9-15,4 0 6 0,-3-1 8 0,3 1 5 0,-2 0 4 0,0-2 2 16,2 4 1-16,0-1 1 0,-3 2 0 0,3 0 1 0,0 1 2 0,-4 3 5 15,1-1 2-15,3 1 8 0,-4 2 6 0,2 0 9 0,-1 2 2 0,-1-1 1 16,4 2 7-16,-3 0 8 0,-3 2 8 0,3-1 8 0,-1-1 8 0,-1 3 8 16,-2 2 7-16,1-2 6 0,-3 0 1 0,4 1 2 0,-8 2-2 0,4 0-1 15,0 1 3-15,-5 0 4 0,1 0 0 0,2 2-3 0,-5-1-5 0,5-1-8 16,-3 2-7-16,-2-2-10 0,1 1-8 0,1 0-3 0,-1-1-8 0,-3-1-8 16,4 0-12-16,-2-2-15 0,1 1-20 0,1 0-25 0,-4-2-31 0,3 0-28 15,1 0-27-15,-2-2-25 0,1-1-28 0,1 2-31 0,1-2-59 0,-1-2-74 16,3 1-83-16,-2-1-88 0,1 0-72 0,3-1-63 0,-2 0-61 0,-2-1-60 15,4 1-44-15,0-6-33 0,0 2-6 0,0-3 11 0,0 0 22 0,4 0 28 16,-2-2 59-16,5 0 71 0,-5-2 88 0,7 1 88 0,-4-2 76 16,1 2 72-16,3 0 77 0</inkml:trace>
  <inkml:trace contextRef="#ctx0" brushRef="#br0" timeOffset="112538.32">8393 13446 72 0,'-2'-3'226'0,"-2"0"24"0,2 0 17 0,-1 0 11 0,-1 0 10 0,2-1 11 0,-1 2 13 0,1-1 14 0,-2 0 13 0,1 1 19 15,-3-1 7-15,6 0 2 0,-5 1-47 0,5 0-72 0,-4-1-16 0,4 1 11 16,0-1 29-16,0 3 33 0,-2 0 31 0,-1-1 29 0,3 1 20 15,0 0 14-15,0 0 2 0,0 0 0 0,0 0-2 0,0 0-2 0,0 0-11 16,0 0-12-16,0 0-24 0,0 0-30 0,0 0-35 0,0 0-42 0,-4 0-35 16,4 0-37-16,0 0-28 0,-2 1-23 0,2 2-12 0,0 2-7 15,-3-1-10-15,3 2-8 0,0 3-8 0,0 0-3 0,0 2-2 0,0 1-1 0,0 1-1 16,0 0-2-16,0 4-5 0,3-2-4 0,-3 0-3 0,2-1-4 16,-2 0-5-16,4 0-8 0,-4-2-4 0,3 0-1 0,-1-3-4 0,2 1-4 15,1-2-4-15,-1 0-5 0,1-2-2 0,1 0-1 0,-1-3 3 0,2 0 6 16,-1-1 3-16,-1 0 0 0,4-2 5 0,-3-2 4 0,-1 2 3 0,4-2 0 15,-4-3 0-15,3 1 3 0,-3-3 2 0,4 0-2 0,-3 0 1 0,-1-4 2 16,0 0 0-16,3 1-3 0,-6-1-3 0,1 0-2 0,3-1-1 0,-3-1-3 16,-1 3-3-16,-2-2 0 0,0 2-3 0,0 1-2 0,0-2 1 0,0 2-2 15,0 0-2-15,-5 2-2 0,5-1-5 0,-6 0 2 0,3 3-2 0,-3-3-2 16,2 2-1-16,3 0-3 0,-5 2-1 0,-1-2-1 0,5 0-1 0,-5 1 0 16,2-1-1-16,-1 1-1 0,2 1-7 0,-1 0-7 0,0 1-11 0,-1-2-13 15,3 2-18-15,-3 0-20 0,3 0-15 0,-3 2-16 0,1-1-15 0,1 1-14 16,-1-2-19-16,1 3-23 0,2-2-45 0,-1 2-55 0,1 0-76 0,-2 0-80 15,4 0-63-15,-3 2-52 0,3 1-54 0,0-2-54 0,0-1-63 0,0 0-69 16,-2 6-25-16,2-6-2 0,2 4 11 0,-2 1 20 0,3-2 43 16,1 2 56-16,-4-5 80 0,2 1 89 0,3 2 73 0,-1-3 65 0,1 0 71 15,1 0 75-15</inkml:trace>
  <inkml:trace contextRef="#ctx0" brushRef="#br0" timeOffset="113061.77">8463 13468 111 0,'4'2'528'0,"-4"-2"129"16,0 0 63-16,0 0 32 0,1 1 17 0,-1-1 10 0,0 2 7 0,0-2 6 0,0 0 8 0,0 0 3 0,0 0 4 15,0 0-21-15,0 0-38 0,0 0-196 0,0 0-271 0,0 0-129 0,4 1-66 16,-4-1-45-16,0 0-37 0,0 0-65 0,4 2-80 0,-2-1-100 0,1-1-114 16,-3 2-123-16,6-1-128 0,-6-1-85 0,0 0-65 0,0 0-30 0,0 0-14 15,0 0-5-15,0 0 1 0,0 0 12 0,0 0 19 0,0 0 56 0,0 0 71 16,-6-3 97-16,6 0 106 0,-3-1 120 0</inkml:trace>
  <inkml:trace contextRef="#ctx0" brushRef="#br0" timeOffset="113705.02">9187 13384 87 0,'0'0'549'0,"0"0"134"0,0 0 61 0,0 0 28 0,0 2 13 0,-4-1 7 0,4-1 7 0,-2 0 4 0,2 0 4 16,0 0 6-16,0 0 7 0,0 0-9 0,0 0-19 0,0 0-205 0,0 0-284 16,0 0-129-16,6 0-56 0,-1 0-20 0,-1 0-7 0,-3 0-2 0,8 0-4 15,-5 0-4-15,5 0-6 0,-3-1-1 0,3 1 2 0,0-2-2 0,0 2-5 16,-2-1-2-16,2-1-2 0,0 1-1 0,0 1 1 0,0-2-5 0,0 1-5 16,-2-1 1-16,1 0 1 0,-3 1 2 0,4 0 5 0,-4-1-1 15,1 2-6-15,-1-3-3 0,-1 3 0 0,1-1-4 0,-1 1-2 0,-2-2 0 0,1 2-1 16,1 0-1-16,-4 0-4 0,0 0-2 0,2-1-4 0,-2 1-2 15,0 0-1-15,0 0-3 0,0 0-3 0,0 0-4 0,0 0 0 16,0 0-4-16,0 0-2 0,0 0-13 0,0 0-13 0,0 0-21 0,0 0-23 0,0 0-28 16,0 0-24-16,0 0-29 0,0 0-27 0,0 0-61 0,0 0-72 0,-2 0-101 15,-2 0-107-15,4 0-93 0,-3 0-86 0,3 0-96 0,-2 0-95 16,2 0-30-16,-9 0 0 0,9 0 16 0,-4 0 19 0,-1 0 23 0,-1-2 26 16,3 1 57-16,-3-2 76 0,1-1 98 0,5 0 109 0,-4 1 92 0,3-1 88 15</inkml:trace>
  <inkml:trace contextRef="#ctx0" brushRef="#br0" timeOffset="113903.15">9300 13227 253 0,'-3'4'558'0,"3"2"122"0,-2-2 66 0,-2 3 37 0,4-1 21 16,-3-1 22-16,3 3 18 0,-2 0 23 0,2 1 22 0,-4-2 29 0,4 2 29 16,0 2-26-16,-1-1-48 0,-3 1-178 0,4 1-236 0,-4 0-117 0,3 1-63 15,1-1-33-15,-4 2-23 0,4-1-22 0,0-1-17 0,-2 2-29 0,2-1-29 16,0-1-46-16,2 0-53 0,-2 0-57 0,0-1-59 0,4-3-43 0,-4 2-38 15,0-3-38-15,1 1-37 0,3-2-84 0,-4 0-106 0,4-2-98 16,-3 1-92-16,-1-1-91 0,4-1-89 0,-4-3-60 0,0 0-49 0,0 0-1 16,0 0 20-16,0 0 22 0,0 0 28 0,2-3 30 0,1-1 36 0,3-3 83 15,-6 0 106-15,3 0 97 0,3-1 92 0,-2 1 96 0,-3-3 95 16</inkml:trace>
  <inkml:trace contextRef="#ctx0" brushRef="#br0" timeOffset="114215.48">9630 13134 142 0,'3'-3'545'0,"-3"3"135"0,0 0 69 16,0 0 38-16,0-3 21 0,0 3 13 0,0 0 12 0,0 0 9 0,-3 3 10 15,1-2 10-15,-2 2 12 0,1-1-16 0,1 2-29 0,-2 1-186 0,-1 1-260 16,-1-2-119-16,-1 5-56 0,2-1-23 0,-1 2-13 0,-3 1-4 0,4 1-4 16,-4 1-2-16,3-1-4 0,1 2-3 0,-2 0-9 0,1 3-9 0,-3-2-8 15,4 0-15-15,-1 0-11 0,3-2-14 0,1 1-10 0,-2 1-12 0,1-3-9 16,3 0-9-16,0 0-7 0,0-2-6 0,3 0-9 0,-3-2-3 0,4 2-6 15,-2-3-3-15,1-1-4 0,3 2-2 0,-1-2-3 0,-1 0 0 0,1 0 0 16,1-2-3-16,-3 0-7 0,6 1-10 0,-3 0-9 0,-1-4-25 0,1 2-27 16,1 0-35-16,-2-3-38 0,1 0-28 0,-1 0-24 0,2-1-33 0,-1-1-36 15,-1-1-90-15,1-1-116 0,3 1-101 0,-4-2-93 0,2-1-104 16,-1 0-110-16,-1 0-37 0,1 0-11 0,-1-1 15 0,-1-1 30 0,1 2 22 16,2-1 26-16,-5-1 30 0,4 1 36 0,-3 0 89 0,3 0 117 0,-3 0 106 15,3-1 98-15,-1 2 115 0</inkml:trace>
  <inkml:trace contextRef="#ctx0" brushRef="#br0" timeOffset="114433.44">9787 13254 13 0,'0'0'351'0,"0"0"217"16,0 0 106-16,0 0 57 0,0 0 31 0,4 0 19 0,-4 0 15 0,1 1 14 16,-1-1 12-16,4 2 11 0,0-2 7 0,-2 1 7 0,1-1-64 0,3 0-97 15,-1 1-174-15,-1-1-208 0,1 2-100 0,4-2-49 0,-4 2-28 0,5-2-14 16,-1 0-14-16,0 0-15 0,0 0-11 0,-2 0-10 0,6 0-7 0,-4 0-8 15,0-2-6-15,2 2-5 0,-2-2-5 0,0 1-8 0,0 1-6 0,-2-1-8 16,2-2-13-16,-4 1-13 0,4-1-14 0,-5 2-14 0,1-2-19 0,1 1-19 16,-3 0-37-16,3 1-41 0,-6-2-82 0,0 3-98 0,0 0-89 0,0 0-83 15,0 0-86-15,0 0-86 0,0 0-70 0,0 0-62 0,-6 0-20 0,3 0-3 16,-3 0 12-16,1 3 17 0,1-2 32 0,-5 3 43 0,4-3 79 0,-4 2 99 16,2 0 91-16,-1 2 82 0,-1-1 88 0,2 2 89 0</inkml:trace>
  <inkml:trace contextRef="#ctx0" brushRef="#br0" timeOffset="114607.07">9881 13341 217 0,'0'3'543'0,"2"-2"113"0,-2-1 52 16,0 3 25-16,0-3 20 0,4 3 15 0,-4-2 18 0,0 3 16 16,0-4 13-16,5 1 16 0,-5 1 11 0,4-1-28 0,-4 1-49 0,5-1-181 15,-5-1-239-15,4 0-113 0,-4 0-50 0,1 2-26 0,3-2-12 0,1 1-17 16,-1-1-17-16,-2 0-25 0,2 0-26 0,1 2-31 0,-1-2-28 16,1 1-36-16,-1-1-39 0,1 0-57 0,-1 0-67 0,1 2-85 0,0-2-91 15,-1 0-85-15,2 1-82 0,-5 0-87 0,7-1-90 0,-8 0-61 0,5 2-45 16,-5-2-14-16,5 2 5 0,1-1 14 0,-6-1 24 0,0 0 48 0,3 2 59 15,-3-2 84-15,0 0 93 0,0 0 83 0,6 0 76 0,-6 0 90 0</inkml:trace>
  <inkml:trace contextRef="#ctx0" brushRef="#br0" timeOffset="115454.49">10516 12936 61 0,'0'0'327'0,"0"0"123"0,0 0 86 0,0 0 72 0,0 0 52 0,4 1 48 0,-1 2 31 0,-1 0 23 0,2-1 18 0,1 1 15 16,0-2 10-16,-1 1 11 0,2-1-75 0,-1 1-114 0,2 1-117 0,-1-2-117 15,-1 0-82-15,0 1-65 0,1 0-50 0,1 1-44 0,-5-2-31 0,5 1-22 16,-1-1-18-16,-5 2-13 0,7-1-13 0,-7-1-8 0,5 1-8 16,-3 1-9-16,3 0-6 0,-6 0-3 0,4 1-6 0,-3-1-2 0,-1 1-2 15,4 3-5-15,-4-3 0 0,-4 3-2 0,4 1 2 0,-1 1-1 0,-3-1-1 16,-2 2-1-16,3 1 0 0,-3-1-1 0,1 1-1 0,0 1-1 0,-1-2 0 15,-1 1-1-15,-2-1-1 0,3 1 2 0,-3-1 0 0,4-1-1 0,0 0 1 16,-4 0 0-16,3 0-2 0,2-3 1 0,-1 0-2 0,0 0 0 16,1 0 0-16,4-1 0 0,-5-2 0 0,5 0 1 0,0-2-1 0,0-1 0 15,0 4 0-15,0 0 0 0,3-1 0 0,-1 0 0 0,2 0 2 0,1 1 2 16,0 1 1-16,-1-1-1 0,2 1 2 0,3-1 2 0,0 2 2 0,-4-1 4 16,4-1 2-16,2-1 4 0,-4 2 4 0,0-1 3 0,2 1 6 0,0-1 3 15,-3 0 6-15,3 1 6 0,-4 0 9 0,3-1 7 0,-3 0 11 0,0 1 12 16,-1-2 11-16,-2 3 11 0,-2-2 6 0,0 1 8 0,0 1 1 0,0-1 0 15,0 1 0-15,-6 1-5 0,3 1-4 0,-3 1-4 0,1 0-10 0,0 0-7 16,-4 0-12-16,-1 1-13 0,1 0-22 0,0 0-26 0,2-1-32 0,-2 0-34 16,-4 0-38-16,4-2-34 0,-1 1-32 0,1-3-29 0,-1 2-47 0,0-1-55 15,-3-2-95-15,2 1-114 0,2-1-98 0,-2 1-90 0,-1-1-104 0,1 0-111 16,-2 1-34-16,2 0 2 0,-1-1 18 0,1 0 24 0,-2 0 26 0,2 0 27 16,-3-1 44-16,-1 2 54 0,1-3 95 0,1 5 115 0,-1-4 98 0,-1 3 92 15</inkml:trace>
  <inkml:trace contextRef="#ctx0" brushRef="#br0" timeOffset="115592.26">10281 13603 142 0,'-4'0'157'0,"4"0"-44"0,-9-1-61 0,4-1-30 0,-1 4-11 0,3-2-7 0,-3 1-1 0,3-1-1 0,-3 2-2 16,6-2 0-16,-9 0 0 0,4 0-60 0,5 0-84 0,-6 0-22 0</inkml:trace>
  <inkml:trace contextRef="#ctx0" brushRef="#br0" timeOffset="116302.21">11543 12631 99 0,'-3'3'363'0,"3"-3"129"0,0 2 83 0,0 1 59 0,3-2 39 0,1 2 31 0,1 0 22 16,1-1 21-16,-1-2 16 0,4 0 17 0,0-2 11 0,2 1 11 0,2-1-87 15,1 0-130-15,-3 0-125 0,4-1-125 0,-3 0-77 0,-1 0-57 0,2-2-39 0,-2 1-28 16,-2 1-23-16,2-2-21 0,1 2-16 0,-3-2-17 0,2 1-12 15,-2 1-14-15,-3-1-17 0,3-1-20 0,0 0-32 0,-4 3-35 0,0-3-64 0,5 2-73 16,-7 0-74-16,-1 2-71 0,2-3-63 0,-1 3-58 0,-3 1-57 16,0 0-60-16,0 0-65 0,-3 3-67 0,-1 0-36 0,-1 0-25 15,-1 3 12-15,-3 0 26 0,0 0 53 0,2 3 71 0,-6 0 73 0,4 0 70 16,-2 0 64-16,-1 2 57 0,1-2 58 0,2 1 60 0</inkml:trace>
  <inkml:trace contextRef="#ctx0" brushRef="#br0" timeOffset="116480.97">11576 12755 6 0,'-9'7'261'0,"0"0"102"16,0-1 46-16,3 0 26 0,3 0 19 0,1 0 15 0,2 0 20 0,0-1 24 15,0-1 28-15,2 1 31 0,1-2 32 0,3-2 29 0,-1 1-39 0,2-1-73 16,1 1-78-16,1-1-80 0,0-1-35 0,3 0-14 0,-1 0-9 0,2-1-3 16,-2-1-14-16,0 1-17 0,1-1-23 0,-1-1-25 0,2 2-28 0,-2-3-32 15,-2 2-23-15,2 0-24 0,1-1-21 0,-3 0-19 0,0 2-13 0,-1-2-10 16,1-1-16-16,0 3-13 0,-4 0-21 0,2-2-24 0,-1 1-34 0,-1 1-40 16,-1-1-58-16,-2 1-65 0,1-1-70 0,-3 2-74 0,0-1-65 0,0 1-70 15,0 0-73-15,0-4-77 0,0 4-55 0,-3-2-48 0,-3-3-11 16,2 2 5-16,3 0 26 0,-3 0 31 0,-1-1 55 0,-1 1 63 0,1-2 69 15,-2 1 71-15,1-1 70 0,1 1 66 0,1-2 75 0</inkml:trace>
  <inkml:trace contextRef="#ctx0" brushRef="#br0" timeOffset="116732.45">11739 12402 145 0,'3'-6'340'0,"-1"1"81"0,4 1 65 15,-3 1 79-15,6-2 86 0,-3 4 58 0,3-1 45 0,1-1 28 0,0 2 23 16,2-1 16-16,-1 2 13 0,4 0-36 0,-1 0-58 0,4 0-92 0,-3 2-111 15,3-1-65-15,-2 2-50 0,2-1-66 0,-4 4-73 0,5-2-49 0,-5 2-37 16,0 0-25-16,1 0-17 0,-4 2-11 0,1 1-9 0,-1 0-6 0,2 0-3 16,-8 0-8-16,4 0-9 0,1 1-11 0,-5 1-15 0,-1-1-10 0,-3 1-12 15,-1 1-7-15,0-2-6 0,0 2-3 0,-1 0-7 0,-3 0-10 0,-1 2-13 16,-5-1-22-16,5 1-25 0,-2-1-30 0,-4 1-34 0,2-2-26 16,0 1-24-16,-6-1-31 0,6 0-30 0,-5-1-70 0,3 0-86 0,-2-1-88 15,3-2-94-15,-5 3-78 0,2-2-72 0,3 0-82 0,-5-1-82 0,2 1-22 16,3-3 5-16,1-1 17 0,-2 3 15 0,2-2 25 0,0-2 33 15,0 3 65-15,3-4 86 0,1 0 90 0,-1 0 94 0,3-2 83 0,3-1 82 16</inkml:trace>
  <inkml:trace contextRef="#ctx0" brushRef="#br0" timeOffset="117637.17">13614 11559 100 0,'-3'-6'345'0,"-3"1"101"0,1 1 62 0,-4 1 42 0,3-1 39 0,1 4 32 16,-4 0 29-16,0 0 26 0,3 2 25 0,-3-2 18 0,0 2 16 0,0-1 13 15,0 2-84-15,0 0-132 0,-2 2-104 0,2-1-91 0,-2 2-57 0,-1 3-38 16,3 0-33-16,-2 3-30 0,-4 0-24 0,6 2-24 0,-5 2-21 0,5 1-19 16,-2 1-11-16,-2 3-11 0,4-2-5 0,-2 2-10 0,2 0-6 0,0 0-6 15,-1 2-2-15,4-3-2 0,-1 1-5 0,1-3-2 0,1 2-1 0,1-2-3 16,-1 0-1-16,1-1-2 0,3-2-3 0,1 0-2 0,0 0-2 0,0-1-2 15,0 0-2-15,0 1 1 0,5 0-1 0,-5 0-1 0,4 0 0 0,1 0 3 16,-1 0 0-16,-3 2 2 0,5-1 2 0,-3 1 2 0,3 1 2 16,-1 0 1-16,3-2 3 0,-7 2 3 0,7-1 3 0,-7 1 3 0,5 0 1 15,-3-2 2-15,1 2 2 0,-2-3-1 0,2 2 1 0,-3-2-1 16,-1 0 2-16,0-2 0 0,0 2-3 0,-1-1-1 0,-3-2-4 0,4 0-2 16,-6 0-2-16,3-2-5 0,1 1-2 0,-2-1-4 0,-1-1-4 0,1 2 0 15,-1-2-4-15,0 0-4 0,-1-2-5 0,-1 1-10 0,1-2-5 0,1 1-10 16,-4-1-4-16,4 0-6 0,-4 0-4 0,-1-1-5 0,5-1-5 0,-4-1-5 15,0 2-5-15,0-2-3 0,2 1-3 0,-2-2-5 0,0-1 1 0,0 1 1 16,-1-1 3-16,1-1 6 0,2 0 1 0,0-1 2 0,-4-1 2 0,6 1 2 16,-4-1 5-16,3-1 8 0,-1 0 1 0,2 2 4 0,-1-3 2 0,3 2 3 15,-3 0 5-15,1-1 2 0,1 0 5 0,4 2 2 0,-2-2 1 0,-1 1 6 16,3 0 1-16,0 2 1 0,-4-1 1 0,4 1 0 0,0 0-2 16,0 0 1-16,0 0 1 0,0 0 0 0,0 0 0 0,0 0 0 0,0 0 0 15,0 0 1-15,4-1 4 0,-4 1 2 0,3 1 5 0,3 0 5 0,-3 1 5 16,-1 1 5-16,4 0 3 0,1 3 5 0,-2-2 4 0,1 4 4 15,-1 0 5-15,0 1 5 0,3 3 4 0,-3 1 1 0,1 2 4 0,-1 3 1 0,2 2 1 16,-5 1 1-16,3 1 5 0,-1 5 8 0,1 0-3 0,-1 0-7 16,2 3-5-16,-6 2-2 0,3-1-2 0,-1 2-1 0,-2 0-4 0,0 0-1 15,4 2-2-15,-4-2-3 0,0-2-5 0,-4 4-2 0,4-6-10 0,0 3-11 16,-2-2-2-16,2 0 6 0,-3-3 0 0,3-1-1 0,-2-3-4 0,2 2-1 16,0-3-3-16,-4-2-4 0,4-1-2 0,0-1-3 0,0 0-8 0,4-1-7 15,-4-2-10-15,2-2-13 0,1 1-12 0,-1-1-14 0,-2-1-19 0,4-1-20 16,-1-1-37-16,-1-1-43 0,2-2-81 0,-3 1-102 0,3-2-86 0,1 0-79 15,-1 0-89-15,2-1-92 0,-3-1-69 0,-1-1-54 0,-2-3-17 0,4 3 0 16,-4-3 11-16,0 0 17 0,0 0 37 0,0 0 41 0,-4 5 85 16,-1-4 103-16,-1-1 87 0,-3 3 82 0,0 0 92 0</inkml:trace>
  <inkml:trace contextRef="#ctx0" brushRef="#br0" timeOffset="118479.75">13877 13144 60 0,'-6'2'338'0,"-3"-1"96"0,0 4 65 0,0-2 70 0,0 3 67 0,2 1 51 0,-6 2 46 0,4 2 23 0,-2 1 14 0,-1 1 20 0,1 2 22 0,0 2-10 16,-2 2-28-16,2-1-108 0,-1 2-142 0,3 1-83 0,-2-2-58 16,2 2-59-16,0-1-60 0,3-1-47 0,-3 1-40 0,7-4-18 0,-1 2-12 15,-1-3-18-15,4 0-22 0,0 0-19 0,4-3-14 0,1 0-10 0,1-1-8 16,3-1-13-16,0-1-11 0,0 0-19 0,2-3-17 0,3 0-20 0,-1 0-21 16,1-3-24-16,1 0-26 0,-1-3-52 0,1-1-61 0,-1-2-94 0,1 0-106 15,-1-3-89-15,0 0-83 0,1-4-109 0,-2 2-113 0,-3-3-51 0,5-1-19 16,-2 0 2-16,-3 0 10 0,0 2 17 0,-1-4 20 0,-4 4 51 0,4-1 61 15,-4-1 93-15,1 3 108 0,1-2 90 0,-1 4 82 0</inkml:trace>
  <inkml:trace contextRef="#ctx0" brushRef="#br0" timeOffset="118683.72">14043 13303 299 0,'4'2'424'0,"-4"-2"72"0,1 1 70 0,-1 1 67 16,4-1 51-16,-2 1 42 0,1-1 25 0,3 1 22 0,-1-1 13 0,-1-1 9 15,1 1-8-15,3-1-17 0,-1 0-118 0,-4-1-164 0,6 1-98 0,-3-1-67 16,3-2-70-16,0 1-71 0,-4-1-51 0,4 2-45 0,-3-2-38 0,3-1-36 16,-4 2-54-16,1 0-65 0,-1-1-83 0,-1 0-88 0,1 2-75 0,-1-1-66 15,-1 1-72-15,-3 1-74 0,0 0-85 0,0 0-91 0,0 0-38 0,0 0-16 16,0 0 3-16,0 0 10 0,-3 7 40 0,3-2 54 0,-4 1 75 0,2-2 87 16,-1 1 69-16,-1 0 66 0,2 2 68 0,-1-1 71 0</inkml:trace>
  <inkml:trace contextRef="#ctx0" brushRef="#br0" timeOffset="118855.26">14061 13425 193 0,'-4'2'362'0,"1"2"67"0,3 0 43 0,0-1 45 0,0 0 39 0,3 0 45 16,-3-1 46-16,6 0 37 0,-6 2 33 0,5-3 22 0,-1 1 21 0,1 1-42 15,-1-2-66-15,1 2-101 0,1-1-120 0,1-1-63 0,-2 0-40 16,1-1-41-16,3 2-38 0,0-2-47 0,-4 0-51 0,4 0-61 0,-3 0-66 16,3 0-90-16,-4-2-99 0,4 2-83 0,-3-1-74 0,3 0-53 0,-4-1-47 15,4 2-73-15,-3 0-82 0,3-1-81 0,-4-2-82 0,-1 0-33 0,5 1-13 16,-4-1 18-16,1 0 30 0,-1 2 64 0,2-2 83 0,-1-2 67 0,-1 2 62 15,1-1 50-15,1 2 40 0,-2-1 68 0,1 0 82 0</inkml:trace>
  <inkml:trace contextRef="#ctx0" brushRef="#br0" timeOffset="119325.97">14524 13236 335 0,'4'0'450'0,"-2"0"76"16,1 0 64-16,-1 1 61 0,2-1 39 0,1 2 32 0,-5-1 22 0,4 0 18 16,-1-1 15-16,-1 2 14 0,2 0-6 0,-3-1-16 0,-1 2-120 0,0-1-168 15,4 1-103-15,-4 0-75 0,4-1-60 0,-4 5-59 0,0-3-36 0,-4 2-29 16,4 2-22-16,0-2-20 0,-4 2-16 0,3 0-13 0,-3 1-10 0,2-1-7 15,-1 1-8-15,-1-2-8 0,-1 2-3 0,1-1-3 0,2-1-2 0,-1 1 1 16,1-1-2-16,-2-1-5 0,0 0 1 0,3 0 1 0,-3 0 1 16,4-1 1-16,0-1-2 0,0 1 0 0,0-1 1 0,0-1 4 0,0 1-1 15,4 0-1-15,-3-1 2 0,3 1-1 0,2-1 4 0,-3 2-1 0,3-3 4 16,-1 3-1-16,2-2 4 0,-1 2 4 0,-1-2 6 0,4 1 6 16,-3-1 4-16,3 0 2 0,0 0 0 0,-4 0 0 0,4 1 0 0,-3 0 0 15,3-1 3-15,-4 1 6 0,0-1 8 0,1 1 4 0,-3 0 6 0,3 0 3 16,-2 1 4-16,-4-1 1 0,0 2 1 0,0 2 5 0,0-1 5 0,0 1 5 15,-4-1 3-15,2 2 1 0,-5 0-1 0,5 0-3 0,-3 0-9 0,-3 2-6 16,3-1-9-16,-4-1-8 0,2 0-9 0,-1 2-10 0,-1-4-16 0,2 2-17 16,-2-1-27-16,0-1-32 0,0 1-29 0,-2-2-28 0,2-2-39 0,-4 2-42 15,3-1-91-15,-3-2-116 0,2 0-111 0,2-1-104 0,-5 2-127 0,5-3-136 16,-6 1-54-16,6-2-17 0,-2 0 7 0,-3 0 18 0,5-2 24 0,-2 1 25 16,2 1 34-16,-4-4 38 0,4 2 93 0,4-1 118 0,-4-2 109 0,3 2 107 15</inkml:trace>
  <inkml:trace contextRef="#ctx0" brushRef="#br0" timeOffset="124708.48">14249 11187 97 0,'-5'-5'340'0,"-1"1"100"0,1 1 70 0,-1 0 55 0,-1 0 55 0,2 1 52 0,1 1 33 0,-1 1 24 0,3-4 23 16,-5 3 22-16,5 0 15 0,-2 1 8 0,-1-2-84 0,1 1-126 15,-1-1-105-15,1 1-91 0,2-1-65 0,-1 2-52 0,1-1-50 0,-2-1-49 16,-1 2-31-16,1 0-23 0,-1-1-19 0,1 1-21 0,-3 0-13 0,0 1-8 16,1-1-6-16,-3 3-8 0,0-1-4 0,-2 2-4 0,2 0-2 0,-1 1-2 15,0 3 2-15,-2-3 0 0,1 5 0 0,-2-2-1 0,2 2-2 0,2 0 0 16,0 1 0-16,-1-1 0 0,0 1-3 0,1 1-5 0,4-2-4 0,0-1-4 16,-4 2-4-16,5-1 1 0,2-2-4 0,-1-1-4 0,-1-1-3 0,2 1-3 15,2 0-1-15,0-1-2 0,2-2-2 0,2 1-1 0,-4-1-1 0,5 1-4 16,-1-2 1-16,-1 1-1 0,-1-3-2 0,3 3-7 0,4-3-4 0,-3 1-3 15,1-2-3-15,2-2-1 0,-2 1-4 0,2-3-4 0,0 0-3 16,2-2-4-16,2-1-1 0,-2-1 2 0,-2-1 3 0,4 0 3 0,-3-1 3 16,-1-1 5-16,2 0 2 0,-2 0 4 0,0 0 4 0,0 2 4 0,-3 0 4 15,-1 0 1-15,-1 1 6 0,1 3 4 0,-1 0 2 0,-2 1 2 0,1-1 1 16,-3 4 4-16,4-2 2 0,-4 3 2 0,0 0 2 0,0 0 2 0,0 0 2 16,0 0 2-16,0 0 4 0,0 0 5 0,-4 3 5 0,4 1 6 0,0 1 3 15,0 2 6-15,0 1 3 0,-3 2 2 0,3 2 1 0,-2 3 3 16,-2 1 3-16,4 4 3 0,-5 1 1 0,5 0 2 0,-4 2-1 0,-1 1-2 15,3-2-5-15,-2 2-2 0,1-1-7 0,1-1-8 0,-2-1-3 0,1-1-7 16,1-1-8-16,-2-2-13 0,4-1-17 0,-1-1-22 0,-3-1-19 0,4-2-20 16,0-2-23-16,0-1-25 0,0-1-47 0,0-1-59 0,4 1-83 0,-4-2-97 15,1-2-79-15,-1 1-70 0,0-1-68 0,0-1-65 0,0-3-67 16,0 0-65-16,0 0-24 0,0 0 0 0,0 0 13 0,0 0 18 0,6 0 44 0,1-1 56 16,-5-4 86-16,5 2 98 0,-5-3 79 0,3 2 71 0,4-2 73 0,-3 1 75 15</inkml:trace>
  <inkml:trace contextRef="#ctx0" brushRef="#br0" timeOffset="124902.6">14267 11497 60 0,'4'-1'314'0,"-4"1"109"0,2 0 94 0,1 0 87 0,3 0 63 0,-6 0 52 0,5 1 34 0,-5 0 25 16,4-1 18-16,1 2 14 0,-1 0 13 0,-2-1 9 0,1 1-77 0,1-1-115 16,1-1-107-16,-1 2-103 0,-2-1-94 0,3-1-85 0,-1 0-62 0,1 2-51 15,1-1-34-15,-3-1-25 0,3 0-23 0,-3 0-22 0,3 0-26 0,-1-3-29 16,2 3-53-16,-1-1-65 0,-1-1-100 0,1-1-114 0,3 0-107 0,-4 0-105 15,1 0-104-15,1-1-102 0,-2-2-45 0,1 1-22 0,-1-1-5 0,2 0 1 16,-5-1 12-16,4 2 18 0,1-1 44 0,-5 2 60 0,1-1 97 0,3 2 112 16,-3 0 108-16,-1 0 103 0</inkml:trace>
  <inkml:trace contextRef="#ctx0" brushRef="#br0" timeOffset="125292.62">14530 11305 106 0,'0'-1'418'0,"0"-1"103"0,0 2 63 16,3-1 44-16,-1-1 38 0,-2 2 27 0,4 2 24 0,-4-1 16 0,3-1 10 15,-1 2 13-15,-2-1 13 0,4 2-27 0,-4-1-42 0,3 0-144 0,-1 2-192 16,-2 0-102-16,4-1-58 0,-3 2-47 0,-1 1-35 0,0-2-28 0,0 2-24 16,0 0-16-16,0 0-12 0,-1 2-12 0,-3-1-10 0,4 1-8 0,-2 0-6 15,-1 0-5-15,-1 1-2 0,-1 0-2 0,5-1-2 0,-4 1 1 0,-1-2-1 16,3 1-1-16,-2-1 0 0,0-1 0 0,4-2 0 0,-5 1-1 0,5 1-1 15,-2-3-1-15,2 1 2 0,-3 0-1 0,3 0 4 0,0-1-1 16,3 2 4-16,-3-3-1 0,2 3-1 0,-2-2 0 0,5 2 2 0,-5-1 2 16,8 1 2-16,-6-1 3 0,3 2 3 0,-1-1 3 0,1-1 0 0,-1 1 2 15,1-1-1-15,0 1 5 0,-1-1 6 0,2 2 6 0,-3-1 8 16,3-1 2-16,-6 2 6 0,5 0-1 0,-5-1-3 0,4 2 0 0,-4-1 0 16,0 2 3-16,0-1 2 0,0 1 1 0,-4-1 0 0,2-1-3 0,-1 3-6 15,-1-1-5-15,-1-1-5 0,-1 1-7 0,2 1-2 0,-1-2-4 0,0 1-1 16,-1-1-7-16,-1-1-10 0,2 2-14 0,-1-4-23 0,-3 2-42 0,4 0-48 15,1-3-86-15,-1 2-99 0,-1-2-85 0,3 0-79 0,-3-2-92 0,3-1-94 16,3 0-72-16,-6-4-58 0,4 1-21 0,2-3-6 0,0 0 10 0,2-2 16 16,4-1 37-16,-3-1 48 0,3-3 83 0,-1 2 98 0,4-3 87 15,0 0 77-15,0 1 94 0</inkml:trace>
  <inkml:trace contextRef="#ctx0" brushRef="#br0" timeOffset="125711.33">14776 11180 87 0,'-4'4'364'0,"4"0"145"0,-4 2 96 0,4-2 72 16,-2 4 44-16,2 0 35 0,-3 1 22 0,1 1 23 0,-2 2 21 0,4 2 11 15,-3 0 13-15,1 3 9 0,-2 1-84 0,3 0-124 0,-7 2-132 0,7 2-136 16,-3 1-88-16,-2-1-67 0,3 2-40 0,-3 1-28 0,3 0-22 0,-3 0-22 16,1 0-16-16,1 1-16 0,-1 0-11 0,0-3-9 0,1 2-8 0,-2-3-8 15,3-1-11-15,1-1-9 0,-2-4-11 0,4 1-10 0,-1-4-12 0,-3-1-12 16,4-3-9-16,0 0-9 0,-4-1-7 0,4-4-7 0,0-1-5 0,0-3-8 15,0 0-3-15,0 0 1 0,4 3 1 0,-4-3-1 0,0 0 2 0,0 0 3 16,4-3 5-16,-3 0 5 0,3 0 7 0,-2-2 7 0,5-2 6 16,-5 0 4-16,5-1 7 0,-1-2 5 0,-1 1 1 0,4-3-1 15,-4 1 2-15,4 0 2 0,2 1 1 0,-2 0 1 0,-3-1 4 0,3 2 1 16,0 0 0-16,-4 1 1 0,4 1 2 0,-3 1 2 0,-3 1 2 0,3 3 1 16,-1-1 4-16,-1 1 4 0,-4 1 5 0,5 1 8 0,-1 0 14 0,1 3 19 15,-1-2 2-15,-2 2 1 0,1 2 4 0,3-1 6 0,-3 1 7 0,-1 0 5 16,2 0 2-16,-4 1 1 0,0 2 0 0,0-1-2 0,0-1-5 0,-4 1-4 15,2 1-13-15,-1 0-16 0,-3 1-5 0,1 0 2 0,-4 1-4 0,4 1-7 16,-5-1-7-16,1 0-7 0,4 1-10 0,-4-2-10 0,0 0-17 0,3 0-15 16,-3-1-18-16,6-1-17 0,-3-1-19 0,1 0-18 0,0-3-45 0,1 0-54 15,-2 0-93-15,3-2-111 0,3-1-93 0,0 0-82 0,0 0-95 0,-2-1-94 16,2 1-51-16,2-6-26 0,-2-1-6 0,3 0 9 0,-1-1 12 0,2 0 17 16,1-1 43-16,-1-2 53 0,1 3 94 0,1-3 113 0,1 1 92 15,0 1 86-15,-3 0 98 0</inkml:trace>
  <inkml:trace contextRef="#ctx0" brushRef="#br0" timeOffset="125919.99">14859 11647 66 0,'3'0'419'0,"3"0"110"0,1-1 61 0,0 1 61 0,2 0 59 0,-3 0 36 0,6 0 27 0,-1 0 17 0,-2-2 11 0,4 2 9 0,-2-1 11 0,3-2-18 0,-5 0-32 0,6 0-151 0,-4-1-207 0,-2 2-104 0,3 0-60 15,-1-1-56-15,-2 0-58 0,0 2-35 0,0-1-28 0,0 1-16 0,-1 1-11 16,-1-2-14-16,-2 0-11 0,1 2-13 0,-1-1-10 0,-5 0-13 0,4-1-16 15,-4 2-25-15,3 0-31 0,-3 0-59 0,0 0-71 0,0 0-69 0,-3-3-68 16,3 3-51-16,0 0-43 0,0 0-38 0,-4 0-32 0,-1 0-31 16,1 0-26-16,-1 2-24 0,-1-2-20 0,3 0-27 0,-3 0-26 0,1-2 21 15,-1 1 47-15,-1-1 55 0,2 1 65 0,3-2 47 0,-5 0 44 16,5 1 38-16,-2-2 37 0,-1 1 35 0,5-2 34 0,0 5 32 0,-4-4 36 16</inkml:trace>
  <inkml:trace contextRef="#ctx0" brushRef="#br0" timeOffset="126101.06">15025 11537 252 0,'0'-2'326'0,"0"-1"35"0,0 3 25 0,0 0 22 16,0 0 32-16,0 0 41 0,0 0 63 0,0 0 73 0,0 0 59 0,4 3 53 15,-4 1 13-15,0 1-3 0,0-1-73 0,0 2-107 0,0 2-50 0,0 1-22 16,0 0-15-16,-4 3-10 0,4 0-26 0,-2 1-28 0,-1 0-59 0,3 3-70 16,-6-1-57-16,6 0-54 0,-3 1-35 0,-3-1-26 0,6 0-23 0,-3 0-20 15,1-1-23-15,-2-1-28 0,2 1-23 0,-1-4-28 0,3 0-35 0,-4 1-40 16,4 0-79-16,0-4-99 0,0 1-87 0,4-1-86 0,-4-2-80 0,3 1-74 16,-1-4-92-16,-2-2-95 0,4 4-35 0,-4-4-7 0,2 0 7 0,5-4 10 15,-5 0 25-15,7 0 29 0,-4-2 75 0,2-2 95 0,1 1 89 16,1-3 85-16,0 2 82 0,3-2 76 0</inkml:trace>
  <inkml:trace contextRef="#ctx0" brushRef="#br0" timeOffset="126342.75">15334 11487 118 0,'0'-3'382'0,"0"1"105"0,-5 0 81 16,5 2 68-16,-4 2 62 0,3 0 42 0,-3 2 33 0,-1-1 23 0,1 2 17 15,-2-3 12-15,1 5 12 0,0 0-25 0,-4 2-45 0,0 2-119 0,-1-1-155 16,1 2-95-16,2 2-68 0,-2-1-62 0,0 2-52 0,0 1-34 0,0 0-28 15,0-1-16-15,4 0-12 0,-1 0-9 0,1-3-10 0,-3 3-10 0,7-2-11 16,-3-1-6-16,4 0-7 0,0-1-8 0,0-1-10 0,0-1-9 0,4 2-9 16,-3-2-5-16,3-2-7 0,2-1-7 0,-3 2-9 0,3-2-7 15,3 0-11-15,-4-3-12 0,0 1-14 0,5-1-16 0,-1 2-17 0,-4-4-17 16,4-1-19-16,-4 0-22 0,4 0-29 0,1-1-59 0,-5-1-76 0,0-1-86 16,4 2-97-16,-5-2-84 0,1 0-83 0,1 0-90 0,-2-1-93 0,1 2-34 15,-1-1-6-15,-3-2 5 0,3 4 13 0,1-4 20 0,-1 3 27 16,1 0 59-16,-1-3 76 0,2 4 92 0,3-2 98 0,-4 0 90 0,4 1 88 15</inkml:trace>
  <inkml:trace contextRef="#ctx0" brushRef="#br0" timeOffset="126625.18">15559 11661 19 0,'0'0'424'0,"0"0"141"15,0 1 100-15,3 2 49 0,-3-1 29 0,4-2 21 0,-2 3 18 0,1-3 15 16,1 3 13-16,-2-3 11 0,3 1 10 0,-1-1-7 0,1 0-13 0,-1 0-159 16,1 0-224-16,1 0-133 0,-1 0-98 0,4 0-47 0,-5-1-30 15,5 1-18-15,-4-3-18 0,4 3-15 0,-3-2-12 0,-1 1-15 0,4-1-11 16,-3 1-8-16,-3-1-7 0,6 1-10 0,-3-1-13 0,-1 1-20 0,-1-1-21 16,1 1-36-16,-1-1-44 0,-2 1-73 0,1 1-88 0,-3 0-83 0,0 0-79 15,0 0-77-15,0 0-80 0,0 0-88 0,0 0-91 0,-5 1-36 0,-2 2-11 16,1 0 7-16,1-1 17 0,1 1 31 0,-1 1 44 0,-1-1 70 0,-3 0 90 15,4 0 82-15,1 2 81 0,-5-2 78 0,4 3 81 0</inkml:trace>
  <inkml:trace contextRef="#ctx0" brushRef="#br0" timeOffset="126789.79">15557 11784 42 0,'0'3'293'0,"0"0"98"0,0-3 64 0,0 1 46 0,2 2 51 0,1 0 50 0,1 0 51 16,-2-1 49-16,1-1 33 0,3 1 21 0,-3-2 18 0,3 0 13 15,-1 0-73-15,1-2-111 0,1 1-100 0,-2-1-96 0,1 0-61 0,-1 2-50 16,2-2-62-16,1 0-66 0,-5 1-89 0,3-1-97 0,-1-1-93 0,4 2-94 15,-5-1-79-15,1 1-76 0,4-3-71 0,-3 4-67 0,-1-1-74 0,-1 0-77 16,1 1-58-16,1-2-48 0,-3 1-14 0,3-1 7 0,1 2 34 0,-2-1 46 16,1-1 60-16,-1-1 68 0,1 2 66 0,1-3 62 0,-2 3 66 0,6-2 62 15,-2 0 74-15</inkml:trace>
  <inkml:trace contextRef="#ctx0" brushRef="#br0" timeOffset="127091.78">15939 11610 253 0,'-4'2'366'0,"2"2"71"0,-2-3 59 0,3 2 65 0,-3 3 70 0,4-2 54 16,-4 3 49-16,4-1 29 0,-1-1 21 0,-3 3 13 0,2 0 12 0,-1 1-58 15,3 1-87-15,-4 1-97 0,4-1-106 0,-2 1-67 0,-1 1-57 16,3-2-64-16,0 2-67 0,3-1-51 0,-1-1-46 0,2 0-28 0,-1 1-22 16,-1-2-11-16,3-1-6 0,-1-1-5 0,5 1-4 0,-3-4 0 0,-1 2 0 15,4-3 2-15,0 0 1 0,0 0-2 0,0-3 2 0,-2 0-3 0,6 0 0 16,-4-1 0-16,0-3 2 0,-2 2-2 0,2-1 0 0,0-2-3 0,-3 1-3 15,3-3-2-15,-4 3-1 0,-1-2 0 0,1 0-1 0,-1 0 1 0,-2 0 3 16,1 0-2-16,-3 0 1 0,4 0 1 0,-4 0 1 0,0 0-1 0,0 2-1 16,0-2-2-16,-4 0 0 0,4 1-2 0,-5 1-2 0,5-2-1 15,-5 1-2-15,1 1-7 0,0-1-8 0,-1 1-14 0,-1-2-15 0,1 3-17 16,0-2-17-16,-3 1-23 0,3-1-24 0,-4 2-60 0,0-1-78 0,3 1-96 16,-3 1-105-16,-1 1-100 0,1-2-95 0,-2 3-90 0,-2 0-88 0,-1 0-33 15,4 0-6-15,-4 3 7 0,5-2 9 0,-5 1 20 0,4-1 24 16,0 2 58-16,-1 0 80 0,-2-1 97 0,8-1 104 0,-4 0 101 0,3 3 96 15</inkml:trace>
  <inkml:trace contextRef="#ctx0" brushRef="#br0" timeOffset="130766.32">16951 11652 72 0,'-3'-9'313'0,"3"0"90"0,-4 1 68 0,2 2 52 0,-1 2 50 0,3-1 50 0,-2 2 45 15,-2 0 37-15,4 0 27 0,0 3 21 0,0 0 15 0,0 0 17 16,-3 0-76-16,1 2-117 0,-2-1-90 0,4 2-82 0,-2 0-56 0,-1 3-43 16,3-1-44-16,-4 2-43 0,4 1-35 0,0 1-31 0,-2 1-21 0,2 1-14 15,0-1-10-15,2 2-6 0,-2-1-7 0,4-2-5 0,-1 1-8 0,3-2-7 16,-1-1-4-16,1 1-5 0,3-2-5 0,2 0-4 0,-2-2-6 0,0-1-3 16,3 0-8-16,-1-1-4 0,4-1-6 0,-1-2-8 0,-1-1-5 0,1-1-4 15,1-1-2-15,-1-2-4 0,1 0-1 0,-4-2-3 0,3-1-3 0,1 0-3 16,-6-1-3-16,3-1-1 0,-3 2-2 0,-1-1 0 0,1 1 0 0,0-2 0 15,-4 2-1-15,-1 0-1 0,-1 2 2 0,-1-1 2 0,-2-1-1 0,0 3-1 16,-2 0 0-16,-1-1 0 0,-1 1 0 0,-1 0 2 0,-1 0-2 0,-3 1 0 16,0 1 0-16,4-1-2 0,-6 1 1 0,2-1-1 0,-4 2-1 0,4 0-1 15,-2 2-1-15,-1-1-2 0,1 1-1 0,0 1 1 0,-2 0-1 16,4 1-2-16,0-1-8 0,-2 3-9 0,2 0-12 0,-2 2-13 0,2-2-18 16,-3 3-19-16,4-2-19 0,-1 2-20 0,0 2-34 0,0-2-39 15,0 1-72-15,0 2-85 0,4-1-79 0,-1-1-72 0,3 0-55 0,-3 1-48 16,4 0-39-16,-1-2-36 0,3 0-47 0,0-2-57 0,0-4-16 0,3 5-6 15,-3-5 24-15,2 4 35 0,-2-4 68 0,6 2 89 0,-6-2 76 0,7 0 77 16,-2-2 60-16,1 1 55 0,-1-2 54 0,1 0 49 0</inkml:trace>
  <inkml:trace contextRef="#ctx0" brushRef="#br0" timeOffset="130872.33">17004 11641 129 0,'2'-3'290'0,"1"3"55"0,-3 0 32 0,2 0 28 0,2 2 25 16,-1-1 33-16,-1 2 31 0,-2-1 40 0,0 0 39 0,4 3 38 0,-4 0 36 16,0 1-24-16,0 0-52 0,0 1-78 0,0 2-90 0,0 0-56 0,0 1-42 15,0 3-63-15,-4 0-76 0,2 1-91 0,-1 1-102 0,-1 1-102 16,2 1-101-16,-1 1-110 0,3 0-111 0,-6 0-93 0,3 0-83 15,-3 0-39-15,6-2-17 0,-5 2-3 0,5 0 4 0,-4-1 36 0,4 1 49 16,-2-3 61-16,-1 1 68 0,3 1 65 0,0-1 60 0,0-1 73 0</inkml:trace>
  <inkml:trace contextRef="#ctx0" brushRef="#br0" timeOffset="131515.18">16794 13015 135 0,'-4'18'567'0,"4"0"138"15,-3 0 66-15,1 0 35 0,-2 0 22 0,4 2 11 0,0-1 10 0,0 1 4 16,0-1 8-16,0-2 8 0,4-1 9 0,-2 1-14 0,1-4-28 0,3 0-201 15,-1 0-282-15,4-4-128 0,-3-2-59 0,3-1-31 0,0-2-18 0,0 0-10 16,2-4-7-16,-2 0-6 0,5-4-6 0,-1 2-7 0,1-4-9 0,-3 0-12 16,4-3-11-16,-1 0-10 0,1-2-8 0,-3-1-8 0,3-1-7 15,-1 1-2-15,-5 0-4 0,2 0-1 0,-2-2 0 0,0 2-1 0,0 0-1 16,-3 0-1-16,-1 2 0 0,-1-1 0 0,1 1-1 0,-5 1-1 0,0 0 1 16,0-2-1-16,0 2 1 0,0 2-1 0,-5-2 1 0,1 1-1 0,-1 1 1 15,1-1-1-15,-1 1-1 0,-1-1 0 0,-3 2-3 0,0-1 2 0,0-1-1 16,4 2-1-16,-4-1-1 0,-2 2-5 0,0-1-5 0,-2 3-5 0,4 0-8 15,-2 0-8-15,-1 2-7 0,1 1-9 0,-2 0-9 0,2 0-5 0,0 0-5 16,-1 1-7-16,1 1-2 0,2-2-4 0,-4 1 0 0,8 2-2 0,-4-1-1 16,0-1 2-16,3-1 5 0,1 2 4 0,1-1 4 0,-1 1 2 15,3-2 5-15,-2 1 4 0,4-1 4 0,0 0 5 0,0 0 2 0,0 0 4 16,0 0 1-16,0 0 5 0,0 0 8 0,0 0 4 0,4 2 1 16,-2-2 4-16,1 1 5 0,-1 1 8 0,2-2 6 0,1 1 6 0,1 1 6 15,-3-1 5-15,3 1 4 0,-3 1 6 0,6-1 4 0,-3 0 5 0,-1 1 3 16,1 0 3-16,3-1 5 0,-6 1 1 0,3 0 1 0,3-2-2 0,-4 2-8 15,1 0 1-15,-3 0 7 0,3-1-1 0,-1 1-1 0,-1 0-3 0,1-1-1 16,-1 2-1-16,1-1-2 0,-1 0-1 0,-2 0 1 0,1 0-1 0,-3 1-1 16,0 1 6-16,4-1 8 0,-4-1-2 0,2 2-7 0,-2 1-1 0,0-2 1 15,0 2-2-15,0 0 0 0,0 0-3 0,0 0 0 0,0-2-5 0,0 3-1 16,0-1-4-16,0-2-5 0,0 1-1 0,0-1-7 0,0-1-2 0,0 2-7 16,0-2-11-16,0-2-20 0,0-1-17 0,0 3-19 0,0-3-17 0,0 0-14 15,0 0-18-15,0 0-23 0,0 0-42 0,3 2-52 0,-3-2-83 0,0 0-101 16,0 1-83-16,2 1-75 0,-2-2-79 0,4 1-77 0,-4-1-60 0,0 0-43 15,0 0-13-15,0 0 0 0,0 0 14 0,0 0 16 0,0 0 42 16,0 0 52-16,0 0 87 0,0 0 100 0,-6-1 84 0,6 1 79 0,-9 0 90 16</inkml:trace>
  <inkml:trace contextRef="#ctx0" brushRef="#br0" timeOffset="132682.4">4529 14545 172 0,'0'-3'270'0,"0"2"30"0,-4-2 21 0,4 3 15 0,0 0 15 0,0 0 15 0,0-4 15 0,0 4 16 0,0 0 19 15,0-2 21-15,0 2 14 0,0 0 5 0,0 0-33 0,0 0-54 0,0 0-4 16,0 0 19-16,0 0 13 0,0 0 13 0,0 0 6 0,0 0 4 16,0 0-1-16,0 0-2 0,0-2-12 0,0 2-14 0,0 0-20 0,0 0-26 15,0 0-37-15,0 0-39 0,0 0-39 0,0 0-42 0,-5 0-29 0,5 0-24 16,0 0-18-16,0 3-14 0,0-3-11 0,0 0-11 0,-4 0-9 0,4 1-8 16,0-1-7-16,0 0-4 0,0 2-7 0,-1 0-7 0,1-2-6 0,0 3-6 15,-4 0-6-15,4 1-3 0,-2 0-4 0,-1 3-4 0,-1-1-2 0,4-1-1 16,-5 3-2-16,5 1-1 0,-4-1-2 0,2 1-4 0,2 0 1 0,-4-2-2 15,4 2 0-15,-1-1 1 0,1 0 1 0,0 0-2 0,0-2 0 0,0 2 0 16,0-1 0-16,0 1 0 0,1-2 0 0,-1 1 0 0,0-1 0 0,4 0 1 16,-4 0 1-16,0 0-1 0,2 0 1 0,2 0-2 0,-4-1 1 15,3-1 1-15,-1 2-1 0,-2-1 1 0,4-1-1 0,-4 0-1 0,3 0 0 16,-1 0 2-16,2-1-1 0,-4 0-1 0,1 0 0 0,-1-2 2 16,4 1-1-16,-4 0 4 0,4-1-2 0,-4-1 0 0,1 2 0 0,-1-1-2 15,4 1 4-15,-4-2 1 0,2 0-2 0,1 1-1 0,-3-1 2 0,0 0 1 16,0 0 1-16,0 0 1 0,6 0-1 0,-6 0 1 0,0 0-1 0,0 0-1 15,0 0 2-15,0 0 1 0,0 0-8 0,0 0-8 0,0 0-13 0,0 0-14 16,0 0-23-16,0 0-32 0,0 0-73 0,0 0-96 0,0 0-105 0,0 0-110 16,-6 2-107-16,6-1-108 0,0-1-84 0,-9 0-67 0,4-1-27 0,1-1-5 15,-1 2 7-15,0 0 11 0,1-1 22 0,-1-1 28 0,-1-1 75 0,1-2 94 16,-3 3 106-16,7-3 110 0,-5 1 108 0</inkml:trace>
  <inkml:trace contextRef="#ctx0" brushRef="#br0" timeOffset="133206.47">4392 14627 358 0,'-6'0'451'0,"6"0"50"0,0 0 23 0,0 0 18 0,0 0 24 0,0 0 24 0,0 0 48 0,0 0 55 0,0 0 38 15,6-1 27-15,-3 0 4 0,-1 1-10 0,2-2-124 0,5 1-179 16,-4-1-84-16,4 1-43 0,0 1-22 0,-2-2-17 0,6 1-21 0,-2-2-28 16,2-1-44-16,1 3-55 0,-3-2-38 0,2 0-29 0,-3 2-20 0,3-2-12 15,-2 0-17-15,-2 1-16 0,2 1-19 0,-2-1-23 0,0-1-38 0,-4 2-43 16,4-1-65-16,-3 1-72 0,-3-1-57 0,3 1-55 0,-3-1-39 0,3 1-31 15,-2 1-34-15,-3 0-31 0,-1 0-25 0,0 0-17 0,0-2-7 0,0 2 0 16,0-3 22-16,0 0 35 0,-1 0 61 0,-3-1 71 0,0 1 59 0,-1-2 57 16,3 1 48-16,-2-1 42 0,-1 1 43 0,-2-1 42 0,5-1 43 0,-3 3 39 15,1-3 35-15,-1 2 33 0,1-1 27 0,-2 1 28 0,3-1 18 16,1 1 15-16,-2 0 14 0,-1 2 9 0,5-1 9 0,-4 1 7 0,4 1 2 16,0 1 1-16,0 0 0 0,0 0 0 0,0 0 8 0,-1 1 8 15,1 2 16-15,0 0 12 0,0 2 9 0,0 1 6 0,1 1 2 0,-1 2-3 16,4 3-7-16,0 0-9 0,-3 5-9 0,3-2-11 0,-2 3-12 0,1 1-12 15,1 1-22-15,-2 1-29 0,2 0-29 0,1 0-32 0,-1-2-25 0,-3 2-25 16,3-3-22-16,-2 0-23 0,1-3-14 0,1 2-18 0,-2-4-8 0,-2-1-8 16,3-1-4-16,-3-2-4 0,4 0 1 0,-2-3 5 0,-2-1 2 0,0 0 1 15,0 0 4-15,0-4 6 0,0 2 11 0,0-3 14 0,-2 2 20 0,-2-1 20 16,1-1 17-16,1 0 18 0,-2 0 13 0,-1 0 10 0,1-1 10 0,-1-1 6 16,1 2 9-16,-1-1 8 0,-1-1 6 0,3 1 4 0,-3-2 0 15,5 1-4-15,-3-1-9 0,0 0-9 0,-1 2-12 0,5-2-11 0,-4 0-11 16,3-2-10-16,1 0-10 0,0 1-9 0,0-2-11 0,0-2-8 0,5 1-8 15,-1-2-6-15,-3 0-5 0,3-1-2 0,1-1-8 0,4 0-11 0,-3 1-19 16,-1-2-22-16,4 2-47 0,0-2-54 0,0 1-59 0,-3 1-59 0,3-2-47 16,0 3-43-16,0-2-40 0,0 2-38 0,-2 0-35 0,2 2-36 15,-3-1-33-15,3 1-32 0,-4 1-35 0,4-1-37 0,-5 3 13 0,1-2 36 16,-1 0 52-16,-2 3 54 0,1-3 48 0,1 3 44 0,-2 0 38 0,-2 3 35 16,3-4 39-16,-1 2 34 0,-2 2 40 0,4-3 41 0</inkml:trace>
  <inkml:trace contextRef="#ctx0" brushRef="#br0" timeOffset="133545.76">4683 14538 4 0,'0'0'227'0,"-2"0"49"0,2 0 29 0,0 0 21 0,0 0 13 0,0 0 15 0,-4-2 12 0,4 2 16 0,0 0 11 15,0 0 18-15,-3 0 12 0,3 0-10 0,0 0-20 0,-2 2-55 0,2-2-71 16,0 0-29-16,0 0-12 0,-4 3 2 0,4-2 5 0,0 2 1 0,0 0 0 16,0 0-5-16,0 0-6 0,0 2-4 0,4-2-2 0,-4 1-7 0,2 0-11 15,1 1-12-15,1 0-17 0,-2-2-14 0,1 1-16 0,3-1-14 0,-1 0-18 16,-1-1-8-16,1 1-9 0,1 0 0 0,1-2-2 0,-2 2-7 0,1-1-6 16,3-1-7-16,-4-1-4 0,1 0-4 0,1 0 0 0,-2 0-2 0,1 0-2 15,-3 0-3-15,3-1-2 0,-4-1-4 0,1 1-6 0,3-1-6 0,-3 1-6 16,-3-1-6-16,6 2-8 0,-6-1-2 0,0 1-7 0,0 0-10 15,0 0-16-15,0 0-35 0,0 0-45 0,0 0-61 0,0 0-66 0,0 0-53 16,0 0-44-16,-2-3-41 0,-2 3-33 0,1 0-28 0,1-2-31 0,-2 2-26 16,-1-1-24-16,1 1-21 0,2 0-22 0,-1 0-7 0,-3-2-6 15,6 2 30-15,-9 0 44 0,6-1 41 0,-3-1 40 0,1 1 35 0,1-1 33 16,4 2 32-16,-9 0 28 0,7-1 31 0,2 1 24 0,0 0 31 0,0 0 31 16</inkml:trace>
  <inkml:trace contextRef="#ctx0" brushRef="#br0" timeOffset="133819.47">4706 14584 36 0,'0'0'238'15,"0"0"51"-15,0 0 26 0,-1 2 21 0,-3-2 15 0,0 1 11 0,4 1 10 16,-2-1 11-16,-1 1 12 0,3-2 12 0,-4 1 12 0,2 1-19 0,2 1-28 15,-3-2-67-15,1 1-78 0,-2-1-36 0,4 2-12 0,-3 0-5 0,1-2 4 16,2 3 7-16,0 0 6 0,-4 1 10 0,4-1 9 0,0 1 9 0,-1 1 8 16,1 0 3-16,0 1 3 0,0 1-2 0,0-1-1 0,0 2-4 0,0-1-5 15,0 1-10-15,1-2-12 0,-1 2-13 0,4 0-17 0,-4-1-19 16,2 1-17-16,1-2-16 0,1 2-16 0,-2-1-12 0,1-2-11 16,3 1-11-16,-1-1-7 0,-1 0-6 0,1-1-6 0,1-1-3 0,1 0-3 15,-2 1-2-15,1-2 1 0,-1 0-2 0,2 0 0 0,1-1-2 0,-5-1-4 16,3 2-3-16,-1-3-3 0,-1 2-3 0,1-2-2 0,-1 0-1 0,1 0-1 15,-5 0-2-15,0 0-2 0,6 0-2 0,-6 0-4 0,3 0-2 0,-3 0-5 16,0 0-11-16,0 0-14 0,0 0-34 0,0 0-38 0,0 0-72 0,0 0-83 16,0 0-72-16,0 0-68 0,0-3-64 0,0 3-69 0,0 0-86 0,-3-3-95 15,1 0-43-15,2 3-17 0,-4-5-1 0,1 1 10 0,3 4 28 0,-2-4 39 16,2 4 69-16,0-4 86 0,0 4 70 0,0 0 66 0,2-4 67 0,1 1 67 16</inkml:trace>
  <inkml:trace contextRef="#ctx0" brushRef="#br0" timeOffset="134731.07">5086 14559 138 0,'-3'0'317'0,"3"-2"57"0,-6 2 32 0,6 0 30 0,0 0 27 0,0 0 32 0,-4 0 36 0,3 2 40 0,1-2 40 16,-4 0 34-16,0 0 35 0,4 0-25 0,-1 0-51 0,-3 0-81 0,4 0-101 16,-2-2-47-16,-1 2-22 0,-1-1-21 0,4 1-19 0,-2 0-24 0,-1-2-33 15,1 2-31-15,2 0-37 0,-4 0-29 0,4 0-24 0,-3 2-18 16,1-2-15-16,2 0-9 0,-4 1-8 0,4 1-4 0,-2-1-9 0,-1 1-5 15,3-1-2-15,0 2-5 0,-4 0-2 0,4-2-2 0,-2 3-2 16,-1-1-5-16,-1 0-1 0,2 1 0 0,2-1-1 0,-3 0-1 0,3 0-1 0,0 0 0 16,-2 0-1-16,-2 0-2 0,4 0-2 0,0 0-2 0,0 0-4 15,0 2-1-15,-3-2-3 0,3 0-3 0,0 1-4 0,0-1-2 0,0 2-5 16,0-2-1-16,3 1-3 0,-3 0-1 0,0 1-1 0,0 1 1 0,4 0-4 16,-2 2 1-16,-2-2-1 0,0 1 1 0,3 1 1 0,-3 1-2 0,0-2 1 15,2 1-1-15,2-1-1 0,-4 1 0 0,3-2 0 0,-1-2 0 0,-2 2-1 16,4 0-1-16,-4-3 1 0,3 1-1 0,-1 1 4 0,2 0 2 0,-2-2 4 15,1 1 1-15,3-1 4 0,-3 0 4 0,3 2 4 0,-1-4 1 0,4 4 2 16,-4-3 2-16,5 2-1 0,-5-1 2 0,4 0 3 0,0-2-1 0,0 1 1 16,0-1 0-16,0-1-4 0,-3 2-2 0,4-2-2 0,-4 0-1 0,3 0 0 15,-2-2-3-15,-1 1-3 0,3-2 2 0,-4 1-1 0,4-1 1 16,-3 0-3-16,-1-1-1 0,0-1-4 0,3 1 0 0,-3-1 0 16,0 2 0-16,-1-1 0 0,2-1 3 0,-5 1 3 0,3 0 2 0,1 0 2 15,-1 1 4-15,-4-1 4 0,4 1 3 0,-3-2 6 0,3 2 8 0,-4 0 5 16,0 0 4-16,2 0 7 0,-2 0 5 0,3 0 3 0,-3 0 1 0,0-1-3 15,0 1 2-15,0-2-3 0,0 0-3 0,0 1-1 0,-3 1-5 0,1-3-3 16,2 0-6-16,0 0-7 0,-4 0-6 0,3 0-7 0,-3 0-6 0,4 0-4 16,-4 0-4-16,3 0-2 0,-3 0-2 0,-1 0-2 0,1 0-2 0,4 2-5 15,-6-1 0-15,1-1-1 0,1 2-2 0,3-1 0 0,-7-1-2 0,7 2 2 16,-5-1 0-16,3 1-3 0,-3-1-1 0,2 2 1 0,-1 0-2 0,1 2-1 16,-1-1-1-16,0-1-2 0,1 2-2 0,2 1 3 0,-1 0-1 0,-1 0 0 15,-2 0 0-15,1 0 0 0,5 0 0 0,-4 0 0 0,4 0 0 0,-5 0-1 16,5 0-1-16,0 0 2 0,0 0 3 0,-5 0 2 0,5 0-1 15,0 0-1-15,0 0 0 0,0 0-3 0,0 0 1 0,0 0 2 0,0 0 0 16,0 0 0-16,0 0 2 0,0 0 2 0,0 0-2 0,0 0-1 0,0 0-1 16,0 0 0-16,0 0 0 0,0 0 2 0,0 0 1 0,0 0 3 15,0 0-2-15,0 0 1 0,0 0-1 0,0 0-1 0,0 0-1 0,0 0 1 16,0 0 1-16,0 0 1 0,0 0-1 0,0 0 2 0,0 0-1 0,0 0-2 16,0 0-2-16,0 0 2 0,0 0-1 0,0 0 1 0,0 0-2 0,0 0 2 15,0 0-1-15,0 0-1 0,0 0 2 0,0 0 0 0,0 0 0 0,0 0-1 16,0 0-1-16,0 0 2 0,0 0 2 0,0 0-1 0,0 0 2 0,0 0-1 15,0 0-1-15,0 0 2 0,0 0-1 0,-4 0-1 0,4 0 1 0,0 0-1 16,-2 0 0-16,2 0 0 0,0 0 1 0,0 0-1 0,-3 1 1 0,3-1-1 16,-4 0-1-16,4 0-1 0,0 0 1 0,0 0 0 0,-2 2 0 0,2-2 0 15,-3 0-2-15,3 0 1 0,0 1-7 0,0-1-10 0,0 0-18 0,-6 0-22 16,6 0-31-16,0 0-34 0,0 2-31 0,-4-2-29 0,4 0-31 16,-1 1-34-16,1-1-71 0,-4 0-82 0,4 0-88 0,0 3-90 0,0-1-69 0,-4 1-61 15,4-2-59-15,0 2-53 0,0-3-35 0,-1 6-21 0,1-1 5 16,0-2 20-16,0-3 25 0,0 6 31 0,0 0 70 0,0-6 84 15,0 4 89-15,0-4 88 0,0 5 78 0,1-1 72 0,-1-4 74 0</inkml:trace>
  <inkml:trace contextRef="#ctx0" brushRef="#br0" timeOffset="135048.94">5092 14649 108 0,'0'0'305'0,"0"0"57"0,0 0 28 0,0 0 27 0,0 0 26 0,0 0 44 0,3 0 49 16,-3 0 57-16,6-2 57 0,-6 2 42 0,5 0 32 0,-1-2-21 0,-3 2-48 15,3-1-86-15,0 1-107 0,-2-1-49 0,1 1-24 0,3-2-23 16,-6 2-21-16,0 0-39 0,5 0-49 0,-1 0-53 0,-4 2-56 0,1-1-37 16,-1-1-28-16,4 1-16 0,-4 1-8 0,4 0-3 0,-3-1-3 0,-1 2-2 15,0 0-2-15,0 0 1 0,0 0-4 0,0 2 1 0,0-1-2 0,0 1-2 16,-1 1 1-16,-3 0-4 0,4 1-2 0,-4-1-4 0,3 0-2 16,1 0-4-16,-4 0-1 0,4 0-4 0,-2-1-4 0,-1-1-4 0,3 1-1 15,-4-2-4-15,4 0-4 0,-2-2 0 0,2-1-1 0,0 0-2 0,0 0-2 16,0 0-4-16,0 0-4 0,0 0-7 0,0 0-2 0,0 0-11 0,2 2-11 15,2-2-17-15,-1 0-22 0,3 0-49 0,-5-2-58 0,7 1-78 0,-3-1-82 16,0-1-67-16,5 0-60 0,-1 0-67 0,-4-1-67 0,4-2-77 0,2 0-81 16,-2 0-29-16,0-4-6 0,0 3 11 0,2 0 17 0,-2-2 49 0,0 1 59 15,0-1 77-15,2 2 83 0,-2-1 67 0,0 1 63 0,5-1 69 0,-3 2 73 16</inkml:trace>
  <inkml:trace contextRef="#ctx0" brushRef="#br0" timeOffset="135679.65">5555 14484 1 0,'0'0'333'0,"-2"1"205"16,-2 1 107-16,4-1 59 0,0 1 35 0,-2 2 27 0,2-1 22 0,-3 2 17 16,3-1 11-16,-4 1 12 0,2-1 6 0,-3 1 7 0,1 2-63 0,-1 0-94 15,-4 3-170-15,3-2-202 0,-3 3-107 0,0 0-56 0,0 1-37 0,0 1-25 16,0-1-18-16,-2 3-13 0,2-1-23 0,0-1-26 0,-2 1-22 0,-1 1-24 15,4-2-33-15,-4 2-36 0,3-3-55 0,0 0-70 0,2 0-66 0,-3-1-64 16,5-2-50-16,-2 0-42 0,1-3-42 0,1 0-39 0,5 0-22 0,-4-2-16 16,3-1-12-16,1-3-5 0,0 0 12 0,0 0 23 0,0 0 51 0,1-1 64 15,3-4 71-15,-2 2 72 0,5-1 61 0,-5-2 55 0,5 1 55 16,-2-1 52-16,1 0 48 0,-1 1 48 0,-1 0 39 0,1 2 38 16,1-2 29-16,-1 2 27 0,2 0 21 0,-5 2 13 0,5-1 12 0,-5 2 8 15,2 0 5-15,1 0 4 0,-1 2 10 0,-2-1 9 0,1 1 15 0,-1 1 18 16,2-2 20-16,-4 1 24 0,3 1 15 0,-1-2 13 0,-2 2 10 0,0-1 5 15,0 0-2-15,0 2-1 0,0-3-9 0,4 2-13 0,-4 0-20 0,0 0-19 16,0 0-32-16,0 0-29 0,0 0-38 0,0 0-34 0,3 0-32 0,-3 0-28 16,2 0-20-16,-2 0-22 0,4-1-12 0,-2 1-13 0,-2 0-8 0,3-2-6 15,1 1-6-15,-2-1-6 0,1-1-2 0,3 2 1 0,-1-2-2 0,1 0 1 16,3-2-1-16,-6 2-1 0,6-3-1 0,-3 2 1 0,3-2-1 0,-4 0 2 16,1-2-1-16,1 2-2 0,-2-1-2 0,1-1 1 0,-1 0-4 15,1 1-7-15,1 0-10 0,-5 1-14 0,1-2-24 0,3 2-27 0,-6 0-42 16,3 0-45-16,-1 2-50 0,-2-2-52 0,0 3-38 0,0-3-35 15,0 1-24-15,-2-1-24 0,2 0-15 0,-3 2-13 0,-1-1-2 0,2-1 1 16,2 2 18-16,-3-1 22 0,1 2 38 0,-2-1 46 0,1 1 51 0,1-2 54 16,-2 1 43-16,4 1 44 0,-2 0 35 0,2 0 29 0,-3 1 32 0,3 1 31 15,0-2 26-15,-4 1 26 0,4 2 23 0,0 0 25 0,0 0 22 0,0 2 25 16,0-1 26-16,0 2 25 0,4 0 24 0,-4-1 24 0,3 2 25 0,-1-1 25 16,-2 2 19-16,4-2 23 0,1 1 4 0,1-1 0 0,-3 2-7 0,-1-2-13 15,5 1-18-15,-1-1-21 0,-1 0-24 0,-1 0-29 0,5 0-26 0,-4-2-28 16,1 1-31-16,-1-2-33 0,1 1-30 0,3-2-35 0,-6-2-23 0,6 2-17 15,-3-2-23-15,-1 0-22 0,1-2-46 0,1 1-60 0,-5-2-64 16,5 0-68-16,-5 0-58 0,3-2-57 0,-1-1-51 0,-4 2-51 0,3-3-52 16,-3 0-51-16,0 1-62 0,0 0-72 0,-3-1-21 0,3-1 4 0,0 1 36 15,-4 1 51-15,2-2 62 0,-1 1 68 0,-3-1 56 0,3 2 53 16,-3-1 49-16,6-1 52 0,-5 1 50 0,1-1 52 0</inkml:trace>
  <inkml:trace contextRef="#ctx0" brushRef="#br0" timeOffset="135828.42">5605 14623 28 0,'0'-3'274'0,"0"2"88"0,0 1 45 0,0-3 23 0,0 3 20 0,0-2 20 0,0 2 36 0,0 0 44 0,0 0 44 0,2 2 46 0,2-1 26 0,-4 1 19 16,5-1-65-16,-5 2-107 0,4-1-92 0,-2 0-87 0,1 2-69 0,3-1-62 16,-3 1-79-16,1-1-91 0,1 3-94 0,-3-3-102 0,2 2-108 0,1-2-112 15,-1 1-112-15,1-1-112 0,-5 2-50 0,6-4-23 0,-3 1-9 0,-3-2-4 16,6 1 22-16,-1-1 38 0,4 0 56 0,-3 0 71 0,3-1 64 0,0-2 58 16,0 0 62-16,0 1 66 0</inkml:trace>
  <inkml:trace contextRef="#ctx0" brushRef="#br0" timeOffset="136023.12">6000 14595 207 0,'1'4'377'0,"-1"-1"98"0,4 2 79 0,-4-1 72 0,2 4 62 15,-2-2 43-15,0 1 31 0,0-1 20 0,0 3 15 0,0-1 9 0,-2 1 7 16,-2 1-52-16,-1 0-78 0,1 3-110 0,3-1-133 0,-7 1-92 0,3-1-79 16,-1 2-71-16,-3 1-65 0,4-1-41 0,-4 0-32 0,3 1-21 0,-3 0-18 15,0-2-17-15,0 1-14 0,2 2-19 0,0-5-19 0,-4 2-36 0,2 0-45 16,0-5-68-16,0 3-76 0,-2 0-70 0,2-4-64 0,0 0-68 0,-2 1-68 15,2-3-90-15,0-1-92 0,0-1-42 0,4-3-15 0,-4-2 4 16,3 1 10-16,2-3 33 0,-1-1 42 0,3-1 67 0,-1-3 78 0,3 0 68 16,0-3 68-16,0 0 65 0,0 0 72 0</inkml:trace>
  <inkml:trace contextRef="#ctx0" brushRef="#br0" timeOffset="136279.57">5877 14572 270 0,'1'2'442'16,"3"-2"98"-16,-4 1 66 0,4 1 54 0,-3 1 51 0,3 0 33 0,-4 0 24 16,5 1 19-16,-5-1 16 0,6 2 11 0,-6-1 10 0,7 2-55 0,-5 2-83 15,3-1-134-15,3 2-153 0,-3 0-94 0,0 0-62 0,1 2-56 0,3-1-47 16,-4 2-32-16,4 0-27 0,0 0-18 0,-3 1-15 0,3 1-12 0,0 0-11 16,2-1-8-16,-2 2-10 0,3-3-10 0,-4 2-12 0,4-2-19 15,-3 0-22-15,2-2-40 0,2-1-48 0,-2 2-72 0,-2-2-82 0,2-2-61 16,-2 1-52-16,3-2-46 0,-3 0-41 0,2 0-47 0,-2-3-51 15,2 1-61-15,-2-1-62 0,0-3-34 0,0 0-12 0,2-3 24 0,-2 2 42 16,0-2 68-16,0-2 80 0,0-1 63 0,-3 0 50 0,5-1 45 0,-6 0 39 16,4 1 52-16,-2-1 54 0</inkml:trace>
  <inkml:trace contextRef="#ctx0" brushRef="#br0" timeOffset="136579.4">6349 14712 55 0,'-6'7'367'0,"6"1"189"0,-3-1 101 0,-3 2 59 0,3 0 31 0,3 0 25 16,-2 2 14-16,-2-1 11 0,4 2 7 0,-2-1 8 0,2 1 8 0,2 0 4 16,-2 0-79-16,4-2-112 0,-2 3-165 0,1-3-186 0,3-1-95 0,-3 0-57 15,3-2-32-15,3 1-22 0,-4-2-11 0,1 0-10 0,3-2-7 16,0 0-4-16,-4-2-5 0,4 0-5 0,0-1-4 0,0-1-3 0,0-1-3 16,-2-1 0-16,3-1 0 0,-5-1-3 0,4-2 2 0,0-1-1 15,-4 2-1-15,4-3-1 0,-5-1-2 0,2 2-2 0,-1-1 1 0,-1 0-2 16,-3 0 0-16,-1 2-2 0,4-2 1 0,-4 0-2 0,-4 3 0 0,3-1 1 15,1 0-2-15,-4-2-4 0,-1 4-1 0,1-2-1 0,-2 0-4 0,1 0-4 16,1 1-7-16,-1 0-11 0,0 3-11 0,-4-3-11 0,3 2-23 0,-3 0-29 16,4 0-70-16,-4 1-90 0,3 1-84 0,-3 0-88 0,0 1-73 0,4 0-66 15,-1 1-72-15,-1 0-74 0,0-1-55 0,0 2-42 0,1 0-16 0,-3-2 2 16,7 1 15-16,2-1 27 0,-7 2 70 0,7-2 86 0,0 0 88 0,0 0 87 16,0 0 75-16,0 0 68 0,4-3 74 0</inkml:trace>
  <inkml:trace contextRef="#ctx0" brushRef="#br0" timeOffset="136744.44">6463 14724 172 0,'0'3'350'0,"0"0"75"0,3 1 51 0,-3 1 52 0,0 1 51 0,2 0 53 16,-2 1 52-16,0 1 31 0,0-1 22 0,-2 2 12 0,2 0 7 15,-3-1-46-15,3 1-71 0,0 0-108 0,0 0-121 0,0-1-88 0,-4 0-69 16,4 1-89-16,0-1-98 0,0-2-106 0,0 1-114 0,0-2-84 0,0 1-71 16,0-2-51-16,4 1-44 0,-4-2-42 0,5 0-43 0,-1-2-51 0,-3 1-47 15,-1-2-48-15,4-3-42 0,1-2 9 0,5 2 31 0,-5-4 52 0,0 1 58 16,4-3 52-16,-1-2 46 0,-1-1 42 0,2 1 35 0,0-2 39 0,4 0 43 15,-3-1 47-15</inkml:trace>
  <inkml:trace contextRef="#ctx0" brushRef="#br0" timeOffset="136997.67">6707 14653 259 0,'3'0'375'0,"-3"2"56"0,4-1 35 0,-2 2 34 0,-2 3 35 0,0-1 43 16,0 1 46-16,0 1 42 0,-2-1 37 0,-2 2 23 0,1 1 12 16,1-2-56-16,-2 2-91 0,-1-1-102 0,1 1-109 0,2 0-60 0,-5-2-34 15,5 2-47-15,-1-1-50 0,-3-3-69 0,6 3-78 0,-3-3-81 0,1-1-82 16,2 1-64-16,-4-4-56 0,4-1-40 0,0 0-36 0,0 0-24 0,4 2-21 15,-4-2-17-15,2 0-14 0,1 0-6 0,3-3 1 0,-3-1 11 0,3 0 15 16,-1 0 30-16,-1-1 40 0,5-1 43 0,-4-1 46 0,4-1 41 0,-3 1 35 16,3-1 30-16,-4 1 25 0,4-1 24 0,0 4 27 0,0-3 25 0,-3 2 27 15,3 2 28-15,-4-2 26 0,1 2 23 0,3 1 19 0,-4 1 13 0,-1 1 15 16,1 0 19-16,-5 1 20 0,6 1 23 0,-6 0 26 0,3 1 20 0,-3 0 22 16,2-2 6-16,-2 4 0 0,0-1-7 0,0-1-8 0,0 2-24 15,-2-1-33-15,2-1-49 0,-3 3-61 0,-3-1-77 0,6 2-80 0,-5-1-84 16,1 2-91-16,-1-1-105 0,1 1-115 0,-1-1-78 0,-1 1-58 0,1-2-26 15,-2 1-13-15,1 1 8 0,1 1 13 0,-4-2 35 0,3 1 44 16,-3-1 50-16,4-1 53 0,-4 3 57 0,-2-1 57 0,2 1 80 0</inkml:trace>
  <inkml:trace contextRef="#ctx0" brushRef="#br0" timeOffset="138182.57">5940 15355 90 0,'0'3'374'0,"-2"-1"82"0,2 1 44 0,0-3 31 0,2 3 21 0,-2-2 34 0,0 1 35 0,3-1 30 16,-3-1 32-16,0 2 21 0,2-1 12 0,2-1-24 0,0 0-39 0,-3 2-126 15,-1-2-164-15,4 0-81 0,-4 1-44 0,0-1-29 0,5 0-20 0,-5 0-30 16,0 0-35-16,4 1-33 0,-4-1-29 0,0 0-19 0,2 0-15 0,1 2-5 0,-3-2-7 16,0 3 1-16,0-1-2 0,0 2 0 0,0 1 1 0,-3-1-1 15,1 1-1-15,-2 2-4 0,4 1 1 0,-5 1-2 0,1 0 1 0,3 0-1 16,-7 1 2-16,6-1-4 0,-3 0-1 0,1 2-3 0,-1-2-1 0,1 0-1 15,-1 0-1-15,1-3 0 0,3 1 0 0,-3-1-1 0,2-1-2 0,-1-1 0 16,3-1-3-16,-4 0-2 0,4-3 1 0,0 3-1 0,0-3-2 16,0 0-1-16,4 2-1 0,-4-1 0 0,0-1 0 0,5 2 0 0,-1-2 0 15,-3 1 3-15,3 1 3 0,1-1 3 0,1 1 0 0,1-1 5 0,-2 2 4 16,1-2 7-16,3 3 7 0,-4-1 10 0,-1 0 9 0,1 0 9 0,1 0 9 0,-1 1 8 16,3-1 7-16,-7 2 8 0,3-1 4 0,0 1 6 0,-3-1 3 15,-1 1 4-15,0 1 0 0,4-1-2 0,-4 2-2 0,0 0-8 0,-4-1-7 16,4 2-9-16,0-1-6 0,-1 1-7 0,-3-1-8 0,0 0-8 0,3 1-7 15,-3-2-10-15,0 2-11 0,2-2-17 0,-1-2-14 0,3 0-25 0,-2 0-28 16,-2-1-46-16,4 0-56 0,0-3-78 0,0 0-91 0,0 0-69 0,0 0-63 16,0 0-64-16,0 0-61 0,0-3-72 0,0-2-73 0,0-1-38 0,0-1-21 15,0-1 4-15,0-1 18 0,6-1 42 0,-6-1 55 0,5-1 78 0,-1-2 86 16,1 1 73-16,-1 0 61 0,5-2 63 0,-4 0 63 0</inkml:trace>
  <inkml:trace contextRef="#ctx0" brushRef="#br0" timeOffset="138529.73">6195 15277 232 0,'2'-1'347'0,"3"-2"78"0,-1 4 62 16,-1 2 73-16,-1 0 77 0,2 3 56 0,-2 2 48 0,1 0 32 0,1 2 23 16,-2 2 19-16,-2-2 14 0,0 5-53 0,3 0-83 0,-3 2-87 0,0-1-95 15,-3 4-72-15,3-1-60 0,0 2-72 0,-2 0-76 0,-2 2-54 0,1-1-50 16,1 2-29-16,-2-1-26 0,4-2-20 0,-2 0-16 0,-1-3-13 0,3 0-13 16,-4-2-14-16,2-3-11 0,2 1-12 0,0-2-11 0,-3-3-11 0,3 0-11 15,0-1-15-15,0-1-17 0,0-2-25 0,0-1-28 0,0-1-28 0,0-3-26 16,0 3-26-16,0-3-25 0,0 0-17 0,0 0-17 0,3-1-11 0,-1-2-10 15,2-2-4-15,1 1-2 0,-1-4 10 0,1 1 14 0,1-4 24 0,3 2 25 16,-4-1 30-16,4-2 30 0,0 1 32 0,-3 1 28 0,3-1 30 0,0 0 32 16,0 3 37-16,-4 0 37 0,4 2 36 0,-3 0 32 0,3 0 34 15,-4 3 28-15,1 0 34 0,1 0 34 0,-2 3 27 0,1 0 22 0,-3 0 16 16,-1 2 14-16,3-1 6 0,-1 2-3 0,-4 0-8 0,6 2-13 0,-6 1-18 16,0-2-18-16,0 4-19 0,0-2-26 0,0 1-26 0,-2 2-30 0,-2-2-23 15,0 3-22-15,3-1-16 0,-5 0-14 0,3 0-11 0,-3 0-9 0,3-2-8 16,-3 1-5-16,3-2-10 0,-3 0-8 0,4 0-11 0,-1-2-9 15,-1 1-24-15,-1-1-27 0,5-1-57 0,-6 0-71 0,6-1-82 0,-3 1-89 0,3-2-76 16,0-1-69-16,0 0-71 0,0 0-76 0,0 0-67 0,0 0-65 0,-2-4-28 16,-2-1-9-16,4 1 10 0,4-2 23 0,-2 1 52 0,1-2 70 15,-3 1 83-15,6-2 86 0,-1 1 76 0,2-1 70 0,-1 1 72 0,-1-1 74 16</inkml:trace>
  <inkml:trace contextRef="#ctx0" brushRef="#br0" timeOffset="138711.74">6511 15563 40 0,'9'-1'262'0,"-3"-2"75"0,1 2 41 0,-1-1 28 0,3 1 39 0,-4-2 44 16,4 3 44-16,-4-2 47 0,1 2 24 0,3-1 15 0,-4 1 5 0,4-2 3 16,-3 2-73-16,3-2-105 0,-4 1-83 0,3 0-73 0,-3-1-43 0,0-1-27 15,1 2-57-15,-1-1-66 0,3 1-97 0,-3-2-108 0,0 1-73 0,-1 0-57 16,1 1-52-16,1-2-49 0,-3 2-53 0,-3-1-58 0,0 2-60 0,0 0-68 16,0 0-29-16,0 0-14 0,0 0 10 0,0 0 23 0,0 0 47 0,-3 3 58 15,-3 1 50-15,1 0 48 0,0 2 44 0,1 0 47 0,-5 1 53 0</inkml:trace>
  <inkml:trace contextRef="#ctx0" brushRef="#br0" timeOffset="138871.9">6558 15715 55 0,'0'2'309'0,"0"1"105"0,0 0 79 0,0-2 67 0,6 1 63 0,-6-2 58 16,3 1 36-16,3 1 28 0,-2-1 20 0,1 0 18 0,0 1 8 0,-1 0 6 16,1-1-79-16,1 1-116 0,1-2-107 0,0 1-106 0,-3 1-79 0,1-2-69 15,4 0-82-15,-3 1-85 0,-3-1-110 0,7 0-122 0,-5 0-108 0,0 0-101 16,1 0-111-16,1 0-113 0,-2-1-82 0,1-1-73 0,-1 1-33 0,-1 1-15 15,-4 0-7-15,5-2 2 0,-5 2 16 0,0 0 30 0,0 0 72 16,0 0 94-16,6 2 90 0,-3-1 84 0,1 2 101 0,-2 0 106 0</inkml:trace>
  <inkml:trace contextRef="#ctx0" brushRef="#br0" timeOffset="140397.51">7043 15375 226 0,'0'-5'320'0,"-3"2"28"0,3 0 18 0,-2-1 14 0,2 2 14 0,0-2 18 0,-4 1 28 0,4-2 33 16,0 1 44-16,0-1 52 0,0 2 37 0,0-1 28 0,0-1-57 0,-3 0-103 15,3 1-41-15,0 1-13 0,0 0-8 0,0 0-5 0,-2 0-9 0,-2 1-9 16,4 1-23-16,-2-2-27 0,-1 2-43 0,-1-1-50 0,4 2-50 0,-5-1-53 16,1 1-34-16,2 0-22 0,-3 0-20 0,-2 0-14 0,1 0-11 0,4 1-9 15,-5 1-8-15,2 1-8 0,-1 1-5 0,1 1-5 0,-2 1-2 0,1 3-2 16,1-2-3-16,1 4-2 0,-1-1-2 0,-1 4-2 0,1-4 1 0,1 4 2 16,-1-2 2-16,5 1-2 0,-4-2 1 0,4 1 1 0,-2-2-2 0,-1-1-2 15,3 0 1-15,3-1-1 0,-3-1 1 0,2-1-2 0,-2 0 0 0,0-1-2 16,4-1-2-16,-2-1-4 0,1 0-2 0,1-1-2 0,-2-1-2 0,1 1 1 15,1-2 1-15,-2 0 1 0,3 0 1 0,-1 0-2 0,1 0 1 0,-1-2 1 16,-2 1 1-16,1 1 1 0,3-2 2 0,-3 1 2 0,-3-1 1 0,6 2 3 16,-6-1 3-16,3 1 1 0,-3 0 7 0,2 0 7 0,2 1 7 0,-1-1 8 15,-1 3 5-15,2 2 7 0,-4-1 3 0,5 2 6 0,-5 3 6 0,6 0 6 16,-6 2 1-16,3 0 2 0,-1 3 0 0,2 1-1 0,-1 0-5 0,-3 2-6 16,2-1-9-16,-2 0-9 0,4 1-8 0,-4-2-8 0,0 0-11 0,3-1-11 15,-1 0-16-15,-2-1-21 0,0-1-45 0,0-3-52 0,4 0-85 0,-2-2-101 16,-2-1-81-16,0 0-79 0,0-1-78 0,3-2-78 0,-3-3-74 0,0 0-72 15,0 0-30-15,0 0-10 0,0 0 5 0,0 0 14 0,6 0 39 0,-3-3 52 16,-1 1 87-16,-2 2 97 0,4-6 83 0,-1 2 75 0,-1-1 80 16,2-1 82-16</inkml:trace>
  <inkml:trace contextRef="#ctx0" brushRef="#br0" timeOffset="140637.44">7168 15591 72 0,'4'0'322'0,"-4"0"113"0,0 0 91 0,1 0 83 0,3 1 60 0,1-1 48 0,-1 0 33 0,-2 2 21 0,5-2 18 0,-1 0 15 0,-1 1 10 0,4-1 7 16,0-1-81-16,0 1-121 0,2-2-111 0,-2 1-107 0,2 1-88 0,-2-3-79 0,0 0-62 15,5 1-46-15,-5-2-31 0,1 1-25 0,0 0-16 0,3 0-12 0,-2-2-9 16,-2 2-9-16,0-1-4 0,0 1-7 0,-2-2-4 0,2 2-4 16,0-1-7-16,-3-1-5 0,1 4-13 0,-5-2-13 0,3 0-22 0,-1-1-25 15,1 3-47-15,-5-2-59 0,4 3-75 0,-4 0-76 0,0-3-70 0,0 3-64 16,0 0-61-16,0-1-61 0,0 1-79 0,0 0-80 0,-4-3-30 0,-1-2-10 15,-1 2 11-15,3 0 19 0,1 2 47 0,-2-2 56 0,-1 0 71 0,1 1 81 16,-1-1 71-16,1 0 64 0,-1 1 62 0,-1 1 63 0</inkml:trace>
  <inkml:trace contextRef="#ctx0" brushRef="#br0" timeOffset="140792.99">7320 15452 151 0,'0'0'338'0,"0"2"70"0,-4-2 44 16,4 3 55-16,0 2 55 0,4-1 65 0,-4 2 66 0,0 0 45 0,0 2 35 15,0 1 22-15,0 0 16 0,0 0-33 0,0 1-60 0,0 4-96 0,0-4-111 16,0 4-65-16,0-2-42 0,0 0-52 0,0 1-57 0,0 1-64 0,-4-1-66 15,4 0-46-15,-1 0-35 0,1 0-30 0,0-1-27 0,0 0-30 0,0-1-30 16,0-1-54-16,0-1-66 0,0 0-89 0,0-1-99 0,0-1-76 0,0-1-64 16,1 0-73-16,3-3-71 0,-4-3-80 0,0 5-81 0,0-5-31 0,5 1-8 15,-5-1 8-15,9-1 18 0,-3-1 43 0,1-1 60 0,0 0 85 0,1-3 97 16,-1 2 74-16,2-2 65 0,0-1 70 0,0 2 75 0</inkml:trace>
  <inkml:trace contextRef="#ctx0" brushRef="#br0" timeOffset="141059.82">7787 15358 27 0,'0'0'450'0,"0"-3"135"0,-4 2 83 0,4 1 51 0,0 0 33 15,-2 0 23-15,-1 1 17 0,-3 2 14 0,2-1 9 0,-1 2 10 0,0 1 16 16,-4 1-2-16,3 0-11 0,1 1-165 0,-2 2-231 0,-4 0-124 16,2 2-71-16,3-1-40 0,-3 4-25 0,0-1-11 0,0-1-10 0,-2 3-2 15,6 0 1-15,-4 2-5 0,3-1-9 0,-1-1-7 0,2 2-9 0,-1-1-9 16,1 1-9-16,1-2-9 0,1 0-10 0,1-2-8 0,2 1-10 0,0-1-9 15,0-1-11-15,2 0-11 0,1-1-11 0,3-1-14 0,-3 1-10 0,3-4-13 16,-1 1-16-16,4-2-21 0,-3 0-24 0,3-1-20 0,0-1-21 0,-4-1-18 16,4 0-21-16,0-3-34 0,0 0-39 0,2 0-86 0,-2-3-104 0,4 0-88 15,-2-2-81-15,-2-1-84 0,0 0-87 0,0-2-56 0,-4 0-44 0,1-2-8 16,3 2 4-16,-4-2 13 0,0 0 15 0,-1 1 35 0,2 0 39 16,-3 0 86-16,-1 2 107 0,2-2 93 0,1 3 85 0,0-2 95 0</inkml:trace>
  <inkml:trace contextRef="#ctx0" brushRef="#br0" timeOffset="141280.25">7953 15493 61 0,'0'0'505'0,"0"3"131"0,0-1 66 16,0-2 33-16,-4 3 19 0,4-3 14 0,0 0 13 0,0 1 8 0,0-1 6 16,4 3 4-16,-4-3 4 0,0 0-16 0,5 2-22 0,-5-1-195 0,6-1-269 15,-6 0-131-15,3 0-68 0,3-1-45 0,-2 1-37 0,1-2-60 0,-1 2-66 16,1-1-79-16,-3-1-81 0,1 2-71 0,3-1-62 0,1-1-60 0,-5 2-59 15,1 0-65-15,3 2-68 0,-6-2-57 0,0 0-52 0,0 0-12 0,5 1 8 16,-5 2 38-16,0-3 54 0,4 6 69 0,-8-1 76 0,4-1 64 0,-1-1 61 16,-3 3 58-16,0 0 57 0,2-1 64 0</inkml:trace>
  <inkml:trace contextRef="#ctx0" brushRef="#br0" timeOffset="141427.97">7933 15640 204 0,'-4'3'395'0,"4"0"81"0,0 0 50 15,0-1 54-15,4 1 51 0,-2-1 44 0,-2 0 41 0,4 1 26 0,-4-1 20 16,5 1 14-16,-5-2 12 0,4 1-51 0,-3-1-73 0,3 1-122 0,1-1-142 15,-1 1-80-15,1-1-52 0,-1-1-61 0,2 0-66 0,-1 0-96 0,4 0-110 16,-4 0-108-16,1-1-110 0,3-1-90 0,-4 2-85 0,3-1-110 0,-3-1-124 16,4 1-59-16,-7 1-25 0,5-2-11 0,-7 2-5 0,5-1 9 0,1 1 11 15,-6 0 53-15,0 0 68 0,4-2 83 0,-4 2 89 0,0 0 78 0,5-1 74 16</inkml:trace>
  <inkml:trace contextRef="#ctx0" brushRef="#br0" timeOffset="142115.1">8525 15472 106 0,'0'-9'291'0,"-4"0"53"0,2 2 32 0,-1-2 29 0,1 3 22 0,2-2 42 0,-4 2 46 0,0 0 57 0,4 0 62 0,-1 2 50 0,-3-1 42 15,-1 2-13-15,1-1-42 0,2 1-73 0,-1 0-89 0,-3 0-46 0,3 1-27 16,-3-1-23-16,2 3-24 0,-1-1-34 0,0 1-45 0,1 0-52 0,-1 1-60 15,-1-1-46-15,-3 3-42 0,5 0-28 0,-1 2-19 0,-4-1-12 0,4 2-9 16,-1 2-6-16,1-2-6 0,-2 3-3 0,1 1-4 0,4-1-2 0,-5 2-5 16,5 1-2-16,-1-2-4 0,-3 1-2 0,6-1-4 0,0 1-4 0,-3-2-4 15,3 0-7-15,3-2-4 0,-3 1-6 0,0-2-9 0,6-2-7 16,-6 1-8-16,5-1-6 0,-1 1-6 0,1-3-3 0,1 2-6 0,1-3-2 16,-2 1-2-16,4-2 1 0,-3 0 0 0,-1-2 3 0,4 1 5 0,0-4 5 15,-3 2 8-15,-1-1 8 0,2 1 7 0,0-4 6 0,-3 3 7 0,2 0 10 16,-3-1 10-16,3 2 13 0,-6 0 14 0,5 0 11 0,-5 0 11 0,0 3 8 15,0 0 6-15,0 0 8 0,0 0 6 0,0 3 6 0,0 3 5 0,0-1 8 16,0 2 6-16,-2 2 0 0,-1 0-1 0,3 3-8 0,0 2-8 0,-6-1-5 16,6 2-8-16,-3 0-8 0,1 2-7 0,-2-1-4 0,4-1-7 0,-4 0-7 15,4 2-9-15,-1-4-12 0,-3 1-13 0,4-1-14 0,0 1-17 16,-2-4-19-16,2 2-22 0,-3-3-37 0,3-1-41 0,0-1-76 0,3-1-86 0,-3 0-74 16,2-1-67-16,-2-1-57 0,4-2-55 0,-3 1-64 0,-1-2-67 15,0-1-56-15,0 0-53 0,0 0-13 0,4-4 7 0,2 0 28 0,-3 0 40 16,-1-2 72-16,2 0 88 0,-1 0 73 0,-1-1 66 0,2-1 60 0,1 1 56 15,-1 1 67-15</inkml:trace>
  <inkml:trace contextRef="#ctx0" brushRef="#br0" timeOffset="142339.03">8626 15655 13 0,'7'0'304'0,"-5"1"149"15,1 1 109-15,-3 0 92 0,6-2 57 0,-2 3 42 0,1 0 30 0,-1-2 21 16,-3 2 17-16,5-1 13 0,-3-1 13 0,3 2 8 0,-3-3-63 0,3 1-96 15,-1 1-131-15,-1 0-146 0,1-1-106 0,1-1-88 0,1 2-55 0,-2-2-43 16,1 0-29-16,-1 0-23 0,1 0-17 0,3 0-14 0,-2-2-16 0,0 1-16 16,0 1-19-16,-1-2-25 0,3-1-25 0,-4 2-28 0,1-2-67 0,3 1-79 15,-4-1-87-15,-1 2-86 0,1-2-77 0,1 1-72 0,-3 1-81 0,-1-1-86 16,-2 2-59-16,0 0-45 0,4-4-12 0,-4 4 5 0,0 0 17 0,0 0 26 16,0-5 62-16,0 5 80 0,-4-4 86 0,2 1 87 0,2 3 75 0,-3-4 75 15,3 4 81-15</inkml:trace>
  <inkml:trace contextRef="#ctx0" brushRef="#br0" timeOffset="142533.62">8720 15538 10 0,'0'0'327'0,"0"2"187"0,-4-1 114 0,2 2 75 16,2 0 50-16,0 2 35 0,0 1 25 0,0-1 25 0,0 3 14 16,0 1 12-16,0 0 12 0,-3 2 13 0,3-1-64 0,0 0-96 0,-2 3-154 15,2-1-186-15,-4 1-112 0,4-1-73 0,-3 2-52 0,3-1-41 0,0-1-36 0,-2 0-36 16,2 0-35-16,0 0-31 0,-4 0-64 0,4-1-80 0,0-1-105 15,0-1-119-15,4 0-102 0,-2-1-97 0,-2-1-108 0,0-1-109 0,3-3-49 16,-3-3-21-16,4 3 2 0,-4-3 6 0,0 0 16 0,5-1 20 0,1-2 53 16,-1 0 66-16,-1-2 98 0,1-1 115 0,1 2 102 0,-3-4 93 0</inkml:trace>
  <inkml:trace contextRef="#ctx0" brushRef="#br0" timeOffset="142890.89">8948 15454 289 0,'0'0'510'0,"5"0"99"0,-5 0 55 0,0 0 29 0,4 0 20 15,-2 0 16-15,-2 2 14 0,3-1 13 0,-3 1 11 0,2 1 6 0,-2-2 7 0,0 1-56 16,4 2-86-16,-4-1-162 0,0 0-199 0,0 2-99 0,-4-1-52 16,4 2-32-16,-2-1-25 0,2 2-15 0,-3 1-12 0,3-1-12 0,-2 2-13 15,-2-1-8-15,1 1-8 0,1 0-4 0,-2 0-1 0,-1 0-2 0,5-2 0 16,-4 2 0-16,2 0-3 0,-1 0 3 0,1-1 4 0,-2-1 1 0,4 1-2 15,0-2-2-15,-3 1 1 0,3-2 1 0,0 1 1 0,3-1 4 0,-3 0 4 16,0 0 3-16,4-1 3 0,-2 1 3 0,-2-3 4 0,3 3 4 0,-1-2 4 16,2 2 3-16,-1-2 3 0,-1-1 7 0,2 2 9 0,1-1 7 0,-1 0 4 15,-2 0-2-15,1 1-1 0,3-1-1 0,-1-1-4 0,-1 2 2 0,-1-1 2 16,-1-1-1-16,2 2 2 0,-2-1 0 0,-2-1 0 0,3 1-1 0,-3 0-7 16,0 1-4-16,0-1-4 0,0 1-4 0,-3 1-1 0,3 0-1 0,-6 1-4 15,4 0-7-15,-1 0-9 0,-1 0-15 0,-1 0-16 0,1 0-23 0,-1 0-21 16,3 0-53-16,-5-2-61 0,5 2-93 0,-4-1-102 0,-1-1-94 0,5-1-89 15,-1 2-109-15,-3-4-118 0,3 2-53 0,-3-3-17 0,6 0-2 0,-9 0 7 16,7 0 16-16,2 0 19 0,-7-3 44 0,5 2 62 0,-1-2 90 0,3 3 104 16,-2-5 92-16,-2 1 89 0</inkml:trace>
  <inkml:trace contextRef="#ctx0" brushRef="#br0" timeOffset="143742.57">6162 16163 94 0,'0'2'482'0,"-3"1"116"0,1 2 52 0,-2-1 34 0,4 0 24 0,-3 3 21 0,3 0 20 15,-2 2 16-15,-2 2 14 0,2 1 13 0,-1 1 11 0,3 3-17 0,-4 1-28 16,4 0-174-16,-5 2-241 0,5-1-108 0,-4 0-47 0,2-1-34 0,2 1-21 15,-3-2-20-15,1 1-19 0,-2-2-14 0,4 0-14 0,0 0-12 0,-3-2-12 0,1-1-9 16,2 0-8-16,0-1-5 0,-4-1-5 0,4 1-3 0,0-4-2 16,0-1-2-16,0 0-4 0,0 0-1 0,0-3-1 0,0 2-1 0,0-2-2 0,0-3-1 15,0 1-1-15,0-1-1 0,0 0-2 0,0 0 0 0,0 0-3 0,0 0-3 16,0 0-2-16,0 0 1 0,0 0 1 0,0 0 0 0,0 0 0 0,4-1 0 16,-2 1 0-16,1-2 0 0,3 1 1 0,-3-1 2 0,3-1 3 0,-1 2 0 15,-1-2 2-15,1 0-1 0,4 0 2 0,-3-2 0 0,-1 2 0 0,4 2 0 16,-3-2 2-16,3 1-1 0,-6 1 5 0,6 1 0 0,-3 0 2 0,-1 1 1 15,1 1 3-15,3 1 3 0,-6-1 1 0,3 3 5 0,-1 0 6 0,-1-1 5 16,1 2 4-16,-1 2 6 0,1-2 4 0,-5 1 2 0,4 2 2 0,-2-2 1 16,-2 1 1-16,0 1 1 0,0-1-2 0,0-1-2 0,0 2-1 0,-2 0-4 15,2-1-2-15,-4 1-6 0,4-2-6 0,-5 2-12 0,5-1-12 0,-4 1-15 0,2-3-12 16,-1 1-18-16,-1-2-17 0,4-1-31 0,-5 1-39 0,5-3-70 0,-2 0-86 16,-2 0-81-16,4-2-79 0,0 0-69 0,0 0-58 0,0 0-64 0,0-2-61 15,0 2-57-15,-3-4-50 0,1-2-15 0,2 0 0 0,0-2 27 0,2 1 34 16,-2-2 69-16,3 0 84 0,1 0 84 0,1 0 76 0,-3-1 67 0,7 2 62 15,-5 0 69-15</inkml:trace>
  <inkml:trace contextRef="#ctx0" brushRef="#br0" timeOffset="143906.74">6383 16506 48 0,'9'-5'274'0,"-4"1"62"0,5-1 45 0,-5 1 35 16,4 1 39-16,0-2 41 0,0 2 49 0,-3 2 51 0,3-2 45 0,0 1 36 16,-4-1 26-16,4 2 19 0,0-1-73 0,-3 0-109 0,3 1-78 0,-4-2-61 15,4 3-41-15,-4-1-33 0,1-1-49 0,3 1-54 0,-5-1-84 0,5 1-95 16,-4-2-105-16,0 3-111 0,1-2-82 0,1 0-70 0,-1 1-69 0,-1 0-67 15,0 1-75-15,-1-2-84 0,-4 2-51 0,0 0-41 0,5 0-8 0,-5 0 3 16,6 2 32-16,-6-2 43 0,3 2 62 0,-3-2 70 0,0 5 58 0,0 1 54 16,0-1 60-16,-3 1 59 0,3 1 75 0</inkml:trace>
  <inkml:trace contextRef="#ctx0" brushRef="#br0" timeOffset="144056.44">6501 16573 84 0,'-6'6'410'0,"-1"-3"107"0,1 2 63 15,5-2 44-15,-3 1 29 0,0-3 25 0,3 3 22 0,1-3 17 0,0-1 16 16,0 0 12-16,0 0 10 0,0 0-19 0,0 0-31 0,0 2-141 0,0-2-192 15,1 1-101-15,3 1-61 0,-4-2-41 0,5 0-32 0,-1 1-24 0,-2-1-23 16,5 0-30-16,-1 2-31 0,-1-2-62 0,4 0-71 0,-4 0-92 0,5-2-99 16,-1 2-88-16,0-1-84 0,1 1-108 0,-4-2-117 0,3 1-55 0,0-1-23 15,0-1-11-15,2 1-5 0,-4 1 8 0,0 1 17 0,2-1 49 0,0-1 61 16,-3 1 82-16,3 1 91 0,0 0 83 0,0 3 76 0</inkml:trace>
  <inkml:trace contextRef="#ctx0" brushRef="#br0" timeOffset="146011.91">7101 16131 244 0,'-4'1'353'0,"4"1"62"0,0 1 43 0,0 1 43 15,0 4 42-15,0-2 48 0,4 1 53 0,-4 1 38 0,0-1 34 0,-4 2 18 0,4-1 10 0,-1 2-55 0,1-1-92 16,0 2-94-16,-4-1-98 0,4 1-62 0,-2-2-47 0,-1 0-53 0,3 0-59 16,0 0-75-16,-4 0-80 0,2 0-79 0,2-2-79 0,0-1-65 0,0 2-56 15,-3-2-47-15,3-2-44 0,0 1-33 0,0-2-31 0,0 0-30 0,0 0-27 16,0-3-18-16,0 0-12 0,0 1-9 0,0-1-4 0,0 0-7 0,0 0-10 15,0 0 18-15,0 0 26 0,-2-4 31 0,2-2 36 0,0 0 28 0,0 0 31 16,2-2 30-16,-2 2 29 0,3-1 30 0,-3-1 30 0,6 1 32 0,-6-2 36 16</inkml:trace>
  <inkml:trace contextRef="#ctx0" brushRef="#br0" timeOffset="146292.72">7148 16180 199 0,'6'-4'272'0,"-1"-2"26"0,-1 3 17 0,5-1 15 16,-4 0 12-16,0 3 15 0,1-2 14 0,1 1 14 0,-1 1 18 0,-1 1 16 15,-1-2-1-15,1 2-13 0,-1 2-54 0,1-2-72 0,-3 0-22 0,5 1 3 16,-5 1 12-16,2-1 20 0,-4 1 20 0,1-1 20 0,3 1 9 0,-4-1 7 15,0 2-2-15,0-1-7 0,0 1-11 0,4 1-14 0,-4-1-19 0,0 1-17 16,-4 1-20-16,4 0-23 0,0-1-29 0,0 1-32 0,-4 1-30 0,3-2-36 16,-3 2-23-16,4 0-17 0,-6-1-11 0,3 1-11 0,1-2-4 0,-2 1-2 15,3 1-4-15,-3-2-4 0,0 0-4 0,4 1-4 0,-1 0 2 0,-3-2 1 16,4 0 0-16,-4 0-5 0,3 0-1 0,1-2-3 0,0-1-3 0,0 0-1 16,0 0-4-16,0 0-4 0,0 0-3 0,0 0-1 0,0 0-7 0,0 0-2 15,0 0-5-15,0 0-5 0,0 0-5 0,0 2-5 0,1-1-6 0,-1-1-9 16,4 0-15-16,0 2-15 0,-3-2-24 0,3 0-24 0,0 0-30 0,-3 0-34 15,3 0-35-15,1 0-38 0,-1 0-32 0,2 0-30 0,-5-2-25 0,3 2-21 16,1-1-15-16,-1-1-12 0,1 2-9 0,1-3-4 0,-3 2-2 0,3-1 1 16,-2-1-2-16,1 2-5 0,0-2-19 0,-1 0-28 0,1-2-6 0,-1 2 3 15,-2-1 17-15,5-1 21 0,-5-1 21 0,3 2 20 0,-1-2 21 0,1 0 22 16,-1 1 26-16,1 1 22 0,1-1 37 0,-3 2 41 0</inkml:trace>
  <inkml:trace contextRef="#ctx0" brushRef="#br0" timeOffset="146841.57">7490 16068 199 0,'0'1'423'0,"0"2"105"0,0 0 75 0,-4 0 59 0,4 2 55 0,0-1 33 0,0 1 28 0,-3 1 23 0,1-2 15 15,-2 4 14-15,-1-2 10 0,1 1-43 0,-1 1-62 0,-1 1-130 0,1 0-160 16,-4 1-99-16,0 1-67 0,0 0-56 0,0 2-47 0,-2 0-32 0,-2 0-26 15,2 3-17-15,-1 0-17 0,1 1-12 0,-4 1-8 0,1 0-7 0,0 0-6 16,-1 1-9-16,-3 1-7 0,3 1-7 0,-3-2-4 0,4 1-3 0,-2-1-1 16,-2 2-7-16,-1-2-5 0,5 1-8 0,0-1-9 0,-1 1-12 0,1-4-11 15,-1 2-13-15,1-1-12 0,1-2-9 0,2-1-7 0,2 1-19 0,-2-3-20 16,2 0-31-16,0-2-35 0,0 1-61 0,4-3-71 0,-4 2-65 0,5-4-58 16,2 0-53-16,-1 0-52 0,1-2-48 0,-2-1-47 0,4-3-63 0,0 0-68 0,0 0-19 15,0 0 2-15,0 0 23 0,0 0 29 0,0 0 62 0,9-1 74 0,-3-4 69 16,-3 1 67-16,3-3 62 0,-1 2 62 0,1-4 58 0,-3 1 59 0</inkml:trace>
  <inkml:trace contextRef="#ctx0" brushRef="#br0" timeOffset="147282.21">7210 16450 175 0,'1'-3'302'0,"3"0"45"0,1 2 30 16,-1-1 26-16,1 1 27 0,5-1 32 0,-5 1 34 0,0-1 37 15,4 1 36-15,-3-2 30 0,3 1 28 0,0 1-30 0,0-3-56 0,-4 3-69 16,4-2-74-16,1 2-42 0,-1-2-24 0,-2 1-26 0,2-1-23 0,-2 2-30 0,-2-1-35 16,1 0-35-16,-1 1-36 0,1 0-30 0,-3 1-28 0,3-2-23 15,-3 2-21-15,-3 0-12 0,2 0-4 0,-2 0-3 0,4 2-2 0,-4 0 0 0,0 2 3 16,0-1 0-16,-4 1 3 0,2 2 2 0,-1 0 4 0,3 0 3 16,-6 3 2-16,3-1 4 0,1 2 2 0,-3-1-2 0,1 0 0 0,-2 0-2 0,1 0 1 15,1-1 1-15,-1 1 1 0,1-2-1 0,-1 1-2 0,1-1-1 0,-1-1-1 16,5 0-4-16,-5-1-4 0,5-1-4 0,0 1-7 0,-4-2-2 0,4-3-2 15,0 3-3-15,0-2-5 0,4 2-2 0,-4-2-2 0,1 3-3 0,3-3-3 16,0 1-2-16,1 1 1 0,-3 0 1 0,5-2 3 0,-5 2 1 0,5 0 4 16,0 0 2-16,-3-1 1 0,1 1 1 0,1-2 1 0,-3 1 6 0,3-1 4 15,-1 1 5-15,-1-1 4 0,1 2 4 0,-1-2 4 0,-4 1 4 0,5 0 2 16,-5 1 1-16,0 0 1 0,0 1 1 0,0-1 1 0,0 2-1 0,0 1-1 16,0 0-3-16,-1 1-6 0,-3-1-1 0,0 3-5 0,2-1-5 0,-1-1-5 15,-1 1-8-15,2 1-8 0,-1-4-10 0,1 2-13 0,-2-1-19 0,1-1-19 16,1 0-45-16,-2-2-52 0,3 0-85 0,-3 0-96 0,4-1-79 0,-4-1-65 15,4-1-78-15,0 0-78 0,0 0-75 0,-2-3-75 0,-1-1-28 0,1-2-6 16,2 1 7-16,0-2 17 0,0-1 40 0,2-1 53 0,1 0 85 0,-1-1 96 16,2-1 75-16,0 1 67 0,1-1 75 0,0 1 84 0</inkml:trace>
  <inkml:trace contextRef="#ctx0" brushRef="#br0" timeOffset="147462.23">7597 16462 192 0,'9'-4'342'0,"0"1"51"0,2-2 26 0,-2 2 21 0,0-1 25 15,0 1 56-15,0 0 75 0,0 1 58 0,-2-1 53 0,2 2 25 0,0-1 12 16,2-1-47-16,-2 1-78 0,4 0-99 0,-4-1-108 0,-2 1-50 0,2-1-23 16,0 0-30-16,-4 2-32 0,3-3-89 0,-3 2-113 0,1 0-112 0,-3 1-115 15,-1-2-80-15,2 1-67 0,-3 1-56 0,-1 1-55 0,0 0-62 0,0 0-67 16,0 0-72-16,0 0-81 0,0 0-29 0,0 0-8 0,0 0 24 0,-5 1 37 16,0 3 53-16,-1-3 62 0,3 2 53 0,-3-1 55 0,1 2 51 0,-3-1 53 15,3 1 58-15,0 1 67 0</inkml:trace>
  <inkml:trace contextRef="#ctx0" brushRef="#br0" timeOffset="147640.56">7635 16542 58 0,'0'3'276'0,"3"-3"69"15,-1 1 44-15,2-1 29 0,-1 0 30 0,3 0 33 0,-1-1 36 0,1 1 35 16,1-2 41-16,0 1 42 0,0-1 30 0,-1 0 24 0,3 1-64 0,-4-2-105 16,6 0-77-16,-4 2-69 0,1-4-41 0,-1 2-28 0,-2 0-47 0,6 0-53 15,-6-1-87-15,4-1-98 0,-1 2-97 0,-3-3-95 0,4 3-72 0,-3-1-61 16,3-1-57-16,-4-1-52 0,4 2-45 0,-3 1-44 0,-1-3-47 0,0 2-51 15,3 0-29-15,-3 0-23 0,1-2 32 0,-1 0 52 0,-1 1 53 0,5-1 52 0,-4 0 41 16,0 0 41-16,1 2 40 0,3-2 43 0,-5 1 39 0,5 0 43 16,-4 0 46-16</inkml:trace>
  <inkml:trace contextRef="#ctx0" brushRef="#br0" timeOffset="147909.1">8005 16266 141 0,'-3'4'336'0,"-3"-1"64"16,1 3 42-16,1 0 36 0,3 0 34 0,-3 2 39 0,-1 1 39 0,1 0 48 15,-2 0 46-15,3 1 33 0,1-1 25 0,-2 2-28 0,3-1-55 0,-3 1-96 16,0-2-117-16,-1 1-62 0,5-1-37 0,-4 2-41 0,3-4-38 0,1 2-35 0,0-1-35 16,1-1-36-16,3 1-45 0,-4-4-26 0,5 2-20 0,-1 0-11 15,1-1-5-15,1-1-6 0,3 1-2 0,0-1-1 0,-4 1 1 0,8-2 8 16,-2-2 13-16,-2 2-1 0,5 0-4 0,-1-3-6 0,-2 2-1 0,3-2-7 0,-3 0-4 16,2 0-6-16,1-2-1 0,-3 2-5 0,2-3-2 0,1 1-2 15,-5 1-5-15,2-2-6 0,2 2-11 0,-4-2-10 0,-2 1-12 0,2-1-15 16,0 2-15-16,-3-1-27 0,-3-1-31 0,3 3-55 0,-1-1-62 0,-5-1-75 0,4 1-77 15,-4 1-70-15,0 0-62 0,0 0-68 0,0 0-72 0,0 0-69 0,0 0-64 16,0 0-20-16,-4-2-3 0,-1 1 20 0,3-2 28 0,-5 1 51 16,5 1 63-16,-2-1 72 0,-5-1 79 0,4 0 66 0,1 2 67 0,-1-1 70 15,3-1 75-15</inkml:trace>
  <inkml:trace contextRef="#ctx0" brushRef="#br0" timeOffset="148073.53">8119 16406 373 0,'-3'4'524'0,"3"-1"71"16,-2 0 61-16,-2 1 47 0,4 0 35 0,-3 3 28 0,3-1 23 0,-2 0 24 15,2 3 14-15,-4-2 13 0,4 4-3 0,0-1-5 0,-5 1-159 0,5 2-225 16,-4-2-122-16,4 1-71 0,0 1-60 0,-2-1-53 0,2 0-41 0,-3 2-37 16,3-2-47-16,0 0-49 0,3-1-77 0,-1 2-94 0,-2-1-93 0,4-2-94 15,-4 1-91-15,5-1-88 0,-5 1-97 0,4-3-101 0,-4 2-45 0,2-4-18 16,-2 0-1-16,3 0 8 0,1-3 16 0,-4 1 26 0,0-4 64 0,0 0 81 16,0 0 86-16,2 3 94 0,-2-3 87 0,0 0 89 0</inkml:trace>
  <inkml:trace contextRef="#ctx0" brushRef="#br0" timeOffset="150418.2">5068 17133 63 0,'0'0'521'0,"0"3"129"0,0-3 59 0,-4 1 26 0,4-1 9 0,0 0 4 0,0 1 1 15,0-1-1-15,0 0 1 0,0 0-3 0,0 0-1 0,0 0-20 0,0 0-28 16,0 0-219-16,4 2-304 0,-4-2-164 0,4 0-101 0,-3 0-74 0,3-2-61 15,-4 2-49-15,6-1-47 0,-6 1-39 0,3 0-35 0,-1 0-41 0,-2 0-40 16,4 0-31-16,-1 1-29 0,-1-1-35 0,-2 0-42 0,0 0 0 0,0 0 18 16,0 0 37-16,0 0 44 0,0 7 46 0,0-7 43 0,0 6 39 0,-2-2 36 15,2 2 40-15,-3-1 44 0,3-1 34 0,-4 2 36 0</inkml:trace>
  <inkml:trace contextRef="#ctx0" brushRef="#br0" timeOffset="150532.45">5063 17235 232 0,'-4'4'344'0,"2"1"51"0,-1-1 27 15,-1-1 18-15,2 2 17 0,2-2 18 0,-3 0 22 0,3 1 27 0,-6 1 32 16,6-1 29-16,-3 1 30 0,3-1-40 0,-2 2-74 0,2-1-89 0,-4-1-93 15,4 2-50-15,0-1-27 0,0-1-29 0,0 2-32 0,0-2-59 0,0 3-71 0,0-3-75 16,0 1-78-16,0 1-82 0,0 0-85 0,0 0-78 0,4-1-77 0,-4 2-83 16,2-1-88-16,1-2-39 0,-3 2-16 0,6 0 2 0,-6-1 13 0,3-1 38 15,3 1 50-15,-3-2 48 0,-3-3 45 0,2 3 54 0,3-2 53 0,-1 1 60 0,-4-2 61 16</inkml:trace>
  <inkml:trace contextRef="#ctx0" brushRef="#br0" timeOffset="150685.35">5216 17356 214 0,'4'2'305'0,"-4"-1"39"0,5 2 22 16,-5 0 14-16,6 0 12 0,-3 2 9 0,3-2 9 0,-6 1 6 0,4 1 5 16,-3-1 4-16,3 1 0 0,0 0-64 0,-3 0-95 0,3 1-95 0,0 0-97 15,-3-1-71-15,3 1-58 0,-2 0-72 0,1-2-72 0,3 2-76 0,-6-1-79 16,3-2-36-16,3 1-20 0,-2-1-9 0,-3-1-3 0,7-1-1 0,-8-1 6 16,5 0 16-16,0-3 20 0,1 1 34 0,-1 0 38 0,3-1 57 0,-3-2 62 15</inkml:trace>
  <inkml:trace contextRef="#ctx0" brushRef="#br0" timeOffset="151089.6">5491 17283 40 0,'0'-2'370'0,"-3"1"213"0,1-1 104 16,-2 2 53-16,4 0 30 0,0 0 20 0,0 0 10 0,0 0 11 0,0 0 5 15,0 0 5-15,0 0 3 0,0 0 1 0,0 0-76 0,0 0-113 0,0 0-180 0,0 0-211 16,0 0-102-16,0 0-53 0,0 0-29 0,0 0-19 0,4 0-10 0,-2-1-10 16,5-1-5-16,-5 1-4 0,7-2-1 0,-4-2-1 0,4-1-2 0,0 2-2 15,0-4 2-15,2 2 0 0,-2-1-1 0,2-2-1 0,2 1 2 0,-4-1 2 16,2 0-4-16,-2 0 1 0,0 2-2 0,0-3-2 0,-4 4-1 0,1-2 2 15,-1 2-2-15,2 0 0 0,-5 0 0 0,4 1 0 0,-3 2 0 0,1-1 0 16,-2 1-2-16,-2 0 1 0,3 1-4 0,-3 1-1 0,4-1-7 0,-4 2-8 16,0 0-12-16,0-3-12 0,0 3-26 0,0 0-31 0,0 0-49 0,0 0-59 15,0 0-67-15,0 0-69 0,0 0-53 0,0 0-47 0,0 0-48 0,0 0-49 16,0 0-48-16,0 0-49 0,0 0-52 0,0 0-54 0,0 0-4 0,0 0 17 16,0 0 44-16,-4-1 54 0,4 1 65 0,-3-3 69 0,3 3 53 0,-2-3 48 0,2 3 50 15,-4-3 54-15,4 3 55 0</inkml:trace>
  <inkml:trace contextRef="#ctx0" brushRef="#br0" timeOffset="151447.35">5564 17001 99 0,'-6'-5'316'0,"6"2"62"0,-3 0 34 0,1 3 23 0,2 0 17 15,0 0 22-15,0 0 25 0,0 0 44 0,2 2 53 0,-2 1 51 0,3 0 48 16,-3 3-4-16,0 1-31 0,4 1-84 0,-2 2-111 0,1 2-52 0,-1 3-26 16,5 2-14-16,-5 1-15 0,2 3-19 0,1 0-23 0,1 1-43 0,1 2-50 15,-5-1-50-15,3 2-48 0,-1-1-32 0,1 2-24 0,-1-2-16 0,1-1-14 16,1 0-9-16,-3 1-6 0,3-1-6 0,-3-4-5 0,3 1-4 0,-3-4-3 15,-1-1-1-15,2-1-1 0,-2-2 1 0,1-2-2 0,-3-1-2 0,0-1 1 0,4-2-1 16,-4-2 2-16,0 0 0 0,0 0 0 0,0 0 2 0,0-2-1 0,0 1 1 0,0-3 2 16,-4 1-1-16,4-1 0 0,0 3 0 0,-3-3-1 0,3 0 1 0,-2 0 1 15,-2 0 1-15,-1 0-4 0,1 0-1 0,2 0-1 0,-1 0-1 0,-3 0 2 16,3 0-1-16,-3 0-1 0,1 0 2 0,1 0 2 0,-1 0 1 0,-1-1 1 16,3-1-1-16,-3 1 0 0,1-1 2 0,1 1 2 0,-1-2 2 0,1 1 2 0,-1-1 1 15,1 1 0-15,2 0-2 0,-1-1 1 0,3 0-1 0,-2 0-1 0,2 1 0 16,-4-1 0-16,4-1-1 0,0 1-1 0,0 0-1 0,0-2-1 0,4 2-2 15,-2-3-2-15,-2 0-1 0,3 2-3 0,-1-4-1 0,5 1 1 0,-5 1-6 0,2-2-6 16,1-1-14-16,1 2-16 0,1-2-33 0,-2 1-42 0,1 1-64 0,-1-2-76 16,1 0-71-16,1 1-69 0,-2-1-55 0,1 2-49 0,-1-2-56 0,2 1-64 15,-1 1-68-15,-1-1-77 0,1 1-24 0,-3-1-2 0,3 2 25 0,-1 2 38 16,-1-3 65-16,1 3 74 0,-1 1 71 0,1 0 68 0,-5 0 58 0,0 3 51 16,6-1 57-16,-6 1 63 0</inkml:trace>
  <inkml:trace contextRef="#ctx0" brushRef="#br0" timeOffset="151791.64">5710 17299 57 0,'0'0'280'0,"-3"0"53"0,3 0 26 0,0 0 16 0,0 0 12 16,0 0 12-16,0 0 14 0,0 0 22 0,3 0 22 0,-1-1 30 0,2 1 28 16,-1-2-1-16,-1 1-16 0,2-2-63 0,1 1-81 0,-1-1-27 0,1 0 2 15,-1 2 3-15,-2-2-3 0,3-2-2 0,2 2-6 0,-1-2-15 0,-3 1-17 0,4 0-26 16,-3-1-26-16,5-1-28 0,-3 2-29 0,-1-1-26 0,4-1-25 0,-4 2-24 16,4-1-27-16,-5-1-15 0,5 3-9 0,-3-1-9 0,-1 1-6 0,0-2-4 15,1 2-3-15,-3 2-4 0,3-1-1 0,-2 1 0 0,1-1-1 0,-1 2 1 16,-3 0 0-16,3 2 1 0,0-2 4 0,-3 1 4 0,3 1 3 0,-2 1 3 15,1 0 0-15,1 1 4 0,-2 0 0 0,2 1 2 0,1 1 3 0,0 0 2 0,-1 3-1 16,1 0 1-16,4 0-2 0,-3 0-2 0,-1 2-1 0,4-1-6 0,0 1-3 16,0-1-3-16,-3 1-3 0,7-1 2 0,-4-1 1 0,1 0-3 0,-1 2-2 15,6-2-2-15,-4 0-2 0,1-2-2 0,3 2-1 0,-1-2-1 0,1 0-2 16,-1 0 1-16,1-1 1 0,-3-1-2 0,-1-1-3 0,0 1-3 0,2-2-5 16,-2 1-2-16,-2-2-1 0,0-1 1 0,0 1-2 0,-4-1-3 0,4-1-2 15,-3 2-4-15,-3-2-1 0,3 0-7 0,-6 0-5 0,5 0-5 0,-5 0-3 16,0-2-6-16,0 2-9 0,0 0-15 0,0 0-18 0,0 0-41 0,0 0-52 15,0-3-69-15,0 0-77 0,-2-1-64 0,-1-1-64 0,-1 1-51 0,4-2-48 16,-5 1-58-16,3-2-62 0,-5 1-58 0,1-3-59 0,1 1-15 0,-1-1 1 16,-3 0 38-16,4 0 47 0,-2-1 71 0,-2 1 76 0,3-2 68 0,-5-1 65 15,2 0 57-15,4 0 54 0,-4 0 62 0</inkml:trace>
  <inkml:trace contextRef="#ctx0" brushRef="#br0" timeOffset="151966.07">5911 17008 90 0,'-5'-2'356'0,"1"2"134"0,-2 0 82 0,1 0 59 0,1 2 44 0,4 0 37 15,-1-1 31-15,-3 1 25 0,4 2 21 0,-4 1 19 0,3-1 16 0,1 4 10 16,0-1-84-16,-4 2-126 0,4 2-127 0,0 1-127 0,0 0-77 0,-2 1-52 16,2 2-42-16,0 2-37 0,-3-2-27 0,3 3-27 0,0 0-22 0,0 0-20 15,-4 0-14-15,4 1-11 0,0-1-14 0,0 2-17 0,0-2-16 0,-2 0-16 16,2 0-25-16,-4-2-25 0,4 1-45 0,0-1-55 0,0-1-83 0,0-1-96 16,0 1-79-16,0-3-73 0,0 0-84 0,0-2-91 0,0-1-69 0,0-3-59 15,-3 0-19-15,3-6-3 0,3 6 12 0,-3-6 17 0,0 0 45 0,0 0 50 16,0 0 83-16,4-1 98 0,2-4 80 0,-1 2 72 0,-1-3 84 0</inkml:trace>
  <inkml:trace contextRef="#ctx0" brushRef="#br0" timeOffset="152478.39">6121 17053 118 0,'-2'-1'424'0,"-2"-1"191"16,4 2 89-16,0-1 38 0,0 1 21 0,0 0 10 0,-3 1 5 0,3-1 9 0,0 0 1 15,-2 2 7-15,2-2 0 0,0 3 3 0,-4-3-99 0,4 3-143 0,0-2-180 0,-2 2-190 16,2-2-86-16,-3 3-40 0,3-1-17 0,-4 0-10 0,4 1-6 16,0 0-7-16,0 3-5 0,-2-1-5 0,-1-2-4 0,3 2-1 0,0 0-2 0,-2 0-2 15,2 0 1-15,-4 0-2 0,4 0 0 0,0 0 1 0,0-1-1 0,0-1 2 16,0-1-1-16,0 1 1 0,0 0 1 0,0-1 1 0,0 0 2 0,0-3 0 15,4 2 2-15,-2-1 1 0,-2 0 1 0,3-1 1 0,-1 2-2 0,2-2 0 16,-4 1 0-16,5-1 0 0,-1 0-2 0,-2 0-2 0,1-1-2 0,3 1 0 16,-3-2 0-16,3 2-2 0,-3-1 1 0,-1 0-1 0,2-1-2 0,1 2-2 15,-1 0 0-15,-2-2 0 0,-2 2 0 0,0 0-2 0,0 0 2 0,0 0 0 16,3 2 0-16,-3-2 2 0,0 0-1 0,0 0 2 0,0 3-1 0,0 1-2 16,0-1 1-16,0 3 4 0,0-1 1 0,0 2 0 0,-3 1 0 0,3-1 0 15,-2 2 0-15,-2 0 0 0,2 0 0 0,-1 0-2 0,-1 0-1 0,4 0-1 16,-2-1-1-16,-1-1 1 0,3-1-4 0,0 0-2 0,0 0-4 0,0-1-1 0,0-1-1 15,0-1-1-15,0 2-1 0,3-4-3 0,-1 2-1 0,-2-1-2 0,4-1-2 16,-1 1 1-16,-1-2-1 0,2 1 1 0,-2-1-2 0,1 0 2 0,1-1 2 16,-2 1 2-16,1-2-4 0,3 1-7 0,-3-1-10 0,-1 1-12 0,2-2-22 0,1 0-28 15,-1-2-38-15,-2 2-41 0,1-1-44 0,1-1-44 0,-2 0-41 16,1 0-38-16,-3 0-33 0,2-1-33 0,2 0-25 0,-4 2-27 0,3-2-21 0,-1 1-21 16,-2-1-12-16,0 0-14 0,0 0-11 0,0 0-15 0,0 2 19 0,-2-2 32 15,-1 0 36-15,3 0 37 0,-4 0 34 0,4 1 32 0,-2-1 31 0,2 2 35 16,-3-2 32-16,3 1 33 0,0 1 41 0</inkml:trace>
  <inkml:trace contextRef="#ctx0" brushRef="#br0" timeOffset="152656.6">6188 17065 213 0,'0'0'323'15,"0"0"49"-15,0 0 27 0,0 0 25 0,0 0 23 0,0 0 38 0,-2 2 42 16,2 1 53-16,0 0 56 0,0 1 47 0,0-1 37 0,0 3-32 0,0-1-70 16,2 2-75-16,-2-1-75 0,0 2-41 0,0 1-22 0,0 0-19 0,0-1-19 0,0 5-31 15,0-3-44-15,0 2-51 0,0 2-57 0,0-2-42 0,0 1-41 0,0 1-25 16,0-1-19-16,0 1-15 0,0-1-12 0,0 1-10 0,0-2-13 0,0 1-14 15,0-1-20-15,-2 0-30 0,2-1-38 0,0-2-59 0,0 1-74 0,0-2-68 0,0 1-71 16,0-4-57-16,2 2-54 0,-2-1-62 0,0-2-64 0,0-4-71 0,3 5-74 16,-3-5-25-16,0 0-3 0,0 3 21 0,0-3 33 0,0 0 59 0,0 0 69 15,6-2 70-15,-1-1 70 0,-1 0 57 0,1 0 54 0,1-1 63 0,1-1 66 16</inkml:trace>
  <inkml:trace contextRef="#ctx0" brushRef="#br0" timeOffset="153434.35">6334 17194 166 0,'0'0'291'0,"-3"0"39"0,3 0 19 0,0 0 10 0,0 0 10 15,0 0 3-15,0 0 3 0,0 0 1 0,0 0 5 0,0 0 0 0,0 0 1 16,0 0-50-16,0 0-77 0,0 0-77 0,0 0-79 0,0 0-40 0,0 0-17 16,0 0-6-16,0 0-4 0,0 0 3 0,0 0 4 0,3-2 6 0,-3 1 6 15,4 1 7-15,-2-1 14 0,1-1 10 0,-3 1 12 0,2-1 15 0,2 1 15 16,-4 1 15-16,3-2 18 0,-1 1 23 0,-2 1 26 0,0-2 20 0,0 2 22 16,4-1 13-16,-4 1 12 0,1-2 5 0,-1 2 0 0,0 0-4 0,4 0-7 15,-4 0-11-15,0 0-12 0,0 0-16 0,0 0-20 0,0 0-27 0,0 0-27 0,0 0-29 16,0 0-27-16,0 0-23 0,0 0-19 0,0 0-16 0,0 0-13 0,0 0-10 15,0 0-7-15,0 0-5 0,0 0-7 0,0 0-1 0,0 0 0 0,0 0-1 16,0 0-2-16,0 0-3 0,0 0-2 0,0 0-5 0,0 0-8 0,0 0 1 16,0 0 8-16,0 0 5 0,0 0 1 0,0 0 3 0,0 0 0 0,0 0 0 0,0 0-2 15,0 0 2-15,0 0 2 0,0 0 1 0,0 0 4 0,0 0 8 0,0 0 12 16,0 0 0-16,0 0-1 0,0 0 1 0,0 2 1 0,4-1 5 0,-2 1 3 16,-2 1 6-16,0-3 6 0,0 3 3 0,0 0 1 0,0 1 2 0,0-1 2 15,0 2-1-15,0-2-1 0,0 1-1 0,0 0-2 0,0 1-5 0,-2 0 0 16,2-1-4-16,-4 0-3 0,4 1-3 0,0 0-3 0,-4-1-3 0,4 0-1 15,-1 1-4-15,1 0-1 0,-4-1-3 0,4-1 0 0,0 0-3 0,0 0-4 16,-2 0-1-16,2-3 1 0,0 0-4 0,0 3-2 0,0-3-4 0,0 0-2 16,0 0-5-16,2 2-6 0,-2-2 0 0,4 0 0 0,-3 0 0 0,3-2-2 15,0 1-1-15,-2-1 0 0,5-1-1 0,0 2-1 0,-3-4-1 0,5 2 0 16,-4-1 2-16,4-1 2 0,-3 0 4 0,3 0-1 0,-4 0-1 0,0 1-2 0,3-1 0 16,-6 1 1-16,3 1-1 0,-1 0 1 0,1 0-1 0,-1 1 1 0,-4 0-1 15,0 2 2-15,0 0 2 0,0 0 1 0,0 0 4 0,0 0 4 0,0 0 1 16,0 2 1-16,0 3 4 0,-4-2-1 0,4 1 5 0,-2 2 6 0,-1 0 3 15,-1 2 3-15,2 1 3 0,-1-2 0 0,-3 2 0 0,2-1-1 0,3 0-1 0,-3 2 3 16,-1-3-2-16,5 1-1 0,-4 1 2 0,-1-2 0 0,1 1-1 0,2-1-2 16,-1 1-5-16,1-1-2 0,-2-1 1 0,0 0 3 0,3 0 0 0,1 0 1 15,-4-1-1-15,4-1-1 0,-2-1-1 0,2 0 1 0,0 0-2 0,0-3-5 16,-3 2-1-16,3-2 0 0,0 0-1 0,0 0 1 0,0 0-2 0,0 0-5 16,0 0-2-16,0 0 0 0,0 0-2 0,0 0 1 0,0 0 1 0,0 0 0 15,0 0 0-15,0 0 1 0,3 1 1 0,-3-1-1 0,2 2 2 0,-2-2-1 16,0 0 2-16,0 3 2 0,0-3 0 0,4 1-1 0,-4 1 1 0,1-1 0 15,3 1-2-15,-4-1 1 0,0-1-4 0,0 1-1 0,4 1-9 0,-2-2-7 16,-2 2-14-16,0-1-15 0,3 1-26 0,-3-1-29 0,2 1-44 0,-2-2-51 16,4 0-52-16,-4 0-51 0,3 1-45 0,-1-1-41 0,-2 0-32 0,4 0-26 15,-1-1-28-15,-1 1-31 0,2-2-29 0,-3-1-26 0,3 0-33 0,0 0-36 0,-2-1 7 16,-2-2 23-16,0-1 41 0,0 2 48 0,0-3 40 0,3 1 40 0,-3-1 36 16,0 2 27-16,0-1 36 0,0-1 40 0,2 2 42 0,-2-1 41 0</inkml:trace>
  <inkml:trace contextRef="#ctx0" brushRef="#br0" timeOffset="153977.54">6459 17280 229 0,'0'0'328'0,"0"0"32"0,0 0 21 0,4 0 13 0,-4-2 23 0,3 1 16 0,-1-1 40 0,-2 1 43 0,5 1 42 0,-1-2 41 16,1-1 32-16,-1-1 25 0,5-1-67 0,-3 1-106 0,4-3-53 0,-1 2-24 15,1-3-17-15,-1 2-14 0,1-1-17 0,3-1-22 0,-2 1-36 0,-2-2-46 16,2 1-40-16,-2 1-40 0,0 1-48 0,0-2-50 0,0 1-40 0,0 0-30 16,-4 2-28-16,1 0-29 0,-1 1-30 0,3-1-27 0,-7 2-30 0,3 2-31 15,-4-2-40-15,0 3-47 0,0 0-38 0,0 0-34 0,0 0-28 0,-4 1-21 16,4 2-9-16,-5 0-5 0,5 2 6 0,-5 1 12 0,1 0 18 0,-2 1 21 15,3 1 23-15,-3 1 25 0,1-2 40 0,1 2 41 0,-1 0 41 0,0 0 31 0,-1-1 31 16,-1 2 26-16,1-2 24 0,1-1 20 0,1 2 19 0,-1-1 18 16,0 1 20-16,-1-2 17 0,2 1 16 0,-1-1 20 0,1 1 14 0,-1-1 16 0,1 1 13 15,3-2 13-15,-3 1 17 0,4-1 15 0,-4-1 15 0,4 1 10 16,0-2 15-16,0 1 16 0,4-1 14 0,-4-1 12 0,4 0 10 0,-3 2 10 0,3-4 9 16,0 2 7-16,-3-1 1 0,5-1 1 0,1 1-8 0,-1-1-16 0,-1 0-12 15,0-1-15-15,4 2-19 0,-3-2-20 0,3 0-21 0,-4 0-22 0,4-2-17 16,-3 1-19-16,3 1-20 0,-6-1-17 0,3-1-16 0,3-1-15 0,-5 0-7 0,1-1-6 15,0 0-6-15,1 0-4 0,-3 0-7 0,-1-2-4 0,2 1-9 0,1 1-9 16,-5-2-15-16,4 0-19 0,-4-2-25 0,4 2-25 0,-4 0-35 0,0-1-42 16,0 1-36-16,0-2-35 0,-4 1-35 0,4 1-32 0,0-2-20 0,-4 1-18 15,2-1-13-15,-1 1-9 0,-3-1 2 0,3 2 6 0,-3-3 17 0,3 1 23 16,-3 1 33-16,5-2 36 0,-7 0 37 0,3 0 35 0,-1-1 36 0,-3 1 33 16,4 0 27-16,0-2 26 0,-3 1 26 0,3 1 29 0,-1 0 26 0,-3 0 24 15,6 1 23-15,-3 1 22 0,5 2 25 0,-3 1 24 0,-1-1 24 0,5 2 19 16,-4 2 23-16,4 1 15 0,0 0 23 0,0 0 25 0,0 0 20 0,0 0 22 15,0 0 5-15,4 3 2 0,-4 1-5 0,1 2-7 0,3 2-13 0,1-1-17 0,-1 2-16 16,1 2-16-16,-1-1-19 0,1 4-19 0,1-2-26 0,-1 2-29 0,-1-3-31 16,5 2-33-16,-4 1-20 0,1-2-18 0,3 1-15 0,-4 0-9 0,4-3-12 15,-3 1-9-15,3-1-12 0,0 1-11 0,0-2-22 0,0 0-33 0,0 0-60 0,-2-3-76 16,2-1-80-16,0 2-82 0,0-1-73 0,-3-3-67 0,3 1-56 16,0-2-53-16,-4-1-68 0,4-1-74 0,0-1-30 0,0-1-10 0,-1-2 13 0,4-1 27 15,-3-1 59-15,2 0 75 0,-2-1 79 0,0-1 82 0,2 1 73 0,-2-2 67 16,0 1 57-16,-3 1 51 0</inkml:trace>
  <inkml:trace contextRef="#ctx0" brushRef="#br0" timeOffset="154467.12">7007 17098 88 0,'-2'5'419'0,"2"-2"224"0,-3 0 101 0,3 0 43 0,-2-2 19 0,2 2 9 0,0 0 5 0,0 0 0 0,0-3 1 0,0 2-2 0,-4 1 2 0,4 0-1 0,0-2-92 0,0 2-134 0,0 1-197 0,-3 0-226 16,3 0-105-16,-2 2-48 0,2-2-28 0,0 3-19 0,0-1-23 0,-4-1-28 16,4 3-28-16,0-2-29 0,0 2-33 0,0-1-30 0,0 1-27 0,0-1-24 15,0 1-19-15,0-3-14 0,0 3-10 0,-2-2-5 0,2 0 3 0,0 2 1 16,0-2 21-16,0-4 23 0,0 3 28 0,0 0 26 0,0-2 33 0,0 0 29 16,0-3 27-16,-3 1 22 0,3-1 21 0,0 0 18 0,0 0 15 0,0 0 13 15,0 0 8-15,0 0 8 0,0 0 6 0,5-1 6 0,-5 1 6 0,4-2 5 16,1 1 5-16,-1-1 9 0,-2 1 13 0,1-1 11 0,-3 1 17 0,2-1 13 15,2 2 21-15,-4-1 20 0,0 1 26 0,0 0 32 0,0 0 26 0,0 0 23 16,5 0 17-16,-5 0 14 0,0 1 7 0,4 1 3 0,-4-1-2 0,0 2-5 16,3 0-11-16,-3 0-11 0,0 3-18 0,0-1-18 0,0 1-30 0,0-2-32 15,0 2-29-15,0 0-27 0,0 0-20 0,-3 0-20 0,3 0-14 0,0 0-10 0,0-1-10 16,0-1-10-16,0 1-13 0,0-2-12 0,0 0-15 0,0-3-16 0,0 0-17 16,0 0-20-16,0 1-28 0,0-1-32 0,0 0-43 0,3 1-49 0,-1-2-46 15,-2 1-47-15,6-3-37 0,-3 2-31 0,1-2-16 0,1-3-8 0,-3 1-1 0,2 1 4 16,1-4 15-16,0 2 15 0,-1-1 27 0,2-1 31 0,1 1 43 0,-2 1 47 15,1-2 57-15,-3 2 53 0,3 2 52 0,-1 1 50 0,1-2 31 0,-3 4 26 16,3-3 18-16,-3 3 19 0,3 1 32 0,-3 0 35 0,-1 0 49 0,2 0 56 16,-3 1 54-16,3 1 55 0,-4 0 27 0,4-1 18 0,-3 2 2 0,-1 0-3 15,0 0-5-15,0 0-1 0,0 1-4 0,0 0-11 0,0 0-24 0,4-1-34 16,-4 2-49-16,0-3-54 0,0 3-66 0,-4-2-71 0,4 0-82 0,0 0-88 16,0 0-100-16,0 2-99 0,0-2-101 0,0 1-99 0,0-4-105 0,-1 5-111 15,1-5-51-15,0 0-23 0,0 0-11 0,0 0-2 0,0 0 7 0,0 0 12 16,0 0 51-16,0 0 65 0,0 0 81 0,0 0 92 0,0 0 93 0,1-5 96 15</inkml:trace>
  <inkml:trace contextRef="#ctx0" brushRef="#br0" timeOffset="154715.2">7311 17265 135 0,'-2'2'286'0,"-2"3"37"0,1 0 16 0,-3-1 1 0,6 2-1 16,0-1-4-16,-3 1-6 0,3 0-1 0,-2 1-4 0,2-2 0 0,-4 1 0 15,4 0-46-15,0-2-69 0,-1 1-82 0,1-1-86 0,0 1-37 0,0-2-11 16,0 0-4-16,1 0 5 0,-1 0 8 0,0 0 8 0,4-2 8 0,-4 0 9 16,2 1 9-16,-2 0 4 0,3-1 10 0,-3 1 9 0,6-1 13 0,-6 1 10 15,3 1 18-15,1-2 20 0,-2 1 14 0,2-1 13 0,-4 0 5 0,5 3 3 0,-5-3-5 16,5 1-5-16,-5-1-6 0,4 2-8 0,-2-1-23 0,1-1-30 16,1 2-45-16,-2-2-51 0,1 1-65 0,-3 1-73 0,4-1-102 0,-2-1-115 0,-2-1-62 15,0 0-33-15,0 0-16 0,5 2-10 0,-5-2-2 0,0 0 0 0,0 0 15 16,4 0 18-16,-4 0 33 0,5-3 39 0,-1 1 45 0,1 2 53 0</inkml:trace>
  <inkml:trace contextRef="#ctx0" brushRef="#br0" timeOffset="155402.18">7801 17215 3 0,'0'3'370'0,"0"2"258"0,-4-2 120 0,3-2 52 0,1-1 25 0,1 3 10 15,-1-3 3-15,0 0 5 0,0 0-2 0,0 3 0 0,0-3 1 0,0 0-1 16,0 0-66-16,0 0-95 0,0 0-205 0,4 0-257 0,0-2-116 0,-3 1-51 16,3-2-24-16,2 2-12 0,-3-2-3 0,3-3-2 0,-1 0-2 0,4-2-1 15,-4 1 1-15,5-2-2 0,-1-2-2 0,-4 1-1 0,4-1-1 0,-4 2-2 16,4 0 0-16,-3 0-2 0,-2 3 1 0,1 0 2 0,-1 2-2 0,-3-1-2 15,3 4 0-15,-4-1 1 0,0 2-1 0,0 0 2 0,0 0-1 0,0 0 2 16,0 0 2-16,0 2-4 0,0 2 2 0,-4 1 2 0,4-1-1 0,0 4-1 0,-1-1 0 16,1 1 2-16,-4 2-1 0,4-1 1 0,0 0-2 0,0 3 0 0,0-3 0 15,-2 2-2-15,2-4-1 0,0 2 0 0,2-1 0 0,-2-3 0 0,0 2-1 0,0-3-4 16,4 1-2-16,-3-3-2 0,-1 2-5 0,0-3-2 0,4 1-2 16,-4-1 0-16,5-1-2 0,-5-1-1 0,4 1-3 0,1-3-3 0,1 1-1 0,-2-2-5 15,1-1 1-15,0-1 2 0,3 0 3 0,-1-3 0 0,0 0 3 0,-1-1 3 16,3-1 2-16,-4-1-2 0,4-1 0 0,-4 1-2 0,4-2 2 0,-3 1 3 15,3 1-3-15,0-2-6 0,-4 1-7 0,1-1-9 0,-1 2-1 0,-1 0-1 16,1 2 0-16,1-1 2 0,1-1 1 0,-5 3 0 0,1 0 4 0,3 0 2 16,-3 2 0-16,-1-1 3 0,2 2 11 0,-4 2 15 0,0 1 14 0,3 0 18 15,-3 3 8-15,0 0 6 0,0 0 5 0,0 0 2 0,0 0 5 0,0 0 8 16,0 0 1-16,0 0 1 0,0 0 2 0,-3 1 4 0,3 1-4 0,-4 2-3 16,4 2-6-16,0-1-4 0,-2 2-5 0,-1 1-2 0,3 1 1 0,0 0 1 15,-4 1 0-15,4 2-3 0,0 2 1 0,0-2 5 0,4 3 3 0,-4 0 8 16,0 0 5-16,3 1 7 0,-1 2 8 0,2 0 8 0,-4 0 8 0,5 1 2 15,-5 2 7-15,4-1 4 0,-2 1 3 0,1 0 4 0,1 2 0 0,-2-2 0 0,-2 1 1 16,3 0-2-16,-3 1 2 0,2-2 2 0,-2-1 1 0,0 1 2 0,0-2 3 16,0-1 3-16,-2 0 1 0,2-1 0 0,0-1 0 0,-3-1 0 0,3-1-2 0,-6-1-3 15,3-1-3-15,1 0-4 0,-2-1-10 0,-1-1-9 0,1 1-13 0,-5-1-9 16,4-1-12-16,-1-1-10 0,-3 1-9 0,0-2-11 0,2 2-4 0,-2 0-9 16,0 0-4-16,-6-1-4 0,6-1-7 0,-3 2-10 0,1-1-13 0,-4 1-17 0,1-2-18 15,0 2-21-15,1-3-26 0,-2 1-27 0,1 0-22 0,-1-3-24 0,-1 2-26 16,0-1-25-16,0-2-20 0,1 0-21 0,1-2-42 0,-1 1-45 0,3-2-79 0,-3 0-92 15,4-2-68-15,2 1-60 0,0-2-57 0,0 0-54 0,4-2-52 0,-1 1-51 16,-1-2-9-16,5-2 10 0,-1 1 14 0,3-3 19 0,0 2 44 0,0-4 52 16,3 1 93-16,-3 1 104 0,6-2 91 0,-1 0 78 0,4 0 81 0,-3 1 84 0</inkml:trace>
  <inkml:trace contextRef="#ctx0" brushRef="#br0" timeOffset="155672.29">8338 17267 79 0,'6'2'398'0,"-3"0"200"0,-1-1 98 0,2 1 48 0,1-2 28 0,-1 3 17 0,1 0 13 0,-1 0 18 0,-2-2 11 0,3 2 8 0,2-2 8 0,-1 1 3 0,-1 0-83 16,4-1-126-16,-3 1-173 0,3-1-197 0,1 1-91 0,0-2-46 16,-1 0-23-16,0 0-12 0,1 0-14 0,3 0-16 0,-2-2-10 0,-2 1-11 0,4 1-8 15,-2-3-4-15,3 1-6 0,-3-1-3 0,2 0-6 0,1 0-4 0,-3 0-7 16,2 0-8-16,-3 0-11 0,-1 0-14 0,0 0-13 0,0 2-13 0,-3-2-19 15,3 0-20-15,-5 1-41 0,-3 1-51 0,5 1-71 0,-6 0-77 0,0 0-72 0,0 0-68 16,0 0-59-16,-2 3-55 0,-2 0-52 0,3 1-50 0,-7 1-50 0,3-1-54 16,-1 4-8-16,-3-1 7 0,0 1 36 0,0 2 48 0,2-1 67 0,-6 0 78 15,4 2 72-15,-1-2 69 0,-3 1 62 0,2-1 60 0,2 2 59 0</inkml:trace>
  <inkml:trace contextRef="#ctx0" brushRef="#br0" timeOffset="155822.88">8449 17466 34 0,'0'6'373'0,"-4"-2"225"15,2 1 104-15,2-2 46 0,0 0 22 0,2 1 12 0,2-3 7 0,-4 3 7 16,5-3 8-16,-5-1 10 0,4 2 5 0,1-2 8 0,0 0-74 0,-1 0-106 15,2 0-185-15,-3 0-218 0,3 0-99 0,-1 0-46 0,4 0-21 0,-4 0-10 16,3 0-8-16,-3 0-6 0,1-2-11 0,3 2-11 0,0-3-14 0,-4 3-15 16,4-2-26-16,-3 1-29 0,3 0-65 0,-4-2-78 0,4 0-90 0,-4 1-94 0,1 1-90 15,1-1-83-15,-1 1-101 0,-6 1-107 0,1-2-45 0,-1 2-21 0,0 0-5 16,0 0 3-16,0 0 20 0,0 0 25 0,0 0 59 0,0 0 76 0,0 0 89 16,0 6 93-16,-1-1 88 0,-3-1 84 0</inkml:trace>
  <inkml:trace contextRef="#ctx0" brushRef="#br0" timeOffset="158321.12">9443 17416 21 0,'-3'-3'368'0,"-6"2"235"0,3-1 109 0,1-1 53 0,1 2 22 0,2-1 11 0,-1 1 10 0,3 1 9 15,-2-2 11-15,2 2 8 0,0 0 6 0,-4 0 6 0,4 0-67 0,0 0-99 16,0 0-189-16,0 0-229 0,4-3-104 0,-2 2-47 0,-2-1-19 0,3-1-5 16,-3 0-5-16,6 2-5 0,-6-2-4 0,5-1-1 0,-1 2-1 0,1 0 2 0,1-2 3 15,-3 2 2-15,3-1 2 0,-1 0 2 0,2 1 1 0,-1 1 0 0,-1 0-1 0,1-1-3 16,1 2-4-16,0 0-6 0,0 0-7 0,-1 0-4 0,-1 0-6 0,4 2-8 15,-3-1-7-15,3-1-8 0,-4 3-7 0,4-1-7 0,-3-1-16 0,-1 2-16 16,4-1-24-16,-3 1-28 0,3-2-27 0,-6 2-26 0,3 0-30 0,-1-1-35 16,4-1-81-16,-5 1-103 0,5-1-90 0,-4 1-85 0,4-2-87 0,-3 1-85 15,-1-1-79-15,1-1-78 0,1-1-20 0,-2 1 8 0,1-1 18 0,-1-1 22 16,-1 0 28-16,-1 0 32 0,-1 2 81 0,4-4 102 0,-6 1 92 0,3 0 86 16,1 2 86-16,-2-1 88 0</inkml:trace>
  <inkml:trace contextRef="#ctx0" brushRef="#br0" timeOffset="158545.47">9800 17149 196 0,'5'-6'332'0,"1"1"70"0,-1 3 55 0,2 0 66 0,0 1 69 15,1 1 63-15,-3 0 58 0,4 1 35 0,-3 1 29 0,4-1 17 16,-2 4 14-16,3-2-45 0,-2 1-73 0,1 2-86 0,-1 0-91 0,1 1-66 0,4 1-50 16,-5 0-60-16,5 0-65 0,-4 3-59 0,4 1-57 0,-3 0-34 0,2 2-28 15,-3-1-17-15,3 0-13 0,-2 3-11 0,2-1-10 0,-3 0-7 0,-1 0-7 16,2-1-7-16,-2 2-4 0,0-3-4 0,0 1-8 0,-3-1-8 0,3-1-10 15,-4-1-10-15,1-2-10 0,-3 1-14 0,3-2-17 0,-1-1-23 0,-1 1-29 16,-1-2-55-16,-1-1-68 0,2 0-65 0,-4 0-58 0,2-2-53 0,-2 0-47 16,3-1-40-16,-3 0-38 0,0-2-44 0,0 0-50 0,0 0-56 0,0 0-60 15,0 0-7-15,-3-3 10 0,1-1 49 0,2 1 64 0,0-3 62 0,-4-2 62 16,4 2 50-16,0-3 50 0,0 0 44 0,0 0 47 0,0-1 55 0,0-2 60 16</inkml:trace>
  <inkml:trace contextRef="#ctx0" brushRef="#br0" timeOffset="158719.01">10169 17191 85 0,'0'-7'394'0,"-2"1"193"0,2 1 102 15,-4 4 55-15,4 1 35 0,-2 1 28 0,-1 4 16 0,-1-1 18 16,-1 4 14-16,-1-1 15 0,3 4 16 0,-3-1 15 0,1 3-71 0,1 1-116 0,-7 3-158 16,6-1-181-16,-2 2-89 0,-4 2-47 0,2-1-31 0,0 2-23 0,0 0-17 0,-2-1-17 15,0 0-15-15,-2 0-17 0,4 1-26 0,0-3-34 0,-2 0-41 0,2-1-44 16,0-2-40-16,-1-2-37 0,0-1-37 0,5 0-38 0,-4-3-72 0,5-1-88 16,-1-2-97-16,0-2-101 0,1 1-101 0,2-4-107 0,2-1-80 0,-3-1-69 15,-3-4-15-15,2 1 10 0,4-2 16 0,0-2 24 0,-1-2 25 0,1-1 26 16,0-1 70-16,0-1 87 0,1-1 94 0,3 1 102 0,-2-2 104 0,2 0 107 15</inkml:trace>
  <inkml:trace contextRef="#ctx0" brushRef="#br0" timeOffset="159086.85">10038 16894 43 0,'4'-7'304'0,"-2"4"112"0,1-2 86 0,-1 2 72 0,2 0 66 15,0 2 59-15,-3 1 36 0,3 0 28 0,-2 0 17 0,1 0 15 0,1 0 8 0,-2-2 5 16,1 2-72-16,3 0-109 0,-1 0-108 0,-5 0-109 0,4 0-83 15,0 2-74-15,-3-2-60 0,5 1-58 0,-6 0-36 0,3 1-25 0,3 0-19 0,-6-1-14 16,3 1-10-16,3 2-4 0,-6-1-6 0,5 0-4 0,-5 2-4 0,0-1-2 16,4 1-2-16,-4 1-2 0,0 0-1 0,0 1-3 0,0 0 0 0,-4 3 0 15,4-3 2-15,0 2-1 0,-5 0 4 0,1-1 4 0,2 2-2 0,-1-1-2 16,-3 0-4-16,3 0-1 0,-3-1 0 0,1-1 0 0,1 2 0 0,2-3 0 16,-1 2 2-16,-3-2-1 0,3 0-1 0,3-2-1 0,-2-1-7 0,-2 0-5 15,4 0-1-15,0-3 5 0,0 3 0 0,0-3 0 0,0 0 0 0,0 0 0 16,0 0 0-16,0 2 2 0,0-2-2 0,6 1 0 0,-6-1 1 0,3 0 2 15,3 0 0-15,-3-1 0 0,-1 1 0 0,2 0 2 0,1-2 2 0,1 2 1 16,-3-1 1-16,3-1 0 0,-3 1 0 0,3-1 0 0,-1 1-2 0,-1-1 1 16,1-1-1-16,1 1 1 0,-3 1-7 0,3-2-8 0,-3 2-22 0,3-2-23 0,-3 1-68 15,-1-1-86-15,4 2-87 0,-3-1-85 0,3-1-86 0,-3 3-90 0,3-3-97 16,-1 2-100-16,-1-2-43 0,-1 0-21 0,-1 0-4 0,4 1 7 0,1-1 17 16,-2 3 23-16,-3-2 67 0,5 1 85 0,-1 1 88 0,-1 1 84 0,4 1 91 0,0 1 87 15</inkml:trace>
  <inkml:trace contextRef="#ctx0" brushRef="#br0" timeOffset="159403.07">10511 17245 111 0,'-2'3'419'16,"-2"-2"196"-16,4 1 89 0,0-2 41 0,0 2 20 0,0 1 9 0,0-2 12 0,0-1 10 0,0 0 12 0,4 2 12 0,-4-2 11 0,2 0 10 16,1 0-89-16,-1 0-135 0,2 0-174 0,1-2-185 0,-1 1-84 0,1 1-36 15,0-3-17-15,5 1-5 0,-5-1-7 0,4 0-5 0,0 0-8 0,0 0-11 16,2 0-8-16,-4-2-10 0,0 1-4 0,2 3-4 0,0-4-5 0,1 1-8 16,-1 2-1-16,-4-1-3 0,4 0-3 0,-4 2-3 0,1-2-7 0,-1 0-5 15,3 1-3-15,-7 1-1 0,5 1-5 0,-3-2-2 0,3 1-1 0,-3-1-4 16,-3 2-7-16,0 0-8 0,6-2-14 0,-6 2-18 0,0 0-17 0,0 0-15 0,0 0-20 15,0 0-20-15,0 0-51 0,0 0-65 0,0 0-80 0,0 0-86 16,0 0-82-16,0 0-75 0,0 0-72 0,0 0-68 0,0 0-67 0,0 0-64 0,0 0-19 16,0 0 0-16,-2-1 13 0,-5 0 17 0,7 1 48 0,-6-3 63 15,3 1 82-15,1-1 87 0,-3 0 82 0,5 3 74 0,-4-3 77 0,-1 0 76 0</inkml:trace>
  <inkml:trace contextRef="#ctx0" brushRef="#br0" timeOffset="159621.01">10628 17004 85 0,'0'0'389'0,"0"0"184"0,0 0 95 0,0 0 59 16,-4 1 35-16,4 2 29 0,0 2 23 0,0-2 19 0,4 1 16 0,-4-1 18 16,2 3 17-16,-2 2 19 0,0-1-73 0,4 1-116 0,-3 2-147 0,3 1-167 15,-4-1-80-15,4 2-46 0,-3 0-28 0,-1 2-20 0,4-1-16 0,-4 2-10 16,0-1-15-16,4-1-17 0,-3 2-14 0,-1 0-19 0,4 0-17 0,-2 0-17 16,-2 0-17-16,3-1-18 0,-3 1-15 0,0-2-16 0,4 0-24 0,-2 0-32 0,-2-1-41 15,0-2-47-15,4 1-35 0,-4-4-37 0,0-1-61 0,0 2-77 0,1-4-103 16,-1 0-116-16,4 1-107 0,-4-2-103 0,0-3-98 0,0 0-102 0,0 0-30 15,0 0-2-15,0 0 25 0,0 0 34 0,0 0 33 0,4-3 30 0,-3 0 62 0,3-1 76 16,-4-2 105-16,5 1 114 0,-5-1 107 0,6-1 102 0</inkml:trace>
  <inkml:trace contextRef="#ctx0" brushRef="#br0" timeOffset="159958.39">10901 16975 67 0,'0'5'548'0,"0"-1"138"15,0 0 65-15,-2 1 30 0,-1 1 17 0,3 0 11 0,-4 2 7 0,4-1 9 16,0 2 9-16,-2 0 6 0,-1 2 1 0,1-1-10 0,-2 2-20 0,4 0-211 16,0 0-299-16,-3 0-138 0,3 0-62 0,-2 0-29 0,-2 0-18 0,4-1-15 15,-3 1-12-15,3-4-8 0,0 2-5 0,0 0-4 0,3-2-2 0,-3-1-4 0,0 1-1 16,6-1-1-16,-3-1-2 0,-3-1-2 0,6 1 1 0,-1-2-4 0,-1 0-5 16,1 1 7-16,-1 0 12 0,1-1 3 0,4-1-2 0,-3 0 5 0,-1 0 6 15,4-1 3-15,0 1 3 0,0-2 2 0,0 1 4 0,2-2 3 0,-2 1 1 16,0-1 10-16,2 0 10 0,-2-1 1 0,4 1-1 0,-6 0-1 0,6-2-2 15,-4 1-6-15,0-1-6 0,-2 1-3 0,0-1-3 0,1 1-3 0,-1-1-3 16,-2-1-2-16,-3 2-4 0,5 1-4 0,-5-2-8 0,2 1-11 0,-1-1-10 16,-1 1-12-16,-2 1-12 0,0 0-12 0,0-2-9 0,0 2-13 0,0 0-14 15,0 0-35-15,0 0-43 0,0 0-94 0,0-1-118 0,-2-1-92 0,2 1-76 16,-3-1-86-16,3 2-84 0,0 0-65 0,-6-4-53 0,-1 1-16 0,5-2-7 16,-3 2 8-16,1-2 12 0,-1 1 32 0,-1 0 44 0,-1-2 94 0,2 1 120 0,3-1 92 15,-5 2 81-15,1-1 88 0</inkml:trace>
  <inkml:trace contextRef="#ctx0" brushRef="#br0" timeOffset="160138.69">11015 17106 52 0,'6'0'482'16,"-6"3"135"-16,0 0 74 0,0 1 48 0,3 2 33 0,-3 0 30 0,4 2 27 15,-2 1 23-15,-2 1 22 0,3 3 28 0,-1-2 28 0,2 2 15 0,-4 1 4 16,3 0-162-16,-1 2-240 0,-2-1-118 0,4-1-64 0,-4 1-42 0,0 0-30 16,2-2-28-16,1 2-26 0,-3-1-24 0,6 1-21 0,-6-2-31 0,3 1-29 15,1-1-38-15,-2-1-42 0,1 0-48 0,-1 0-50 0,2 0-48 0,1-3-47 16,-1 0-39-16,-2 0-37 0,1-3-45 0,-3 0-52 0,6-1-94 0,-6 1-113 15,3-5-90-15,-1 2-78 0,2-1-88 0,-4-2-89 0,0 0-46 0,0 0-29 16,0 0 6-16,3-5 27 0,-1-1 28 0,-2 2 28 0,0-4 45 0,0 2 52 16,0-1 93-16,-2-1 114 0,2-1 91 0,0 2 78 0,0-2 94 0</inkml:trace>
  <inkml:trace contextRef="#ctx0" brushRef="#br0" timeOffset="160386.29">11185 17091 193 0,'2'3'479'0,"2"-2"178"0,-4 2 87 0,5 0 45 16,-1 0 22-16,-3 0 16 0,7 2 14 0,-6-1 11 0,3 1 11 0,4-1 13 16,-4 2 8-16,4 0 11 0,0-1-110 0,1 1-169 0,-1 0-168 0,0 0-164 15,1 0-77-15,3-2-36 0,-2 2-15 0,0-1-9 0,2 1-10 0,1-1-10 16,0 2-10-16,-3-1-10 0,6 0-9 0,-7 0-11 0,5 0-9 0,-4-2-10 16,1 4-12-16,3-2-10 0,-4 0-8 0,1 1-8 0,-3-1-6 0,0 0-8 15,-1 2-6-15,1-1-6 0,-4-1-10 0,2 2-15 0,-5-2-27 0,5 1-32 16,-5-1-22-16,-2 0-25 0,0 2-33 0,0-4-37 0,0 4-81 0,0-2-103 0,-2 0-99 15,-1-2-99-15,3 2-94 0,-4 0-86 0,-1-1-73 0,1-1-63 0,-1-1-14 16,-1-2 15-16,3 3 17 0,3-4 19 0,-6 0 32 0,1-2 37 0,1-1 80 16,-1 0 100-16,-1-1 101 0,6-1 101 0,-3-1 95 0,1-1 90 0</inkml:trace>
  <inkml:trace contextRef="#ctx0" brushRef="#br0" timeOffset="160616.01">11505 17058 85 0,'-3'-2'566'16,"3"2"145"-16,-2 2 73 0,-4-1 42 0,3 2 30 0,-1 0 28 0,-1 2 32 15,1-1 39-15,2 2 38 0,-1 0 39 0,-3 0 37 0,1 1 14 0,1 1 4 16,2 3-193-16,-5-1-279 0,2 0-126 0,3 4-57 0,-5 0-27 0,1-1-21 16,1 4-28-16,1-1-30 0,-1 1-39 0,1 1-44 0,-1 0-138 0,-1-2-105 15,3 2 0-15,-3-1 0 0,1-1 0 0,1 1 0 0,3-1 0 0,-7-1 0 16,6 0 0-16,-1-1-43 0,-3-2-237 0,6 0-58 0,-3-2-51 0,1-1-46 0,-2 0-98 16,4-3-120-16,-1 0-97 0,1 0-85 0,0-1-78 0,0 1-79 0,0-6-38 15,0 0-18-15,1 1 19 0,-1-1 35 0,0 0 46 0,0 0 50 0,0 0 46 0,0 0 44 16,0 0 96-16,0 0 122 0,4-1 101 0,-4 1 98 0,2-6 105 15</inkml:trace>
  <inkml:trace contextRef="#ctx0" brushRef="#br0" timeOffset="163447.07">11825 17176 311 0,'0'-2'566'0,"-5"1"113"0,5 0 56 0,0 1 28 0,0 0 18 0,-5 1 10 0,5-1 8 0,0 1 7 0,0-1 7 0,0 0 3 0,0 0 8 15,0 0-54-15,0 0-77 0,0 0-182 0,0 0-224 0,0 0-101 16,3-1-48-16,-1-2-22 0,2 2-13 0,1-2-2 0,1 0 1 0,-3-2 0 0,6 1 0 16,-3-1 1-16,4-1 1 0,0 0-1 0,-1 0-1 0,0 0-1 0,1 0-1 15,-1 2-2-15,4-4-3 0,-6 4-1 0,6-2-1 0,-2 3-4 0,-2-3-3 16,0 3-5-16,0-2-7 0,0 2-5 0,0-1-5 0,-2 1-3 0,2 1-1 16,-3-1-6-16,3 0-9 0,-4 2-6 0,4-2-6 0,-1 1-3 0,-1 1-4 15,0-1-5-15,-2 1-1 0,1-1-5 0,-1 1-2 0,-1-1-1 0,1 2-1 16,1-1-4-16,-3-1-4 0,1 2-1 0,-2 0 1 0,-2 0-2 0,3-1 2 15,-3 1-4-15,2-2-2 0,-2 2-14 0,0 0-16 0,0 0-21 0,0 0-26 16,0 0-22-16,0 0-27 0,0 0-25 0,0 0-26 0,0 0-47 0,0 0-54 0,0 0-91 16,0 0-107-16,0 0-82 0,0 0-73 0,-2 0-73 0,2 0-74 0,0 0-48 15,0 0-41-15,-9 0-6 0,6 0 12 0,-3 3 18 0,1-3 25 0,0 3 45 16,-3-1 54-16,3-1 91 0,-4 2 106 0,3-1 87 0,1 2 75 0,-4-1 87 0</inkml:trace>
  <inkml:trace contextRef="#ctx0" brushRef="#br0" timeOffset="163964.98">11930 16918 153 0,'0'0'220'0,"0"0"22"15,0 0 11-15,0 0 11 0,0 0 8 0,4-1 6 0,-4 1 10 0,0 0 8 16,0-4 8-16,0 4 9 0,0 0-15 0,0 0-24 0,0 0-52 0,0-2-64 16,0 2-29-16,0 0-13 0,0 0-8 0,0 0-5 0,0 0-1 0,0 0-4 15,0 0-4-15,0-2-7 0,0 2-3 0,0 0-4 0,0 0-5 0,0 0-2 16,0 0-3-16,0 0-2 0,0 0-3 0,0 0-2 0,0 0 1 0,0 0 1 16,0-1 2-16,0 1 2 0,0 0 7 0,0 0 3 0,0 0 8 0,0 0 7 15,0 0 3-15,0 0 5 0,0 0 13 0,-4-3 15 0,4 3 15 0,0 0 16 16,0 0 14-16,0 0 15 0,0 0 10 0,0 0 14 0,0 0 7 0,0 0 5 15,0 0 3-15,0 0 4 0,0 0 2 0,0 0 3 0,0 0-7 0,0 0-11 0,0 0-14 16,0 0-14-16,0 0-15 0,0 0-13 0,0 0-14 0,0 0-17 16,0 0-14-16,0 0-10 0,0 0-10 0,0 0-8 0,0 0-8 0,0 0-8 0,0 0-8 15,0 0-1-15,0 0-6 0,0 0-5 0,0 0-1 0,0 0-3 0,0 0-1 16,0 0-2-16,0 0 1 0,0 0 2 0,0 0 5 0,0 3 1 0,4-2 4 16,-4 2 5-16,0 2 5 0,4-1 2 0,-3 2 4 0,3 3 4 0,0-1 7 15,-3 2 5-15,5 1 6 0,-2 1 8 0,-1 1 4 0,-1 1 4 0,2-1 3 0,-3 2 3 16,3 0 1-16,-4 0-3 0,5 2 1 0,-1-1-4 0,-4 2-2 0,5-1-4 15,-5 1-7-15,6 0-6 0,-6 0-10 0,3 0-9 0,1 0-10 0,-2 1-9 16,2-2-11-16,-3-1-9 0,3 0-7 0,-4 0-8 0,4-3-7 0,-3 1-5 16,-1-3-5-16,4 2-2 0,-2-5-7 0,1 2-4 0,-3-2-13 0,0 0-15 15,4-2-21-15,-2 0-25 0,-2-1-23 0,0-1-23 0,3-1-22 0,-3 0-23 16,0-3-21-16,0 1-23 0,0-1-47 0,0 0-56 0,0 0-84 0,0 0-93 16,2 0-75-16,2 0-68 0,0-1-72 0,-3-2-74 0,3 0-44 0,-4-1-27 15,4-3-5-15,-3 2 12 0,-1-3 17 0,4 2 20 0,-2-1 46 0,-2-3 59 16,3 3 84-16,-3-2 99 0,0 2 89 0,4-1 82 0,-2 2 93 0</inkml:trace>
  <inkml:trace contextRef="#ctx0" brushRef="#br0" timeOffset="164540.5">12220 16876 67 0,'0'-3'330'0,"3"0"117"0,-1 2 61 0,-2-1 32 0,0 2 35 0,4 0 35 0,-1 0 38 0,-1 2 39 0,-2-2 33 0,6 0 29 0,-3 0 18 15,1 0 14-15,-2 0-73 0,3 0-114 0,-1 0-115 0,-1 0-111 0,-1 0-55 16,4 0-27-16,-3 0-31 0,3 0-31 0,-3 0-33 0,1 0-37 0,1 1-28 0,-3-1-24 16,2 2-23-16,1 0-23 0,-1 0-7 0,1 1 1 0,-1-1 4 15,-2 1 1-15,1 0 2 0,1-2-1 0,-2 2 1 0,1 2 3 0,-1-2 0 0,-2 0 1 16,4 0 2-16,-4 1 2 0,0-1 8 0,3 2 16 0,-3-2-1 0,0 3-5 15,0-3-5-15,0 3-5 0,0-2-2 0,-3 2-2 0,3 0-3 0,0-1-3 16,-4 1-4-16,2 1-4 0,-1 1-6 0,1-2-3 0,-2 1-2 0,1 1-4 16,1-1-1-16,-2 1-3 0,-1-2-4 0,1 1-2 0,4-1 0 0,-5 0-1 15,5 0-1-15,-4-1 2 0,2-1 0 0,-1 1-1 0,3-1 0 0,-2-1-2 16,2 2-5-16,-4-2-1 0,4 0-4 0,0-2-2 0,0 2-3 0,0-3-5 16,0 3-2-16,0-3-3 0,0 3-2 0,0-1 0 0,0-1-2 0,4 1 2 0,-2 1 0 15,1-2-1-15,-1 1 1 0,2 0 1 0,1 2-2 0,1-3-3 0,1 1 0 16,-2 1 2-16,1-2 5 0,-1 1 2 0,2-1-2 0,1 1 2 0,-5-1-2 15,6 1 0-15,-3-1 1 0,-1 1 4 0,2-1 2 0,-1-1 2 0,-1 2 8 16,1-1 8-16,-3 1 7 0,3 1 4 0,-3-2 8 0,3 1 7 0,-1 1 5 0,-1-2 8 16,-2 2 9-16,1-1 5 0,1 1 8 0,-2 0 6 0,1 0 6 0,-1-2 6 15,-2 3 3-15,4 1 1 0,-4-2 0 0,0 2-3 0,0 0-4 0,0 0-7 16,-4 3-6-16,4-1-7 0,0 1-4 0,-2-1-10 0,-1 2-8 0,1 0-6 16,-2 0-11-16,1 2-7 0,-3-2-9 0,1 0-8 0,1 0-7 0,-1 0-7 15,-1 0-10-15,1 0-14 0,-2 1-18 0,1-1-19 0,-3 0-23 0,0 0-26 16,4 0-31-16,-4 0-37 0,-2 0-38 0,2 2-37 0,0-2-35 0,-2 0-28 15,2-2-57-15,-2 1-72 0,-2 0-88 0,2 0-95 0,-1 0-81 0,3-3-75 16,-2 2-81-16,2-3-90 0,-2 1-18 0,2-3 12 0,0 2 27 0,0-3 34 16,3-1 31-16,1 0 27 0,1 0 60 0,-1-1 73 0,1-3 97 0,-1 2 107 15,5-1 96-15,-4 0 94 0</inkml:trace>
  <inkml:trace contextRef="#ctx0" brushRef="#br0" timeOffset="164704.96">12334 17248 201 0,'-4'6'469'0,"-1"0"156"0,3 1 60 0,-5 0 20 0,5 0-9 0,-5 0-22 0,5 1-32 0,-2 0-39 0,-1-2-49 0,5 0-55 0,-4 0-47 0,4 0-46 0,-2-2-185 0,-1 2-250 16,3 0-253-16,0-1-257 0,-2-1-108 0,-2-1-39 0,4-3-2 0,0 5 16 16,0-1 33-16,0-4 36 0,-3 5 50 0,3-5 51 0,0 3 51 0,0-3 43 0,-2 6 63 15,-2-2 69-15</inkml:trace>
  <inkml:trace contextRef="#ctx0" brushRef="#br0" timeOffset="172681.86">8405 17694 177 0,'0'3'297'0,"-3"-1"43"0,-3 2 20 0,3-3 13 0,1 2 8 16,-2 0 10-16,2-1 7 0,-1 1 5 0,-1-2 11 0,-1 2 10 0,3-3 12 0,-2 2-37 15,1-1-60-15,1 1-59 0,2-2-59 0,-4 0-18 0,4 0-1 0,0 0 8 16,0 1 12-16,0-1 8 0,0 0 5 0,0 0 8 0,0 0 8 0,0 0-2 0,0 0-4 16,0 0-12-16,0 0-11 0,0 0-19 0,-3-1-17 0,3 1-19 0,0 0-16 15,0 0-16-15,0 0-15 0,0 0-15 0,0 0-10 0,0 0-11 0,0 0-10 16,0 0-8-16,0 0-2 0,0 0-6 0,0 0-2 0,0 0-2 0,0 0-3 0,0 0-1 16,0 0-5-16,0 0-3 0,0 0-1 0,0 0-4 0,0 0 1 0,0 0-5 15,0 0-2-15,0 0-1 0,3 0-1 0,1 1 0 0,-2-1 0 0,1 2-1 0,3-2-1 16,-3 0 0-16,3 1 0 0,-1-1 2 0,1 0 2 0,3 2 1 0,0-2-1 15,3 0 1-15,-5 1-1 0,6-1 1 0,2 0 1 0,-5 0 0 0,5 0-1 16,-1 2-2-16,3-2-1 0,-1 0 1 0,-2 0 1 0,5 0 1 0,-5 0-2 0,4 1 0 16,-2-1-2-16,-1 0 1 0,3 2-2 0,2-1-2 0,-6 1-1 0,4-1 0 15,0-1 0-15,-1 3 2 0,1-1 1 0,0 1-2 0,-2-2-2 0,2 1-1 0,0-1 2 16,2 2 0-16,-2-2 0 0,-1 1-1 0,1 1 1 0,0-1-2 0,0-1-1 16,-2 1 0-16,2-2-1 0,0 1-1 0,-1 1 1 0,1-1-2 0,2 1 0 15,-6-2-2-15,4 1-1 0,2-1 2 0,-2 0-1 0,2 0 1 0,-2-1-2 16,0 1 3-16,-2-2 1 0,4 1 2 0,2-1 0 0,-2 1 2 0,0-1-1 15,2 1 1-15,-3-2-2 0,5 1 3 0,-4-1 3 0,3 0-2 0,1-1-1 0,-1 1 0 16,3-2 0-16,-3 1-1 0,1-1-2 0,-1 1-2 0,1-1-2 0,-1 0-2 0,3 1-2 16,-5 0 1-16,3-1-1 0,-4 2 1 0,3-1-5 0,-3 1 1 0,4-2 5 15,-1 2 0-15,-3 0 0 0,4-1 0 0,-4 1 0 0,3 0 0 0,-3 0 2 16,3 1-1-16,-4-1 1 0,4 0-1 0,-3 0-1 0,2 2 2 0,-2-2 4 16,3 0 0-16,-3 0 0 0,0 0 0 0,3-1 0 0,-3 2 0 0,4-1 2 0,-1-2-2 0,-1 2-2 15,0-2 2-15,1 1 2 0,1 1 1 0,-1-1 3 0,-3 1-3 0,4-2-3 16,-1 2-3-16,1 0-2 0,-1-1 1 0,-3 1 1 0,4 0 0 0,-1 0 1 15,1-2 1-15,-4 2 0 0,3 0 1 0,1 0 0 0,-1 0-2 0,1 0-1 16,-1 0 2-16,2-1 1 0,-1 1 1 0,3 0 2 0,-2-1-1 0,-1 0 1 16,3 1 1-16,-2-1 1 0,-1 1 3 0,3-2 1 0,-2 2 0 0,2-1-2 15,-1 1 2-15,1-2 3 0,-2 2-1 0,2-1-2 0,-1 1 2 0,1-2-1 0,-2 2 1 16,4 0 0-16,-5 0 2 0,5 2-1 0,-6-2 0 0,6 0 3 0,-6 0-1 16,5 1 1-16,-3 1 0 0,2-1 0 0,-2 0-2 0,3 1 0 0,-3-2 1 0,-2 3-3 15,4-1-1-15,-1-1-1 0,1 1 0 0,-2 1 1 0,-1-2-1 0,3 1 0 16,-2-1-2-16,-1 2 1 0,3 0 1 0,-4-1 0 0,-1 1-1 0,5 0 1 15,-3 0 2-15,-4 0 3 0,3 0 4 0,1 0-1 0,-4 0 1 0,3 0-3 16,-3 1 2-16,2-1 0 0,-2 3 2 0,-1-1 1 0,3 1 3 0,-2 0 1 16,0 1 2-16,-2 1 0 0,2-2 3 0,-2 3-2 0,-4 0 1 0,6 0-1 15,-5 0 1-15,3 1 4 0,-4 1 0 0,1-2 0 0,-1 1-3 0,1-1-2 16,-1 0-3-16,1 0-1 0,-3-1-3 0,-1 1 0 0,-2-2-5 0,2 1-1 0,2-1-4 16,-4 1-2-16,0-2-3 0,-2 0-4 0,2 0-3 0,-3 0-5 0,3-2-1 15,-2 2-1-15,0 0-2 0,-3-1-1 0,1-1-2 0,1 2-2 0,1-1 1 0,-5-1-1 16,1-1-2-16,1 2-2 0,-2-2-7 0,-2 0-8 0,3 1-18 0,-1-1-23 15,-2 2-33-15,4-2-43 0,-4 1-42 0,0-1-51 0,5 2-40 0,-5-2-39 16,6 0-70-16,-6 0-88 0,3 0-115 0,1-3-133 0,-4 3-145 0,2-3-149 16,1 0-54-16,-3-3-12 0,0 0 20 0,0-5 33 0,-3-1 42 0,-3 0 51 15,-3-3 38-15,0-3 36 0,-5-1 73 0,-1-2 86 0,-5 0 120 0,-3-3 133 0,-3-2 149 16</inkml:trace>
  <inkml:trace contextRef="#ctx0" brushRef="#br0" timeOffset="-192601.81">13725 11515 121 0,'0'0'319'0,"-6"0"64"0,3 0 35 0,-3 0 29 0,1-1 26 0,1 1 26 0,4 0 28 0,0 0 27 0,-5 0 24 0,5 0 32 0,0 0 32 16,0 0-17-16,0 0-39 0,0 0-82 0,0 0-103 0,0 0-51 0,0 0-26 15,0 0-22-15,0 0-19 0,0 0-22 0,0 0-23 0,0 0-23 0,0 0-19 16,0 0-29-16,0 0-31 0,0 0-21 0,0 0-17 0,0 0-13 16,0 0-10-16,0 0-8 0,0 0-4 0,0 0-4 0,0 0-2 0,0 0-3 15,0 0-2-15,0 0 0 0,0 0-2 0,0 0-2 0,0 0-2 0,0 0-2 16,0 0-4-16,0 0-2 0,0 0-5 0,0 0-3 0,0 0-5 0,0 0-2 16,0 0-4-16,0 0-2 0,0 0-2 0,0-2-3 0,0 2-2 0,0 0-2 15,0 0 1-15,5 0 0 0,-5 0 0 0,0 0 0 0,4 0 1 16,1 2 1-16,-1-2 1 0,-2 0 0 0,1 1 3 0,3-1 0 0,-1 2 0 15,-1-2 1-15,1 1 1 0,1 1 1 0,-3-2 1 0,3 1 1 0,-3 1-1 16,3-2-2-16,-1 1-1 0,2-1-1 0,1 0 0 0,-5 2 0 0,3-1-1 16,-1-1-2-16,2 2-2 0,-1-2 1 0,-1 1-4 0,1-1 1 0,1 2-2 15,-5-2-2-15,3 0 1 0,2 0-2 0,-1 1 0 0,-1-1 0 0,0 0 0 16,-1 0 0-16,2 0-2 0,-1 2-2 0,-1-2-1 0,1 0 1 0,0 1 1 16,3-1 1-16,-7 1-1 0,7-1-1 0,-6 0-1 0,3 0 1 0,-1 0-1 15,-1 0 4-15,-1 0-1 0,3 0 1 0,-1 0-2 0,-4 0 1 16,0 0 2-16,5 0 2 0,-5 0-2 0,0 0-2 0,0 0 1 0,0 0-2 15,0 0 1-15,0 0 2 0,0 0 0 0,0 0 2 0,0 0-1 0,0 0 2 16,0 0 5-16,0 0 4 0,0 0 4 0,0 0 5 0,0 0 3 16,0 0 5-16,0 0 5 0,0 0 4 0,0 0 4 0,0 0 4 0,0 0 4 15,0 0 2-15,0 0 4 0,0 0 1 0,0 0 3 0,0 0-3 0,0 0 0 16,0 0-4-16,0 0-4 0,0 2-4 0,0-2-1 0,0 0-4 0,0 0-5 16,-1 2-5-16,1-2-6 0,-4 0-6 0,0 0-3 0,3 0-4 0,-3 0-4 15,2 0-4-15,-1 0-3 0,-1 0-1 0,-1-2-2 0,-1 2-2 0,2 0-1 16,3 0 2-16,-7 0 2 0,7 2 1 0,-5-2 1 0,3 0 0 0,-3 1 0 15,1-1 1-15,1 2-1 0,-1-1 2 0,1-1-1 0,-1 2 4 0,-1-1 5 16,3-1 2-16,-3 2 2 0,1-1 1 0,1 1 1 0,1-2 1 0,1 1 1 16,-2-1 1-16,2 1-1 0,2-1 0 0,0 0-1 0,-3 0 0 0,3 0-1 15,0 0 1-15,0 0-4 0,0 0-2 0,0 0-4 0,0 0-2 0,0 0-2 16,0 0-3-16,0 0-2 0,0 0-1 0,0 0-1 0,0 0-2 16,0 0 1-16,0 0-1 0,0 0-1 0,0 0-4 0,0 0-2 0,0 0-1 15,0 0 2-15,0 0-1 0,0 0-1 0,0 0-1 0,0 0-1 16,0-1-1-16,0 1 2 0,0 0 3 0,3-1-2 0,-3 1 1 0,2 0 1 15,2 0 1-15,-2 0 2 0,1 0 2 0,3 0-1 0,-1 0 1 0,-1 0 1 16,1 0 1-16,0 1 4 0,3-1-2 0,-3 0 0 0,1 0 0 0,-1 1 0 16,-1-1-2-16,1 0 2 0,0 0-1 0,-1 0 1 0,1 2 1 0,-1-2 1 15,0 0-1-15,-2 0-1 0,3 0 0 0,-5 0 0 0,4 0 2 0,-4 0 1 16,0 0 0-16,0 0 0 0,0 0 0 0,5 0-2 0,-5 0 1 0,0 0 1 16,0 0-2-16,0 0-2 0,0 0-5 0,0 0-6 0,0 0-9 0,0 0-11 15,0 0-13-15,0 0-16 0,0 0-18 0,0 0-20 0,0 0-25 0,0 0-28 16,-2-2-55-16,-1 0-66 0,3 0-92 0,-4-1-103 0,4 2-92 0,-5-2-87 15,3-2-93-15,-2 2-95 0,-1-1-34 0,1-1-7 0,-1-1 5 16,-1 2 16-16,3-1 23 0,-3 1 28 0,1 1 56 0,-3 1 65 0,3-1 95 16,0 1 104-16,5 2 95 0,-6 0 96 0</inkml:trace>
  <inkml:trace contextRef="#ctx0" brushRef="#br0" timeOffset="-185249.33">6940 15847 151 0,'-2'0'178'0,"-1"2"8"0,-3-2 5 0,3 1 6 0,1 1 4 0,-2-1 6 0,-1 1 4 0,1-2 7 0,2 3 3 0,-1-3 6 16,-1 1-25-16,2-1-38 0,-1 2-39 0,-3-1-39 0,6 0-18 16,-3 1-7-16,-3 0-4 0,4-2-3 0,-1 1 1 0,-1 1-4 0,2-1 1 15,-1 2-1-15,-3-1 1 0,3-1 1 0,-3 1-3 0,6-1-2 0,-5 0 2 16,1 1 5-16,2 0 2 0,-1-2 4 0,-1 1 2 0,-1 1 2 16,1-1 4-16,2-1-2 0,-1 2 3 0,1-2-1 0,-2 0 1 0,1 0 2 15,1 0 3-15,-2 0 1 0,2 0-1 0,-1 0 2 0,-1 0 4 0,2 0 3 16,-1 0 5-16,1 0 4 0,-2 0 7 0,1 0 9 0,1 0 11 0,-2 0 8 15,4 0 10-15,-5 0 11 0,1 0 11 0,4 0 13 0,0 0 17 0,-5 0 13 16,1 0 20-16,2 0 15 0,-1 0 14 0,3 0 11 0,-2 0 2 0,-2-2-2 16,1 1-5-16,3 1-9 0,-2-2-9 0,2 2-11 0,-4-1-14 0,4 1-11 15,0 0-19-15,0 0-19 0,0 0-25 0,-3-2-24 0,3 2-24 0,0 0-18 16,0 0-15-16,0 0-13 0,0 0-11 0,0 0-9 0,0 0-7 0,0 0-10 16,0 0-4-16,0 0-4 0,0 0-4 0,3-2-1 0,-3 1 0 0,4 0-1 15,-2 1 1-15,1-2 3 0,1 2 3 0,-2 0 3 0,3-1 4 0,2 1 4 16,-1 0 2-16,-1-2 7 0,1 2 1 0,1 0 0 0,0-1 1 0,-3 1 2 15,1-2 0-15,4 2 2 0,-3-1-2 0,-3 1 1 0,3 0-4 0,-1-2-2 16,2 1-1-16,-5 1 0 0,4-2-3 0,1 2-1 0,-5 0-2 0,3 0-2 16,-1 0-1-16,1-2-1 0,-1 1-4 0,1 1 1 0,1-1-2 0,-3 1 0 15,-3-2-3-15,4 1-2 0,-2 1-1 0,1-3 2 0,-3 3-4 0,2 0-1 16,-2 0-7-16,4 0-11 0,-4 0-26 0,0 0-29 0,3-2-54 0,-3 2-62 16,2 0-66-16,2 0-64 0,-2 0-58 0,1 0-52 0,3 2-65 0,-3-2-73 15,-3 0-70-15,6 1-74 0,-1 1-26 0,2-2-6 0,-1 1 19 0,-1 2 26 16,1-2 54-16,-1 1 62 0,-1 0 62 0,1-2 66 0,-1 1 58 0,1 1 57 15,1-1 64-15,1-1 72 0</inkml:trace>
  <inkml:trace contextRef="#ctx0" brushRef="#br0" timeOffset="-184515.6">8177 15609 30 0,'-3'3'286'0,"1"-3"61"0,-2 1 34 0,2 1 22 0,-1-1 23 0,3-1 20 0,-6 0 25 0,6 2 28 0,-3-1 30 0,1-1 35 0,2 0 35 16,-4 0 8-16,4 0-9 0,0 0-74 0,0 0-105 0,-3 0-47 0,3 0-22 15,0 0-13-15,-2 0-13 0,2 0-14 0,-4 0-15 0,4 0-26 0,0 1-25 16,0-1-30-16,-2 2-32 0,2-2-30 0,0 0-32 0,0 0-19 0,0 0-16 16,0 0-12-16,0 0-10 0,0 0-9 0,0 0-9 0,0 0-9 0,0 0-6 15,0 0-6-15,0 0-3 0,0 0-4 0,0 0-4 0,0 0-2 0,0 0-5 16,0 0 0-16,0 0-2 0,0 0-1 0,0 0-1 0,0 0 1 0,2 3 4 16,-2-3-1-16,0 2 3 0,0-1 1 0,4 1-1 0,-2 0 3 15,1-1 2-15,1-1-1 0,-2 1 2 0,1 1 0 0,-1-1 0 0,2 0 0 16,-1 1 0-16,-1 0 0 0,2-2-1 0,-4 1-2 0,5 1-2 0,-5-1-1 0,4 1 0 15,-4-2 0-15,2 0-1 0,-2 1-1 0,3 1 1 0,-3-2-1 0,4 0 4 16,-2 0-4-16,-2 0-2 0,0 1 1 0,0-1 0 0,3 0 0 16,-3 0 0-16,0 0 0 0,0 0-2 0,0 0 1 0,0 0-1 0,2 3-1 15,-2-3 0-15,0 0-1 0,0 0-1 0,4 0 1 0,-4 0 1 0,0 0-2 16,0 0-1-16,5 1-4 0,-5-1-8 0,0 0-12 0,0 0-17 0,0 0-32 16,0 0-40-16,4 2-71 0,-4-2-81 0,2 0-72 0,1 0-63 0,-3 2-60 15,4-2-60-15,-2 1-77 0,-2 1-85 0,0-2-54 0,0 0-35 16,3 3-8-16,-3-3 8 0,6 3 27 0,-6-3 39 0,0 4 68 0,0-4 84 0,0 0 69 15,0 4 64-15,-2 1 62 0,-2-2 60 0,4 0 81 0</inkml:trace>
  <inkml:trace contextRef="#ctx0" brushRef="#br0" timeOffset="-180206.45">6891 16312 25 0,'-3'1'245'0,"1"1"49"0,-2-2 29 0,2 2 16 0,-1-2 15 0,3 1 11 0,0-1 9 0,-4 0 12 0,4 0 13 0,-2 0 14 0,2 0 19 16,-3 0-11-16,3 0-17 0,0 0-55 0,0 0-71 0,0 0-21 0,0 0 0 16,0 0 6-16,0 0 9 0,0 0 11 0,0 0 7 0,-4 0 0 0,4 0-3 15,0 0-7-15,-2 0-7 0,2 0-15 0,0 0-20 0,0 0-22 0,0 0-22 16,0 0-25-16,0 0-27 0,0 0-25 0,0 0-23 0,0 0-21 0,0 0-17 16,0 0-11-16,0 0-12 0,0 0-5 0,0 0-12 0,0 0-4 0,0 0-4 15,0-1-1-15,0 1 1 0,2-2 4 0,2 0 6 0,-4 1 4 0,5 1 5 16,-5-1 5-16,4-1 5 0,1 1 5 0,-1-1 10 0,1 1-1 0,-1-1-1 15,1 1-2-15,1-2 1 0,-1-1-2 0,1 3-2 0,3-2-5 0,-6 0-1 16,6 2-6-16,-3-2-3 0,-1 0-3 0,1 1-5 0,1-1-7 0,-2 0-9 16,1 2 0-16,-3-1 6 0,3-1 0 0,-1 2 0 0,-1 1 2 0,-2-2-1 15,5 1-1-15,-5 1 2 0,1 0-1 0,3 0 4 0,-3 0-4 0,-1 0-5 16,2 0 2-16,-1-2 4 0,-1 2-1 0,4 0 1 0,-6 0-2 0,3-1-2 16,-3 1 1-16,0 0-1 0,4 0-1 0,-2-2-3 0,-2 2-1 0,0 0-4 15,0 0 4-15,3 0 2 0,-3 0-4 0,0 0-7 0,0 0-16 0,6-2-14 16,-6 2-34-16,0 0-40 0,5-1-60 0,-5 1-65 0,4 0-64 0,-3-1-58 15,3 1-50-15,0 0-44 0,-2-2-54 0,1 2-55 0,-3 0-73 0,6-1-83 16,-3-1-28-16,3-1-2 0,-3 0 24 0,3 0 38 0,-5-3 56 0,3 3 66 16,0-3 61-16,-2 0 60 0,1 0 49 0,1 0 45 0,-2 0 53 0,-2 2 55 15</inkml:trace>
  <inkml:trace contextRef="#ctx0" brushRef="#br0" timeOffset="-179757.53">7291 15870 61 0,'0'-3'288'0,"-4"1"66"0,4-1 38 0,-1 2 20 0,1 1 21 0,0 0 21 0,0 0 27 0,-4 0 33 0,4 0 34 0,0 0 41 0,0 0 34 0,0 0 34 16,-5 0-61-16,5 1-107 0,-4-1-72 0,2 3-61 0,-2-3-33 0,4 2-21 0,-3-1-22 15,1 1-19-15,-2 2-26 0,4-1-30 0,-1 1-32 0,-3 1-34 16,4 3-31-16,-4 2-28 0,4 2-16 0,-1 2-15 0,-3 2-2 0,4 2-4 0,0 2 2 15,0 1 3-15,0 1 3 0,0 2 1 0,4 0 2 0,-4 0-1 16,0-1-4-16,1-1-2 0,-1 1-4 0,4-1 0 0,-4-2-5 0,0-1-5 0,4-1-3 16,-3-1-6-16,-1-2-2 0,4-2-2 0,-2 1-4 0,-2-4-2 15,3 1-4-15,1-2-1 0,-2 0-1 0,2-3-2 0,-4-2-3 0,5 1-3 0,-1-2-2 16,-3 0 1-16,3-2-1 0,1 1 2 0,-1-1-1 0,-2-1-1 0,1 0 4 16,3-1 2-16,-2-1 1 0,1 1 1 0,-1-2 0 0,1 0 1 0,-3-2 2 15,1 1 2-15,3-2 1 0,-3 0 0 0,3-2 1 0,-3 1 2 0,-1-3 5 16,2 3 2-16,0-2 2 0,-3 0 3 0,-1 0 4 0,0 2 4 0,0-2 4 15,0 1 4-15,0 2 2 0,0-1 2 0,-1 2 2 0,-3 1 1 0,4-1-1 16,-4 1 1-16,-1 0-4 0,3 0-4 0,-2 3-3 0,-1-2-1 0,-2 1-7 16,1 1-4-16,1-2-6 0,0 3-6 0,-1-2-1 0,-1 1-5 0,1 1-5 0,-3 0-5 15,4 0-8-15,0 0-9 0,-1 0-11 0,-1 1-8 0,1 1-16 16,1-2-16-16,-4 1-33 0,4 1-40 0,1-1-58 0,-2 2-65 0,1-1-63 0,1 1-63 16,-1-1-50-16,1 2-44 0,3-1-45 0,-3 0-46 0,0 1-63 15,3-1-65-15,1-3-31 0,0 0-18 0,0 5 19 0,0-5 35 0,0 0 54 16,0 4 64-16,0-4 63 0,0 0 64 0,0 0 53 0,0 0 46 0,5-1 53 0,4-2 53 15</inkml:trace>
  <inkml:trace contextRef="#ctx0" brushRef="#br0" timeOffset="-179353.7">7296 15867 3 0,'-5'1'231'0,"0"1"62"0,1 2 28 0,-1 1 18 0,-1 1 8 0,-1 1 4 0,5 1 4 0,-2 1 4 0,-1 1 2 0,1 2 2 0,-1 0 0 0,5 3 2 15,-4 0-68-15,3 0-97 0,1 3-69 0,0-1-62 0,-4 1-33 0,4 1-20 16,0 1-20-16,0-1-17 0,0-1-24 0,0 2-29 0,0-2-34 0,0 0-35 15,0-2-67-15,0 1-85 0,4-3-38 0,-4 0-18 0,0 0-6 0,5-4-3 16,-5 2 1-16,5-3 5 0,-5-1 12 0,4-2 12 0,1-4 21 0,-1 2 23 16,1-4 32-16,-5 0 37 0</inkml:trace>
  <inkml:trace contextRef="#ctx0" brushRef="#br0" timeOffset="-178592.38">7816 16317 52 0,'-2'-5'291'0,"2"-1"78"0,0 2 39 0,-4-1 21 0,4 2 10 0,0 3 7 0,0 0 7 0,0 0 7 0,0 0 15 16,0 0 22-16,0 0 28 0,4-1 34 0,-4 1-47 0,2-2-86 0,-2 2-67 0,0 0-62 16,5 0-20-16,-1 0-6 0,1 0 1 0,-1 2 2 0,5-1 2 0,-4-1 1 15,1 3-8-15,3-1-17 0,1 1-26 0,-1 0-27 0,0 1-25 0,1-1-23 16,-1 3-18-16,1-1-15 0,-1 2-11 0,1-1-11 0,-5 2-5 0,4 1-9 15,0 0-5-15,-4-1-7 0,1 2-2 0,-1 2-4 0,-1-2-4 0,1 4-3 16,-1-2-9-16,-2 1-8 0,1 2-2 0,-3 0-4 0,0 0-4 0,0 0-6 16,0 2-3-16,-3-2-4 0,1 1-2 0,-2 1-2 0,3-1-1 0,-3-1-1 15,-1 1 1-15,1 0 0 0,2-1 0 0,-5 0-2 0,1 0 1 0,5-2-1 16,-7 1 2-16,3-2 0 0,0-1 3 0,1 0 5 0,-2 1-1 0,1-3 4 16,1-2-1-16,-1 1 2 0,1-2 2 0,-1 0-1 0,3-1 1 0,-1-2 1 15,-1 1-2-15,4-2-1 0,-2-1-1 0,2-1-2 0,0 0-2 0,0 0-4 16,0 0-3-16,0 0-1 0,0 0-5 0,0 0-2 0,0 0-2 0,0 0-4 15,0 0 1-15,2-1-4 0,-2-2 1 0,4 0-1 0,-1 0 1 0,-1 1 1 16,3-3-2-16,4 1 1 0,-3 0 1 0,3-2 1 0,0 0 1 0,0 0 1 16,2-2-2-16,-2 1 4 0,4-1-1 0,-3 0 1 0,3 1 1 0,-2 0 1 0,3-1 1 15,-5 2-1-15,2 0 1 0,2 0 2 0,-2 0-2 0,-2 0-2 16,0 2 1-16,2-1 4 0,-2 1 2 0,0-1 1 0,0 2-4 0,-4-1 1 16,4 1-1-16,-3 0-1 0,3 0 0 0,-4 1 2 0,-1-1-2 0,1 0-2 15,1 2 2-15,-3-1 2 0,1 1-2 0,-2 1-3 0,-2 0 0 0,0-2-2 16,0 2 1-16,0 0-1 0,0 0-2 0,0 0-5 0,0 0-6 0,0 0-8 0,0 0-10 15,0 0-15-15,0 0-25 0,0 0-32 0,0 0-68 0,0 0-80 16,0 0-84-16,0 0-81 0,0 0-78 0,0 0-76 0,0 0-88 0,0 0-91 16,0 0-43-16,-6 0-27 0,3-1-2 0,-3 1 10 0,-3 0 20 0,4 1 31 15,-4-1 66-15,0 2 81 0,1-2 84 0,-1 1 82 0,-3 1 79 0,3 0 76 16</inkml:trace>
  <inkml:trace contextRef="#ctx0" brushRef="#br0" timeOffset="-178349.37">7843 16383 244 0,'-4'-6'350'0,"-1"1"36"0,5 2 21 0,-4 0 13 0,4 0 9 0,0 3 7 0,0 0 5 15,0-1 7-15,0 1 15 0,0 0 16 0,0 0 4 0,0 0-4 0,0-3-84 16,0 0-125-16,4 1-54 0,-4 1-27 0,5-1-15 0,-5-1-10 0,5 0-4 16,-1 2-6-16,2-2-4 0,-1 1-7 0,-1 1-13 0,1-1-19 0,0 1-17 0,-1 1-20 15,1-2-16-15,1 2-19 0,1 2-15 0,-5-1-17 0,5 1-29 16,-5-1-38-16,3 4-45 0,3-2-44 0,-3 1-41 0,-3 2-42 0,5 0-39 15,-1 3-44-15,-5 2-54 0,3-2-54 0,1 1-60 0,-5 2-61 0,0 0-23 0,4 0-4 16,-4 2 17-16,-4-1 30 0,4 1 40 0,-1-2 43 0,-3 1 42 16,4-1 39-16,-5 0 42 0,5-2 43 0,-4 1 52 0</inkml:trace>
  <inkml:trace contextRef="#ctx0" brushRef="#br0" timeOffset="-178184.02">7986 16597 66 0,'1'0'144'0,"-1"0"-38"0,0 0-58 0,0 0-27 0,4 5-11 15,-4-2-5-15,0-3-4 0,2 4 1 0,1-1-2 0,-3-3 0 0,4 5 0 16,-2-2-45-16,1 0-67 0,1 0-23 0</inkml:trace>
  <inkml:trace contextRef="#ctx0" brushRef="#br0" timeOffset="-174743.48">7948 16674 10 0,'-8'-4'252'0,"3"3"79"0,-4 1 41 0,3-1 19 0,1-1 17 0,0 2 7 0,1 0 17 0,-1 0 17 0,-1 0 31 0,-3-1 35 16,5 1 42-16,-1 0 41 0,1 0-35 0,-1 0-70 0,0 0-58 0,1 0-58 16,-1 0-20-16,1 0-8 0,2-2-2 0,-2 2 0 0,-1 0-9 0,1 0-9 15,3-1-20-15,-3 1-29 0,2 0-33 0,2 0-39 0,-3 0-31 0,3 0-26 16,-4 0-24-16,4 0-23 0,0 0-14 0,0 0-13 0,0-2-11 0,0 2-10 15,0 0-10-15,0 0-5 0,0 0-10 0,0 0-7 0,0 0-6 0,0 0-4 16,0 0-5-16,0 0-3 0,0 0 0 0,0-1 0 0,4-1 0 0,-4 1-2 16,5-1 2-16,-5 1 2 0,4-1-1 0,1 0-1 0,0 0 0 0,-1 0 0 15,2-1 2-15,-1-1-1 0,4 2 1 0,-4-1-2 0,-1-1 0 0,5 1-2 16,-4 0 1-16,1 0-2 0,1 0-2 0,-1-1-1 0,-1 2-4 0,0-1-7 16,-1 0-14-16,1 0-19 0,1 0-37 0,-2-1-48 0,1 2-70 0,0-1-78 15,-1 0-68-15,1 0-61 0,1 1-55 0,-3 1-53 0,1-1-61 0,2 1-64 16,-6 1-62-16,1-2-60 0,-1 2-16 0,4 0 6 0,-4 0 32 0,5-3 41 15,-5 3 71-15,6 0 79 0,-6 0 67 0,0 0 61 0,3 0 56 0,-3 0 53 16,6 0 61-16</inkml:trace>
  <inkml:trace contextRef="#ctx0" brushRef="#br0" timeOffset="-172623.94">7911 17191 94 0,'-1'6'322'0,"-5"-1"76"0,-1-1 38 0,1-1 26 0,3 3 17 0,-3-3 15 0,5 2 13 0,-3-2 14 0,0 0 9 15,4-2 11-15,-1 0 12 0,1-1 9 0,0 0-84 0,0 0-128 0,0 0-83 16,0 0-59-16,0 0-16 0,0 0 5 0,0 0 6 0,1-1 11 0,3-2 5 0,1 2 1 16,1-2 2-16,3 0-2 0,0 1 0 0,4-1-1 0,1-1-2 0,2-1-3 15,2 1-6-15,2-1-12 0,4-1-17 0,-1 2-22 0,6-2-22 0,-2 1-23 16,2-1-11-16,4 4-9 0,-2-3-8 0,5 0-4 0,-2 1-4 0,1 1-2 15,3 1-1-15,3-1 1 0,-3 0-2 0,2 2 1 0,2-1 2 0,1-1 2 16,-1 2 5-16,1-1 4 0,0 1 7 0,4-1 9 0,0 1 7 0,0-2 5 16,2 1 3-16,0-1 0 0,2 2 1 0,1-1 2 0,3-1 0 0,1 2 0 15,0-2 0-15,-2 1-2 0,2-1-3 0,2 2-3 0,-2-2-5 0,-4 1-7 16,6-1-3-16,-5 2-4 0,-1-1-6 0,1 1-2 0,-1 1-4 0,-5-2-1 16,4 1-3-16,-2 1-2 0,-2 0-4 0,0 0-4 0,-2 0-3 0,0 0-5 15,-2 0-3-15,1 0-6 0,-1-2-5 0,-1 1-7 0,-2-1-3 0,1-1-6 0,-1 0-2 16,-2 0-5-16,0-1-2 0,0-1 0 0,-5-1-2 0,1 2-3 0,2-2-1 15,-5 0-2-15,1 0 0 0,-3-2-3 0,-1 2 2 0,-3-1-1 0,2 1 2 16,-2-1 0-16,-1 2 1 0,-1 0 2 0,1-1 1 0,-4 2 3 0,3 1 0 0,-1 0 1 16,-2 0 1-16,0 1 3 0,0 1-1 0,-2-1 1 0,2 2-1 0,-2 2 0 15,2-2-3-15,-6 1 1 0,4 1-3 0,-3 1-1 0,3 0-1 0,-4 0-3 16,1 1-1-16,-4-1-3 0,1 2-2 0,3-2-2 0,-5 1-2 0,0 1 2 16,2-1-4-16,-5 1-2 0,2-1-15 0,1 1-22 0,-5-1-28 0,4 2-30 15,-5-1-39-15,1-1-46 0,0 2-36 0,-1-1-35 0,1-1-43 0,1 1-50 16,-6-1-104-16,4 2-128 0,-1-2-113 0,-1 3-110 0,2-1-97 0,-3-2-92 15,-1 2-24-15,0-1 5 0,0 1 32 0,0 0 39 0,0 0 34 0,0-2 33 16,-5 1 44-16,3-1 52 0,-5 1 100 0,1-1 130 0,3 1 117 0,-3-1 111 16</inkml:trace>
  <inkml:trace contextRef="#ctx0" brushRef="#br0" timeOffset="-171036.49">13144 16528 117 0,'-5'5'458'0,"-4"-1"124"0,3-1 79 0,-3 0 48 0,4 0 36 16,1-1 23-16,-1-1 16 0,1 1 14 0,2-1 12 0,-1-1 10 0,3 0 8 15,0 0-22-15,-2 0-39 0,2 0-159 0,0 0-214 0,0 0-117 0,0 0-73 16,0 0-42-16,0 0-29 0,2-1-16 0,1-4-13 0,-3 1-10 0,6-1-8 0,-1-2-13 16,-1-1-10-16,1-2-7 0,4-3-7 0,0 2-2 0,0-4-7 15,2 0-4-15,-2-2-3 0,2 2-6 0,-2-1-6 0,0-1-6 0,0 1-3 0,0 2-4 16,0 1-4-16,-2-1 2 0,1 2 2 0,-3 1-1 0,1 3-2 0,-1 0-2 16,-1 2 1-16,-4 2-1 0,5-2 0 0,-5 3 0 0,4 1 0 0,-4 2-1 15,0 0-4-15,0 0 4 0,0 0-1 0,0 0 1 0,0 0-4 0,0 0 1 16,0 0 2-16,-4 3-1 0,4 0 0 0,0 3-1 0,0 1-1 0,-2 1-1 15,-1 1 0-15,3 3 0 0,0 0 5 0,-4 3-2 0,4-1-2 0,0 1 1 16,-2-2-1-16,-1 2-1 0,3-3-3 0,0 2-4 0,0-4-7 0,0-1-4 16,0-1-3-16,3-1-3 0,-1-1-4 0,-2-1-5 0,4-3-3 0,1 2-3 15,-1-3-3-15,-3 1-3 0,7-2-5 0,-7-2-1 0,9-1-1 0,-5 0-8 16,0-3-11-16,4-1-1 0,-1-1 0 0,-1-2 0 0,2-4-4 0,0-1-1 16,0 1-1-16,-4-2-1 0,4-2-2 0,1 0-2 0,-5 2-2 0,4-2 3 15,-4 0-1-15,1 3 13 0,-3-2 13 0,3 2 6 0,-1 0 3 0,-5 2 5 0,4-1 5 16,0 2 8-16,-4 0 5 0,1 0 4 0,-1 3 4 0,0 2 7 15,0-1 7-15,0 4 7 0,0-1 8 0,0 2 8 0,0 0 8 0,0 3 5 0,0 0 5 16,0 0 2-16,0 0 5 0,0 0 0 0,0 0 0 0,0 3 3 16,-1 0 6-16,1 3 4 0,0 2 4 0,0 1 1 0,0 3 0 0,0 1-1 0,0 4-3 15,0 1-2-15,1 3 0 0,-1 1 3 0,4 2 3 0,-2 0 3 0,1 3-2 16,1 0 1-16,-2 2-2 0,1-2-5 0,1 3-5 0,-2-3-1 0,3 1 2 16,-5-1 3-16,4 2 2 0,0-4 1 0,-3 1 1 0,-1-2 1 0,4 0-2 15,-4-2 1-15,0-1 4 0,0-1 1 0,0-2 1 0,0 0 4 0,-4-2 7 16,4-1 0-16,-5-1-2 0,5 1-5 0,-4-4-2 0,-1 2-4 0,-1-1-5 15,3-2-3-15,-3 1-5 0,1-1-3 0,-4 1-4 0,3-3-5 0,-3 2-4 16,0-2-6-16,4 2-6 0,-4-3-6 0,0-1-7 0,0 2-8 0,-2-4-9 16,2 2-11-16,0-1-13 0,0-2-13 0,-2 0-17 0,2-2-17 0,0-1-19 15,0 0-20-15,2 0-22 0,-1-3-62 0,1 2-76 0,0-4-96 0,2-1-105 16,-1 2-100-16,2-4-97 0,-1-1-85 0,5-1-83 0,-4-1-29 0,4-1-3 0,0-1 7 16,4-2 12-16,-4 0 20 0,5-1 23 0,-1 2 59 0,2-3 78 15,3 1 97-15,0 1 109 0,0 0 105 0,-2-1 104 0</inkml:trace>
  <inkml:trace contextRef="#ctx0" brushRef="#br0" timeOffset="-170826.13">13772 16462 147 0,'5'0'414'0,"1"0"144"0,-3 0 73 0,1 1 42 0,-2-1 24 0,1 2 20 0,-3 0 12 0,2-1 10 0,2-1 6 0,-1 2 2 15,-1-2 4-15,2 0-1 0,1 0-105 0,1 1-154 0,-3-1-148 0,3 0-145 16,-1 0-79-16,-1-1-48 0,1 1-52 0,0-2-56 0,-1 2-69 0,1-1-76 15,3 1-62-15,-6 0-54 0,3 0-58 0,-1 0-57 0,1 0-76 0,0 1-84 16,-5-1-67-16,0 0-62 0,0 0-26 0,4 2-4 0,-4-2 21 0,0 0 33 16,0 0 56-16,0 0 65 0,0 0 56 0,0 4 52 0,-4 1 56 0,3-1 54 15,-3 1 74-15</inkml:trace>
  <inkml:trace contextRef="#ctx0" brushRef="#br0" timeOffset="-170677.9">13810 16609 127 0,'0'8'555'0,"0"-1"130"0,-4-1 58 16,4 0 27-16,-2 0 14 0,2-3 10 0,-3 3 6 0,3-3 7 0,0 2 7 15,3-4 7-15,-1 2 3 0,-2 0-20 0,4-1-36 0,-1-1-206 0,-1-1-284 16,4 1-128-16,-3 1-57 0,3-2-28 0,-1 0-19 0,-1-2-23 0,5 1-26 16,0 1-62-16,0-3-79 0,2 0-103 0,-2-1-113 0,5 1-107 0,-3-2-100 15,3-1-98-15,-5 2-93 0,6-4-42 0,-1 2-20 0,1-1-6 0,-2-1 0 16,1 2 11-16,0 0 16 0,5 0 56 0,-5 0 73 0,2 0 98 0,2 3 108 16,-3-3 103-16,3 3 99 0</inkml:trace>
  <inkml:trace contextRef="#ctx0" brushRef="#br0" timeOffset="-170333.39">14314 16510 123 0,'-3'2'404'0,"-3"-1"159"15,6-1 84-15,0 2 40 0,0-2 33 0,0 4 24 0,0-3 21 0,0-1 19 16,4 0 11-16,-2 2 14 0,5-4 10 0,-5 1 11 0,7 1-96 0,-4-3-144 16,4 2-149-16,0-2-154 0,0 0-78 0,2 1-41 0,-2-1-28 0,2 0-23 15,-2-1-20-15,4 1-20 0,-2-2-14 0,1 2-12 0,-1-2-12 0,4 1-9 16,-6 0-11-16,2-1-11 0,1 2-16 0,-1-1-19 0,-2 1-22 0,4 0-28 15,-6-2-55-15,2 2-67 0,-2-1-79 0,0 1-84 0,-3 1-73 0,2-1-68 16,-1 2-69-16,-1-2-71 0,-4 3-72 0,3-3-70 0,-3 3-25 0,2-5-5 16,-2 2 16-16,0 3 21 0,4-6 52 0,-4 2 64 0,0 4 81 0,0-8 84 15,0 2 72-15,0 2 70 0,0-1 69 0,0 1 73 0</inkml:trace>
  <inkml:trace contextRef="#ctx0" brushRef="#br0" timeOffset="-170076.74">14681 16234 91 0,'4'-1'346'0,"-4"1"117"16,2 0 89-16,-2 0 77 0,4 0 58 0,-1 1 49 0,-1 1 27 0,3-1 24 16,-1 2 14-16,1-1 12 0,1-1 13 0,3 1 14 0,-4 1-81 0,4 0-124 15,0 1-110-15,4 2-102 0,-2-1-76 0,-2 1-62 0,2 1-45 0,3 2-37 16,-1 0-19-16,1 2-10 0,-3 1-7 0,4-1-8 0,1 3-15 0,-5 0-10 16,3 1-13-16,1 1-9 0,-1-1-10 0,1 2-11 0,-3-1-12 0,-1 1-15 15,2 1-10-15,-6-3-9 0,6 1-17 0,-8 0-18 0,4 1-16 0,0-2-18 16,-7-1-18-16,5-1-21 0,-5-1-18 0,4-1-19 0,-6-1-17 0,3 1-17 15,-3-3-22-15,0 2-23 0,0-4-41 0,0 0-50 0,0 0-72 0,0-2-81 16,-3 1-58-16,3-4-47 0,0 2-33 0,-2-1-28 0,2-2-23 0,-4-4-23 16,2 0-23-16,-1 0-25 0,-1-4-33 0,2-1-36 0,-1-1 15 0,-3-4 35 15,3 1 71-15,3-2 85 0,-6-2 67 0,6 1 64 0,-3-2 49 0,3 0 43 16,0-2 42-16,-2 1 40 0,2-1 41 0</inkml:trace>
  <inkml:trace contextRef="#ctx0" brushRef="#br0" timeOffset="-169914.66">15000 16383 9 0,'0'-20'322'0,"0"2"129"0,0 3 102 0,0 0 78 0,0 3 67 15,0 2 42-15,-4 2 29 0,4 1 21 0,0 2 14 0,-2 2 14 0,-1 0 10 16,3 2-4-16,-4 1-13 0,2 0-113 0,-1 0-162 0,-3 1-111 0,3 1-82 15,-3 1-67-15,-3 0-54 0,4 1-33 0,-4 2-24 0,0 2-15 0,-2-1-13 16,2 2-11-16,0 2-14 0,-2-1-7 0,-2 2-5 0,2 0-16 0,2 2-18 16,0-2-26-16,-2 1-28 0,2-1-30 0,0 0-28 0,0-1-28 0,0-1-25 15,4-1-35-15,-1-1-43 0,3-2-90 0,-3 0-112 0,5-2-103 0,-3-1-99 16,4-3-119-16,0 0-124 0,0 0-49 0,0 0-12 0,0 0 4 0,0-6 12 16,0-1 15-16,4-2 19 0,-4-3 30 0,1-2 39 0,-1 1 91 0,0-4 113 15,4-1 101-15,-2 0 94 0</inkml:trace>
  <inkml:trace contextRef="#ctx0" brushRef="#br0" timeOffset="-169615.13">15034 15730 129 0,'0'0'408'0,"4"1"159"0,-2 1 90 16,-2 0 58-16,0-1 34 0,3 2 24 0,-3 0 16 0,0 0 13 16,0 0 7-16,4 1 4 0,-4 0 4 0,2 0 1 0,-2-1-100 0,0 3-150 15,0-1-155-15,0 1-156 0,0-2-87 0,-2 2-59 0,-2 2-33 0,4-1-22 16,0 1-19-16,-3-1-13 0,1 0-7 0,-2 1-5 0,4 0-3 0,-2 1-3 15,-1 0-2-15,-1-2-1 0,2 2-1 0,-1-1-2 0,-3-1 0 0,3 1 0 0,1-1-2 16,-2-1 2-16,1 0 2 0,-3 0 2 0,4 0 1 0,-1-1 2 16,-1-1 4-16,2 1 2 0,-1-2 2 0,1 0 3 0,-2 0 0 0,4-2-1 0,0-1 1 15,-3 3 1-15,3-3-2 0,0 0-1 0,0 0 1 0,0 0 1 0,3 0-2 16,-3 2-2-16,6-2-2 0,-3 0-5 0,-1 3-1 0,2-3 0 0,1 1-3 0,1 1-6 16,1-1-7-16,-2 1-10 0,1-1-19 0,-1-1-24 0,4 0-66 15,-3 2-88-15,3-2-95 0,-4 1-95 0,4-1-101 0,-2 0-106 0,1 0-86 16,-5 0-83-16,6 0-32 0,-3 0-13 0,-1 0 2 0,2 2 3 0,-1-1 16 0,-1-1 27 15,1 3 65-15,3-1 86 0,-4-1 96 0,8 4 96 0,-4-1 100 16,2 0 104-16</inkml:trace>
  <inkml:trace contextRef="#ctx0" brushRef="#br0" timeOffset="-169360.21">15230 16302 361 0,'0'3'584'0,"-2"0"132"0,-2-2 59 0,4-1 24 0,0 2 15 0,0-2 8 15,0 2 7-15,0 0 6 0,6 0 7 0,-3-2 8 0,-1 0 7 0,5 1 5 16,-1-1-167-16,-1 0-242 0,4-1-164 0,0 1-127 0,-3-2-57 0,4 2-24 16,-1-3-15-16,0 2-6 0,4-1-10 0,-2-1-11 0,-2 0-20 0,2 0-20 15,2 0-26-15,-3-1-29 0,3-1-65 0,-2 2-88 0,-2-1-97 0,0 1-104 16,0 0-86-16,-4 0-78 0,6 1-94 0,-7 1-101 0,5-1-50 0,-7 1-29 15,5 1-4-15,-7 0 8 0,0 0 13 0,5 1 22 0,-5-1 63 0,2 3 80 16,-2-3 97-16,4 3 103 0,-4 2 86 0,0-1 77 0</inkml:trace>
  <inkml:trace contextRef="#ctx0" brushRef="#br0" timeOffset="-168687.26">15671 16057 216 0,'-4'-1'377'0,"2"-1"53"0,-1 1 32 0,3 1 29 0,0 0 24 0,0 0 24 0,0-3 26 0,0 3 25 0,0 0 34 0,0 0 34 15,3-2 19-15,-3 2 13 0,2-1-98 0,-2 1-150 0,0-2-74 0,4 1-42 16,-2-1-29-16,1 1-21 0,1 1-20 0,-2-2-18 0,3 2-21 0,-1 0-24 15,5 0-27-15,-4 0-32 0,1 2-22 0,3-2-19 0,0 3-9 0,0 0-11 16,-4 1-5-16,6-1-7 0,-2 3-2 0,0-1-3 0,0 2-3 0,0 1-4 16,-3-1-2-16,-1 4-5 0,2-1 0 0,-1 1-2 0,-4-1-4 0,1 2-4 15,-3 0-7-15,0 2-5 0,0 0-4 0,0 0-1 0,-3 1-1 0,1 2-4 16,-2-2-1-16,-1 1 0 0,-1-1-3 0,-1 2 0 0,2-2-3 0,-4 0 0 16,3 0 0-16,-3-2 0 0,4 1 2 0,-4-2-1 0,3-2 2 0,-3 1-1 15,4-1 1-15,-4 1 3 0,3-4 1 0,3 1 2 0,-3-1 3 0,1-1 5 16,-1-1 2-16,3 1 2 0,-1-3 5 0,2 0-1 0,-1-1 2 0,3 0-1 15,0-2 1-15,-2 2 0 0,2-2-2 0,0 0-1 0,0 0-1 0,0 0 1 16,0 0-2-16,2-2 1 0,1 0 2 0,-1 1 5 0,2 0 2 0,1-1 1 16,4 1 3-16,-3-1 3 0,3 1 4 0,0-2 5 0,0 0 6 0,2-1 6 15,-2 0 6-15,0 1 6 0,5-1 0 0,-5 1-1 0,2-2-2 0,2-1-4 16,-2 3-4-16,1-1-1 0,-1-1-5 0,-2 1 0 0,2 0-4 0,-2-1-6 16,4 0-7-16,-4 1-7 0,-2 1-8 0,2-2-6 0,-4 2-7 0,3 0-1 15,-1 0-4-15,-3 0-4 0,1 0-5 0,2 2-10 0,-5-1-11 0,3 1-16 16,-5-1-15-16,4 1-16 0,-4 1-15 0,0-2-12 0,0 2-14 0,0 0-11 15,0 0-16-15,0 0-18 0,0 0-22 0,0 0-27 0,0 0-61 0,0 0-79 16,0 0-62-16,0-1-57 0,0 1-45 0,0-3-35 0,-4 1-35 0,4-1-37 16,0 2-51-16,-1-1-60 0,1 2-34 0,-4-6-21 0,2 1 7 0,-1 1 18 15,3 0 65-15,-4 1 84 0,4 3 75 0,0-7 69 0,0 2 59 0,0 5 52 16,4-6 49-16,-4 1 50 0,0 2 66 0</inkml:trace>
  <inkml:trace contextRef="#ctx0" brushRef="#br0" timeOffset="-168269.82">16067 15972 10 0,'0'-3'288'0,"0"3"129"0,0 0 69 0,0 0 37 0,0-2 20 0,4 1 17 0,-4 1 15 0,0 0 18 0,0 0 30 0,0 0 33 0,0 0 36 0,1 0 30 16,-1 0-48-16,0 0-80 0,0 1-109 0,0-1-119 0,4 0-56 0,-2 2-30 15,1-2-14-15,1 1-4 0,1 1-10 0,-1-1-12 0,2 1-25 0,-1-1-32 16,4 4-29-16,0-2-28 0,-4 1-16 0,6-1-13 0,2 3 1 0,-2 0 4 16,-2 0 1-16,5 0 2 0,-1 2 0 0,-2 0 0 0,3 0 5 0,-1 1 5 15,1 0 5-15,-3 2 6 0,4-2 2 0,-3 1 0 0,-1 1 5 0,0-1 4 16,2-1-8-16,-2 2-9 0,-2-1-7 0,0 1-6 0,0-2-9 0,2 1-9 15,-2-1-10-15,-4 2-12 0,4-2-9 0,-5 0-8 0,1-2-6 0,1 0-5 16,-3 1-9-16,1-2-11 0,-2 0-5 0,3-1-7 0,-5-1-13 0,0 1-18 16,4-3-22-16,-4 2-22 0,3-1-30 0,-3-3-27 0,0 1-24 0,0-1-22 15,0 0-22-15,-3 3-19 0,3-1-61 0,-4-1-75 0,4 2-86 0,-2-1-85 16,-1-1-55-16,1 1-40 0,-2-1-39 0,1 1-34 0,-3-1-38 0,3-1-43 16,3 0-27-16,-6-3-18 0,1-1 5 0,1-2 10 0,2 0 54 0,-1-2 79 15,1-1 81-15,-2-3 89 0,1 2 66 0,3-2 55 0,0 0 59 0,0-2 56 16,0 1 69-16</inkml:trace>
  <inkml:trace contextRef="#ctx0" brushRef="#br0" timeOffset="-168075.15">16405 15981 106 0,'0'-5'412'0,"-3"2"192"0,1 0 95 0,2 0 52 15,0 3 32-15,0 2 28 0,-4-1 19 0,2 1 14 0,-1-1 20 0,-1-1 20 16,4 2 24-16,-2-1 24 0,-1 2-72 0,-3-1-116 0,3 1-154 0,-3 0-173 16,1 0-81-16,-1 1-43 0,-1 1-29 0,0 1-21 0,0 1-20 0,-4 1-12 15,2 1-20-15,0 0-21 0,0 3-25 0,-2 0-26 0,2 1-29 0,0 2-30 16,0 0-37-16,-2 0-38 0,2 0-39 0,0 2-40 0,-2-1-38 0,2-1-36 15,3 0-35-15,-3 0-32 0,4 0-82 0,-4-1-101 0,5-1-107 0,-1-1-110 16,1 0-114-16,4-1-117 0,-2-2-64 0,2 0-31 0,2-2 1 0,-2-1 19 16,4 0 28-16,1-2 31 0,-5 0 32 0,8-3 32 0,-8-1 80 0,5-1 103 15,0-4 108-15,4 2 108 0,-3-1 123 0</inkml:trace>
  <inkml:trace contextRef="#ctx0" brushRef="#br0" timeOffset="-167731.08">16752 16144 64 0,'-5'0'381'0,"-4"1"198"15,0 1 101-15,4-2 56 0,-1 2 31 0,2-2 20 0,1 1 9 0,1 1 9 16,2-2 8-16,0 0 7 0,0 0 10 0,0 0 10 0,0 0-75 0,0 0-110 15,2-2-165-15,1 1-185 0,3 1-90 0,3-2-47 0,0 0-26 0,0 1-11 16,0-2-5-16,2 0-3 0,0 2-5 0,1-2-4 0,3 0-7 0,-4 0-8 16,5 0-8-16,-5-2-11 0,3 4-8 0,-3-2-9 0,2 0-6 0,-2 1-4 15,1-1-5-15,-1 0-7 0,-4 2-5 0,1-1-6 0,1 1-3 0,-4-1-3 16,2 1-3-16,-1-1-5 0,-4 1 4 0,5-1 1 0,-5 1-8 0,1 1-11 16,1 0-17-16,-4 0-23 0,2-2-22 0,-2 2-22 0,0 0-21 0,0 0-21 15,0 0-47-15,0 0-58 0,0 0-96 0,-2-3-112 0,2 2-94 0,-4-1-90 16,4 1-74-16,-3-2-64 0,-3 0-55 0,3-2-48 0,-3 2-11 0,1-1 9 15,1-1 14-15,-1 1 17 0,-1-1 46 0,1-1 59 0,-4-1 96 0,3 0 113 16,-1 2 93-16,2-1 82 0,-1-2 79 0</inkml:trace>
  <inkml:trace contextRef="#ctx0" brushRef="#br0" timeOffset="-167562.09">16854 15858 249 0,'0'0'517'16,"0"0"113"-16,0 1 66 0,-6 1 42 0,6 2 34 0,0 1 25 0,-1 4 23 15,-3 0 20-15,4 1 21 0,0 2 22 0,-4 2 22 0,4 2-29 0,0 2-55 16,-2 1-155-16,-1 3-204 0,3-1-102 0,0 0-58 0,-2 1-38 0,-2 2-33 15,4 0-24-15,0-1-22 0,0 1-22 0,0-2-21 0,0 1-30 0,0-1-34 16,0-1-37-16,6-1-38 0,-6 1-39 0,5-3-34 0,-1-2-33 0,0-1-30 16,-3 0-29-16,5-3-29 0,-3 0-54 0,1-3-61 0,-2 0-87 0,1-1-96 15,3-4-75-15,-1 1-67 0,2-1-77 0,-1-2-87 0,-1-2-43 0,1-3-30 16,-1-2-2-16,2-1 13 0,-1 0 22 0,-1-3 27 0,1-1 49 0,-3-1 63 16,3-2 85-16,-3-2 99 0,3 1 82 0,-3-1 78 0,-1 0 95 0</inkml:trace>
  <inkml:trace contextRef="#ctx0" brushRef="#br0" timeOffset="-167203.79">17102 15931 120 0,'3'-4'465'0,"3"-1"116"16,-3 1 62-16,1-1 47 0,1 1 34 0,-3 1 29 0,2-1 19 0,1 3 14 0,1-2 11 15,1-1 8-15,-2 1 10 0,1 1-23 0,-1-2-41 16,2 2-164-16,-1 0-217 0,-1 0-112 0,1 0-58 0,-3 1-44 0,-1 1-33 0,2-2-24 0,-1 2-22 16,-3 0-13-16,2 0-10 0,2 0-9 0,-4 0-10 0,3 0-5 0,-1 2-3 15,2-1-3-15,-3-1-2 0,-1 3 1 0,0 0 1 0,4-1 0 16,-4 2-2-16,0 1 1 0,-4-1-1 0,4 0 2 0,0 3 0 0,-1-1 0 0,-3-1 3 15,4 2-3-15,-2 0-1 0,-1-1-4 0,3 0-1 0,0 0-3 16,-4 0-4-16,4 0-4 0,0 0-1 0,0-1-1 0,0-1-2 0,0 1-2 0,0-1-1 16,4-1-1-16,-4 3 1 0,3-3-2 0,-1 2 4 0,3-1-2 0,-1 0 0 15,2 1 0-15,-1 0 0 0,-1-1 1 0,5 0 2 0,-4 0 0 0,0 0 2 16,5 1-1-16,-5-2 1 0,4 1-1 0,-4-1 1 0,3 0-1 16,-3 2 2-16,1-4 0 0,-1 4 2 0,-1-3 2 0,1 0 2 0,-1 3 5 0,-3-4 7 15,3 2 7-15,-4 0 8 0,4 1 3 0,-4 0 6 0,-4 0 2 0,4 2 1 16,-4 0 0-16,4 2-2 0,-5-1-1 0,3 2-2 0,-5 0-1 0,2 2-3 15,-1-1-12-15,1 1-18 0,-3-1-24 0,1 1-27 0,0-1-26 0,-4 1-24 16,2-2-41-16,0 0-49 0,0 1-83 0,-2-1-104 0,2 2-89 0,-2-2-83 16,-1 1-79-16,1 1-73 0,-2-2-78 0,-1 0-74 0,3-2-24 0,-2 2 0 15,2-3 14-15,2 2 17 0,0-4 36 0,0 2 46 0,2-3 85 0,0-1 102 16,-1 1 91-16,1-3 83 0,7 0 78 0,-2-3 76 0</inkml:trace>
  <inkml:trace contextRef="#ctx0" brushRef="#br0" timeOffset="-167038.06">17272 16233 198 0,'0'3'486'0,"0"-1"182"0,0 0 86 0,-4 0 36 0,4 1 11 0,-2 1 1 15,-1-1-19-15,3 0-26 0,-6-3-56 0,6 1-68 0,-4 1-77 0,-1 0-85 16,3-1-199-16,-1 1-254 0,-3 1-287 0,-1-2-299 0,2 2-138 0,-1-1-64 16,1-1-21-16,-1 2-6 0,-1-1 15 0,-2-2 26 0,2 0 54 0,-2-2 68 15,-4 1 77-15,2-2 84 0,-1-2 76 0,-3 2 75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2-02T07:50:24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7320 3277 27 0,'-9'3'277'0,"3"0"91"0,3-1 46 0,-3-1 22 0,1 1 9 0,1-1 6 0,4 1 3 0,0-2 2 0,0 0 1 0,0 0 3 15,0 0 4-15,0 0 8 0,0 0-61 0,0-2-89 0,4 1-83 0,1-1-79 16,1 1-30-16,1-1-8 0,-1-1 7 0,3-2 10 0,1 1 13 0,-1 0 14 16,2-2 14-16,2 0 13 0,-2 0 7 0,1-2 6 0,-1-1-8 0,-2 2-11 15,2-1-14-15,-2 1-9 0,0 1-13 0,0-2-14 0,-3 4-15 16,-3-2-12-16,3 2-17 0,-1 0-14 0,-1 1-14 0,-4 2-16 0,2-2-11 16,-2 3-14-16,0 0-8 0,0 0-6 0,0 0-4 0,0 0 2 0,0 0-1 15,0 0 1-15,0 4-1 0,0-1 1 0,0 3-2 0,-2 2 0 16,2-1-2-16,0 4 1 0,-4-1-1 0,4 2 1 0,-2 2 1 0,-1 1 4 15,3-1-2-15,-4 2-4 0,2-1-2 0,2-3-2 0,0 0-2 0,0-2-1 16,0-1 2-16,0 0-2 0,0-3 0 0,2 0-2 0,2-1 1 0,-1-1-1 16,-1-1 1-16,2-1-2 0,1-1 1 0,1-1 2 0,1 0 0 0,-2-3 2 15,1 2 1-15,3-4 1 0,-4 1 2 0,4-4-1 0,0 1 1 0,0-1-2 16,-1-1 1-16,1-1-1 0,0 1-1 0,-4-2 2 0,4 1-1 0,0-1 1 16,-3 1-2-16,-1 1 0 0,-1 0 0 0,1 1-2 0,-1 1 2 15,1-1-1-15,-5 2 2 0,4 0 1 0,-2 2-1 0,-2 1 2 0,3 0 0 16,-3 0 0-16,0 0 0 0,0 3 0 0,0 0-3 0,0 0-3 0,0 0-1 15,0 0-4-15,0 0 1 0,0 0-4 0,0 0-1 0,0 0-1 16,0 4-1-16,0 1 1 0,0 1 1 0,0 1-1 0,0 2 2 0,0 3 4 16,0 2 2-16,4 1 7 0,-2 3 2 0,-2 0 2 0,0 3 6 0,3 0 7 15,-3 1 7-15,0 1 7 0,0-1 6 0,0 1 4 0,0-2 7 0,0 0 4 16,-3 0 5-16,3-2 6 0,0 1 4 0,-2-1 6 0,-2-2 5 0,1 1 3 16,1-3-1-16,-2 0-2 0,-1-2 0 0,1 1-3 0,-1-1-2 0,-1-2-3 15,1-1-3-15,1-1-2 0,-5 2-2 0,4-4-6 0,-1-1-6 0,-1 2-7 16,0-3-4-16,-2 2-4 0,3-4-4 0,-3 1-2 0,0 1-5 0,0-3-5 15,0 2-4-15,0-3-6 0,-2 1-7 0,2-2-11 0,4 0-18 0,-4 0-23 16,0-2-55-16,3 1-72 0,1-3-80 0,-1 0-85 0,3 0-70 16,-3-1-65-16,3-1-73 0,-1-1-77 0,2-1-71 0,2-1-68 0,0 0-27 15,0-1-8-15,6-1 9 0,-1-1 15 0,2 1 54 0,1 0 71 16,1-1 80-16,0 1 85 0,0 1 70 0,2-1 65 0,3 4 71 0,-5-2 80 16</inkml:trace>
  <inkml:trace contextRef="#ctx0" brushRef="#br0" timeOffset="217.14">7844 3478 172 0,'6'-1'276'0,"1"-1"39"0,-5 2 23 0,2-1 20 0,1 1 17 15,0 0 19-15,-5 0 16 0,4 1 15 0,-4-1 10 0,5 0 3 0,-1 0 7 16,-2-1-55-16,5 1-78 0,-5-2-73 0,5 2-67 0,-5-1-38 0,3 1-23 16,3-2-20-16,-7 1-22 0,5 1-27 0,-3-2-33 0,3 2-39 0,-2 0-42 15,1 0-46-15,0 0-49 0,-1 0-71 0,1 0-82 0,-5 0-52 16,0 0-40-16,6 0-23 0,-6 0-8 0,0 0-1 0,0 0-1 0,0 0 10 15,0 0 16-15,0 0 26 0,0 0 30 0,-2 5 43 0,-2-1 43 0,-1-1 70 16</inkml:trace>
  <inkml:trace contextRef="#ctx0" brushRef="#br0" timeOffset="367.35">7850 3593 1 0,'-6'7'252'0,"6"-3"94"0,-5 1 41 0,1-2 22 16,3-1 11-16,1 2 8 0,0-4 10 0,0 3 8 0,0-3 9 0,0 0 11 15,0 0 7-15,0 0 5 0,0 0-65 0,1 0-92 0,3 1-94 0,0-1-88 16,-4 0-40-16,1 0-22 0,3 0-21 0,2-1-23 0,-1 1-38 0,4-2-43 15,0-1-53-15,0 1-56 0,2 1-66 0,-2-2-70 0,4 0-64 0,-3-1-72 16,0 1-29-16,0-2-16 0,3 2-5 0,-2 0-4 0,-2 2 8 16,2-2 12-16,-2 0 29 0,3 0 36 0,-1 3 44 0,2-2 48 0,-2 0 57 15</inkml:trace>
  <inkml:trace contextRef="#ctx0" brushRef="#br0" timeOffset="577.15">8159 3559 28 0,'-2'0'298'16,"2"0"64"-16,0 0 31 0,0 2 15 0,0-2 9 0,0 0 4 0,0 0 3 15,0 0 5-15,0 0 4 0,0 1 2 0,2 1 2 0,-2-2-24 0,4 0-38 16,-1 0-103-16,3 0-133 0,-4 0-63 0,1-2-33 0,3 2-28 0,1-1-27 16,-5 1-30-16,7-2-35 0,-4 2-45 0,1-2-55 0,3 1-83 0,-6 0-99 15,6-1-43-15,-3-1-20 0,-1 2-9 0,1-4-6 0,3 2-1 16,-4-1 3-16,2-1 13 0,-1 1 17 0,-1-2 27 0,4 0 31 0,-3 0 42 15,3 0 49-15</inkml:trace>
  <inkml:trace contextRef="#ctx0" brushRef="#br0" timeOffset="830.47">8483 3352 193 0,'9'-3'292'0,"0"0"34"0,-4 2 20 16,5-1 22-16,-1 1 22 0,-4 1 25 0,4 1 26 0,0 1 25 0,-4-1 22 15,5 2 17-15,-1 2 18 0,-4-2-44 0,4 1-71 0,2 1-55 0,-2 1-51 16,-4 0-17-16,4 1-4 0,0 1-6 0,0 1-8 0,1 0-15 0,-1 1-21 16,-2 2-18-16,0 0-21 0,-2 2-16 0,1-1-17 0,3 2-14 15,-4 0-15-15,-1-1-19 0,-2 1-20 0,1 0-19 0,3 0-19 0,-6-2-28 16,3 1-29-16,-3-1-41 0,2-1-44 0,2-1-45 0,-4-1-46 0,0-1-41 16,4 0-37-16,-4-1-36 0,1-4-37 0,-1 2-34 0,0 0-37 15,0-1-36-15,0-2-36 0,0-3-55 0,0 0-59 0,0 0-4 0,0 0 20 16,0 0 33-16,0 0 41 0,-5-5 38 0,1 1 38 0,2-1 35 0,2-1 33 15,0-1 37-15,0 0 36 0,0 0 36 0,2-2 41 0</inkml:trace>
  <inkml:trace contextRef="#ctx0" brushRef="#br0" timeOffset="995.07">8769 3484 15 0,'3'-9'307'15,"-3"2"79"-15,4 1 50 0,-4 1 39 0,0 2 37 0,0 3 35 0,0 0 35 16,0 0 32-16,-4 2 29 0,4-1 24 0,-5 2 19 0,1 0-3 0,-1 2-19 16,1-1-93-16,-3 2-131 0,0 2-67 0,-4-1-41 0,2 4-36 0,-2-1-31 15,-2 2-34-15,-1 0-37 0,3 2-32 0,-2-1-27 0,-1 1-30 16,3-1-27-16,-2 1-47 0,-1-1-53 0,5-1-77 0,-6 2-86 0,6-5-77 15,2 1-74-15,0-2-72 0,1-1-70 0,1-1-98 0,1-2-109 16,-1 0-51-16,5-4-22 0,0 0-5 0,0 0 1 0,4-6 25 0,-3 0 38 16,-1-3 62-16,4 0 74 0,1-2 67 0,1-2 65 0,1-1 67 0,-1 1 69 15</inkml:trace>
  <inkml:trace contextRef="#ctx0" brushRef="#br0" timeOffset="1294.45">8857 3145 58 0,'0'0'289'0,"0"0"73"0,0 0 37 0,0 0 19 16,2-1 13-16,-2 1 12 0,0 0 11 0,0 0 9 0,0 0 8 0,4 1 7 15,-4-1 4-15,0 2 7 0,0 1-81 0,0 0-120 0,-4 0-85 0,4 1-73 16,0-1-35-16,-2 2-18 0,2-1-12 0,0 2-13 0,-3 0-12 16,1-1-8-16,-2 1-10 0,1-1-4 0,1 2-6 0,-2-1-6 15,-1 0-2-15,1 0-2 0,2 0-1 0,-1-2 1 0,-3 2-1 0,3-1 1 16,1-2-1-16,-2 1-1 0,1-1 2 0,1 0 1 0,2-1 1 0,-4-2 2 15,4 0 5-15,0 3 2 0,0-3 4 0,0 0 4 0,0 0 1 0,0 0 2 16,0 0-3-16,0 0 0 0,0 0-2 0,0 0-1 0,0 0-3 0,0 0-3 16,0 0-15-16,0 0-16 0,0 0-28 0,4 0-30 0,1-2-31 0,-1 1-34 15,-2-1-33-15,3 2-33 0,2-2-46 0,-1 1-52 0,-1 0-69 0,1-1-76 16,-3-1-32-16,3 3-11 0,-1-1 4 0,2 1 12 0,-1-2 21 0,-1 1 25 16,1 1 30-16,1 1 29 0,-5 1 31 0,7-1 34 0,-4 2 45 0,-1 0 54 15</inkml:trace>
  <inkml:trace contextRef="#ctx0" brushRef="#br0" timeOffset="1483.46">8924 3409 196 0,'0'0'286'0,"0"3"37"0,0 0 28 0,4-1 27 0,-2-1 28 16,3 1 26-16,2-1 23 0,-1-1 20 0,-1 0 18 0,4 0 15 0,2 0 18 16,-2 0-47-16,0 0-72 0,0-1-60 0,2 1-51 0,-4 0-26 0,1-2-11 15,1 2-23-15,0 0-27 0,0-1-22 0,-4 1-22 0,4-2-20 0,-3 2-18 16,3 0-16-16,-4 0-14 0,0 0-22 0,3 0-22 0,-3 0-39 0,1 0-48 15,-3 0-49-15,-1 0-51 0,-2 0-44 0,4 0-39 0,-4 0-45 0,0 0-44 16,0 0-56-16,0 0-58 0,0 0-70 0,0 0-71 0,0 0-26 0,0 0-6 16,-4-1 18-16,-1-2 28 0,-1 1 35 0,3 0 38 0,-3 0 38 0,2 0 37 15,-1-1 42-15,3 0 45 0,-1 2 53 0,-1-2 63 0</inkml:trace>
  <inkml:trace contextRef="#ctx0" brushRef="#br0" timeOffset="1683.38">9044 3339 36 0,'0'0'260'0,"0"0"62"0,0 1 32 0,-4 1 23 15,4 1 21-15,0-2 21 0,0 3 30 0,0 3 35 0,0-1 45 0,-2 1 43 16,2 2 42-16,0 0 37 0,0 2-50 0,-3 1-93 0,3 0-65 0,0 0-54 16,-2 0-31-16,-2 1-20 0,4-1-20 0,-3 0-21 0,3 2-33 0,-2-2-41 15,-2 1-69-15,4-1-81 0,0 2-94 0,-2-1-100 0,2-1-80 0,0-1-74 16,2 1-57-16,-2-3-57 0,0 1-61 0,4-2-69 0,-2-2-69 0,-2-2-71 16,3 1-27-16,-3-5-11 0,6 1 19 0,-6-1 35 0,3 0 52 0,6-1 59 15,-7-2 57-15,7-2 55 0,-3-1 51 0,1 2 48 0,0-3 58 16,0 0 68-16</inkml:trace>
  <inkml:trace contextRef="#ctx0" brushRef="#br0" timeOffset="1967.13">9324 3324 36 0,'-5'1'286'0,"1"2"59"0,-1 1 32 15,1 1 22-15,-2 0 19 0,3 1 20 0,-3 0 23 0,1 0 27 0,1 0 25 16,-1 1 23-16,1 2 26 0,-1-2-12 0,5 3-24 0,-5-2-87 0,1 2-109 15,4-2-52-15,-6 2-26 0,6-3-16 0,0 1-13 0,0-1-15 0,0 0-17 16,0 0-19-16,4-1-19 0,-2-1-17 0,2 0-17 0,-1 0-11 0,3-1-6 16,-1 0-8-16,0 0-1 0,4 0-5 0,0 1-2 0,-3-2-1 0,3-1-6 15,0 2-2-15,2-1-3 0,-2 0-5 0,4 0-6 0,-6-2-7 16,5-1-9-16,-2 2-8 0,-1-1-6 0,-2 1-6 0,2-2-7 0,-4 1-4 16,2-1-2-16,-1 0-11 0,-1 0-14 0,-1 0-22 0,-2 0-24 0,1 0-43 15,-3 0-47-15,0-1-53 0,0 1-56 0,0 0-52 0,0 0-50 16,0 0-64-16,0 0-64 0,0 0-81 0,0 0-89 0,0-3-33 0,-3 0-6 15,1 0 10-15,-2-2 20 0,-1 2 36 0,1-1 48 0,-1 1 54 0,1-2 55 16,2-1 52-16,-1 2 54 0,-3-2 59 0,3 0 66 0</inkml:trace>
  <inkml:trace contextRef="#ctx0" brushRef="#br0" timeOffset="2125.85">9409 3363 174 0,'0'0'311'0,"0"0"48"0,0 0 26 0,2 3 27 0,-2 1 22 15,3 1 33-15,-3 1 41 0,2 0 49 0,-2 1 55 0,4 1 44 16,-4 1 39-16,0 1-28 0,0 2-53 0,0 0-82 0,0-1-86 0,-4 1-47 15,4 1-23-15,-2-1-25 0,2 2-23 0,0-4-32 0,0 4-40 0,0-2-62 16,0 1-69-16,0-2-83 0,0 1-87 0,0 0-91 0,2 0-90 0,2-2-73 16,-4 1-64-16,3-1-59 0,-1 1-58 0,2-4-84 0,-2 1-97 15,1-1-49-15,1-2-28 0,-2-1-3 0,1-1 9 0,-3-3 36 0,6 2 46 16,-6-2 63-16,5 0 72 0,-1-3 61 0,-1 0 61 0,-1-2 55 0,2 1 58 16</inkml:trace>
  <inkml:trace contextRef="#ctx0" brushRef="#br0" timeOffset="2415.17">9604 3369 40 0,'2'0'279'0,"2"0"75"0,-4 1 47 16,5 1 30-16,-1-1 44 0,1 4 47 0,1-1 47 0,-1 1 48 0,4-1 37 16,0 1 30-16,0-1 21 0,0 2 17 0,2 0-64 0,-2 0-99 15,2-1-76-15,2 1-67 0,-2 0-36 0,1 0-24 0,-1 0-38 0,-2 0-44 16,0 1-45-16,2-1-48 0,2 2-31 0,-4-2-30 0,0 1-20 0,-2 1-16 15,2-1-15-15,-4 1-13 0,4-1-10 0,-3 2-12 0,3-1-7 0,-5 1-9 16,-1-2-6-16,3 2-7 0,-5-1-8 0,-1-1-11 0,4 1-20 0,-4-1-25 16,0-1-48-16,4 2-54 0,-4-2-62 0,0-2-62 0,0 1-56 0,0-1-53 15,0-1-50-15,0 2-47 0,0-3-54 0,-4 2-54 0,4-4-62 0,0 0-65 16,0 0-13-16,0 0 6 0,0 0 38 0,-4-2 54 0,3-1 57 0,-3-3 65 16,4 2 54-16,-2-4 53 0,2 1 49 0,2-2 50 0,2 0 55 0,-3 0 57 15</inkml:trace>
  <inkml:trace contextRef="#ctx0" brushRef="#br0" timeOffset="2596.67">9892 3409 235 0,'4'-6'386'0,"-4"-1"70"16,0 2 46-16,0 2 38 0,1 0 31 0,-1 3 35 0,0 0 41 0,0 0 36 16,0 0 32-16,-1 2 24 0,-3-1 21 0,4 0-43 0,-5 4-73 0,-1 0-102 15,2 1-119-15,-5 1-62 0,2 2-39 0,-5 2-35 0,2 0-30 16,-4 2-34-16,3 2-37 0,-3-2-34 0,-1 2-36 0,1 0-25 0,-3-1-19 16,7 1-19-16,-5-2-20 0,1-1-18 0,5 2-21 0,-2-3-32 0,2 2-32 15,0-3-62-15,0-1-73 0,3 0-79 0,1-1-86 0,-2-2-74 0,5 0-70 16,-2 0-101-16,4-2-118 0,0-4-52 0,0 0-21 0,0 0-1 0,0 0 8 15,0 0 18-15,4-1 28 0,1-1 57 0,1-2 73 0,-1-1 78 0,4-2 82 16,0-1 77-16,-3 1 70 0</inkml:trace>
  <inkml:trace contextRef="#ctx0" brushRef="#br0" timeOffset="2804.57">10049 3514 54 0,'4'-1'280'0,"1"1"65"0,1-2 36 15,1 1 21-15,-2 1 22 0,1 0 21 0,-3 1 21 0,3-1 26 16,-2 0 23-16,1-1 29 0,0 1 16 0,1 0 18 0,-1-2-74 0,4 2-117 16,-3 0-76-16,3 0-64 0,-2 0-32 0,0 0-21 0,2 0-22 0,-3-1-19 15,3 1-23-15,0 0-25 0,-4 0-40 0,4 0-51 0,-3 0-52 0,3-2-53 16,-6 1-42-16,6 1-37 0,-3 0-38 0,-1 0-40 0,-1-2-50 0,1 2-59 16,-5 0-80-16,0 0-87 0,4-2-39 0,-4 2-19 0,2-2 7 0,-2 2 21 15,0 0 31-15,0-6 37 0,-2 0 34 0,-2 2 34 0,1 0 36 0,-3 0 34 16,4-1 53-16,-1 2 57 0</inkml:trace>
  <inkml:trace contextRef="#ctx0" brushRef="#br0" timeOffset="3005.44">10149 3349 205 0,'0'0'331'0,"0"1"53"0,-2-1 31 0,-2 4 35 0,4-1 31 0,0 1 44 16,-3 1 50-16,3 1 45 0,0 0 47 0,-2 1 35 0,-2 1 26 15,1 1-39-15,1 1-72 0,-2 1-83 0,4 1-91 0,-2 0-50 0,-1 0-28 16,3 1-34-16,-6 1-30 0,6-1-43 0,0 1-50 0,0-1-46 0,-3 2-44 15,3-3-39-15,0 2-31 0,0-2-34 0,3 1-37 0,-3-1-52 0,0 0-59 16,0-3-64-16,2 2-72 0,2-1-58 0,-4-2-56 0,5-1-58 0,-5 0-56 16,4 0-93-16,1-3-104 0,-1 1-47 0,-4-5-17 0,2 1 8 0,-2-1 16 15,9-1 42-15,-4-2 52 0,-1-2 61 0,1-1 70 0,-1-1 58 0,5-4 52 16,-4 2 61-16,1-3 59 0</inkml:trace>
  <inkml:trace contextRef="#ctx0" brushRef="#br0" timeOffset="3388.23">10496 3246 240 0,'5'-5'312'0,"-1"1"36"0,2 1 21 15,-3 1 14-15,-3 2 11 0,2 0 15 0,-2 0 10 0,0 2 14 0,0-2 13 16,0 0 17-16,4 1 18 0,-4-1-46 0,0 2-72 0,0-2-56 0,0 0-47 16,0 2-9-16,0-2 6 0,0 2 3 0,0 1 2 0,0-1 2 0,-4 2-1 15,4-1-7-15,-2 1-6 0,-1 1-14 0,1 1-14 0,-2 0-22 0,0 0-22 16,-1 2-22-16,1-2-21 0,3 1-25 0,-5-1-27 0,3 1-19 0,-1 0-15 15,-1-1-11-15,5-2-13 0,-6 2-7 0,6-1-7 0,-3-2-5 0,3 0-3 16,0-1-2-16,0 2 2 0,0-1-3 0,0 0-3 0,0 0 0 0,0 0 2 16,3 0 4-16,-3 0 1 0,6 0 4 0,-6 1 4 0,5-1 9 15,-1 2 10-15,1-1 11 0,-1 1 13 0,1-1 2 0,4 1 3 0,-3-1 5 16,3 1 2-16,-4-1 5 0,4 2 1 0,0-1 1 0,-3-1-1 0,3 1 1 16,-4-1 2-16,4 1-6 0,-4 1-5 0,1-2-7 0,3 1-5 0,-5 1-2 15,1 0 1-15,-1-2 2 0,-3 4 0 0,3-2 1 0,0 1 2 16,-3 2 0-16,-1 0-1 0,0 0-5 0,-1 0-3 0,-3 3-5 0,0-2-2 15,3 1-2-15,-5 3-2 0,-1-4-4 0,1 4-4 0,1-4-4 0,0 1-2 16,-3-1-8-16,3-1-6 0,0 0-5 0,-1 0-1 0,-3-1-6 0,5-1-7 16,-1-1-17-16,0 2-20 0,-4-2-47 0,3-2-62 0,-3 2-99 0,4-1-117 15,-4 1-124-15,0-1-132 0,0 0-89 0,3-2-72 0,-3-1-30 0,0-1-14 16,0 1 1-16,-2-2 2 0,2-2 15 0,-5 1 16 0,3-5 47 0,-4 1 61 16,-1-2 101-16,0-3 115 0,1 2 126 0,-3-4 132 0</inkml:trace>
  <inkml:trace contextRef="#ctx0" brushRef="#br0" timeOffset="9121.76">25879 4684 112 0,'-7'3'283'0,"2"0"43"0,-1 2 22 0,-3-1 11 16,7 1 7-16,-5 2 7 0,2 0 9 0,-4 3 8 0,3 0 11 0,1 2 11 15,-1 0 11-15,-1 3-29 0,-2 0-50 0,4 0-68 0,-1 0-80 16,-3 0-32-16,4 0-7 0,1 0-5 0,-1 0 1 0,3-1-1 0,2-1 2 16,-4 1-3-16,1-1-3 0,3-1-4 0,0 0-8 0,3-1-9 0,1 1-14 15,-4 0-11-15,2-3-11 0,1 1-11 0,-1 2-13 0,2-3-9 0,-1 2-4 16,3-3-14-16,-4 2-11 0,1-3-32 0,1 1-41 0,-2-2-44 0,3 0-45 15,-1-2-48-15,-4 1-51 0,5-2-71 0,-1 1-80 0,-1-1-68 0,-3-3-68 16,0 0-29-16,6 0-12 0,-1 0-3 0,1 0 3 0,-1-1 23 0,-1-1 30 16,1 1 39-16,2-2 41 0,-1 0 46 0,-1 1 48 0,1 2 71 0</inkml:trace>
  <inkml:trace contextRef="#ctx0" brushRef="#br0" timeOffset="9539.74">26147 4860 171 0,'-4'-3'357'0,"3"1"62"0,-3 1 27 0,2 1 19 0,-5 1 13 15,5 2 18-15,-2 0 19 0,-1 3 33 0,0 0 36 0,-3 2 32 0,3 1 34 16,0 1-24-16,-4 2-49 0,3 0-94 0,1 0-115 0,-3 0-54 0,3 0-27 16,0 0-12-16,-1 0-13 0,3-1-13 0,1-1-19 0,-6 1-28 0,8-1-34 15,0-1-33-15,0 0-35 0,0-1-24 0,0-1-20 0,4 1-20 0,0-4-20 16,-2 2-2-16,1 0 7 0,-1-1 1 0,2-1 5 0,1-1 2 0,0 0 2 16,-1-1 1-16,1-2-2 0,3 1 6 0,-1-1 7 0,-3-1 3 0,5-1 4 15,0-3 5-15,-2 3 10 0,2-4-1 0,0 0-5 0,0 1-4 16,-4-2-3-16,4-1-4 0,1 1-3 0,-1-2-3 0,-4 1 3 15,0 1-1-15,1-1 1 0,1 1-3 0,-5-1-3 0,3 1-3 0,-1-1 0 0,-4 2-3 16,4-1-3-16,-4 1-3 0,0-2-2 0,0 2-1 0,-4-1 0 16,4 2-3-16,-4-2-4 0,3 1-14 0,-3-1-20 0,-2 3-31 0,3-2-36 15,-3 0-84-15,5 3-105 0,-7-1-92 0,7 1-88 0,-3 0-92 0,-1 0-94 16,1 0-79-16,-2 1-70 0,3-1-31 0,3 3-12 0,-7 1 4 0,-1 1 7 16,3 0 28-16,3 1 34 0,-1 0 83 0,-1 0 106 0,4-3 92 0,0 6 87 15,0 0 92-15,7-2 94 0</inkml:trace>
  <inkml:trace contextRef="#ctx0" brushRef="#br0" timeOffset="10287.43">26476 5100 132 0,'0'-2'336'0,"0"2"65"0,-2-1 43 16,2 1 29-16,0 0 26 0,0 0 31 0,0 0 33 0,0 0 41 0,0 0 43 16,0 0 37-16,0 0 33 0,0 0-22 0,0 0-47 0,0 0-97 0,0 0-117 15,0 0-60-15,0 0-36 0,0 0-28 0,0 0-24 0,0 0-28 0,0 0-31 16,2 1-38-16,-2-1-41 0,0 0-35 0,0 0-29 0,0 0-20 0,0 0-13 16,0 0-9-16,0 0-4 0,0 0-3 0,0 0 0 0,0 0-1 0,0 0 2 15,0 0 2-15,4 2-1 0,-4-2 2 0,2 1 0 0,-2-1 2 0,0 0-1 16,0 2-1-16,3 1 0 0,-3-2 0 0,0-1-1 0,0 3-1 0,0-2-1 15,0 3-3-15,0-1-3 0,0-2-3 0,0 4-6 0,0-2-3 0,0-1-1 16,0 0-2-16,0 1-2 0,0-3-4 0,0 5-3 0,0-4-9 0,0 2-12 16,0-1-16-16,0-2-20 0,-3 1-39 0,3 2-48 0,0-3-75 0,0 1-90 15,0-1-75-15,-2 4-72 0,2-4-74 0,0 1-75 0,0-1-86 16,0 0-90-16,0 0-32 0,0 0-11 0,0 0 8 0,0 0 13 0,0 0 36 16,0 0 49-16,0 0 74 0,0 0 91 0,0 0 75 0,0-3 72 0,2 0 72 15,-2 3 77-15</inkml:trace>
  <inkml:trace contextRef="#ctx0" brushRef="#br0" timeOffset="10780.44">26813 4753 138 0,'1'-3'272'0,"-1"2"42"0,0-2 24 0,4 1 17 0,-4 2 14 0,4 0 15 0,-4 0 16 0,0 0 17 0,1 2 19 0,-1-1 24 0,4 1 29 15,-4 1-20-15,2-2-43 0,-2 2-45 0,4 0-50 0,-4 0-18 16,0 2-1-16,3-2-7 0,-3 1-7 0,0-1-7 0,0 2-10 15,0-1-13-15,-3 1-14 0,3-1-22 0,-4 1-24 0,4-1-24 0,-2 2-27 16,-2-1-29-16,4-1-28 0,-1 1-25 0,-3-1-20 0,0 2-10 0,3-1-7 16,-3-1-7-16,4 2-7 0,-4-1-6 0,4-1-3 0,-1 1-5 0,-3-1-4 15,4 1-6-15,0-1-6 0,0 1 0 0,-2-1 3 0,2 1 0 0,2-2-1 16,-2 3-1-16,0-2 4 0,4 1 2 0,-3 1 4 0,-1-2 2 0,4 2 5 16,0-1 2-16,-3 1 1 0,7-2 7 0,-8 2 7 0,1-1 7 0,5 1 4 15,-6-2 9-15,7 2 7 0,-7-1 7 0,2-1 3 0,2 0 4 0,-4 1 2 16,1 0 1-16,-1 1 1 0,0-3 2 0,4 3 6 0,-4-2-1 0,-4 1 0 15,4-1-3-15,0 1-3 0,-1 1-6 0,-3-2-3 0,4 0-9 0,-2 3-6 16,-5-1-5-16,1-2-4 0,5 2-3 0,-7 2-3 0,3-4-6 0,0 2-6 16,-1 0-7-16,-1 0-10 0,1 0-10 0,1-1-10 0,0 1-20 0,-3-2-24 15,3 1-42-15,0-2-54 0,-1 3-78 0,3-3-86 0,-3-1-79 0,2 2-74 16,-1-1-78-16,3 0-83 0,2-3-69 0,-7 0-63 0,7 0-23 0,0 0-4 16,0 0 8-16,0 0 19 0,0-3 40 0,0 3 54 0,0-5 76 15,4 1 87-15,-1 1 80 0,3-3 72 0,3 3 83 0</inkml:trace>
  <inkml:trace contextRef="#ctx0" brushRef="#br0" timeOffset="11064.61">27160 4860 226 0,'2'-2'353'15,"-2"1"66"-15,0 1 47 0,3 0 46 0,-1 1 44 0,2 1 48 0,-1-1 46 16,-1 2 40-16,2 0 36 0,-2 2 22 0,1-2 20 0,1 1-51 0,-2 1-81 15,5-1-93-15,-5 2-100 0,3 0-55 0,-1 2-38 0,-1-1-39 0,-1 1-36 16,2 1-42-16,-2 1-42 0,1 1-37 0,-3 1-34 0,0 0-26 0,4 0-17 16,-2 1-10-16,-2-1-4 0,-2 2-6 0,-2-1-7 0,1-1-7 0,1 2-10 15,-4-2-9-15,-1 1-12 0,0 1-13 0,0-2-16 0,-4 1-22 0,-2-1-27 16,2 0-61-16,-3 0-76 0,1 0-93 0,-3-1-102 0,-2 1-96 0,3-2-91 16,-3 1-95-16,-2-1-90 0,2 0-43 0,-2 0-16 0,2-2 0 0,-2 2 6 15,2-2 19-15,-2 0 26 0,2 0 61 0,4-3 76 0,-2 0 94 0,3 1 99 16,-2-1 95-16,5-3 93 0</inkml:trace>
  <inkml:trace contextRef="#ctx0" brushRef="#br0" timeOffset="15289.74">7810 4948 150 0,'0'3'389'0,"4"0"104"0,-4-1 49 0,0-2 24 0,2 1 23 0,-2 3 20 0,3-2 30 0,-1 1 32 16,2-3 30-16,-4 2 24 0,0-1 20 0,5 1 14 0,-1-1-98 0,-3 1-153 15,3-2-111-15,0 1-99 0,-3 1-42 0,3-2-21 0,2 0-20 0,-3 0-18 16,3 0-28-16,-3 0-34 0,-1 0-27 0,3 0-26 0,-1 0-16 0,1-2-18 16,-1 1-9-16,1 1-9 0,1 0-8 0,-2 0-5 0,1-2-14 0,-1 2-20 15,1 0-49-15,0-1-64 0,-1 1-90 0,1 0-102 0,1 0-98 0,-1-2-95 16,3 2-101-16,-3-1-105 0,0-1-47 0,4-1-24 0,-3 1-9 0,3 0-6 16,-4-1 9-16,4 0 14 0,-3-2 46 0,1 0 62 0,-2 1 89 15,1 1 103-15,-2-1 97 0,1 1 95 0</inkml:trace>
  <inkml:trace contextRef="#ctx0" brushRef="#br0" timeOffset="15527.8">8157 4828 267 0,'0'0'397'0,"2"0"75"0,2 0 54 16,1 2 52-16,-1-1 45 0,1 2 43 0,4 0 38 0,-3 0 25 0,-1 2 19 15,4-2 15-15,-3 1 14 0,3 1-56 0,0-2-88 0,0 3-108 0,0 0-120 16,-4-2-71-16,4 4-51 0,2-1-49 0,-4 1-44 0,1 1-40 0,1 0-39 15,0 1-23-15,0 1-19 0,-4 1-16 0,4-1-14 0,-3 2-9 0,3-1-8 16,-4 1-7-16,-1-1-7 0,1 2-19 0,1-3-19 0,-3 2-52 0,1-3-69 16,-2 1-83-16,-2-2-93 0,3 0-80 0,-1-2-78 0,-2 1-90 0,0-4-100 15,4 0-59-15,-4-4-47 0,0 0-17 0,3 5-4 0,-3-5 6 0,0 0 17 16,0 0 49-16,0 0 67 0,2-1 83 0,2-4 93 0,-2 2 81 0,1 0 75 16,1-1 93-16</inkml:trace>
  <inkml:trace contextRef="#ctx0" brushRef="#br0" timeOffset="15675.06">8454 4921 102 0,'0'-7'447'16,"-2"1"115"-16,-1 1 70 0,-1 1 45 0,2 2 41 0,-1 1 29 0,1 2 24 16,-6 1 19-16,7-1 15 0,-5 4 12 0,-3-1 8 0,0 2-20 0,0 2-40 15,0 1-162-15,-2 0-211 0,-1 1-114 0,-3 0-64 0,4 3-52 0,-1-3-44 16,-3 2-37-16,4-1-36 0,2-1-42 0,-2-1-46 0,4-1-85 0,-2-1-101 16,4-1-95-16,-1 0-92 0,1-3-92 0,1 0-92 0,4-3-90 0,0 0-82 15,-5-1-35-15,5-4-15 0,0 5 0 0,0-9 8 0,3 0 23 0,3 0 28 16,-4-3 73-16,5 2 93 0,-2-4 90 0,4 2 89 0,0 0 89 0,-1-1 91 15</inkml:trace>
  <inkml:trace contextRef="#ctx0" brushRef="#br0" timeOffset="15960.42">8472 4705 27 0,'6'-3'259'0,"-3"0"71"0,3 2 46 0,-6-1 37 16,5 4 40-16,-1-1 38 0,-4 2 47 0,5 0 50 0,-5 0 43 0,5 2 41 15,-5-2 30-15,4 1 22 0,0-1-61 0,-2 2-96 0,-2-2-77 0,0 1-63 16,3 1-46-16,-3-1-35 0,-3 2-39 0,3 0-41 0,-2 0-44 0,-2 2-51 15,0 1-50-15,4-2-49 0,-5 2-42 0,0 0-38 0,1 0-26 0,-1-1-23 16,-1 1-18-16,3-2-16 0,-7 2-8 0,9-3-9 0,-5 2-3 0,-1-2 0 16,2 0-1-16,-1-2 1 0,3 1 4 0,1-2 9 0,-2 1 13 0,0-1 15 15,3-1 11-15,-3 1 13 0,4-3 7 0,0 0 9 0,0 0 8 0,0 0 4 16,0 0 3-16,0 0 1 0,0 0 2 0,5 0 2 0,-5 0 1 0,4 0 0 16,2 0-5-16,-3-2-8 0,3 1-26 0,-1 1-28 0,-1-2-42 15,5 1-45-15,-4-1-42 0,1 2-44 0,-1-3-53 0,4 3-57 0,-4-1-83 16,3-1-95-16,-3 1-47 0,1-2-30 0,-1 1-8 0,-1 1 4 0,1 1 22 15,-5 0 31-15,5 0 43 0,-5 0 47 0,8 0 46 0,-7 3 43 16,-1-3 55-16,4 4 57 0</inkml:trace>
  <inkml:trace contextRef="#ctx0" brushRef="#br0" timeOffset="16140.74">8481 5008 78 0,'0'5'269'0,"0"-4"51"0,6 2 30 0,-3 0 19 0,3 2 18 15,-1-2 16-15,4 0 20 0,-3-2 20 0,3 2 22 0,1-2 20 0,-1 1 20 16,4 1-27-16,-2-3-46 0,-2 2-78 0,2-2-94 0,2 0-49 0,-4 0-26 15,1-2-22-15,-1 2-16 0,0 0-29 0,2-1-31 0,-2-1-52 16,0 0-64-16,0 1-61 0,2 1-64 0,-3-1-61 0,-1-1-60 0,0 1-77 16,-2-2-84-16,1 1-44 0,-6-1-32 0,5-2-11 0,-5 5-4 0,0-4 4 15,0 4 15-15,0-4 33 0,0 4 38 0,0-6 42 0,0 6 46 16,0-5 48-16,-1 1 53 0</inkml:trace>
  <inkml:trace contextRef="#ctx0" brushRef="#br0" timeOffset="16304.35">8640 4905 198 0,'-2'-5'321'15,"-1"4"47"-15,3-2 23 0,0 3 25 0,0 0 23 0,0 0 36 0,-2 3 41 16,2 1 46-16,0 2 51 0,-4 0 41 0,4 2 35 0,0 1-35 0,-3 1-68 16,3 1-80-16,-2 1-85 0,2 0-44 0,-4 0-22 0,4 1-32 0,-1 1-37 15,-3-1-69-15,4 1-87 0,0-3-110 0,-4 2-125 0,4-1-109 16,-1-2-98-16,1 1-98 0,0-1-94 0,-4-2-89 0,4-2-85 0,0-6-39 16,4 5-17-16,-3 0 1 0,-1-5 10 0,0 0 33 0,8-1 43 0,-3-1 66 15,0-2 73-15,4-2 69 0,-3 0 64 0,3-2 74 0,2 1 81 0</inkml:trace>
  <inkml:trace contextRef="#ctx0" brushRef="#br0" timeOffset="16573.78">8886 4879 190 0,'-3'5'385'0,"1"1"75"0,-2 0 42 0,1-2 33 0,1 5 34 15,-2-1 35-15,-1 0 39 0,1 2 35 0,-1 0 30 0,3-1 23 0,-5 0 13 16,1 2-40-16,1-1-69 0,1-1-116 0,-1 0-141 0,1 2-71 0,2-4-44 15,-1 1-35-15,3-1-30 0,0-1-37 0,0 0-39 0,3 0-32 16,-1-1-32-16,2-1-18 0,1 1-17 0,2-1-10 0,-1-1-2 0,3 2-4 16,-2-2 4-16,6 0-1 0,-2 1-2 0,1-1-1 0,-1-2 1 0,4 3 1 15,-1-3 0-15,-1 1-9 0,1-1-14 0,-3-1-25 0,4 2-31 0,-6-2-56 16,3-2-66-16,-3 1-59 0,-1 1-55 0,-1-2-44 0,-2 1-40 16,1-1-44-16,-3 0-49 0,-1 1-50 0,-2 0-50 0,0 1-55 0,0 0-59 15,0-5-6-15,-2 1 18 0,-1-3 46 0,-1 3 64 0,2 0 55 0,-1-1 53 16,-3 1 41-16,3-2 44 0,-3 0 43 0,4 1 49 0,-1 0 49 0,-1 1 52 15</inkml:trace>
  <inkml:trace contextRef="#ctx0" brushRef="#br0" timeOffset="16719">8935 4923 247 0,'0'-3'366'0,"0"0"36"0,0 3 26 0,0 0 24 0,0 0 40 0,0 0 53 16,4 1 57-16,-1 2 59 0,-3 1 43 0,2 3 36 0,-2-1 11 0,4 1-2 16,-4 1-98-16,0 2-146 0,2-1-66 0,-2 2-32 0,3 1-27 0,-3-2-21 15,0 2-41-15,0-1-53 0,0 1-63 0,0 0-65 0,0 0-61 16,0-1-59-16,0 2-77 0,0-3-87 0,0 1-92 0,0-1-89 15,4 0-80-15,-4 0-73 0,0-1-85 0,0 0-92 0,2-3-61 0,-2-2-51 16,0-4-16-16,0 5-5 0,0-5 13 0,0 0 24 0,0 0 52 0,0 0 70 16,0 0 79-16,0 0 81 0,5-2 75 0,-1-1 72 0,-4 3 84 0</inkml:trace>
  <inkml:trace contextRef="#ctx0" brushRef="#br0" timeOffset="16998.66">9058 4917 37 0,'0'0'306'0,"0"0"123"0,0 0 62 0,0 0 37 0,0 0 32 0,0 0 30 16,0 1 39-16,4 1 38 0,-2-1 32 0,-2 2 26 0,0-2 19 15,3 3 13-15,-3-1-66 0,6 0-105 0,-6 0-107 0,5 0-117 0,-1 1-55 16,1 1-30-16,0-1-29 0,5-1-27 0,-1 3-36 0,0-1-38 0,0-1-30 16,0 2-24-16,2-1-17 0,-2-1-13 0,1 1-9 0,-1-2-9 15,4 1-7-15,-6-1-7 0,6 2-4 0,-4-2-7 0,0 1-5 0,-2-1-2 16,2 2-1-16,-5-1-1 0,5-1-4 0,-3 2 1 0,-1-1-2 0,-1 1-2 15,-3-2-1-15,3 3 0 0,-4-4-9 0,4 3-9 0,-4 0-18 0,0-1-18 16,0 2-43-16,-4-1-56 0,4-1-73 0,-4 1-81 0,3-1-66 0,-3 2-60 16,4-3-66-16,-2 2-63 0,-1-1-88 0,-1-1-97 0,4-3-37 0,0 3-14 15,0-3 9-15,0 0 16 0,0 0 42 0,0 0 53 0,0 0 73 0,0 0 82 16,0 0 66-16,-2-6 61 0,4 2 64 0,-2-2 67 0</inkml:trace>
  <inkml:trace contextRef="#ctx0" brushRef="#br0" timeOffset="17200.9">9348 4915 9 0,'0'0'329'0,"-4"-3"195"0,4 3 106 0,0 0 68 0,-4 2 47 0,2 2 34 16,-1 1 24-16,3-1 21 0,-6 2 15 0,1 0 13 0,1 3 12 0,-1-1 11 15,0 1-62-15,-5 3-97 0,5-3-160 0,-4 3-191 0,0 0-105 0,0 0-68 16,0 0-50-16,2 0-40 0,-2 1-39 0,0-2-36 0,0-1-37 0,3-1-37 16,1 0-77-16,-3 0-98 0,3-3-104 0,1 0-110 0,3 0-102 0,-3 0-100 15,4-3-92-15,0-3-86 0,0 0-36 0,0 0-14 0,4 5 6 0,-4-5 12 16,1 1 19-16,-1-1 23 0,9-1 66 0,-5-2 86 0,5 0 99 0,-3-1 105 15,3 0 101-15,-4 0 101 0</inkml:trace>
  <inkml:trace contextRef="#ctx0" brushRef="#br0" timeOffset="17396.05">9458 5013 127 0,'9'-3'307'15,"2"1"58"-15,-4 1 29 0,0-1 25 0,2 1 20 0,-3 1 28 0,1 1 35 16,-2-1 31-16,1 2 33 0,-1-1 14 0,2-1 7 0,-5 2-37 0,4-2-67 15,-3 0-90-15,3 1-108 0,-3-1-60 0,-1 2-43 0,2-2-47 0,-1 0-53 16,-1 0-67-16,-2 0-72 0,4 0-63 0,-2 0-67 0,-2 0-59 0,3 0-56 16,-3 0-66-16,0 0-68 0,0 0-59 0,0 0-53 0,0 0-20 0,0 0-3 15,0 0 22-15,0 0 32 0,0-8 33 0,0 3 39 0,-3 0 34 0,1 0 35 16,2 1 42-16,0-3 49 0,0 2 60 0</inkml:trace>
  <inkml:trace contextRef="#ctx0" brushRef="#br0" timeOffset="17545.53">9577 4908 64 0,'0'0'297'0,"0"0"75"0,0 1 52 15,-5 4 39-15,5-1 51 0,0 2 57 0,-4 2 58 0,4 1 61 0,-5 3 34 16,5 0 26-16,-6 1 14 0,6 2 7 0,-3 0-80 0,-3 0-120 0,3 0-92 16,-3 0-78-16,4-1-65 0,-1 1-61 0,-1-2-94 0,2 1-110 15,-1-2-122-15,3 0-131 0,0-2-99 0,0 1-84 0,0-1-84 0,0-1-82 16,0-1-87-16,0-3-88 0,3 0-38 0,-3 0-17 0,0-5 7 0,2 3 17 16,-2-3 43-16,0 0 52 0,4-2 65 0,1-1 71 0,1 0 62 0,-3-3 63 15,3 2 68-15,-3-2 72 0</inkml:trace>
  <inkml:trace contextRef="#ctx0" brushRef="#br0" timeOffset="17892.2">9738 4857 25 0,'0'0'285'0,"0"0"107"0,0 0 59 0,0 0 36 0,0 3 34 0,2 0 39 15,2 1 39-15,-4 1 42 0,0-2 30 0,0 3 29 0,-4-2 19 0,4 1 14 16,-2 1-67-16,2-2-102 0,0 2-102 0,-3 0-107 0,3-1-53 0,-6 2-35 15,6-1-37-15,-3 0-38 0,1 1-39 0,-2 0-38 0,2 0-33 0,-1-1-28 16,-1 2-19-16,2-1-16 0,-1 1-8 0,3-2-7 0,-4 0-2 0,2 0-5 16,2-2-3-16,0 1-3 0,0-1-2 0,0-1 4 0,0 2-4 0,0-2-2 15,2-2-1-15,2 2-1 0,-1 0 2 0,-1-2-1 0,-2 1 2 0,4 1 0 16,1 0 5-16,-1-1 4 0,1 1 6 0,1 0 7 0,-3-1 1 0,3 3-1 16,-1-3 4-16,-1 2 2 0,1-1 4 0,1 0 1 0,-3 1 3 0,3 0 3 15,-3 2 3-15,-1-3 6 0,2 1 4 0,-4-1 3 0,0 2 2 0,0-1-3 16,0 1 3-16,-4-1 2 0,4 2 1 0,-5 0 1 0,-1 0-2 15,3 0-7-15,-3 2 1 0,-3-1 5 0,4 1-6 0,-4-1-2 0,3 1-8 16,-3-1-6-16,0-1-8 0,0 2-2 0,2-2-11 0,-2-2-9 0,0 2-17 16,3-1-19-16,-1-2-46 0,2 0-60 0,3-2-82 0,-2 2-92 15,-1-1-78-15,5-2-73 0,0 0-83 0,0 0-86 0,0 0-66 0,2-8-53 16,1 2-20-16,1 0-5 0,-2-1 9 0,3-2 14 0,4 0 46 0,-2-2 61 16,1 1 81-16,1-1 90 0,0-1 75 0,0 1 74 0,0 1 83 0</inkml:trace>
  <inkml:trace contextRef="#ctx0" brushRef="#br0" timeOffset="18083.77">9986 5007 199 0,'2'0'313'0,"1"-2"43"0,-3 2 25 15,6 0 20-15,-6 2 15 0,3-1 12 0,1 1 14 0,-4-2 9 16,2 1 8-16,-2-1 2 0,0 2 0 0,5-2-58 0,-5 0-83 16,0 1-95-16,0-1-99 0,4 0-69 0,0 2-54 0,-4-2-56 0,1 1-56 15,3-1-66-15,-4 1-76 0,0-1-74 0,0 0-76 0,0 0-35 0,0 0-13 16,0 0-7-16,0 0-4 0,0 7 7 0,-4-3 16 0,4-1 22 0,-5 1 31 15,1 1 37-15,4-2 41 0,-5 3 54 0,-1-2 62 0</inkml:trace>
  <inkml:trace contextRef="#ctx0" brushRef="#br0" timeOffset="18233.25">9948 5148 120 0,'0'0'290'0,"4"1"48"0,-3 0 30 0,-1 1 20 0,6 0 18 16,-3-2 17-16,3 1 13 0,-2-1 18 0,1-1 15 0,0 1 9 0,1-2 3 15,3 0-43-15,-6 1-63 0,8 0-97 0,-3-1-112 0,-3-1-75 0,4 0-61 16,0-1-54-16,-2 2-54 0,2-3-62 0,4 3-68 0,-6-3-91 0,2 1-100 15,0 1-45-15,0-3-23 0,0 1-10 0,2 1-4 0,-2-3 8 16,0 3 16-16,2-2 28 0,-2 2 31 0,0-1 34 0,4-1 36 0,-2 0 47 16,0 2 54-16</inkml:trace>
  <inkml:trace contextRef="#ctx0" brushRef="#br0" timeOffset="18422.34">10348 4995 169 0,'-4'3'311'0,"4"1"50"0,-2-1 30 0,-1 3 23 0,3 0 18 16,0 0 19-16,-4-1 16 0,4 1 17 0,0 1 12 0,4-2 18 0,-4 1 16 15,3 0-37-15,-1-2-62 0,2 2-74 0,1 0-82 0,1-1-42 0,-3 1-18 16,6-2-16-16,-3-1-15 0,3 2-13 0,-4-2-17 0,4 0-11 0,2 0-8 16,-4-2-16-16,1-1-17 0,1 2-12 0,-4-2-15 0,4 0-11 15,-5 0-13-15,1-2-6 0,1 1-8 0,-3 1-4 0,3-3-3 0,-6 1-5 16,3 1-2-16,-3 1-17 0,-3-5-23 0,3 3-41 0,-6 0-45 0,3 0-56 16,-3-1-53-16,1 2-63 0,-4-2-63 0,-2 3-99 0,-2-2-113 15,-1 2-54-15,-4 2-21 0,1-2-11 0,-4 3-6 0,-1 0 11 0,-2 1 17 16,-3-1 39-16,-2 2 45 0,-3 1 52 0,-3-2 57 0,1 4 58 0,-4-2 65 15</inkml:trace>
  <inkml:trace contextRef="#ctx0" brushRef="#br0" timeOffset="19039.18">7542 5822 73 0,'-3'4'360'0,"-1"-1"157"0,4-2 71 0,-2 2 35 0,2-1 18 0,0 1 6 0,2 0 7 0,-2-3 5 16,0 0 9-16,0 0 13 0,0 1 11 0,0-1 18 0,0 0-80 0,0 0-127 15,4 1-140-15,-1-1-149 0,-1 2-67 0,2-2-32 0,1 0-13 16,-1 2-8-16,1-2-5 0,1 1-4 0,-1-1-10 0,-1 2-9 0,1-1-15 16,1-1-14-16,1 2-25 0,-2-2-24 0,1 1-64 0,-1 1-83 0,-1-1-75 15,1-1-71-15,-1 2-69 0,-2-1-65 0,1 0-74 0,-3 3-80 16,0-4-59-16,0 0-52 0,4 4-23 0,-4 2-9 0,-4 0 8 0,4 0 22 16,-3 0 56-16,-3 2 78 0,3-2 72 0,-3 1 68 0,1 1 67 0,-1-1 63 15,3 0 75-15</inkml:trace>
  <inkml:trace contextRef="#ctx0" brushRef="#br0" timeOffset="19172.87">7544 6037 154 0,'0'2'292'0,"4"-1"43"0,-4 1 22 16,5-1 12-16,-5 1 12 0,6-1 7 0,-3 0 8 0,-1 1 3 0,2 0 3 15,1-2 2-15,-1 1-2 0,1-1-51 0,1 0-76 0,-3 0-96 0,3 0-105 16,3-1-82-16,-4-1-68 0,4 0-105 0,0 1-113 0,0-2-56 0,0-1-26 16,-1-1-16-16,4-1-8 0,-1 2 0 0,-2-2-2 0,4-1 2 15,-2 2-2-15,-2-3 17 0,2 1 19 0,-2 1 40 0,0 0 49 0</inkml:trace>
  <inkml:trace contextRef="#ctx0" brushRef="#br0" timeOffset="19412.52">7977 5785 16 0,'10'-3'270'0,"-4"0"101"16,3 0 68-16,-2 2 60 0,-2-1 64 0,6 2 67 0,-2 0 50 0,0 2 44 15,2-1 28-15,-2 1 23 0,0 1 15 0,0-2 11 0,2 2-62 0,-2 0-95 16,4 3-93-16,-6 0-90 0,6 0-63 0,-4 2-52 0,2 2-61 0,-2 1-60 15,0 1-51-15,2 1-39 0,-2 4-30 0,0-2-24 0,0 0-15 0,0 1-12 16,0 1-8-16,-2-1-7 0,-3 0-10 0,5 1-10 0,-4-2-16 0,1 0-19 16,-3-1-23-16,3-1-26 0,-3-2-46 0,-1 0-57 0,-2-1-72 15,4-3-83-15,-4 1-68 0,0-1-59 0,3-3-60 0,-3 1-60 0,0 0-74 16,0-2-81-16,0-3-45 0,0 0-27 0,0 0 1 0,0 0 14 0,-3-3 40 16,-1 0 52-16,4-2 76 0,-2 1 82 0,-1-2 68 0,3 1 59 15,0-2 61-15,0-1 59 0,0 0 76 0</inkml:trace>
  <inkml:trace contextRef="#ctx0" brushRef="#br0" timeOffset="19562.37">8280 5884 13 0,'0'-10'370'0,"-3"1"113"0,3 1 82 0,-4 1 64 0,4 2 58 16,-2 2 37-16,-1 0 30 0,-1 2 20 0,2 1 17 0,-1 1 14 0,-3 2 13 15,-3 2-7-15,4 1-18 0,-4 1-133 0,0 1-186 0,-2 1-111 0,-2 3-80 16,2 0-61-16,-3 1-60 0,-1-1-41 0,3 3-32 0,-3-2-34 0,1 1-32 16,3 0-47-16,-2-3-53 0,2 0-92 0,2 0-109 0,0-2-93 15,4-2-88-15,1-2-86 0,2-1-86 0,-1 1-80 0,3-5-75 0,0 0-31 16,0 0-12-16,3-5 5 0,-1 1 10 0,6-4 33 0,-7 1 42 15,5-3 79-15,3 2 102 0,-4-4 88 0,4 1 84 0,0 1 84 0,0-2 88 16</inkml:trace>
  <inkml:trace contextRef="#ctx0" brushRef="#br0" timeOffset="19846.53">8282 5693 192 0,'6'-5'318'0,"-3"0"56"0,3 2 37 0,-3 0 41 0,3 2 44 15,-3-1 46-15,-1 2 47 0,4 0 47 0,-3 2 50 0,1-1 28 0,-2 1 23 16,1-1-42-16,1 1-69 0,-2 1-80 0,1 0-84 0,-1 0-50 0,2 1-36 15,-4-1-35-15,0 2-42 0,0-1-41 0,0 2-44 0,0 2-45 0,0-1-50 16,-4 1-29-16,4-2-20 0,-2 3-14 0,-1 0-13 0,3-3-12 0,-6 1-7 16,6 1-3-16,-3-1-4 0,3-1-2 0,-2 0-2 0,-2 0-5 15,1-1-4-15,1-1-1 0,2 1-1 0,-4-4-1 0,4 2 1 0,0 0-2 16,0-3-2-16,-2 2 2 0,2-2 2 0,0 0-4 0,0 0-2 0,0 0-4 16,0 0-2-16,0 0-4 0,0 0-5 0,0 0-10 0,0 0-11 15,2 1-29-15,-2 2-33 0,0-3-60 0,0 2-73 0,4-2-67 0,-2 1-65 16,1-1-69-16,1 2-67 0,-4-2-95 0,0 0-108 0,5 0-46 0,1-2-18 15,-3 1 1-15,3-1 7 0,-1 1 24 0,-1-1 31 0,1 2 63 0,1-1 74 16,-3-1 65-16,3 2 69 0,3 0 68 0,-4 0 70 0</inkml:trace>
  <inkml:trace contextRef="#ctx0" brushRef="#br0" timeOffset="20069.58">8492 5971 55 0,'-5'3'373'0,"5"0"198"0,-6 0 88 0,6-1 35 0,0 1 19 16,0 0 10-16,0-2 7 0,2 1 8 0,2-1 9 0,-4 0 5 0,5 1 9 15,-1-2 6-15,-3 2-80 0,7-2-117 0,-3 1-171 0,1-1-196 0,3 2-84 16,-4-2-37-16,4 1-19 0,-4 1-11 0,4-2-19 0,1 0-21 0,0 0-45 16,-1 0-55-16,-3-2-77 0,3 1-89 0,-2 1-76 0,0 0-71 15,-3-2-76-15,1 2-83 0,-5 0-77 0,6-1-76 0,-6 1-36 0,3-2-12 16,-3 2 2-16,6-2 12 0,-6 2 34 0,0 0 48 0,0 0 70 0,3-4 82 15,-3 4 73-15,0 0 68 0,0-3 78 0,0 3 81 0</inkml:trace>
  <inkml:trace contextRef="#ctx0" brushRef="#br0" timeOffset="20369.4">8792 5793 199 0,'-2'4'474'0,"-1"1"99"0,3-3 51 0,-4 3 30 0,2 0 24 15,-1-1 21-15,3 2 18 0,-2 0 17 0,-2-1 10 0,-1 2 11 0,1-1 6 16,2 2-40-16,-1-1-63 0,-1 1-155 0,2-1-198 0,-1 1-101 0,1-1-51 16,-2 1-36-16,4-2-24 0,0 1-21 0,0 1-16 0,0-2-17 15,0 0-12-15,4 1-10 0,-2-2-7 0,3 1-4 0,-1-2-4 0,1 1-5 16,-1-1-2-16,1 1 2 0,1-1 3 0,3-1 2 0,0 0 1 0,0-1 1 0,2 1 2 16,-2-2 0-16,0 1 2 0,2-1-1 0,-2 1 1 0,0-1-1 15,0-1 1-15,0 1-2 0,-4-1-2 0,4 0-4 0,-3 0-6 0,-1 0-24 16,1-1-33-16,1 0-49 0,-2-1-57 0,-1 2-60 0,-2-1-62 15,3-1-50-15,-5 1-51 0,4-2-53 0,-4 1-53 0,3-2-58 0,-3 0-60 16,0 4-54-16,-3-7-49 0,-1 1-4 0,4-1 21 0,-2 1 42 0,-1-2 55 16,1 1 55-16,-2-1 62 0,1 1 52 0,1-1 49 0,-2 1 53 0,1-1 53 15,1 1 58-15</inkml:trace>
  <inkml:trace contextRef="#ctx0" brushRef="#br0" timeOffset="20534.22">8872 5815 258 0,'-4'2'385'0,"4"-1"40"0,-2 2 30 0,2-2 29 0,0 4 47 0,0-2 53 16,0 3 52-16,0 0 51 0,0 0 38 0,-3 2 29 0,3 1 11 0,0 0 1 15,0 1-108-15,0 1-157 0,0 1-73 0,-4-1-37 0,4 2-33 0,-2-1-25 16,2 1-46-16,0-1-55 0,0 2-55 0,-3-1-55 0,3-1-51 0,0 0-50 16,0 0-69-16,0 0-79 0,0-1-94 0,0-1-99 0,0 1-89 0,0-1-82 15,0-2-102-15,0 1-107 0,3-3-58 0,-3-2-32 0,0-4-11 0,2 5-4 16,-2-5 12-16,4 3 17 0,-4-3 49 0,0 0 61 0,5 0 85 0,-1-3 94 16,-2 0 85-16,1 0 80 0</inkml:trace>
  <inkml:trace contextRef="#ctx0" brushRef="#br0" timeOffset="20772.49">9040 5854 93 0,'4'-1'344'0,"1"1"113"16,-1-2 77-16,1 2 63 0,-1 0 54 0,1 2 50 0,1-2 32 0,-3 3 23 16,3 0 15-16,-1 1 11 0,0 1 7 0,5 1 8 0,-5-1-89 0,4 2-132 15,0 0-113-15,-4 1-107 0,5-1-77 0,-1 1-61 0,-4 1-53 0,4-2-48 16,-4 2-30-16,4-1-27 0,-3 2-15 0,3-1-11 0,-5 0-11 0,5 2-13 15,-8-2-14-15,7 0-13 0,-3 0-25 0,-3 0-31 0,2 0-53 0,1 0-60 16,-5-2-65-16,0-1-67 0,4 0-59 0,-4-1-50 0,0-1-56 0,0 1-55 16,0-4-57-16,0-1-60 0,0 0-47 0,0 0-43 0,0 0-2 0,0 0 15 15,-4-1 45-15,2-4 58 0,-1 2 65 0,3-1 68 0,0-2 57 0,0 0 53 16,0 0 53-16,0-2 56 0,0 2 60 0</inkml:trace>
  <inkml:trace contextRef="#ctx0" brushRef="#br0" timeOffset="20922.34">9252 5899 55 0,'1'-3'388'0,"-1"3"104"0,-1-1 62 0,1 1 55 15,0 0 46-15,-4 0 39 0,4 2 37 0,-4 0 27 0,3 3 24 0,-7-2 13 16,7 1 15-16,-3 2-13 0,-1 0-26 0,-5 2-138 0,5-1-184 0,0 1-101 0,-4 2-67 16,3-1-51-16,-3 0-45 0,0 2-42 0,4-1-44 0,-4 1-41 15,0-1-40-15,3 1-55 0,-3-2-64 0,5 0-97 0,-1 0-113 0,0 0-98 16,1-4-93-16,2 3-110 0,-1-3-123 0,3 0-55 0,0-5-29 0,3 5-8 16,-1 0 1-16,-2-5 12 0,4 1 15 0,-4-1 38 0,5-1 52 15,0-1 85-15,5-1 105 0,-7-2 95 0,6 3 87 0</inkml:trace>
  <inkml:trace contextRef="#ctx0" brushRef="#br0" timeOffset="21161.34">9387 6006 87 0,'0'1'365'0,"0"-1"154"0,0 0 71 0,0 0 34 0,0 3 26 0,4 0 16 16,0 0 15-16,-3-3 15 0,3 2 14 0,-2-1 9 0,1 1 10 0,3-2 11 15,-3 1-84-15,6-1-127 0,-3 2-141 0,-1-2-149 0,4 3-71 0,0-3-33 16,-3 0-24-16,3 1-17 0,2-1-16 0,-2 1-15 0,0-1-14 0,0 2-11 16,0-2-17-16,-2 0-18 0,2 0-32 0,0 0-37 0,-3 0-54 0,1 0-65 15,-2 0-59-15,-3 0-63 0,5-2-61 0,-5 2-62 0,2 0-80 0,-4 0-85 16,0 0-66-16,0 0-52 0,0 0-19 0,0 0-3 0,0 0 19 0,0 0 32 16,0 0 48-16,-4-2 61 0,4 2 62 0,-2-3 61 0,-1 1 62 15,3 2 62-15,0 0 80 0</inkml:trace>
  <inkml:trace contextRef="#ctx0" brushRef="#br0" timeOffset="21743.49">9615 5874 55 0,'0'0'354'0,"0"0"169"0,0 0 86 0,0 0 44 15,6 0 33-15,-6 3 26 0,3-2 18 0,3 2 19 0,-6 0 14 0,5-1 15 16,-5 1 8-16,4 0 10 0,-1-2-78 0,-1 2-115 0,2 2-148 0,1-2-166 16,-1 1-82-16,-2-1-45 0,1 2-29 0,-1-3-25 0,2 3-18 0,1 0-21 15,-5-1-14-15,4 2-13 0,-1-1-7 0,-1 1-8 0,-2-2-8 16,4 2-4-16,-4 0-3 0,0 0-3 0,0 0-3 0,-4 0-1 16,4 0-1-16,-2 0-2 0,-1 2 1 0,-1-1 0 0,2-1 1 0,-1 2-1 0,-3-3 0 15,3 2-1-15,-3 0-1 0,3-3 1 0,1 3-1 0,-2-3 1 0,-1 1-1 16,5-1 1-16,-4-1-1 0,4-1-1 0,-2 1-1 0,2-3-2 15,-3 1 0-15,3-1 0 0,0 0-2 0,0 0 1 0,3 3 1 0,-3-1 0 16,2 1 0-16,-2-1 0 0,4 0 0 0,-1 3 0 0,-1-2 1 0,2 0 2 16,1 0 2-16,1-1-2 0,-3 2 1 0,-1-1 1 0,2 0-1 0,1 1 1 15,-5-1-1-15,4 0 4 0,-1 2 1 0,-1-2 6 0,2 1 0 0,-2 1 0 16,-2-1 1-16,0 1 2 0,0 1 3 0,0-2 2 0,0 4 1 0,-2-2-2 16,-2 1 2-16,-1-1 0 0,1 2-1 0,2-1-5 0,-5 1-3 0,5-1-5 15,-3 1-2-15,-2-1-4 0,1 1-8 0,1-2-13 0,1 0-11 0,-1 0-16 16,-1-2-25-16,3 1-30 0,-3-2-61 0,1 1-74 0,1-1-70 0,2 0-74 15,-1-1-63-15,-1-2-61 0,4 0-62 0,0 0-61 0,0 0-65 0,-2-3-63 16,2-2-24-16,0 1-3 0,0-4 19 0,2 0 28 0,2 1 58 0,1-2 73 16,-1-1 72-16,1-1 74 0,1 1 65 0,1-1 60 0,0 1 65 0,0 1 67 15</inkml:trace>
  <inkml:trace contextRef="#ctx0" brushRef="#br0" timeOffset="21907.85">9778 6081 211 0,'4'0'331'0,"1"0"54"0,-1 0 38 0,1-2 51 16,1 2 59-16,3 0 55 0,-4 0 56 0,4 0 37 0,0 0 27 15,-4-1 17-15,5 1 9 0,-1-2-54 0,0 1-86 0,-4 1-89 0,0-2-93 16,5 1-53-16,-5-1-38 0,0-1-51 0,3 3-62 0,-7-3-55 0,7 3-60 0,-3-1-56 16,1-1-53-16,-3 1-68 0,-1 1-71 0,2-3-66 0,1 3-62 15,-5 0-55-15,0 0-53 0,0 0-53 0,0 0-59 0,0 0-68 0,0 0-73 16,0 0-44-16,0 0-27 0,0 0 8 0,-5 0 21 0,1 3 49 0,-1-2 60 16,1 2 60-16,-2 0 59 0,1-2 54 0,1 3 50 0,-1 0 57 0,0-1 54 15</inkml:trace>
  <inkml:trace contextRef="#ctx0" brushRef="#br0" timeOffset="22057.18">9829 6150 88 0,'-4'3'295'0,"4"0"54"0,0-3 27 16,0 4 23-16,4-1 13 0,-3 0 23 0,3 0 19 0,0 0 19 0,-3-1 22 16,3-1 17-16,2 1 20 0,-1-1-27 0,-1 0-46 0,1 1-89 0,0-2-110 15,3 2-65-15,-3-2-44 0,1-2-53 0,-1 2-57 0,0-2-55 0,3 1-52 16,-3 0-56-16,4-2-60 0,-3 0-76 0,3-2-84 0,0 0-78 0,-4 0-77 16,6-1-34-16,-2-2-14 0,-4 2 6 0,4-1 12 0,0-1 34 15,0 2 39-15,-3 0 34 0,3 0 33 0,-4 0 37 0,4 0 37 0,0 1 60 16</inkml:trace>
  <inkml:trace contextRef="#ctx0" brushRef="#br0" timeOffset="22281.09">10091 6060 270 0,'-4'4'360'0,"4"0"34"15,-2 1 23-15,-1 0 19 0,3-2 18 0,0 1 20 0,0-1 25 0,0 0 29 16,0-1 31-16,3 1 36 0,-1 0 14 0,-2 0 3 0,4-2-82 0,0 0-122 16,-3 3-58-16,5-3-25 0,-3 1-16 0,3-2-15 0,-3 0-15 0,3 0-14 15,-1 0-21-15,4 0-22 0,-3-2-31 0,1 1-32 0,0-1-29 0,-3-1-31 16,5 0-21-16,-4 0-18 0,1 0-11 0,-3 0-8 0,3 0-2 0,-1 0-2 15,-5 2-2-15,4-2-5 0,-4 0-2 0,0 3-1 0,0 0-3 0,0-3-6 16,0 1-11-16,-4-1-8 0,-1 1-29 0,-1 1-36 0,3-2-54 0,-3 2-64 16,-3-2-69-16,0 1-72 0,-2 1-67 0,2 1-70 0,0 0-79 0,-5 0-87 15,3 0-58-15,-4 0-45 0,-3 3-13 0,4-2-2 0,-4 2 22 0,3 1 31 16,-5 0 54-16,1 0 62 0,-3 1 68 0,-2-1 65 0,3 2 70 0,-1-1 66 16,-3 2 79-16</inkml:trace>
  <inkml:trace contextRef="#ctx0" brushRef="#br0" timeOffset="73297.67">9452 3535 220 0,'-9'4'298'0,"4"3"34"0,-8-3 22 0,4 2 12 0,2-1 7 15,-2 1 11-15,-4-2 7 0,2 0 11 0,2 3 12 0,0 0 11 0,0-1 13 16,4 2-51-16,-4-1-81 0,3 1-73 0,1-1-67 0,1 0-33 0,-1 0-19 16,5-1-13-16,-4-2-9 0,4-1-9 0,-1 0-9 0,1-3-6 0,0 0-6 15,1 3-7-15,-1-1-10 0,4-1 6 0,0 1 16 0,-3-2 12 0,5 0 15 16,3-2 6-16,-4 1 2 0,4-2 9 0,0 1 5 0,4-1 5 0,-2-3 3 16,-2 2-2-16,2-2 0 0,1 0-2 0,-1 0-7 0,-2-2-15 0,4-1-24 15,-2 2-17-15,-2-1-12 0,0 1-6 0,-4-3 0 0,4 3-3 0,-3 1-5 16,-1 0 2-16,-1-1 3 0,-2 1 1 0,-2 1-2 0,0 1 2 15,0-2 8-15,-2 1 3 0,-2 0 7 0,2 1 5 0,-5 0 6 0,2-2 3 16,-1 1-2-16,-3 1-1 0,0 1 0 0,0-2-8 0,-2 2-7 16,2 0-3-16,-2 2-2 0,-1-1-5 0,-3 2-5 0,5 2-8 0,-3 0-7 15,-2 2-7-15,5 2-8 0,-3-2-5 0,-2 4-2 0,6 1-2 0,-2 0-3 16,-1 1-2-16,5 1 1 0,-2-1-1 0,3 2 1 0,-1-2-4 0,1 1-1 16,5 0 0-16,-3-2 0 0,4-2 0 0,0 2 0 0,4-3 3 0,-3 0 2 15,3-1 1-15,2 1 1 0,-3-3 1 0,3-1-1 0,-1 2 2 0,0-3 0 16,4 1 2-16,0-2 4 0,-3 0 1 0,3 0 2 0,0-2 2 0,0 1-1 15,-2-1-1-15,2-1 0 0,0 0 0 0,-3-1 2 0,1 1 2 0,-2-2 1 16,1 1-1-16,-1-1 2 0,-5 1 2 0,4-1-2 0,0 2 0 0,-4-3 1 16,0 2 1-16,0-1-1 0,-4-1-1 0,0 2 1 0,4-1-4 15,-5 1-1-15,-1-1-2 0,3 2 0 0,-3-1-5 0,-3 1-5 0,4-2-26 16,-4 3-31-16,3 1-49 0,-3-2-56 0,0 2-55 0,4-1-53 0,0 2-52 16,-5 0-57-16,7 0-57 0,-3 2-65 0,3-1-61 0,-3 1-64 15,6-1-26-15,0-1-8 0,-1 5 17 0,1-5 31 0,-4 4 46 0,4-4 52 16,0 0 53-16,0 0 56 0,0 0 52 0,5 2 53 0,-5-2 63 0</inkml:trace>
  <inkml:trace contextRef="#ctx0" brushRef="#br0" timeOffset="73689.42">9235 3193 4 0,'-1'-4'240'0,"-3"-1"67"0,-1 1 41 0,1-1 28 0,-2 1 23 0,5 1 21 0,-3 1 21 0,0 0 23 16,4 1 29-16,-1 0 25 0,1 1 32 0,0 0 27 0,0 0-41 0,0 0-71 15,0 0-62-15,0 0-50 0,0 0-33 0,0 0-21 0,0 0-21 0,0 0-22 16,0 0-23-16,0 0-23 0,0 0-26 0,0 0-28 0,0 0-26 0,0 0-28 15,0 0-19-15,0 0-17 0,1 1-12 0,3-1-11 0,1 0-4 0,1 0 0 16,-2 0 2-16,5 0 4 0,-4 1 1 0,4-1 3 0,2 0 1 0,-2 0-2 16,0 0 0-16,2 0-2 0,1 0-4 0,-2 0-9 0,0 0-5 0,-1 0-4 15,2 0-4-15,-2 2-8 0,4-2-23 0,-4 2-26 0,2-2-44 0,-6 1-46 16,4 1-54-16,0-1-51 0,0 1-44 0,-3-1-37 0,3-1-37 0,-4 2-31 16,1-1-35-16,1 2-31 0,-2-2-33 0,1 1-32 0,-1 0-46 15,-1-1-48-15,-4-1 3 0,2 2 27 0,-2-2 40 0,0 0 46 0,0 0 40 16,0 0 38-16,0 0 36 0,0 0 31 0,0 0 32 0,0 0 32 0,0 0 33 15,-2-5 38-15</inkml:trace>
  <inkml:trace contextRef="#ctx0" brushRef="#br0" timeOffset="74122.63">9467 3076 67 0,'2'-1'234'0,"1"1"28"16,1-2 23-16,-2 2 20 0,1-1 10 0,3 1 14 0,-3 0 10 0,-1-2 9 15,2 2 9-15,1 0 9 0,-1 0 0 0,1-1-5 0,1-1-65 0,-3 2-93 16,3 0-48-16,-3 0-22 0,3 0-18 0,-3 2-13 0,-1-1-11 15,2 1-6-15,-2-2-9 0,1 3-7 0,1-2-5 0,-2 2-10 0,-2-1-3 0,3 1 0 16,-3 0 0-16,0-1 4 0,2 2 2 0,-2 0 5 0,0-1 1 16,0 2 1-16,0-1 2 0,-2 1 3 0,2 1-2 0,0-1 3 15,-3 2-1-15,1-1 3 0,-2 0-3 0,1 0-1 0,1 0-5 0,-2 1-4 16,-1-1-6-16,-1 0-6 0,3 1-7 0,-3 0 0 0,1 0-5 0,-2-1-5 16,1 0 1-16,1 0 3 0,1 0 2 0,-1 0 3 0,3 0 2 0,-5-3 0 15,7 1 4-15,-6 0 2 0,6-1 1 0,-3 0 1 0,1-2-3 0,2-1 1 16,0 0-1-16,0 0-4 0,-4 2-2 0,4-2-4 0,0 0-3 0,0 0-6 15,0 0-6-15,0 0-5 0,0 0-4 0,0 0-6 0,0 0-3 0,0 0-4 16,0 0-2-16,0 0-3 0,0 0 0 0,0 0 0 0,4 0 10 0,1 0 16 16,-1 0 20-16,-2 0 24 0,1 0 13 0,3 0 9 0,-1 0 9 0,4-2 6 15,-3 2 10-15,3 0 6 0,0-1 4 0,0 1 0 0,2-2 0 16,-2 1 5-16,0-1-15 0,0 1-13 0,2-1-21 0,-2-1-19 0,-4 2-10 16,4-1-11-16,-5 1-5 0,1-1-4 0,1 2-7 0,-3-1-6 0,3-1-1 15,-6 2-1-15,0 0 1 0,3-1-1 0,-3 1-1 0,0 0-2 16,0 0-5-16,0 0-8 0,0 0-21 0,0 0-30 0,0 0-43 0,0 0-54 15,0 0-54-15,0 0-56 0,0 0-48 0,0 0-47 0,0 0-60 0,0 0-64 16,0 0-72-16,0 0-72 0,-3 4-31 0,3 1-8 0,-2-1 13 0,-2 1 26 16,4-2 41-16,-3 1 53 0,-3-1 51 0,1-2 57 0,1 1 49 0,-1 0 47 15,1 1 58-15,4-3 66 0</inkml:trace>
  <inkml:trace contextRef="#ctx0" brushRef="#br0" timeOffset="74259.45">9577 3345 103 0,'-3'1'107'0,"3"-1"-38"0,0 0-37 0,-2 3-18 0,2-3-8 0,0 0-3 0,0 0-2 0,0 0 1 0,0 0-2 0,-4 3 0 0,4-3 0 0,0 0-57 16,0 0-78-16,0 0-3 0</inkml:trace>
  <inkml:trace contextRef="#ctx0" brushRef="#br0" timeOffset="75528.39">7964 5020 211 0,'-6'-3'271'0,"-3"0"26"0,4 2 17 0,0-2 15 0,1 1 8 0,2 1 8 0,-2-1 8 15,1 1 5-15,1-1 7 0,2 2 4 0,0 0 6 0,0-2-62 0,0 2-89 16,0 0-56-16,0 0-43 0,0-2-13 0,5 0 0 0,-1 1 2 0,-2-1 4 15,7 1 9-15,-4-2 10 0,4 1 11 0,6-1 11 0,-2 0 7 0,3 1 8 16,2 0 6-16,0-1 5 0,2 1 8 0,3 1 6 0,3-2 6 0,-3 1 5 16,4 2 0-16,2-1-2 0,4-1-11 0,-4 2-11 0,5-2-14 0,-1 2-12 15,1-1-12-15,-1 1-11 0,1 0-5 0,2-3-3 0,-1 3-7 0,-1 0-8 16,4-1-12-16,-2 1-17 0,2 0-10 0,-4-2-5 0,8 2-7 0,-2-1-6 16,1-1-3-16,-1 1-1 0,2-1 2 0,1-1-1 0,1 0-3 15,-1 0-3-15,-1-1-8 0,1 1-7 0,-1-2-6 0,-4 1-3 16,0-1-6-16,-4 1-5 0,-1-1-1 0,-1 1 2 0,-3-1-2 0,-4 1-2 15,-1 1 1-15,-4 0-2 0,-2-1-5 0,-4 3-7 0,1-2-19 0,-3 3-26 16,-1-1-34-16,-5 1-35 0,1 0-40 0,-2-2-38 0,-3 2-40 0,2 0-42 16,-4 0-40-16,0 0-45 0,0 0-54 0,0 0-61 0,-4 2-60 0,-1-2-58 15,-1 1-33-15,-3-1-26 0,-2 2 11 0,-1-1 24 0,-3 2 33 0,-3 0 41 16,-2 2 36-16,0-2 38 0,-3 0 44 0,-4 1 41 0,1-1 55 0,-2 2 61 16,0-1 62-16</inkml:trace>
  <inkml:trace contextRef="#ctx0" brushRef="#br0" timeOffset="75780.71">8472 5149 109 0,'-20'8'279'0,"2"-2"44"0,0-2 23 0,4 1 14 0,-1-4 14 0,1 2 11 15,-1-1 14-15,6-1 7 0,0-1 11 0,4 2 3 0,-1-2 5 16,1 1-42-16,1-1-62 0,1 2-60 0,3-2-56 0,3 2-3 0,1 0 22 16,1 0 23-16,1 1 28 0,3 0 12 0,5 0 1 0,4 1 2 0,2-1-1 15,4 2 1-15,5-1 1 0,0 1 1 0,7-2 3 0,-2 1-21 0,4-1-30 16,2-1-35-16,1 1-35 0,3-2-35 0,-1 1-31 0,-1-2-20 0,1 1-8 15,-1 1-10-15,-2-1-4 0,-2-1-6 0,0 1-5 0,-6 1-1 0,3-2-3 16,-3 2-1-16,-3-2-4 0,-2 1-9 0,-2 1-5 0,-1-1-8 0,0 1-6 16,-1-2-5-16,-3 1-5 0,-2 1-10 0,2 1-11 0,-6-2-29 0,4 2-39 15,-3 0-57-15,-4-1-70 0,1 1-68 0,-2 1-62 0,-1-1-59 0,-4 3-59 16,-3 2-71-16,1-1-81 0,-6 4-64 0,1-1-55 0,-7 2-18 16,0 2-2-16,-6 1 21 0,1 0 35 0,-6 0 59 0,-2 0 69 0,-3-2 64 15,-4-1 64-15,0-1 59 0,-3 1 57 0,-3-3 75 0</inkml:trace>
  <inkml:trace contextRef="#ctx0" brushRef="#br0" timeOffset="76051.67">8130 5879 121 0,'-11'7'319'0,"-1"-1"38"16,6-3 17-16,-3-1 8 0,4 0 4 0,1 1 2 0,2 0 6 0,4-1 14 16,2 1 10-16,1-2 17 0,4 1 22 0,4-1 26 0,-2-1-79 0,7 2-126 15,-2-2-52-15,8 0-21 0,-1 0 1 0,4-2 9 0,2 1 18 0,4-2 20 16,1 0 10-16,1 0 5 0,3 0-2 0,3-1 0 0,-3 0-16 0,6 1-18 15,-1-1-20-15,0 2-17 0,-1-1-16 0,1-1-14 0,1 1-14 0,-1 0-17 16,-1 0-19-16,1 1-25 0,-1-1-16 0,-4 0-15 0,2 0-14 16,-2 0-12-16,-2 0-9 0,-2 2-5 0,0-2-10 0,-1-1-15 0,0 3-34 15,-1-2-46-15,-3 0-59 0,0 2-66 0,0-1-58 0,-6 1-59 16,3-1-61-16,1 1-66 0,-4 1-89 0,-3 0-105 0,-2 0-46 0,-1-2-21 16,-1 2-3-16,-5-3 8 0,0 0 29 0,-2-1 39 0,-6-2 58 0,-1-2 62 15,-2-2 60-15,-2-4 58 0,-1-1 64 0,-6-3 66 0</inkml:trace>
  <inkml:trace contextRef="#ctx0" brushRef="#br0" timeOffset="77085.2">5712 7869 259 0,'-2'1'377'0,"2"-1"40"0,0 2 18 0,0-2 13 0,0 0 10 0,0 0 13 0,0 0 36 16,0 0 46-16,0 0 46 0,2 0 42 0,2-2 18 0,1 1 5 0,2-3-98 16,-1 3-143-16,5-3-67 0,-2-1-31 0,3 1-14 0,-1-1-9 0,4-1-4 15,-5 0-11-15,7 0-31 0,-6 2-43 0,3 1-44 0,-3-3-40 16,2 1-30-16,-3 1-23 0,3-1-16 0,-2 1-13 0,-2-1-8 0,0 2-7 16,2-1-5-16,-2 1-6 0,0 0-15 0,0 0-18 0,0 1-48 0,2-1-62 15,-2 3-75-15,0-1-81 0,0-1-68 0,0 2-57 0,-2 0-62 0,2 2-59 16,0-1-81-16,0-1-92 0,-3 3-43 0,-1-1-16 0,2 1 0 0,-1 0 9 15,-4-2 45-15,1 4 58 0,-3-5 74 0,4 2 78 0,-4-2 67 0,0 0 60 16,0 0 60-16,0 0 61 0</inkml:trace>
  <inkml:trace contextRef="#ctx0" brushRef="#br0" timeOffset="77310.7">6124 7678 184 0,'0'-4'271'0,"2"1"37"0,2 0 21 0,-1 1 17 0,-1 2 14 0,2-1 15 16,1 1 19-16,1 0 16 0,-3 0 15 0,3 0 13 0,-1 0 12 0,4 0-44 15,-3 1-73-15,3-1-51 0,0 2-47 0,0 1-18 0,0 0-8 16,2 0 2-16,1 1 8 0,-1 2-5 0,-2 2-9 0,2-1-11 0,2 2-13 16,-2 2-9-16,1-1-7 0,-1 1-11 0,2 2-12 0,-4-2-15 0,2 2-15 15,-6-1-12-15,4 0-14 0,0 0-19 0,-3-1-19 0,-1 1-12 0,-1-2-6 16,1 1-8-16,-1-1-9 0,1 1-30 0,-5-1-39 0,6-1-40 0,-6 0-43 16,3-1-39-16,-3-1-36 0,0 1-35 0,2-2-35 0,2-2-38 0,-4 1-41 15,3-1-56-15,-3-2-63 0,0-2-52 0,0 0-44 0,0 0 3 0,0 0 24 16,2-3 34-16,2-2 38 0,-4 0 36 0,3 0 36 0,-3-3 35 15,2 1 31-15,-2-1 39 0,4-1 42 0,-4 2 53 0</inkml:trace>
  <inkml:trace contextRef="#ctx0" brushRef="#br0" timeOffset="77489.85">6425 7701 246 0,'-4'-8'350'0,"2"2"53"0,-1 2 33 0,-1 1 30 16,4 1 30-16,0 2 33 0,-5 2 34 0,3 1 39 0,-2 0 39 16,-1 3 34-16,-1-2 32 0,-1 4-45 0,2-1-77 0,-4 2-86 0,-1 3-87 15,3-1-46-15,-2 2-28 0,-3-1-31 0,1 2-27 0,-2 1-36 0,2-2-36 16,-3 2-39-16,5-1-43 0,-2-1-46 0,-2 0-50 0,4 1-65 0,-2-3-71 15,6 1-79-15,-2-5-83 0,1 1-70 0,1-3-60 0,5 2-66 0,0-4-66 16,0-3-81-16,0 0-89 0,0 0-37 0,3-2-17 0,-1-1 5 0,4-4 16 16,3-1 41-16,-6-1 56 0,6-1 68 0,0-4 74 0,-1-1 62 0,1-2 60 15,0 1 62-15,0-2 69 0</inkml:trace>
  <inkml:trace contextRef="#ctx0" brushRef="#br0" timeOffset="77789.6">6526 7366 75 0,'4'-1'283'0,"-1"-1"62"0,-3 2 33 0,0 0 15 16,0 0 13-16,0 0 8 0,0 0 9 0,2 2 4 0,-2-1 8 0,0-1 11 15,0 2 8-15,4 1 6 0,-4 0-79 0,0 0-113 0,0 1-81 0,0 1-60 16,0-2-32-16,0 3-14 0,0 0-11 0,0-2-8 0,0 4-10 0,0-2-10 16,-4 0-6-16,4 0-8 0,-2 0-4 0,-1 0-6 0,3 0-5 0,-6-2-2 15,6 1-1-15,-4-1 2 0,3 1 6 0,-3-2 9 0,0 1 12 0,3-1 12 16,-3 0 16-16,4-1 20 0,-4 1 16 0,3-3 16 0,1 0 13 0,0 1 10 15,0-1 5-15,0 0 1 0,0 0 0 0,0 0-5 0,0 0-7 0,0 0-10 16,0 0-15-16,0 0-17 0,0 0-21 0,0 0-17 0,0 0-19 0,0 0-25 16,0 0-37-16,0 0-41 0,5 0-39 0,-1 2-39 0,-3-2-35 15,3 0-33-15,1 1-32 0,-1-1-34 0,5 0-36 0,-3 1-38 16,-1 1-48-16,0-2-52 0,3 2-53 0,-1-1-55 0,-4 1-2 0,3-1 17 16,-2-1 30-16,1 2 33 0,0 1 31 0,1 0 34 0,-3-2 34 0,3 2 34 15,1 0 39-15,-1 2 43 0,-1-1 48 0</inkml:trace>
  <inkml:trace contextRef="#ctx0" brushRef="#br0" timeOffset="78033.89">6768 7803 111 0,'-2'1'357'0,"2"-1"107"0,0 0 53 0,0 2 32 0,0-2 22 0,0 0 19 0,0 0 24 16,0 0 24-16,2 1 20 0,-2-1 18 0,0 0 10 0,4 0 7 0,-2 0-96 16,1-1-138-16,3-1-116 0,-3 1-105 0,3-1-53 0,-3-1-31 15,3 2-22-15,-1-1-20 0,-1 1-40 0,5-1-49 0,-4 2-73 0,1-2-86 16,-1 2-73-16,4 0-71 0,-3 0-76 0,1 2-74 0,-2-2-93 0,1 0-99 16,-1 2-45-16,-1-2-19 0,-4 0-8 0,5 1-6 0,1 1 15 0,1-1 23 15,-7-1 56-15,5 0 65 0,-3 2 66 0,5-1 63 0,-1 1 71 0,-4-2 74 16</inkml:trace>
  <inkml:trace contextRef="#ctx0" brushRef="#br0" timeOffset="78718.82">7116 7662 21 0,'-2'-2'261'0,"-2"-1"81"16,4 0 39-16,0 2 22 0,0 1 10 0,0 0 6 0,0 0 7 0,0 0 4 16,0-2 11-16,4 1 8 0,-2-1 13 0,-2 2 10 0,5 0-58 0,-1-1-96 15,-1-1-79-15,3 2-73 0,-1 0-33 0,0-1-15 0,1 1-7 0,1 0-2 16,-1 0-4-16,3 0 1 0,0 1-5 0,-4-1-6 0,1 2 2 0,-1-1 3 15,4 1 2-15,-5-1 5 0,1 1 7 0,0-1 6 0,-1 1 8 0,-2 0 7 16,1-2 7-16,3 2 4 0,-6 0 8 0,4-1 5 0,-3-1 6 16,3 3 7-16,-4-3-5 0,0 0-7 0,0 0-10 0,0 0-8 0,0 0-8 15,0 0-9-15,0 0-8 0,4 2-6 0,-4-2-8 0,0 0-4 16,0 0-11-16,0 0-10 0,0 0-9 0,0 0-6 0,0 1-6 0,0-1-5 16,0 0-5-16,0 0-7 0,0 0-4 0,0 0-3 0,0 0-3 0,1 2-4 15,-1-2-4-15,0 0-1 0,0 0-1 0,4 1-4 0,-4-1-1 0,0 3 2 16,0-3-1-16,4 2-1 0,-3-1 2 0,-1 1 1 0,0-1-3 0,4 2-4 15,-2 0 1-15,-2 2 5 0,3-2 4 0,-3 1 1 0,4 1 1 0,-4 1 1 16,2 1-2-16,-2-1-1 0,4 2-1 0,-4-2-1 0,0 1-2 0,0 2 2 16,0-1 4-16,0 1 4 0,0 1-3 0,-4-1-5 0,2 0-2 0,-2 0-4 15,1 2-1-15,3-1 2 0,-6 1-1 0,1-3 1 0,1 3 1 0,-1-2 3 16,0 2 0-16,1-4-2 0,-5 2 4 0,3-1 1 0,1-1 1 0,0 1 2 16,-3-3 0-16,3 2 3 0,0-1 0 0,-1-2 2 0,1 1 2 0,-3-1 4 15,3-1 1-15,0 0 0 0,-1 1 0 0,-1-2 0 0,5 1 0 16,-2-1-5-16,-1-1 1 0,1 1-1 0,3-2-1 0,1 1 0 0,0-1-3 15,0 0-3-15,0 0-1 0,0 0-4 0,0 0-2 0,0 0-5 16,0 0-3-16,0 0-3 0,0 0-3 0,0 0-2 0,0 0-4 0,0-1 0 16,1-1-1-16,3 1-2 0,1-1 0 0,1-1 1 0,1 0-1 0,-1 0 0 15,4-1 0-15,-1-1 0 0,1-1 3 0,4 2 0 0,-5-4 2 0,2 2 2 16,2-1-1-16,1-1 2 0,-3 2-2 0,2-1 0 0,-3 1-5 0,5 0-2 16,-6 0-8-16,4 1-5 0,-6-1-8 0,5 2-11 0,-3 1-24 0,2-2-29 15,-2 2-59-15,0 0-73 0,0-1-80 0,1 2-89 0,-3-1-74 0,2 2-71 16,0-2-85-16,0 0-93 0,2 1-58 0,-2-2-45 0,0 1-12 0,0-2 0 15,-4 2 20-15,4-2 24 0,-3 1 59 0,-1-2 73 0,-1 0 83 16,1 2 85-16,-1-4 77 0,-4 2 71 0,2 0 90 0</inkml:trace>
  <inkml:trace contextRef="#ctx0" brushRef="#br0" timeOffset="78988.62">7548 7537 22 0,'0'0'258'0,"0"0"75"0,2 0 40 0,-2 0 27 0,3 2 21 0,1-1 24 0,-2 2 29 0,3-1 29 16,-1-1 33-16,1 2 35 0,-1-3 26 0,1 3 28 0,1 0-41 0,3-1-77 16,-4 1-57-16,4 1-52 0,0-1-27 0,0 3-14 0,0-1-13 0,0 2-16 15,-1-1-24-15,4 5-26 0,-3-2-28 0,2 0-30 0,-2 1-25 0,2 2-24 16,-2 0-26-16,4 0-27 0,-4 0-25 0,-2 0-21 0,2 0-15 0,0 0-12 16,-4 0-7-16,5-1-7 0,-7 1-7 0,3-2-5 0,-1 1-8 0,-1-2-13 15,1 0-23-15,-5-2-32 0,4 1-49 0,-3-1-64 0,-1-1-68 16,4 2-70-16,-4-4-62 0,0 2-57 0,0-1-55 0,0-2-56 0,0 1-67 15,0-1-75-15,0-3-42 0,0 0-31 0,0 0 0 0,0 0 18 0,0 0 43 16,0 0 60-16,0 0 66 0,-4-3 72 0,3-1 64 0,-3-1 55 16,4-1 56-16,0 0 56 0,4-1 68 0</inkml:trace>
  <inkml:trace contextRef="#ctx0" brushRef="#br0" timeOffset="79167.83">7873 7587 27 0,'4'-12'281'0,"-4"2"101"0,4 2 67 0,-4 0 52 15,0 2 52-15,-4 3 53 0,4 3 41 0,0-1 40 0,-4 1 30 0,3 0 22 16,-3 1 21-16,-1 1 18 0,1 2-60 0,-5-1-91 0,3 3-93 0,-3 2-89 15,2-1-62-15,-5 4-48 0,2-1-49 0,-4 2-50 0,0 2-41 0,3-1-40 16,-4 2-27-16,1 0-26 0,-1 2-20 0,3-2-17 0,-3 0-17 0,1 1-18 16,-1-1-17-16,6-1-16 0,0 1-24 0,-2-2-22 0,2-3-49 0,4 1-58 15,-4 0-78-15,5-4-89 0,2 1-74 0,-1-2-64 0,3 0-71 0,0-2-75 16,3-1-77-16,-3-3-86 0,2 3-31 0,4 0-9 0,3-3 10 16,-2-3 17-16,0 1 43 0,0-2 55 0,1-2 76 0,1 0 91 0,0-1 71 15,-4-1 68-15,4-1 72 0,0 0 72 0</inkml:trace>
  <inkml:trace contextRef="#ctx0" brushRef="#br0" timeOffset="79377.67">7881 7693 184 0,'5'-1'284'0,"4"-1"38"0,-3-1 27 15,3 2 22-15,0-1 19 0,-2 2 35 0,2-1 40 0,0-1 40 0,0 1 37 16,0-1 27-16,0 1 24 0,-2-1-29 0,6 1-53 0,-4-2-56 0,2 1-57 16,-2-1-33-16,0 0-24 0,2 2-18 0,-2-3-16 0,0 3-31 0,0 0-36 15,0-2-37-15,-2 1-37 0,2 1-28 0,-2-1-21 0,1 1-29 16,1-1-28-16,-4 2-26 0,2-1-19 0,-1-1-42 0,-1 0-50 15,1 1-60-15,1 0-63 0,-5 1-56 0,1 0-51 0,3-2-50 0,-6 2-53 16,0 0-64-16,0 0-66 0,0 0-62 0,0 0-60 0,0 0-21 0,-4-1-4 16,2-2 29-16,-1 1 46 0,-3 1 55 0,3-2 62 0,-3-1 50 0,1 3 46 15,-1-2 51-15,-1 0 52 0,2 0 63 0</inkml:trace>
  <inkml:trace contextRef="#ctx0" brushRef="#br0" timeOffset="79557.1">8058 7527 190 0,'0'-2'307'0,"0"2"40"0,0 0 17 16,0-3 14-16,0 3 15 0,0 0 24 0,0 0 32 0,4 2 49 0,-4 1 57 15,0 1 59-15,0 2 61 0,0-1-17 0,0 2-51 0,0 1-65 0,-4 2-72 16,4 2-33-16,-4 0-11 0,4 1-15 0,-2 1-8 0,-1 1-29 0,-3 2-30 16,3-1-50-16,3 2-62 0,-6 0-57 0,6 0-61 0,-5 0-49 0,5 0-46 15,-4-2-41-15,4 1-41 0,0-2-59 0,0 0-66 0,4-1-67 0,-4-1-70 16,2-2-55-16,1-1-54 0,1-1-53 0,-2-2-53 0,1 1-74 16,3-3-84-16,-3-1-35 0,-1-2-12 0,-2-2 11 0,0 0 23 0,9 0 49 15,-5-5 62-15,1 1 64 0,1-1 67 0,-3-2 59 0,3-1 52 0,-1-2 54 16,-1 1 56-16</inkml:trace>
  <inkml:trace contextRef="#ctx0" brushRef="#br0" timeOffset="79932.42">8271 7534 216 0,'2'-3'324'16,"-2"0"45"-16,0 2 24 0,0 1 20 0,4 0 15 0,-4 0 20 0,0 0 21 16,0 0 23-16,3 0 23 0,-3 0 21 0,0 0 22 0,0 0-41 0,0 0-71 15,0 1-72-15,0-1-69 0,0 0-27 0,0 3-4 0,0 0-4 0,0 0-5 16,0 0-8-16,0 0-11 0,0 1-17 0,0 1-20 0,-3 0-16 15,3 1-19-15,0 1-17 0,-4-1-15 0,4 1-15 0,-2 0-16 16,-1 0-15-16,-1-1-21 0,2 2-15 0,2-2-12 0,-3-2-11 0,3 2-8 16,-2-1-6-16,-2-2-8 0,4 1-3 0,0-1-3 0,0 0-3 0,0-3-3 15,0 3-1-15,0-1-4 0,4 1 1 0,-2 0-1 0,-2-1 4 0,3 0 1 16,-3 1 3-16,6 0 4 0,-3-1 4 0,3 1 7 0,-1 0 1 0,1 0 4 16,-3 0 1-16,6 1 1 0,-3-1 2 0,3 2 2 0,-4-2-1 0,4 1-1 15,-3-1 3-15,3 0-2 0,-4 2 2 0,-1-2 2 0,1-1 1 0,1 3 1 16,-3-2 2-16,-3 2 5 0,4-1 2 0,-2-1 4 0,-2 3-1 0,-2 0 2 15,-2 0 0-15,1 0 0 0,1 2 0 0,-5 1-2 0,1 0-2 0,1 0-7 16,-4 1-4-16,3-1-6 0,-3 0-7 0,0 0-7 0,-2 2-2 0,2-4-5 16,4 2-3-16,-4 0-2 0,0-3-7 0,3 2-9 0,-3-4-15 0,4 2-18 15,1-1-27-15,-1-2-34 0,1 0-55 0,-1 0-65 0,3-2-67 16,-2 2-67-16,4-3-64 0,0 0-62 0,0 0-69 0,0 0-66 0,0 0-68 16,0 0-63-16,4-7-20 0,-2-1 1 0,1 1 23 0,-1-2 28 0,5 0 54 15,-1-2 64-15,-1-1 67 0,4 0 69 0,0 0 64 0,0-2 63 16,-1 3 67-16,1-1 71 0</inkml:trace>
  <inkml:trace contextRef="#ctx0" brushRef="#br0" timeOffset="80111.96">8468 7681 76 0,'4'2'273'0,"-4"-2"48"15,4 1 32-15,-2 1 20 0,1-2 19 0,3 0 17 0,-3 0 26 0,-1 0 22 16,2 0 33-16,1 0 37 0,0 0 26 0,-1-2 25 0,5 2-66 0,-3 0-107 16,-1-1-64-16,-1 1-43 0,1-2-28 0,0 2-17 0,1-1-17 0,1 1-13 15,-1-2-26-15,-1 2-28 0,0-1-30 0,3 1-31 0,-3 0-26 16,0-2-26-16,1 1-44 0,-2-1-54 0,1 2-60 0,-1-1-61 0,1 1-58 15,-5 0-57-15,0 0-68 0,5 0-71 0,-5 0-78 0,0 0-74 16,0 0-38-16,0 0-15 0,-5 4-9 0,1-1-3 0,-1 0 28 0,0 0 40 16,1 0 51-16,-2 0 59 0,1 0 54 0,1 0 55 0,-1 0 65 0,1 0 70 15</inkml:trace>
  <inkml:trace contextRef="#ctx0" brushRef="#br0" timeOffset="80266.13">8568 7790 147 0,'0'2'296'0,"4"0"36"0,-3-1 21 0,3-1 16 0,1 0 16 0,-1-1 9 15,1 1 15-15,1-2 10 0,-2 0 11 0,5 2 10 0,-4-1-3 0,4 0-9 16,-4-2-89-16,4 1-126 0,-3 1-61 0,3-1-32 0,-4-1-29 0,4 0-33 16,0 1-30-16,1 1-35 0,-5-2-44 0,6 2-47 0,-2-2-49 15,0 1-49-15,-4-1-53 0,4 0-53 0,0 2-52 0,-3-2-55 0,3 0-22 16,-4-2-11-16,1 2 3 0,3-1 11 0,-4 0 18 0,4-1 22 0,-5 2 31 16,5-3 37-16,0 1 38 0,-4-1 38 0,6 0 49 0</inkml:trace>
  <inkml:trace contextRef="#ctx0" brushRef="#br0" timeOffset="80529.88">8935 7622 3 0,'0'0'234'0,"0"0"66"16,0 0 32-16,0 0 21 0,0 0 13 0,0 0 10 0,0 0 12 0,0 4 11 16,0-1 15-16,-2 0 10 0,2 0 14 0,0 0 13 0,0 1-57 0,0-1-83 15,0 2-69-15,2-1-55 0,-2 0-30 0,0 0-11 0,4 0-4 0,-4 1-3 16,3-2 8-16,-1 1 13 0,2-1 5 0,1 0 1 0,1 0 3 0,3-1 2 16,-4 1-1-16,4-3 1 0,0 1 2 0,0 1 7 0,2-2 2 0,-2-2 4 15,0 2-1-15,0-1-1 0,0-1-12 0,-3-1-19 0,3 2-17 16,-4-2-13-16,4 0-7 0,-3 1-5 0,-1-1-4 0,-1 0-4 0,-3 2-4 15,3-1-2-15,-4 1-6 0,0 1-7 0,0 0-7 0,0-2-10 16,-4 1-10-16,3-1-12 0,-3 1-21 0,-1-1-27 0,-1 2-51 0,-3-2-63 16,0 1-69-16,0 0-70 0,-5 1-61 0,3 1-60 0,-4 0-66 0,-3 3-66 15,0-1-86-15,-2 1-93 0,2 1-38 0,-7 1-17 0,1 1 11 0,-3 1 21 16,2-1 45-16,-8 4 52 0,1-1 61 0,-3 2 62 0,1 0 56 0,-8 2 51 16,4-1 63-16,-5 2 63 0</inkml:trace>
  <inkml:trace contextRef="#ctx0" brushRef="#br0" timeOffset="80999.72">6000 8726 21 0,'-4'2'337'0,"4"0"83"0,-4-1 43 0,4-1 26 0,0 0 15 0,0 0 10 0,0 0 6 15,0 0 4-15,0 0 3 0,0 0 4 0,0 0 2 0,0 0-17 0,0 0-29 16,0 0-122-16,4-1-165 0,0 1-79 0,-3 0-42 0,3-2-25 0,-2 2-15 15,1 0-8-15,3 0-7 0,-1 0-12 0,2 0-16 0,-1 0-32 16,-4 0-37-16,5 0-38 0,-2 0-35 0,1 2-35 0,-3-2-32 0,3 1-38 16,-1 2-40-16,-1-1-50 0,-2 1-53 0,1 0-53 0,-3-3-52 0,0 4-18 15,0-4 3-15,0 6 24 0,-3 2 30 0,1-3 35 0,-2 0 33 16,-1 1 32-16,1 1 32 0,-1 0 39 0,3-1 39 0,-2 1 48 0</inkml:trace>
  <inkml:trace contextRef="#ctx0" brushRef="#br0" timeOffset="81171.7">5967 8890 106 0,'-4'4'259'0,"3"1"36"0,-3 1 16 0,4-3 13 0,0 2 10 15,0-3 11-15,0 0 11 0,0 1 8 0,4-1 11 0,-3-1 12 0,-1 2 13 16,4-1-32-16,1-2-53 0,1 1-58 0,-1 1-64 0,4-2-23 0,-1-2-3 16,-1 1-4-16,5-1-4 0,-3 1-7 0,2-1-10 0,-2-1-7 0,2 0-10 15,2 1-13-15,-2 0-10 0,1-3-14 0,-1 2-12 0,-2-1-20 16,2-1-24-16,-2 1-39 0,4 1-41 0,-4 0-40 0,-2-2-41 0,2 2-47 16,0 0-48-16,-3 2-62 0,1-1-63 0,-2 1-58 0,-3-1-50 0,2-1-24 15,-1 0-10-15,-3 3 1 0,2-5 7 0,-2 5 23 0,0 0 30 16,0-4 33-16,-2 0 31 0,-1 1 45 0,3 3 50 0,-4-5 58 0</inkml:trace>
  <inkml:trace contextRef="#ctx0" brushRef="#br0" timeOffset="81398.57">6144 8724 16 0,'0'-5'240'0,"4"2"56"0,-2-1 32 0,1 0 20 0,1 0 18 0,-2 1 19 16,3-1 17-16,2 2 17 0,-1-1 26 0,3 0 32 0,-4 2 23 0,4-2 22 15,0 3-43-15,-1-3-71 0,1 3-39 0,0 0-25 0,0 3-11 0,0-3-5 16,0 3-5-16,-2-1-3 0,2 3-8 0,0-2-8 0,-3 3-24 15,1 2-35-15,-2-1-22 0,1 0-19 0,-1 4-28 0,-1-2-31 0,-1 2-29 0,-1 1-31 16,-2 0-19-16,4 0-21 0,-4 0-33 0,0 0-42 0,-4 1-57 16,4-1-60-16,-2 2-59 0,-1-4-59 0,-1 2-54 0,2 0-53 0,-1-1-56 15,3-1-60-15,-6-1-78 0,6-1-88 0,-3-1-38 0,1-1-14 16,2-1 11-16,0-5 23 0,0 0 44 0,0 0 53 0,0 0 59 0,0 0 57 16,0 0 56-16,5-3 49 0,1-2 59 0,-1 2 57 0</inkml:trace>
  <inkml:trace contextRef="#ctx0" brushRef="#br0" timeOffset="81653.22">6625 8682 66 0,'4'-2'292'0,"1"2"67"0,-5-1 50 0,6 1 42 0,-3 1 42 16,-1 1 43-16,6 2 53 0,-7-1 57 0,7 0 31 0,-3 0 22 0,0 2 16 15,4 1 13-15,-3-2-74 0,3 4-114 0,0-1-78 0,-4 2-64 0,4 0-46 16,2 2-38-16,-2 0-37 0,0 2-39 0,-3 0-53 0,3-1-58 15,0 2-34-15,0 1-21 0,-4 0-15 0,1 0-11 0,3-1-18 0,-4 2-16 16,-1-3-22-16,1 2-23 0,1-3-43 0,-3 2-46 0,-1-4-58 0,2 1-67 16,-4-2-49-16,3 0-44 0,-1-4-40 0,-2 2-37 0,0-1-44 0,4-2-46 15,-4-1-51-15,0 0-50 0,0-3-39 0,0 0-35 0,0 0 13 0,0 0 34 16,0 0 51-16,-4-3 59 0,4-1 50 0,-2-1 44 0,-1-1 39 0,3-1 39 16,0-1 42-16,0 1 46 0,0-2 54 0</inkml:trace>
  <inkml:trace contextRef="#ctx0" brushRef="#br0" timeOffset="81832.6">6917 8740 240 0,'0'-3'408'0,"0"3"57"0,-2 0 56 0,-2 0 51 0,4 0 51 16,-5 3 50-16,1 2 38 0,-1-2 33 0,-1 1 18 0,1 4 14 0,-4-1 6 15,0 1-3-15,0 2-118 0,0 1-174 0,-2 1-94 0,-2 1-59 0,2 1-51 16,-3-1-46-16,-1 2-53 0,3 0-52 0,1-1-42 0,-4-1-38 16,6 1-32-16,0-2-34 0,-2-2-47 0,6-1-54 0,-2-1-74 0,1-2-81 15,5-2-62-15,-3 1-58 0,4-4-62 0,0-1-64 0,0 0-75 0,5-1-77 16,-1-3-53-16,1-3-37 0,1 0-7 0,-3-2 9 0,8-2 33 0,-2-1 47 15,-3-1 66-15,3-1 79 0,0-1 62 0,0 0 59 0,0-1 58 0,2 4 60 16,-6-3 78-16</inkml:trace>
  <inkml:trace contextRef="#ctx0" brushRef="#br0" timeOffset="82116.85">6929 8557 24 0,'6'-6'258'0,"-3"3"72"0,-1-1 33 0,2 0 21 0,-4 2 16 15,5 0 11-15,-5 2 18 0,0 0 16 0,0 0 28 0,0 0 35 0,0 0 33 16,0 0 28-16,4 0-46 0,-4 0-86 0,0 3-67 0,2-2-59 0,1 3-27 15,-3-1-13-15,0 0-13 0,4 0-12 0,-2 2-16 0,-2 0-15 16,0 1-28-16,0-1-32 0,0 2-30 0,0-1-32 0,0 2-20 0,0-2-19 16,0 1-9-16,0 0-4 0,0 0 2 0,-2-1 5 0,-2-1 6 0,4 2 10 15,0-3 8-15,-3 1 3 0,1-1 3 0,2-1 2 0,-4 0 0 0,4 0-1 16,0-1 0-16,-2 1-2 0,-1-2-4 0,3 1-4 0,-4-1-8 0,4 1-11 16,-2 1-14-16,2-2-12 0,0-1-9 0,-3 2-9 0,3-2-8 0,0 1-5 15,0-1-8-15,0 0-8 0,0 0-13 0,0 0-13 0,0 0-20 0,0 0-16 16,0 0-23-16,0 2-27 0,3-2-28 0,-3 0-33 0,2 1-36 0,2 1-36 15,-1-2-30-15,-1 1-31 0,2-1-30 0,-2 2-33 0,1-2-43 0,3 0-46 16,-6 0-59-16,3 1-60 0,-3-1-13 0,6 1 10 0,-1-1 24 16,-1 2 31-16,1-2 36 0,-5 0 39 0,4 2 35 0,1-1 30 0,1 1 39 15,3-1 42-15,-4 2 52 0,2-1 60 0</inkml:trace>
  <inkml:trace contextRef="#ctx0" brushRef="#br0" timeOffset="82402.41">7076 8842 81 0,'-4'3'373'0,"4"-3"169"0,0 3 81 0,0-3 36 0,0 0 19 0,0 2 13 16,4-1 13-16,-4-1 13 0,0 0 12 0,0 0 17 0,2 2 10 0,1-2 13 16,-3 0-79-16,6 0-122 0,-3 0-153 0,3-2-163 0,-1 2-77 15,1-1-34-15,1-1-20 0,0 2-7 0,0-1-15 0,0-2-15 0,2 1-14 16,1 0-11-16,-1 0-13 0,0-1-15 0,0 1-7 0,-2 1-7 0,2-1-5 15,0 1-3-15,-4-1-3 0,3 1-2 0,-3-1-1 0,0 2-1 16,1-1-8-16,-2-1-11 0,-3 2-19 0,3 0-28 0,-4 0-27 0,4-2-35 16,-4 2-53-16,0 0-62 0,0 0-63 0,0 0-63 0,0 0-62 0,0 0-65 15,0 0-63-15,0 0-65 0,0 0-59 0,0 0-53 0,-8 0-8 0,8 0 13 16,-5 0 24-16,-1-1 29 0,1 0 51 0,0-1 62 0,-3 1 64 0,3-4 63 16,1 2 63-16,3 0 63 0,-5-1 66 0</inkml:trace>
  <inkml:trace contextRef="#ctx0" brushRef="#br0" timeOffset="82563.97">7177 8673 40 0,'0'0'274'0,"-4"1"75"0,3 1 42 0,-3 1 31 0,4 0 38 0,0 3 41 16,-2 1 52-16,-1 1 64 0,3-1 45 0,0 2 41 0,-4 0 25 15,4 0 15-15,-2 0-69 0,-1 3-107 0,3-1-84 0,-6-1-73 0,6 2-42 0,-4 0-30 16,3 2-40-16,-3-2-50 0,4-1-74 0,-4 3-83 0,3-2-83 16,1 0-86-16,0 0-78 0,0 0-77 0,0-3-67 0,0 0-59 15,0 0-57-15,0-1-56 0,1-1-64 0,-1-1-65 0,4-3-54 0,-4-3-47 16,0 0-8-16,0 3 14 0,0-3 30 0,0 0 41 0,5-3 55 0,-1 0 61 15,2-1 56-15,-3-2 56 0,-1-2 56 0,2 2 54 0,-1-3 62 0</inkml:trace>
  <inkml:trace contextRef="#ctx0" brushRef="#br0" timeOffset="82859.44">7305 8695 49 0,'4'-1'277'0,"-2"-1"66"15,2 2 42-15,-3 0 32 0,3 0 37 0,0 3 39 0,-3 0 46 16,3-1 47-16,-4 1 37 0,5 0 35 0,-5-1 25 0,6 2 20 0,-6 0-68 15,3-1-109-15,1 2-73 0,-2-1-61 0,-2 1-36 0,3-1-28 16,-1 1-36-16,-2-1-35 0,0 1-41 0,4 1-46 0,-4-2-38 0,0 2-34 16,0 0-25-16,0-1-19 0,0 0-12 0,0 2-6 0,0-3-8 0,-4 2-5 15,4 0-5-15,-2 2-3 0,-1-4-3 0,3 2-5 0,-6 0-2 0,6 0-1 16,-3 0-1-16,1 0 2 0,-2-1-2 0,1-1 1 0,1 1-1 0,-2-2-3 16,4 1 0-16,-1-1 2 0,-3-1-1 0,4 0-1 0,0-2-1 0,-4 2-1 15,4-2-1-15,0 0 0 0,0 0-3 0,0 0-4 0,0 0-4 0,0 0-2 16,0 0-5-16,0 0-6 0,4 0-12 0,0-2-18 0,-3 1-33 0,3 0-43 15,1-1-52-15,-1 1-59 0,-2-4-56 0,5 2-51 0,-2-2-56 0,1 3-56 16,-1-4-49-16,-1 0-43 0,1 1-51 0,1-2-56 0,-1 1-21 0,-1-1-3 16,1 0 23-16,-1 1 38 0,1-1 53 0,1-1 59 0,-3 0 56 0,3 0 55 15,-3 2 58-15,-1-2 60 0,2 2 49 0,-4 0 48 0</inkml:trace>
  <inkml:trace contextRef="#ctx0" brushRef="#br0" timeOffset="83093.77">7459 8656 24 0,'4'0'250'0,"-4"0"63"0,3 0 36 0,-1 2 26 16,2 1 27-16,-2 0 28 0,1 0 42 0,3 0 49 0,-3 1 32 0,3-1 27 16,-1 2 26-16,2-2 26 0,-1 1-52 0,-1 2-81 0,1-1-56 0,-1 1-41 15,2 0-30-15,-1 1-19 0,-1-1-24 0,-1 2-25 0,5-1-37 0,-4 1-44 16,1 1-33-16,-1-1-26 0,2 0-26 0,-1 2-24 0,-1 0-24 0,1-2-21 16,-3 2-20-16,3 0-24 0,-1-1-28 0,-1 0-31 0,-2 0-50 0,1-1-63 15,1-1-59-15,-4 1-61 0,2-3-48 0,-2 2-43 0,0-1-42 16,0-3-38-16,0 3-42 0,0-3-42 0,0 0-46 0,-2-2-50 0,2-1-26 0,0 0-15 15,0 0 28-15,0 0 49 0,-4 0 53 0,-1-3 56 16,1 0 44-16,4-2 44 0,0 1 38 0,-2 0 42 0,2-4 41 0,0 2 41 16,0 0 50-16</inkml:trace>
  <inkml:trace contextRef="#ctx0" brushRef="#br0" timeOffset="83259.6">7626 8778 33 0,'3'-5'278'0,"-3"2"89"0,0 0 54 0,0 3 41 16,0-2 37-16,-3 0 41 0,3 2 46 0,0-2 50 0,0 2 41 0,-6 0 34 15,3 2 23-15,1-1 17 0,-2 0-64 0,-1 3-100 0,-1 0-89 0,3-1-86 16,-3 2-53-16,-3-1-36 0,4 4-40 0,-4-2-40 0,3 1-50 0,-3 2-55 15,4 0-51-15,-1-1-56 0,-1 0-64 0,2 2-73 0,-1-2-75 0,3 0-78 16,-3 0-63-16,3-1-58 0,1 1-53 0,2-3-53 0,0 0-59 0,0 1-60 16,0-6-59-16,0 0-61 0,0 5-12 0,0-5 5 0,2 3 38 15,-2-3 49-15,7 0 64 0,-5-3 68 0,1 0 59 0,3-2 52 0,-1-1 54 16,-1 0 52-16,1 0 58 0</inkml:trace>
  <inkml:trace contextRef="#ctx0" brushRef="#br0" timeOffset="83420.57">7705 8799 225 0,'0'1'300'0,"6"0"31"16,-3-1 24-16,-1 2 17 0,2 0 28 0,-1-1 29 0,-1-1 39 0,4 2 41 16,-3-1 23-16,3 1 14 0,-3-1-14 0,3 1-27 0,-1-1-83 0,-1 1-106 15,1-2-57-15,0 1-30 0,3 0-24 0,-3 1-16 0,1-2-35 0,-1 0-43 16,-1 2-60-16,1-2-73 0,0 0-59 0,3 0-58 0,-1 0-53 0,-3 1-53 16,1-1-52-16,4 0-52 0,-9 0-72 0,5-1-75 0,-1-1-37 0,2 0-14 15,-1 0 0-15,-1-1 8 0,-1-2 22 0,-1 1 30 0,2-2 38 16,-3 1 41-16,-1-2 48 0,4-1 47 0,0 2 52 0,-3-2 52 0</inkml:trace>
  <inkml:trace contextRef="#ctx0" brushRef="#br0" timeOffset="83827.46">7987 8615 165 0,'4'0'318'0,"-4"0"52"0,0 0 32 15,2 2 28-15,1 0 25 0,1-1 31 0,-2-1 33 0,-2 0 39 0,0 2 41 16,0-2 32-16,3 1 27 0,1-1-32 0,-2 2-59 0,1-1-79 0,-3 1-90 15,2-1-45-15,2 1-25 0,-4-1-20 0,4 2-21 0,-3 0-22 0,-1-1-24 16,4 2-33-16,-4-1-37 0,0 1-30 0,2 0-26 0,-2 0-18 0,0 1-13 16,0 1-10-16,0 0-11 0,0-2-8 0,0 2-9 0,-2 0-4 0,2 0-4 15,0 2-8-15,-4-1-8 0,4-1-7 0,-1 0-3 16,-3-1-1-16,4 1-4 0,-6 0-1 0,6 0-1 0,-3 0-2 0,3-2 0 0,-2 1-2 16,-2-1 1-16,4 2-4 0,0-1-1 0,0-1 0 0,0-1 2 0,0 2-1 15,0-2 1-15,4 0 1 0,-2 0 3 0,-2-1 1 0,3 2 2 16,-3-1 2-16,6 1 4 0,-2-1 0 0,-3 1 1 0,3 1 1 0,-2 0 1 15,1-1 1-15,1 1 2 0,-2-1 2 0,1 1-1 0,-3-2 1 0,4 1-1 16,-2 0 9-16,-2 1 10 0,3-2-2 0,-3 2-6 0,2 0-3 0,-2 0-5 16,0 1 2-16,0-1 5 0,0 1 2 0,-2 1 1 0,-1-1-4 0,1 0-2 15,-2 0-2-15,1 2-2 0,3-2-7 0,-6 0-13 0,3 0-5 0,1-2 1 16,-2 2-5-16,-1-1-8 0,5 0-23 0,-6 0-31 0,6-2-55 0,-3 2-68 16,1-2-69-16,-2 0-76 0,1-2-64 0,3 0-65 0,0-1-65 0,0 0-70 15,0 0-74-15,0 0-77 0,0 0-31 0,-6-2-5 0,6 2 14 16,0-5 23-16,0-1 50 0,0 0 64 0,0-1 72 0,0-1 77 0,4 1 66 15,-2-1 62-15,1-1 66 0,3 2 70 0</inkml:trace>
  <inkml:trace contextRef="#ctx0" brushRef="#br0" timeOffset="84231.49">8230 8778 222 0,'0'0'342'0,"0"0"56"0,0 0 32 0,0 0 23 0,5 0 23 0,-1 0 24 0,-4 0 28 0,0 0 44 0,0 0 49 16,0 0 45-16,0 0 41 0,5 0-33 0,-5 0-68 0,4 0-83 0,-4 0-88 15,0 0-47-15,5 0-26 0,-5 0-18 0,4 0-10 0,1 0-23 0,1 0-23 16,-1 0-42-16,2 0-49 0,-1 0-45 0,-1 0-43 0,4-2-27 0,2 2-22 16,-2 0-10-16,0-1-10 0,2 1-8 0,-4-2-10 0,-1 2-14 0,3 0-20 15,-4-1-24-15,4-1-29 0,-3 2-53 0,-1 0-66 0,-1 0-68 0,1 0-73 16,-1 0-57-16,-2 0-51 0,-2 0-47 0,3 0-47 0,-3 0-41 0,0 3-42 15,0-3-45-15,0 2-50 0,-3 1-17 0,-3 0-6 0,3-1 41 0,-3 3 57 16,1-2 68-16,-1 2 72 0,1-1 56 0,-2 1 51 0,1-1 49 16,-3 1 44-16,4 0 43 0,1 2 42 0</inkml:trace>
  <inkml:trace contextRef="#ctx0" brushRef="#br0" timeOffset="84341.73">8300 8869 28 0,'0'5'249'0,"-3"-1"76"0,3-1 36 0,-2 0 17 0,2 0 9 0,0-3 9 16,0 0 4-16,0 2 5 0,2 1 10 0,-2-3 17 0,0 1 13 0,3 0 12 15,-3 1-63-15,2 0-96 0,2-2-80 0,-1 1-75 0,-1-1-32 0,2 2-18 16,1-1-16-16,1-1-17 0,-3 0-29 0,3-1-36 0,-1-1-51 0,-1 2-56 15,1 0-69-15,4-1-73 0,-3-1-76 0,-3 0-76 0,3-2-37 0,-3 1-15 16,3 0-8-16,-1-1-3 0,-1 0 4 0,1 0 11 0,-1-2 23 0,1 2 27 16,-3-2 38-16,5 1 45 0,-1 1 55 0,-1-3 65 0</inkml:trace>
  <inkml:trace contextRef="#ctx0" brushRef="#br0" timeOffset="84561.38">8577 8778 30 0,'4'3'271'0,"-3"-2"53"0,-1 0 25 16,0 1 12-16,4 0 8 0,-2 1 6 0,1-2 10 0,-3 2 7 15,4-1 11-15,-2-1 9 0,-2 1 14 0,4 0-20 0,-4 0-32 16,3 0-81-16,-1-1-102 0,2-1-42 0,-3 3-14 0,3-3-8 0,0 2-5 16,-3-1-4-16,5 1-6 0,-3-2-5 0,3 1-7 0,-3-1-8 0,3 0-6 15,-2 0-9-15,-3 0-6 0,7 0-7 0,-7 0-12 0,3 0-9 0,-2-1-10 16,-2 1-3-16,3 0-3 0,-3 0-3 0,0 0 0 0,0 0-5 0,0 0-8 16,0 0-26-16,0 0-34 0,0 0-34 0,0 0-38 0,0 0-39 0,-3-2-41 15,1 2-45-15,-3 0-48 0,-3 0-71 0,3 0-86 0,-4 0-36 0,0 0-18 16,-2 0-4-16,2 2-2 0,-6-2 21 0,1 1 29 0,0 1 31 0,-5 0 37 15,0 2 37-15,0 0 42 0,0 1 44 0,-5 1 48 0</inkml:trace>
  <inkml:trace contextRef="#ctx0" brushRef="#br0" timeOffset="85011.49">6372 9525 9 0,'-3'3'264'0,"-7"-2"99"0,5 3 63 0,-4 0 49 0,4 0 46 0,-4 2 48 16,3 0 42-16,1 2 40 0,-4-1 30 0,0 1 23 0,3-1 21 0,-3 2 10 16,4 0-56-16,-4 0-91 0,3 0-93 0,1 0-96 0,-4 2-62 15,5-2-49-15,-1 0-47 0,1 1-47 0,-1 1-41 0,3-2-41 0,-2 1-29 16,4-1-28-16,0 2-23 0,0-1-22 0,0 0-25 0,4 3-27 0,1-3-25 15,-3 2-28-15,2 0-41 0,1-2-45 0,1 1-50 0,1 0-47 16,-2-1-47-16,4-1-42 0,-3 0-45 0,3-2-43 0,0 1-45 0,-2-2-45 16,2-2-52-16,0 1-57 0,0-5-11 0,0 0 9 0,2 0 33 0,-2-3 45 15,0-1 46-15,2-4 47 0,-2 0 47 0,0 0 43 0,0-2 46 0,6 0 44 16,-6-1 51-16,2 1 53 0</inkml:trace>
  <inkml:trace contextRef="#ctx0" brushRef="#br0" timeOffset="85234.97">6678 9586 223 0,'3'-1'310'0,"3"-2"35"0,-3 3 29 0,-1-2 23 0,2 2 24 0,1 0 26 16,-1 0 32-16,1 2 36 0,1-1 41 0,-3 2 43 0,3 0 9 0,3 0-10 15,-4 2-72-15,4-2-96 0,0 1-45 0,0 0-22 0,2 3-20 0,-2-1-23 16,0-1-23-16,0 2-23 0,-1 2-33 0,1-2-37 0,0 4-41 16,0-2-42-16,0 1-24 0,0 1-17 0,-4-1-25 0,4 1-24 0,-3-3-35 15,-1 3-39-15,1 0-47 0,-3-2-48 0,3-1-51 0,-6 2-52 16,3-3-44-16,-1-1-36 0,2 2-44 0,-4-3-43 0,0 0-42 0,0 0-46 15,0-2-56-15,0 0-59 0,0-3-24 0,0 0-5 0,0 0 26 0,0 0 39 16,-4-2 47-16,2 1 50 0,-1-4 43 0,1 1 42 0,2-1 38 0,-4-1 41 16,4 0 43-16,0-1 45 0</inkml:trace>
  <inkml:trace contextRef="#ctx0" brushRef="#br0" timeOffset="85414.05">6967 9585 165 0,'2'-5'332'0,"2"1"67"0,-4 1 40 0,3-1 45 0,-1 3 45 0,-2 1 52 16,0 0 60-16,0 1 49 0,0 4 40 0,0-2 28 0,-2 0 19 0,-1 2-38 15,-3 1-59-15,3 1-94 0,-3 1-105 0,1-1-62 0,-4 2-41 16,3 2-42-16,-3 0-45 0,0 2-55 0,0-1-59 0,0 1-48 0,2 1-47 16,0-2-35-16,-4 1-34 0,2-1-40 0,3 0-46 0,1-1-68 0,-4 1-75 15,5-4-76-15,-1 2-72 0,1-3-64 0,4 1-60 0,-2-2-63 0,-1-2-59 16,3-4-70-16,0 5-71 0,0-5-23 0,0 0-3 0,0 0 19 0,0 0 31 16,5-2 59-16,-1-2 70 0,1-1 73 0,-1-1 71 0,1 0 64 0,-1-1 61 15,1-3 60-15,-3 3 64 0</inkml:trace>
  <inkml:trace contextRef="#ctx0" brushRef="#br0" timeOffset="85624">7011 9631 54 0,'3'0'278'0,"-3"0"66"0,0 0 37 0,2 0 23 0,2 0 26 0,-1 2 25 16,-1-1 29-16,-2 2 30 0,4-1 28 0,-2-2 27 0,-2 1 22 16,3 1 21-16,1-1-59 0,-2 0-90 0,1 1-65 0,3 0-52 0,-1-1-31 15,-1-1-19-15,1 2-24 0,1 1-25 0,-3-2-28 0,6 1-29 16,-3-1-30-16,-1 2-36 0,0-2-52 0,3 3-66 0,-3-3-81 0,1 1-85 15,3-1-65-15,-4 1-51 0,-1-1-47 0,1-1-44 0,0 2-56 0,-1-1-63 16,-4-1-75-16,6 0-78 0,-6 0-32 0,5-1-11 0,-1-1 25 0,1-1 42 16,-1 0 53-16,-3-2 63 0,3 1 45 0,-4 0 39 0,4-2 42 0,-3 0 41 15,-1 1 54-15,4-2 65 0</inkml:trace>
  <inkml:trace contextRef="#ctx0" brushRef="#br0" timeOffset="86027.83">7286 9451 63 0,'1'2'293'0,"-1"-2"74"0,4 0 42 0,-4 0 29 16,0 1 26-16,5 1 29 0,-5-1 39 0,4 0 38 0,-2 1 35 0,-2-2 35 15,3 2 19-15,1-1 16 0,-2 1-68 0,2-1-108 0,-4 1-77 0,1-1-66 16,3 2-37-16,0 0-25 0,-3-2-26 0,3 3-24 0,-2-1-31 0,1 1-40 16,1 1-32-16,-2-3-32 0,1 3-17 0,-3 1-13 0,4 0-13 0,-2 0-15 15,-2 0-9-15,0 0-6 0,0 0-3 0,-2 2 0 0,-2-1-3 0,4 1-6 16,-3 1-3-16,1-2-2 0,-2 1-2 0,1-1-2 0,1 1-5 0,-2-2-2 15,3 1-4-15,-3-1-1 0,0 0-1 0,3 0-1 0,1-1-2 0,0-1 1 16,-4 1 0-16,4-1 0 0,0-1-2 0,-2 2 1 0,2-2-4 0,0 1-1 16,2 1 3-16,-2-2 8 0,0 1 5 0,0-1 5 0,4 2 0 0,-4-1 1 15,1 1 1-15,3-1-1 0,0 1 2 0,-3 1 0 0,-1 0 2 16,4-2 1-16,-2 0 6 0,1 1 6 0,-3 0 1 0,4 1-2 0,-2-2-2 16,-2 1-3-16,0-1 0 0,3 2 1 0,-3-2 2 0,0 3 2 15,0-1 3-15,0-1 0 0,-3 0 1 0,3 1-2 0,0-1-2 0,-2 1-4 16,-2-2-4-16,4 2-3 0,-3-2-4 0,1 1-1 0,-2 0-2 0,4-1-4 15,-5 1-8-15,5-3-10 0,-5 3-13 0,5-2-15 0,-4 0-27 0,4-1-31 16,-2-1-59-16,-2 1-66 0,4-2-70 0,0 0-69 0,-3 0-57 0,1 0-52 16,-2-2-46-16,4-1-43 0,-3 0-39 0,1-3-36 0,2-1-44 0,0-1-52 15,-4-1-4-15,4-1 20 0,0-1 49 0,4-1 66 0,-4-1 68 0,2-1 68 16,1-1 59-16,-3 0 52 0,6 0 45 0,-3 0 46 0,1 2 42 0</inkml:trace>
  <inkml:trace contextRef="#ctx0" brushRef="#br0" timeOffset="86222.44">7400 9505 184 0,'5'-7'289'0,"0"1"38"0,1 0 24 0,-3 1 18 15,3 2 17-15,-1 1 24 0,-1 2 27 0,1 0 42 0,1 0 50 0,-3 2 58 16,3 1 61-16,-3 0-16 0,3 0-52 0,-3 0-54 0,3 1-55 16,-4 0-22-16,1 2-11 0,3 0-6 0,-3 0-7 0,1 1-18 0,-2 2-25 15,-2 2-36-15,0-1-48 0,3 2-52 0,-3 0-60 0,0 2-40 0,0 1-32 16,-3-2-22-16,3 2-19 0,-2 0-16 0,-2 2-15 0,1 0-7 0,1 1-5 16,-2 0-8-16,-1 0-5 0,1 1-8 0,-1-1-6 0,-1 0-9 0,3-2-9 15,-3 1-12-15,-3-1-12 0,4-1-27 0,1-2-32 0,-5 0-59 0,4-1-75 16,-1 0-76-16,1-3-80 0,0 0-68 0,-3 0-64 0,3-2-68 0,-1 1-73 15,1-4-57-15,-2-1-53 0,1 0-17 0,1-1 2 0,5-2 20 0,-4-2 31 16,-1 1 60-16,3-2 73 0,-2-2 76 0,1-1 75 0,3 0 70 0,0-1 66 16,0-1 71-16</inkml:trace>
  <inkml:trace contextRef="#ctx0" brushRef="#br0" timeOffset="86506.77">7720 9476 225 0,'5'-2'462'0,"-1"-1"104"0,-2 1 73 0,-2 1 39 0,0 1 27 16,3 0 17-16,-3 0 13 0,0 0 9 0,0 0 8 0,0 0 10 0,0 1 6 15,-3 2-45-15,3 1-71 0,-2 1-144 0,-2 0-182 0,2 1-101 0,-5 3-69 16,5 0-38-16,-1 0-28 0,-3 3-17 0,3 0-13 0,-3 1-6 0,3 0-7 16,-3 1-7-16,6 1-7 0,-5 0-9 0,5 2-5 0,-4-1-5 0,4 0-1 15,0 0-1-15,0 0-3 0,0 1-1 0,4-1-1 0,-1-1 2 0,-1 0 2 16,2 0-4-16,1 0-2 0,1 0-7 0,-3-1-4 0,6-1-12 0,-3 2-12 15,3-3-31-15,0 0-39 0,-2 0-52 0,2-1-56 0,0-2-57 16,0-2-57-16,0-1-52 0,2-1-47 0,-2-1-50 0,4-2-53 0,-6-1-64 16,2-2-71-16,0-1-42 0,0-4-28 0,0 0 6 0,-3 0 28 15,-1-3 45-15,0 0 57 0,3-1 57 0,-7-1 55 0,3 1 52 0,-2-2 44 16,1 1 53-16,-3-1 53 0,4 2 70 0</inkml:trace>
  <inkml:trace contextRef="#ctx0" brushRef="#br0" timeOffset="86735.72">7911 9606 349 0,'0'0'444'0,"0"0"52"0,0 0 28 0,0-3 20 0,0 3 10 0,0 0 10 15,0 0 28-15,0 0 37 0,0 0 33 0,4 0 31 0,0 1 10 16,-3 1-2-16,3-1-121 0,-2 2-171 0,5 2-83 0,-5-1-45 0,2 1-22 16,1-1-17-16,0 4-11 0,3-2-6 0,-3 1-28 0,0 2-36 0,1 0-33 15,-2 0-32-15,1 0-22 0,0 2-22 0,1-1-13 0,1 1-10 0,-2-1-8 16,-1 2-8-16,1 0-11 0,-3 0-16 0,2 0-28 0,1 0-33 0,-1-1-52 15,-2-2-62-15,1 1-60 0,-3-2-64 0,0-1-55 0,4-1-49 16,-4 0-50-16,2-1-51 0,-2-3-59 0,0 3-66 0,0-5-48 0,0 0-39 16,-6 2 2-16,6-2 26 0,0 0 43 0,-5-2 60 0,1-1 60 0,3-1 63 15,-3-1 53-15,4 1 48 0,-4-3 51 0,4 2 53 0,0-3 58 0</inkml:trace>
  <inkml:trace contextRef="#ctx0" brushRef="#br0" timeOffset="86940.1">8058 9691 136 0,'-4'3'371'0,"4"-1"79"0,-5 1 46 0,-1 1 42 0,3-1 38 15,1 2 41-15,-5-2 45 0,5 2 34 0,-3 0 35 0,-5 0 23 16,7 1 18-16,-6 0-31 0,3 1-54 0,-3 1-117 0,0-1-145 0,2 2-77 16,-2 2-45-16,-4-1-41 0,4 1-39 0,2 1-40 0,-2-2-45 0,0-1-41 15,0 2-38-15,4-1-32 0,-5-2-33 0,5-1-42 0,1-1-44 16,-1 2-65-16,1-2-77 0,3-3-62 0,-3 1-62 0,4-1-52 0,-2 0-45 16,-1 0-44-16,3-3-44 0,0 0-44 0,0 0-43 0,0 0-44 0,0 0-44 15,0 0 5-15,0 0 26 0,5-3 56 0,-1 0 68 0,-3-1 63 0,3-2 61 16,1 0 46-16,-1 1 49 0,-2-1 46 0,7-1 45 0,-5 1 45 0</inkml:trace>
  <inkml:trace contextRef="#ctx0" brushRef="#br0" timeOffset="87120.61">8031 9780 88 0,'12'-4'294'0,"-1"0"56"0,-2 1 31 0,6 0 28 0,-6 0 23 15,5 2 31-15,-1-1 32 0,-2 0 33 0,1 0 32 0,-1-1 34 0,4 1 35 16,-4-1-10-16,5 0-33 0,-5 0-79 0,3 0-98 0,-1-1-51 16,-2 1-26-16,0 0-23 0,1 0-21 0,-1 0-30 0,-2-1-32 0,0 2-31 15,0-1-33-15,0 1-29 0,-3 1-33 0,3-2-28 0,-4 1-26 16,1 1-26-16,-1-1-28 0,-1 2-38 0,1-2-39 0,-1 1-52 0,-2 0-56 15,-2 1-51-15,0 0-50 0,0 0-49 0,0 0-51 0,0 0-57 0,0 0-61 16,0 0-71-16,0 0-74 0,0 0-26 0,-6 0-1 0,1-2 25 0,-1 1 34 16,3 1 46-16,-6-2 52 0,3 1 49 0,1-1 49 0,-1 2 53 0,-1-1 48 15,2-1 56-15,-1 1 56 0</inkml:trace>
  <inkml:trace contextRef="#ctx0" brushRef="#br0" timeOffset="87314.66">8242 9587 42 0,'0'0'278'0,"0"0"78"0,0 0 43 0,0 0 27 0,0 4 33 0,2 0 39 15,-2 1 62-15,0 1 71 0,0-2 56 0,0 4 49 0,0-2 32 0,0 1 20 16,-2 2-64-16,2 0-107 0,-3 2-83 0,3 1-74 0,-4-1-40 16,4 2-23-16,-2 0-33 0,-1 1-41 0,3 0-62 0,-2 2-71 0,-2-1-56 15,4 0-49-15,0 0-31 0,-3-1-27 0,3 2-22 0,0-1-19 16,0-2-23-16,0 2-29 0,0-3-50 0,0 0-62 0,0 0-69 0,0-1-74 16,0-3-59-16,3 0-53 0,-3 0-52 0,0-2-53 0,4-2-62 0,-2-1-64 15,-2-3-51-15,0 0-39 0,0 0-4 0,3-3 14 0,-1 0 44 0,2-3 57 16,-4 0 68-16,5-3 75 0,-5 0 59 0,4-1 54 0,-2-1 53 0,1 0 51 15,3 1 64-15</inkml:trace>
  <inkml:trace contextRef="#ctx0" brushRef="#br0" timeOffset="87685.74">8472 9556 36 0,'0'0'301'0,"0"0"119"0,0 0 75 16,0 0 54-16,0 0 47 0,0 0 45 0,0 0 37 0,0 0 30 0,0 0 26 15,0 0 17-15,0 0 16 0,0 0 12 0,0 2-66 0,0-1-104 16,-4 2-112-16,4 0-114 0,-1 1-70 0,-3 1-51 0,4 0-45 0,-2 2-41 15,-1 1-35-15,3-1-32 0,-4 2-22 0,4 2-21 0,-2-2-17 0,-1 1-11 16,3 2-10-16,0 0-4 0,-4 2-3 0,2-2-4 0,2 1-2 0,0 1-2 16,-3-1-2-16,3 1-4 0,0-2-1 0,0 1 2 0,0-1-2 0,0 0 0 15,0 0-3-15,-2-1-5 0,-2-2-7 0,4-1-9 0,0 0-10 0,0 0-13 16,0-2-19-16,0-2-24 0,-4 1-33 0,4-2-38 0,4 1-51 0,-4-2-54 16,0-1-55-16,0-1-50 0,4 0-41 0,-4 0-32 0,0 0-38 0,2 0-39 15,1-3-41-15,-1-1-42 0,2-1-43 0,-1-1-44 0,-1-1 3 0,2-2 24 16,-1-2 43-16,3-1 53 0,-5 2 52 0,3-4 54 0,0 1 42 0,1-1 38 15,-3 1 43-15,2 1 46 0,1-2 50 0</inkml:trace>
  <inkml:trace contextRef="#ctx0" brushRef="#br0" timeOffset="87952.45">8615 9480 64 0,'4'-2'330'0,"-3"0"70"0,-1 1 40 0,0 1 24 0,0 0 16 15,4 1 27-15,-2-1 30 0,1 2 48 0,1 1 56 0,-2 0 43 0,-2 0 41 16,0-1-6-16,3 2-24 0,-1 1-100 0,2-1-131 0,0 2-65 0,-3 0-28 15,3 0-20-15,1 2-13 0,-1 1-19 0,-2-2-27 0,1 2-42 0,3 0-52 16,-3 2-41-16,3-2-37 0,-1 1-22 0,-1 1-17 0,1-1-12 0,-1-1-8 16,-2 2-5-16,1-1-8 0,3 1-3 0,-6-3-5 0,3 3-5 0,-3-1-5 15,0 1-3-15,0 0-3 0,0-1-3 0,-3 1-6 0,3 0-2 0,-2 0-2 16,-5-1-1-16,5 1-1 0,-2 0-6 0,-1-1-9 0,0 1-7 0,-3-2-8 16,3 0-12-16,-1-2-17 0,1 2-23 0,0-1-28 0,-3-2-46 15,3 1-55-15,-1-2-71 0,-3 1-76 0,4-2-66 0,1-1-58 0,-5 0-54 16,8 0-52-16,-5-3-56 0,3 0-58 0,-3-1-43 0,-1-2-34 0,5-2-1 15,-2-1 18-15,3 0 42 0,-3-2 53 0,4 1 71 0,0-2 75 16,0 0 65-16,0-1 58 0,4 1 58 0,-3 0 57 0,3 0 63 0</inkml:trace>
  <inkml:trace contextRef="#ctx0" brushRef="#br0" timeOffset="88148.82">8696 9675 51 0,'6'-3'274'0,"-3"1"59"16,1 1 33-16,-2-1 20 0,1 2 16 0,3 0 19 0,-1 0 24 0,-1 0 28 15,1 0 43-15,1-1 50 0,-3-1 39 0,3 0 34 0,3 1-60 0,-4 0-106 16,4-2-72-16,-3 1-53 0,-1-1-29 0,2 0-20 0,-1 2-15 0,-1-1-19 15,1-1-21-15,3 2-30 0,-6-2-42 0,3 1-52 0,-1 1-57 16,2-1-62-16,-1 1-61 0,-1-1-63 0,-1 1-55 0,1-1-51 0,-3 0-40 16,2 2-33-16,-4 0-35 0,3 0-35 0,-3 0-30 0,0 0-35 0,0 0-32 15,-3 2-29-15,-1 1-23 0,2 0-23 0,-1 0 6 0,1 0 17 16,-5 1 34-16,5 1 39 0,-4 0 36 0,-1-1 30 0,2 0 33 0,-1 1 34 16,1 1 33-16,-2 0 31 0,1-2 32 0,1 1 31 0</inkml:trace>
  <inkml:trace contextRef="#ctx0" brushRef="#br0" timeOffset="88281.02">8776 9715 117 0,'-4'4'283'0,"1"0"55"0,1 0 31 16,2-1 13-16,0-1 5 0,0 1 1 0,0-3 5 0,0 0 9 0,0 1 6 15,0-1 10-15,2 1 9 0,1 1-36 0,3 0-54 0,-6-1-82 0,5-1-95 16,-1 0-50-16,1 2-29 0,-1-2-11 0,1 0-4 0,1 0-2 0,1-2-7 16,-2 2-13-16,4-1-15 0,-3-1-24 0,-1-1-27 0,4 2-23 15,-3-4-20-15,3 2-23 0,-4-1-22 0,4 0-32 0,-3 0-35 0,3 0-33 0,-4-1-35 16,2 0-30-16,-1 0-31 0,-1-1-40 0,4-1-46 0,-3 3-9 16,-1-2 6-16,2 0 11 0,-1 0 10 0,-1 0 17 0,1 0 18 0,-1 0 30 15,2 0 34-15,-1 0 36 0,-1 0 30 0,4 0 33 0</inkml:trace>
  <inkml:trace contextRef="#ctx0" brushRef="#br0" timeOffset="88511.99">9062 9568 163 0,'0'0'286'0,"0"0"43"0,0 0 21 0,0 0 16 0,2 0 13 16,-2 0 11-16,0 3 11 0,3 0 13 0,-3 0 16 0,0 2 9 0,4-2 5 15,-2 1-45-15,-2 1-66 0,0 1-62 0,3 0-62 0,-1 1-27 0,2 1-10 16,-1-3 3-16,-1 2 3 0,2-1 6 0,1 1 7 0,1-2-6 0,-3 1-7 16,3-2-3-16,3 1 0 0,-4-4-3 0,4 2-1 0,-3-1-11 0,3-1-12 15,0-1-9-15,1-1-9 0,-2-1-12 0,-1 2-13 0,2-3-17 0,0 0-15 16,-4 0-8-16,4-1-8 0,-3 1-5 0,-2-2-6 0,1 2-5 0,-1 0-4 15,-3 0-5-15,3 0-7 0,0 0-13 0,-4 0-27 0,-4 0-34 16,0 0-46-16,3 0-50 0,-3 2-51 0,-1-2-45 0,-5 0-44 0,1 1-50 16,-1-1-56-16,-5 3-78 0,2 0-92 0,-3 0-51 0,-2 0-31 15,0 3-4-15,-2-1 11 0,-3 2 29 0,-1 1 41 0,-5-1 48 0,0 2 51 16,-3 2 45-16,-3-2 41 0,-3 3 51 0,0 0 56 0</inkml:trace>
  <inkml:trace contextRef="#ctx0" brushRef="#br0" timeOffset="88992.21">6582 10273 268 0,'-4'-1'483'0,"3"-1"101"0,-3 2 67 0,4 0 39 0,0 0 26 0,0 0 19 0,-2 0 13 0,-2 0 13 0,4 0 8 0,0 0 7 0,0 0 8 0,0 0-57 0,0 0-82 0,0 0-153 0,0 0-183 16,0 0-104-16,0 0-64 0,0 0-41 0,0 0-28 0,0 0-19 0,0 0-16 15,0 0-19-15,0 0-19 0,0 3-26 0,0 0-27 0,0 2-35 0,4-2-37 16,-2 1-49-16,2 1-55 0,-4-1-52 0,5 2-52 0,-5 0-40 0,4-1-39 15,-3 0-42-15,3 3-41 0,-2-2-38 0,1 0-40 0,-3 0-45 0,0 0-52 16,0 0-1-16,0-1 22 0,0 1 40 0,0 0 50 0,0-4 51 0,0 3 55 16,0-5 42-16,-3 5 38 0,3-5 41 0,-2 4 45 0,2 0 45 15,0-4 50-15</inkml:trace>
  <inkml:trace contextRef="#ctx0" brushRef="#br0" timeOffset="89140.46">6544 10446 250 0,'0'3'325'0,"-5"-1"32"0,5 2 21 0,-4 0 13 16,4-1 20-16,-2-1 15 0,-1 1 20 0,-1-1 22 0,2 2 14 0,2-1 17 15,-4 0-16-15,4-2-26 0,-1 2-91 0,-3 0-124 0,4 0-69 0,-4 0-44 16,3 0-44-16,1 0-37 0,-4 2-47 0,4-3-44 0,0 3-47 0,0 0-52 16,0-1-44-16,0 1-45 0,0-1-39 0,4 1-42 0,-3-1-48 0,3-1-53 15,0 0-30-15,-3-2-19 0,-1-1 11 0,4 2 18 0,2-2 24 0,3 0 26 16,-4-2 28-16,0 1 29 0,4-2 30 0,-3 0 30 0,3 2 34 0,0-2 36 16</inkml:trace>
  <inkml:trace contextRef="#ctx0" brushRef="#br0" timeOffset="89276.34">6692 10516 13 0,'9'2'219'0,"0"-1"58"16,0-1 31-16,2 2 23 0,-5 1 15 0,1-1 15 0,-2 2 6 15,1-3 7-15,-3 2 10 0,3 0 11 0,-3 0 13 0,-1 0 13 0,2 0-55 16,1 0-83-16,-5 0-64 0,4 0-54 0,-2 0-31 0,-2-1-23 0,3 0-26 16,-3 2-27-16,0-1-35 0,4 0-41 0,-2 1-52 0,-2-1-55 15,0 2-82-15,3-2-94 0,-3-3-60 0,2 4-47 0,2-1-18 0,-4-3-10 16,3 2-3-16,-3-2-1 0,0 0 8 0,0 0 12 0,0 0 27 0,6 0 30 16,-4-2 43-16,-2 2 48 0,3-3 73 0</inkml:trace>
  <inkml:trace contextRef="#ctx0" brushRef="#br0" timeOffset="89829.61">7134 10363 24 0,'0'0'278'0,"-4"-3"105"0,4 3 63 0,0 0 45 0,0 0 30 0,0 0 30 0,0 0 21 0,0 0 23 0,0 0 16 0,0 0 12 0,0 0 7 0,0 0 4 16,0 0-70-16,0 0-105 0,0 0-103 0,0 0-98 0,4 0-54 0,1 0-38 15,-1 0-23-15,-3 0-18 0,5 0-21 0,1 2-18 0,-1-1-13 0,4 1-13 16,-1-1-6-16,1 1-5 0,4-1 3 0,-5 2 4 0,2 0-2 0,2 0 0 16,1 2-5-16,-3-2-6 0,2 1-7 0,-3 0-10 0,-1 1-4 0,4 1 1 15,-7 0-1-15,4 0 1 0,-4 0-1 0,3 0-1 0,-6 0-3 16,3 0-3-16,-1 2 0 0,-1-1-3 0,1-1-2 0,-1 1-2 0,-2 1-4 16,1-2-5-16,-3 2-14 0,0-1-18 0,0 0-32 0,0 0-36 0,0 0-46 15,0-2-46-15,0 1-45 0,0-2-37 0,-3-1-44 0,3 0-38 0,-2 0-43 16,2-2-41-16,-4 1-37 0,4 0-39 0,0-2-47 0,0 0-50 0,-5-2-1 15,1 0 23-15,2 0 39 0,-1-3 43 0,1 1 39 0,-2-3 41 16,4 2 40-16,-3-3 41 0,3 0 41 0,0 1 40 0,0 0 45 0</inkml:trace>
  <inkml:trace contextRef="#ctx0" brushRef="#br0" timeOffset="90016.53">7358 10383 256 0,'4'-3'387'0,"-4"3"51"0,0-4 40 0,1 3 32 16,-1 1 39-16,0 0 43 0,0-1 50 0,0 1 51 0,0 0 38 0,0 0 28 15,0 0 9-15,0 0-1 0,0 2-103 0,0 3-149 0,0-2-77 0,-1 2-43 16,-3-1-34-16,4 2-28 0,-4 2-37 0,-1-1-39 0,-1 2-48 0,3 0-51 15,-3 2-41-15,1-1-39 0,1 1-18 0,-1 2-9 0,0-3-11 16,-5 4-10-16,7-2-13 0,-3-1-14 0,1 1-15 0,0-4-18 0,1 2-30 16,-1-2-33-16,1 3-62 0,-2-4-74 0,6 1-71 0,-3 0-65 15,3-1-67-15,-2-1-62 0,2 0-63 0,0 0-63 0,2-1-73 0,-2-5-75 16,0 0-28-16,0 0-2 0,0 0 16 0,7-2 29 0,-1-3 58 0,-1 1 74 16,0-2 74-16,-1-2 77 0,1 1 62 0,4-2 57 0,-3 2 59 0,-1-2 67 15</inkml:trace>
  <inkml:trace contextRef="#ctx0" brushRef="#br0" timeOffset="90218.47">7512 10464 172 0,'-2'4'394'15,"2"2"88"-15,-4-1 55 0,4 1 45 0,-2 0 41 0,2 0 31 0,-3 1 32 16,3-1 19-16,-4 0 14 0,2 2 10 0,-1-2 2 0,3 1-46 0,-2-1-66 16,-2 0-134-16,1 0-162 0,3 1-117 0,0 0-95 0,-2 0-99 15,-2-1-103-15,4-1-90 0,0 1-83 0,0 0-68 0,0-4-60 0,4 3-61 16,-2-2-60-16,-2-3-74 0,0 0-79 0,0 0-33 0,0 0-5 0,3-1 20 15,3-1 37-15,-1-3 55 0,-1 0 64 0,-1-1 55 0,-1 0 52 16,2-2 49-16,1-1 46 0,1 2 51 0,-3-1 59 0</inkml:trace>
  <inkml:trace contextRef="#ctx0" brushRef="#br0" timeOffset="90442.98">7606 10440 1 0,'3'-2'251'0,"-3"2"85"0,0 0 45 0,0 0 21 16,0 0 21-16,2 2 17 0,2-1 28 0,-4-1 31 0,5 2 38 0,-5-2 43 15,0 0 37-15,6 1 33 0,-6-1-39 0,3 0-74 0,3 2-75 16,-3-2-78-16,-1 0-33 0,5 1-17 0,-5 1-15 0,2-2-17 0,1 0-27 16,1 1-28-16,1-1-37 0,-2 0-42 0,1 0-35 0,-1 1-34 0,4-1-29 15,-3 0-28-15,-1 0-26 0,2 0-26 0,-1 0-50 0,-1 0-58 16,1 0-72-16,1-1-77 0,-5 1-59 0,1 0-57 0,3 0-53 0,-3 0-53 16,-1 1-55-16,-2-1-62 0,0 0-50 0,0 0-45 0,0 0-10 0,0 0 6 15,0 0 37-15,0 0 52 0,-2 5 67 0,-1-2 73 0,-3 0 59 0,3-1 54 16,1 1 54-16,-2 1 50 0,1-1 58 0</inkml:trace>
  <inkml:trace contextRef="#ctx0" brushRef="#br0" timeOffset="90622.1">7711 10516 240 0,'0'3'320'0,"0"0"37"0,0-3 18 0,3 4 12 0,-3 0 10 15,2 0 15-15,2-2 17 0,-4-1 25 0,3 1 27 0,-1-1 33 0,2 1 37 16,-2-2-30-16,1 1-62 0,3 0-57 0,-3-1-55 0,3 0-18 0,-3 2-5 16,3-2-2-16,-5 2-7 0,7-2-9 0,-7 0-13 0,7 1-24 15,-3-1-26-15,-3 0-35 0,2 0-36 0,1 0-39 0,-1 0-40 0,1 0-45 16,0 0-50-16,-1 0-65 0,0 0-77 0,-2 0-65 0,1 0-62 0,-1 0-56 15,2 0-48-15,-4 0-59 0,3 0-56 0,-3 0-77 0,0 0-85 16,0 0-34-16,0 0-13 0,0 0 13 0,0 0 20 0,0 0 51 0,2-1 58 16,-2 1 58-16,0 0 57 0,0 0 50 0,4-5 47 0,-4 5 58 0,0-4 55 15</inkml:trace>
  <inkml:trace contextRef="#ctx0" brushRef="#br0" timeOffset="91690.22">8052 10327 102 0,'2'0'283'0,"2"-1"50"0,-4 1 32 0,0 0 19 0,5 0 17 0,-1 0 16 0,-4 0 18 0,0 1 20 0,0-1 23 0,2 0 26 0,-2 0 24 0,3 2-15 16,-3-2-36-16,0 1-63 0,4 1-74 0,-4-2-32 0,0 1-13 15,2 1-14-15,-2-2-10 0,0 2-8 0,0 0-12 0,3 0-22 0,-3-2-26 16,0 3-25-16,0-2-25 0,2 2-24 0,-2 0-22 0,0-1-24 0,0 2-23 16,0-1-17-16,0 0-12 0,-2 0-8 0,2 0-7 0,0 2-5 0,-3-1-7 15,3 1 1-15,-6 1 2 0,6-2 5 0,-5 2 3 0,5 0-1 0,-4-1-7 16,3 1-1-16,-3 0-1 0,0-2-2 0,2 2 0 0,-1-1 0 0,3-1-3 16,-2 1 0-16,-2-1 1 0,1 1 4 0,3-2 5 0,0 1-4 0,0-1-12 15,-2 1-1-15,2 0 2 0,0-1 1 0,2 0-1 0,-2 0 2 0,0 0 0 16,3-1 3-16,1 3 3 0,-2-2 2 0,1 0 2 0,-1 0-2 0,2 0-7 15,1 0 5-15,1 0 6 0,1 0 3 0,-2 0 2 0,1 0 1 16,-1-1 3-16,2 1 7 0,-1-1 5 0,-1 2 3 0,1-3 4 0,-1 1-1 16,2-1-3-16,-1 1 0 0,-1-1 3 0,-1-1 3 0,-2 2-2 0,1 1 4 15,1-3 2-15,-2 2 1 0,-2 0-2 0,0 0-6 0,0-2-7 16,0 4-6-16,0 1-7 0,-2-1-7 0,-2 1-7 0,1 1-20 0,-3 0-23 16,1 1-35-16,-1-1-36 0,-3 3-53 0,4-1-56 0,-2 1-52 0,-1-2-47 15,-1 1-47-15,0 1-43 0,0-2-49 0,0 2-49 0,4-1-71 0,-6-2-80 16,2 0-22-16,-4-2 1 0,2 2 24 0,2-1 35 0,-3 1 46 0,1 0 52 15,-4 0 48-15,1 0 51 0,0 1 43 0,-5 0 43 0,5 3 52 0,-1-1 51 16</inkml:trace>
  <inkml:trace contextRef="#ctx0" brushRef="#br0" timeOffset="92118.18">7248 10942 277 0,'0'0'344'0,"0"0"28"0,-4 2 19 0,4-2 10 0,0 0 17 0,4 3 17 15,-4-2 34-15,1 1 38 0,3-1 52 0,0-1 57 0,-3 2 20 0,5-1 4 16,-3 0-75-16,7-1-112 0,-5 2-48 0,0 0-21 0,4-2-8 16,-3 3-4-16,3-2-10 0,0 1-13 0,0-1-29 0,-4 2-32 0,4 0-49 15,2 0-56-15,-3 2-36 0,-1-2-33 0,2 1-23 0,0 1-17 0,-4 1-14 16,4 0-8-16,-3 0-9 0,3 0-5 0,-4 1-8 0,2 0-6 16,-1 1-5-16,-1 0-5 0,-1-1-4 0,-2 1-1 0,1-1-4 0,3 1-7 15,-6-1-5-15,0-1-5 0,3 2-8 0,-3-2-8 0,2 0-16 0,-2-2-16 16,0 2-29-16,-2 0-31 0,2-1-45 0,0-1-52 0,-3-1-53 0,3 0-53 15,0 0-47-15,-2-2-40 0,-2 1-36 0,4-2-37 0,0 0-33 0,0-2-34 16,-3 1-25-16,3-3-25 0,0-1-23 0,-2 1-21 0,2-3 21 0,0 0 39 16,0-2 48-16,0-1 53 0,0-1 47 0,2 1 40 0,-2-2 42 0,3 1 42 15,1-1 40-15,-2 0 41 0,1 0 41 0</inkml:trace>
  <inkml:trace contextRef="#ctx0" brushRef="#br0" timeOffset="92297.64">7526 10908 19 0,'9'-6'274'0,"-5"1"99"0,1 1 60 15,-1 1 44-15,1 0 41 0,-5 4 36 0,4 1 49 0,-2-1 50 0,-2 2 43 16,0-1 39-16,0 2 25 0,0-1 21 0,-2 3-56 0,-2-1-96 0,4 2-94 15,-5 2-92-15,1 0-57 0,-1 2-41 0,1 1-40 0,-1 0-38 16,-1 1-48-16,-3 2-50 0,4 0-43 0,-4 2-38 0,3-3-29 0,1 5-25 16,-4-3-20-16,2-1-19 0,1 0-17 0,1-1-22 0,-4 1-35 0,7-3-43 15,-5 0-65-15,1 0-72 0,1-2-69 0,1-1-64 0,2-1-61 0,-1-1-61 16,-1-1-67-16,2-1-69 0,2-1-56 0,0-4-49 0,0 0-13 0,0 0 4 16,0 0 28-16,0 0 37 0,0-4 63 0,6-2 76 0,-3 0 67 0,-1 0 64 15,2-3 61-15,1 1 62 0,1 0 68 0</inkml:trace>
  <inkml:trace contextRef="#ctx0" brushRef="#br0" timeOffset="92597.08">7687 11011 21 0,'9'-3'255'0,"-5"0"71"0,1 2 37 0,-5-2 22 0,6 1 17 16,-3 2 15-16,-1 0 16 0,2 0 18 0,-1 2 21 0,-1-1 25 0,2-1 19 16,-2 0 18-16,1 2-61 0,3-2-95 0,-6 1-75 0,3-1-62 15,-1 2-32-15,2-2-21 0,-1 1-14 0,-1 1-14 0,-2-1-15 0,4 0-17 16,-3 1-20-16,3 0-21 0,-4 1-21 0,0 0-14 0,4 1-12 0,-4 0-8 15,0 1-5-15,0 1-5 0,0 0 0 0,-4 2-2 0,4-1 4 0,-4 2 7 16,3 0 5-16,-3-2 2 0,2 4 11 0,-1-2 9 0,-3 0 11 0,3-2 13 16,1 1 8-16,-2 1 12 0,1-1 4 0,1-2 6 0,-2 0 3 0,2 0 1 15,-1 0-6-15,-1-2-6 0,4 0-5 0,-2 1-5 0,2-2-12 0,0 0-13 16,0-3-12-16,0 3-12 0,0-1-12 0,2 0-9 0,-2-2-8 0,4 2-4 16,-1 0-6-16,-1-1-1 0,2 1-4 0,-2-2-4 0,5 1-10 15,-5-1-17-15,3-1-38 0,2 1-50 0,-1-3-51 0,-1 1-56 0,0-1-50 16,-1-1-44-16,5-1-49 0,-3 1-52 0,3-4-61 0,-4 1-71 0,0-1-59 15,3-1-53-15,-3-1-11 0,1-1 2 0,3 1 33 0,-4-1 48 16,0 1 52-16,-1-3 56 0,-2 5 46 0,2-2 45 0,1 2 51 0,-1 0 49 16,-1 1 64-16</inkml:trace>
  <inkml:trace contextRef="#ctx0" brushRef="#br0" timeOffset="92776.82">7991 11008 57 0,'2'0'281'0,"1"0"63"0,-3 0 31 0,4 0 15 0,-2 0 8 0,-2 0 6 15,3 0 4-15,1 0 4 0,-2 2 3 0,1-2 2 0,-1 1 3 16,2-1-2-16,0 0-80 0,1 0-123 0,-3 0-80 0,1 0-67 0,3 1-41 16,-3-1-31-16,3 0-29 0,-3 0-30 0,-1 2-39 0,2-2-50 0,1 2-62 15,-1-2-72-15,-4 0-52 0,0 0-45 0,0 0-21 0,0 0-9 16,0 0 0-16,0 0-1 0,0 4 14 0,-4-1 14 0,-1 0 22 0,1 0 23 16,2 0 38-16,-3 2 41 0,1-2 64 0</inkml:trace>
  <inkml:trace contextRef="#ctx0" brushRef="#br0" timeOffset="92927.29">7987 11167 66 0,'0'6'290'0,"4"-3"68"0,-4-1 29 0,0-2 16 16,0 2 3-16,0-2 5 0,0 2 0 0,0-2 1 0,5 2-1 0,-5-2 2 15,6 0 0-15,-6 1-1 0,3-1-86 0,3 0-128 0,-3 0-96 0,3 0-77 16,-1 0-56-16,-1 0-39 0,1 0-50 0,1 0-49 0,1-1-79 0,-2-1-89 16,1-1-41-16,-1 0-21 0,-1-1-6 0,-2-1-5 0,1 2 2 0,3-3 0 15,-6 2 14-15,3-1 11 0,-3-1 25 0,2 2 28 0,2-1 44 16,-4-1 46-16</inkml:trace>
  <inkml:trace contextRef="#ctx0" brushRef="#br0" timeOffset="93181.31">8190 11052 51 0,'2'1'277'0,"1"1"62"15,-1-2 33-15,-2 1 18 0,4 2 15 0,-1 0 16 0,-1-1 23 0,2 1 28 16,1-1 30-16,1 0 31 0,1 0 26 0,0-2 28 0,0 1-60 0,-1 1-96 15,5-2-64-15,-2 0-51 0,0 0-23 0,2 0-13 0,-2 0-13 0,3-2-11 16,-1 2-21-16,-2-1-27 0,6-1-29 0,-6 0-31 0,2 2-28 0,1-1-26 16,-1 0-22-16,-2-2-22 0,2 1-17 0,2-1-12 0,-4 0-23 0,0 0-23 15,-2 0-37-15,2 0-41 0,-2 0-47 0,0 0-50 0,-3 0-47 0,2 0-43 16,-3 0-47-16,3 1-47 0,-1 0-63 0,-5-1-69 0,0 3-58 0,0 0-55 16,0-5-12-16,0-1 5 0,0 6 28 0,0-4 37 0,-5-1 44 0,5 2 48 15,-6-1 45-15,3 0 42 0,3 2 49 0,0 2 50 0,-6-3 63 16</inkml:trace>
  <inkml:trace contextRef="#ctx0" brushRef="#br0" timeOffset="93480.26">8640 10750 392 0,'0'0'505'0,"0"3"62"15,-2 0 38-15,2 0 26 0,0 0 21 0,0 0 21 0,-3 1 20 0,3 0 24 16,-2 0 17-16,-2 1 20 0,4 0 2 0,-3 3-3 0,1 0-143 0,2-1-201 15,-4 2-104-15,4 2-55 0,-1 1-33 0,-3 0-22 0,4 1-17 0,-4 0-14 16,4 3-18-16,-1 0-17 0,-3-1-15 0,4 3-15 0,0 0-13 0,-2 2-14 16,-1-1-9-16,3 1-9 0,0 1-6 0,0 0-6 0,0 1-3 0,0 1 0 15,0 1-3-15,0-2-3 0,3 1-5 0,-3 1-4 0,2-2-3 0,-2-1-1 16,0 0-5-16,0 2-2 0,0-4-2 0,4 1-5 0,-4-1-2 0,0 1-1 16,0-2-9-16,1 0-9 0,-1 1-12 0,0-2-9 0,0 1-13 0,0-3-14 15,0 0-21-15,0-2-27 0,0 1-53 0,0-4-65 0,0 1-75 0,0-2-77 16,0-2-67-16,0-1-61 0,4 0-64 0,-4-1-70 0,0-5-65 0,0 0-62 15,0 0-21-15,0 0-4 0,0 0 14 0,0 0 24 0,0 0 52 16,0 0 67-16,-4-6 73 0,4-1 80 0,0 3 68 0,0-2 67 0,0 0 71 16,0 0 73-16</inkml:trace>
  <inkml:trace contextRef="#ctx0" brushRef="#br0" timeOffset="100113.76">22242 7288 1 0,'0'-3'155'0,"0"3"15"0,-4-3 5 0,4 2 5 0,0-2-1 0,-1 1 2 0,1 1-6 0,-4-2-5 0,4 0-10 0,-4 1-11 15,4-1-22-15,0 2-27 0,-2-2-58 0,-1 0-70 0,3 1-41 0,-2-1-33 16,2 3-23-16,-4-1-23 0,4 1-13 0,-3-4-10 0,-3 2 0 0,3 0 5 16,-3 1 6-16,6 1 12 0,-5 0 10 0,1 0 16 0,-1 0 11 0,5 0 12 15</inkml:trace>
  <inkml:trace contextRef="#ctx0" brushRef="#br0" timeOffset="100178.32">22161 7249 72 0,'-4'2'153'0,"4"-2"11"0,-4 0 1 0,3 1-5 0,-3-1-15 16,-2 0-18-16,6 0-38 0,0 0-50 0,-3 0-21 0,-4-1-9 0,-1 1-25 15,3 1-31-15,1-1-42 0,-1 3-47 0,-1-1-20 0,1-1-10 16,0 1 2-16,-3 1 4 0,7-1 14 0</inkml:trace>
  <inkml:trace contextRef="#ctx0" brushRef="#br0" timeOffset="100390.47">22137 7247 100 0,'9'-2'159'0,"-2"-1"15"0,2 0 11 16,0 0 5-16,0 0 3 0,2-1 4 0,-2 2 0 0,0 0 2 0,0-1 2 15,-3 0-5-15,3 0-11 0,2 2-36 0,-4-2-53 0,0 1-29 0,2 1-22 16,-1-2-11-16,-1 0-11 0,-4 1-7 0,6 1-1 0,-3-1-1 0,-1-1-1 15,2 2-1-15,1-1-2 0,-5-1-2 0,3 2-2 0,-1-1-2 16,-1 1 1-16,1 1-1 0,1-2-1 0,-3 1 0 0,3 1 0 0,-3 0 0 16,1-2-1-16,-2 2-2 0,-2 0-2 0,3 0-1 0,-3 0-3 15,2 0-9-15,-2 0-11 0,0 0-18 0,0 0-20 0,0 0-47 0,0 0-54 16,0 0-25-16,0 0-12 0,0 0-4 0,0 0-1 0,0 0-1 0,0 0-3 16,-5-3 4-16,5 3 3 0,0 0 9 0,-2-1 12 0,2 1 18 0</inkml:trace>
  <inkml:trace contextRef="#ctx0" brushRef="#br0" timeOffset="101432.79">22209 6909 177 0,'0'-3'287'0,"0"3"31"0,0 0 20 0,0-3 18 0,0 3 13 0,0 0 14 0,0 0 18 0,0 0 20 0,0-3 27 0,0 3 31 0,0 0 26 0,0 0 23 0,0 0-40 16,0-2-69-16,0 2-26 0,0 0-3 0,-3-1-6 0,3 1 0 0,0 0 2 15,0 0 5-15,0 0-5 0,-6 0-9 0,6 0-18 0,0 0-24 16,0 0-34-16,-5 0-39 0,1 0-37 0,4 0-39 0,0 1-29 0,-5 1-21 16,5-1-14-16,-6 1-10 0,3 2-10 0,1-1-13 0,-5 3-8 0,5 2-6 15,-3-1-6-15,-3 4-5 0,3 1-1 0,-1 1 0 0,1 4-3 0,0-1-1 16,-3 2-4-16,-1 0 1 0,4 2-5 0,-1-2-3 0,1 1-6 0,0-1-6 15,-3 0-6-15,3 0-8 0,1-1-1 0,-1-1-3 0,3 1-4 0,-1-2-7 16,-1 0-1-16,4-2-3 0,-2 1-4 0,2-3-4 0,-4 0-8 0,4 0-11 16,0-2-9-16,4-1-12 0,-4 2-11 0,2-4-11 0,-2 1-19 0,4-2-20 15,-4 1-38-15,5-4-45 0,-5 3-68 0,5-2-74 0,-1 0-69 0,1-1-59 16,-1-2-48-16,1 0-44 0,4-2-45 0,-3-1-51 0,3 0-56 0,-4-3-65 16,3 0-14-16,-1 0 1 0,0-1 32 0,0-2 43 0,1 1 66 15,-1-1 76-15,-4-2 68 0,6 3 61 0,-3 0 59 0,-1 1 53 0,-1-1 55 16,1 2 63-16</inkml:trace>
  <inkml:trace contextRef="#ctx0" brushRef="#br0" timeOffset="101673.66">22166 7179 127 0,'-4'1'367'0,"3"1"78"0,-3-2 51 15,4 0 30-15,0 0 25 0,0 0 29 0,0 0 31 0,0 3 35 0,0-3 37 16,0 1 30-16,0-1 21 0,4 2-23 0,-3-1-42 0,3 0-113 0,-2-1-143 15,1 2-73-15,1-2-44 0,1 0-28 0,1 0-21 0,-2 0-28 0,1 2-30 16,0-2-32-16,1 0-39 0,1 0-26 0,2 0-25 0,-7 0-14 16,7 0-13-16,-4-2-10 0,1 2-6 0,1 0-6 0,-2-2-5 0,1 1-5 15,-1 1-5-15,3-1-8 0,-3 1-8 0,-3 0-26 0,5-2-37 16,-5 2-50-16,3-1-60 0,-5 1-63 0,4-2-62 0,-1 2-50 0,-1-1-46 16,-2-1-44-16,4 1-43 0,-1-1-41 0,-1 1-45 0,2-1-54 0,-2-1-61 15,1 0-16-15,-3-1 7 0,6-1 36 0,-3-1 56 0,-1 0 58 0,2 2 62 16,1-4 49-16,1 4 45 0,-3-2 44 0,3 0 44 0,-3 0 45 0,3 1 45 15</inkml:trace>
  <inkml:trace contextRef="#ctx0" brushRef="#br0" timeOffset="101955.38">22486 6952 211 0,'0'0'314'0,"0"0"45"15,0 0 26-15,0 0 22 0,0 0 20 0,4 0 28 0,-4 0 34 0,2 3 47 16,-2-3 59-16,0 3 53 0,0 0 51 0,0 0-25 0,0 2-61 0,-2 1-67 15,2 0-66-15,-4 1-32 0,4 1-15 0,-2 0-14 0,2 3-12 0,-3 1-22 16,3 1-26-16,-4 1-41 0,4 0-53 0,-5-1-46 0,5 2-47 0,-6 2-31 16,6-2-25-16,-3-2-17 0,1 2-15 0,-2-1-12 0,2-1-12 15,2-1-9-15,-3 0-8 0,-1-1-11 0,4 0-11 0,0-1-15 0,-2-2-14 16,2 0-17-16,-3 0-22 0,3-2-25 0,0 0-30 0,0 0-63 0,0-4-78 16,0 3-81-16,0-2-82 0,0-1-67 0,0-2-63 0,3 3-64 0,-1-3-63 15,-2 0-66-15,0 0-63 0,0 0-21 0,0-2-1 0,7-1 17 0,-7 0 26 16,2-2 60-16,2 1 75 0,-2 0 82 0,1-1 82 0,1 0 69 0,-2 3 63 15,1-3 68-15,-1 2 68 0</inkml:trace>
  <inkml:trace contextRef="#ctx0" brushRef="#br0" timeOffset="102170.87">22542 7225 121 0,'4'0'327'0,"-2"-1"73"0,-2 1 56 0,3 0 56 0,-1 0 63 16,2 0 57-16,-4 1 55 0,3 1 39 0,-1-1 28 0,-2 0 22 0,4 1 13 16,-4 1-29-16,2 0-56 0,-2-1-96 0,0 1-121 0,3 1-73 0,-3-1-51 15,0 0-60-15,0 2-57 0,0-2-59 0,0 0-54 0,4-1-43 0,-4 2-39 16,0-1-39-16,0 0-40 0,0-3-76 0,0 1-92 0,0-1-87 0,-4 3-89 16,4-1-83-16,0 0-84 0,0-2-94 0,0 0-101 0,0 0-48 0,-3 0-21 15,3 0-4-15,0 0 3 0,-6 0 17 0,6 0 27 0,-2-2 64 0,-1-3 81 16,3 5 87-16,0-4 83 0,3-3 86 0,-1 3 82 0</inkml:trace>
  <inkml:trace contextRef="#ctx0" brushRef="#br0" timeOffset="102553.62">22685 7045 3 0,'0'0'255'0,"0"0"92"0,0 0 50 0,-4 2 30 0,4 1 27 0,0 0 24 15,0 1 29-15,0 1 29 0,0-1 33 0,0 2 31 0,0 0 29 0,0 0 23 16,0 0-51-16,-1 0-86 0,1 2-87 0,0-2-82 0,0-1-49 0,0 2-26 16,1-1-27-16,-1 0-23 0,0-2-28 0,4 1-30 0,0-1-31 0,-4 1-30 15,2-1-24-15,-2 1-21 0,5-2-10 0,-5 0-8 0,4 0-3 16,-1-2-3-16,-1 2 2 0,2-1 1 0,-3-1 1 0,-1-1 3 0,0 0 4 16,4 2 4-16,0-1 1 0,-4-1 1 0,1 0-1 0,-1 0 2 0,0 0-2 15,4 0 2-15,-2-1 0 0,-2 1 0 0,4-2 0 0,-4 2 0 0,5-1 1 16,-5-1-2-16,0-1-1 0,4 2 1 0,-4-2-2 0,0 1 0 15,3-1-3-15,-1 0 0 0,-2 0-5 0,0 0-1 0,4 0-2 0,-4-1-5 16,1 1-2-16,-1-2-2 0,0 2-4 0,0-1 0 0,0 1-3 0,0 0-1 16,-1-2-4-16,1 2-1 0,-4-1-3 0,4 1-4 0,0-2-10 0,-2 2-8 15,-1 0-20-15,-1 0-27 0,4 0-54 0,-5-1-69 0,1 2-72 0,2-1-77 16,-2 0-65-16,-1 0-57 0,1 2-62 0,3 1-61 0,1 0-80 0,-6-3-83 16,-1 1-36-16,2 1-10 0,5 1 11 0,-2 0 22 0,2 0 51 0,-4-3 68 15,4 3 71-15,-4-3 78 0,4 3 61 0,0 0 58 0,4-5 62 0,0 1 61 16</inkml:trace>
  <inkml:trace contextRef="#ctx0" brushRef="#br0" timeOffset="102836.52">22779 6913 133 0,'0'-3'258'0,"2"0"36"0,-2 0 25 15,4 2 15-15,-4-2 17 0,1 0 15 0,-1 1 16 0,4-1 17 0,-4 1 19 16,4 0 26-16,-3 0 30 0,5 1-13 0,-3 1-34 0,3-2-34 0,-2 1-32 15,-3-1 2-15,7 2 18 0,-3 0 3 0,-1 0 3 0,1 0 4 0,-3 2 6 16,5 1-3-16,-2-2-4 0,1 2-15 0,-1 0-22 0,1 2-30 0,-3 1-29 16,3 0-32-16,1 1-28 0,-2 1-29 0,-3 2-33 0,6 1-16 0,-7-1-7 15,3 2-16-15,-2 2-16 0,-2-2-13 0,0 3-13 0,0-1-10 0,0 2-9 16,0 0-7-16,-2-1-7 0,-2 2-14 0,3-1-17 0,-7-1-23 0,6-1-20 16,-7 1-29-16,6 0-30 0,-6-2-60 0,3 1-72 0,-3-1-96 15,-2-1-107-15,2 0-95 0,0 2-91 0,0-4-103 0,-2 4-109 0,-3-4-41 16,5 0-13-16,-2 1 3 0,-2-1 7 0,3 1 19 0,-3-2 22 15,2 2 55-15,-2-4 69 0,-1 1 94 0,3-1 104 0,-2 1 96 0,-1-2 92 16</inkml:trace>
  <inkml:trace contextRef="#ctx0" brushRef="#br0" timeOffset="109985.81">7110 9463 4 0,'0'-5'246'0,"0"1"77"0,-3 0 40 15,3 1 21-15,0 0 15 0,0 3 13 0,0 0 11 0,0-3 12 0,0 3 17 0,0 0 17 16,0 0 20-16,0 0 20 0,0 0-43 0,0 0-76 0,3 0-62 0,-3 0-58 16,0 0-25-16,0 0-7 0,0 0-8 0,0 0-1 0,0 0-6 0,0 0-6 15,0 0-8-15,0 0-12 0,0 0-10 0,0 0-13 0,0 0-16 0,0 0-15 16,0 0-16-16,0 0-16 0,0 0-10 0,0 0-9 0,0 0-7 0,0 0-6 15,0 0-2-15,0 0 0 0,0 0-2 0,4 0 0 0,-2 1 0 0,-2 1 0 16,3 1-2-16,-1 0-1 0,-2 0 0 0,4 1 1 0,-4 2-1 0,5 2 0 16,-5-1-1-16,4 2-4 0,-3 0-1 0,3 3-6 0,-4 0-3 0,0 1-8 15,4 0-7-15,-3 0-6 0,-1 2-6 0,0 0-4 0,0-1-5 0,0 1-3 16,0-2-5-16,0 2-2 0,0-1-1 0,0-1 2 0,0 2-3 16,0-2-2-16,0 0-2 0,0 0-1 0,0-1-1 0,4 0-1 0,-4 0-1 15,0-1 2-15,0-1-4 0,0 0-5 0,0 0-16 0,0-2-16 0,0 0-38 16,0 1-50-16,0-3-72 0,0 2-84 0,0-2-68 0,0 0-65 0,0-2-74 15,2 1-84-15,-2-5-81 0,0 0-78 0,0 4-32 0,4-1-13 16,-4-3 6-16,5 2 15 0,-5-2 37 0,4-2 47 0,1-1 75 0,0 0 81 16,-1 0 71-16,1 0 63 0,1-1 78 0,1-1 84 0</inkml:trace>
  <inkml:trace contextRef="#ctx0" brushRef="#br0" timeOffset="110806.64">7957 10469 85 0,'-8'-1'336'0,"7"0"106"0,-3-1 75 0,-1 2 54 0,1 0 53 0,2 2 46 0,-2-1 34 16,-1 0 29-16,5 1 23 0,-4-2 17 0,3 2 15 0,1-2 10 16,-4 0-80-16,4 0-127 0,0 1-109 0,0-1-101 0,0 0-71 0,0 0-54 15,0 0-51-15,0 0-42 0,0 0-34 0,0 0-27 0,0 0-21 0,0 0-16 16,0 0-17-16,0 0-12 0,0 0-8 0,0 0-5 0,0 0-5 0,0 0-5 15,0 0-2-15,0 0-4 0,0 0 1 0,0 0-2 0,4 0-2 0,-4 0-2 16,1 0-1-16,3 0-1 0,1 0 2 0,-1 0 1 0,-2 0-2 0,2 0 1 16,1 0-4-16,0 2 2 0,-1-2 0 0,1 0 2 0,1 0-4 0,-3 0-5 15,3 0-10-15,-2 0-13 0,1 0-27 0,-1 0-34 0,-3-2-70 0,3 2-86 16,1 0-77-16,-1 0-77 0,-2 0-80 0,1 0-77 0,-3 0-95 0,0 0-102 16,0 0-42-16,6 0-16 0,-6 0 0 0,5 2 9 0,-5-2 25 15,8 1 33-15,-8-1 68 0,0 0 85 0,0 0 81 0,1 3 76 0,3-1 81 16,-4-2 80-16</inkml:trace>
  <inkml:trace contextRef="#ctx0" brushRef="#br0" timeOffset="111315.33">8416 10801 102 0,'0'0'411'0,"-2"0"97"0,-1 2 51 0,3-2 36 0,0 0 26 0,-4 2 30 0,2 3 36 0,2-2 30 0,0 0 30 0,-3 2 20 0,3 2 21 0,0 1-20 16,0 0-35-16,0 3-138 0,-2 1-185 0,2 0-94 0,0 3-50 15,-4 0-32-15,4 2-27 0,0-1-33 0,0 1-32 0,0 1-34 0,0-1-32 16,0-1-31-16,0 0-34 0,0 1-56 0,0-4-63 0,4 2-94 0,-4-1-107 16,2 1-90-16,-2-3-80 0,3 1-96 0,-3-1-104 0,2-1-64 0,2-1-45 15,-4-2-20-15,0 1-9 0,3 0 9 0,-3-3 10 0,0 0 42 0,0 0 53 16,-3-2 86-16,3-4 103 0,0 3 88 0,-6 2 81 0,6-5 96 0</inkml:trace>
  <inkml:trace contextRef="#ctx0" brushRef="#br0" timeOffset="113302.6">22381 6841 19 0,'0'-3'303'0,"4"0"141"0,-4 0 73 0,0 3 45 0,2-1 33 15,-2-1 28-15,0 2 30 0,0 0 30 0,0 0 29 0,0 0 28 16,0 0 16-16,0 0 17 0,0 0-62 0,0 0-94 0,0 0-123 0,0 0-136 0,0 0-72 16,0 0-42-16,0 0-31 0,0 0-25 0,0 0-29 0,3 0-27 15,1 0-27-15,-2 2-23 0,1-2-17 0,-1 1-13 0,-2 1-8 0,4-1-7 16,-1 2-2-16,-1-1-2 0,2-1-2 0,1 1 1 0,1-1-2 0,-3 1 0 15,1-2-2-15,-2 1 1 0,3 1-2 0,-1-1 0 0,-1 1 0 0,3-1 0 16,-3 0-2-16,-1 1 1 0,2-2-1 0,-2 3 2 0,1-1 0 0,1-1 2 16,-2 1-1-16,1 1 4 0,-1 0 2 0,2-2 2 0,-1 2 0 0,-1 2-1 15,-2-2 1-15,0 1 1 0,4 0 2 0,-4 1 2 0,0 0-2 0,0-2-2 16,-4 3 1-16,4 0 1 0,-2 0-2 0,-1 1-2 0,-1 1-5 0,2-1-2 16,-1 1-2-16,-3 1-2 0,3-2-3 0,-3 1-6 0,1 1-2 0,-1-2-1 15,-1 2-3-15,2-1 0 0,-1-1-3 0,3-1-3 0,-3 2-1 0,1-1 1 16,-1-1 0-16,3 0 0 0,-3-1-2 0,3 1 2 0,-3-2-1 15,3-1 1-15,1 2-2 0,-2-2-2 0,2 0-1 0,-1-2-1 16,3 2 2-16,0-3-1 0,0 2 1 0,0-2-2 0,0 0-2 0,0 0-2 16,0 0 1-16,0 0 1 0,0 0 1 0,0 0-2 0,0 1 1 0,3 1 1 15,-1-1-1-15,-2 1-1 0,6-1 0 0,-6 1 3 0,7 1 0 0,-5-2 2 16,3 2 2-16,-1 0 2 0,1 2 0 0,-1-2 0 0,1 1 6 0,1 1 8 16,1-1 5-16,-2 1 8 0,1 1 6 0,-1 0 3 0,2 0 1 0,-5 1 0 15,4-1 11-15,-3 2 15 0,3 1 9 0,-1-2 9 0,-1 2 4 0,-1 0 2 16,-1 0-2-16,-2-1-5 0,4 2 1 0,-2-1-4 0,-2 0 1 0,0 0-1 15,-2 0 1-15,-2 2-2 0,2-3-12 0,-1 3-12 0,-3-1-10 0,1 1-8 16,-2 0-5-16,-1 1-2 0,-4-2-4 0,3 2-4 0,-2-1-7 16,-2-1-4-16,2 2-16 0,-1-1-16 0,-3-1-27 0,1 1-30 0,-1-1-32 15,4-1-33-15,-3-1-42 0,-4 1-45 0,3-3-107 0,1 1-132 0,1-1-132 16,-1-1-130-16,-1-1-109 0,-1-1-98 0,2 0-37 0,-1-1-8 16,-1-1 17-16,5 1 23 0,-4-2 30 0,5 0 32 0,-7-2 40 0,3 1 45 15,3-2 109-15,-2 1 134 0,3-1 132 0,-5-1 129 0</inkml:trace>
  <inkml:trace contextRef="#ctx0" brushRef="#br0" timeOffset="115543.59">26677 7495 79 0,'-2'-5'355'0,"-1"3"144"0,1-1 87 0,-2 0 58 0,0 0 41 0,-1 1 34 16,5 1 26-16,-2-1 23 0,-1-1 15 0,-1 2 14 0,-1 1 11 0,3-2 9 15,-2 1-84-15,1 1-124 0,-3 0-134 0,3 1-141 0,1 1-82 16,-4-1-57-16,-1 2-40 0,2 0-29 0,-1 2-24 0,-3 1-19 0,0 1-14 16,0 2-11-16,-2 2-5 0,2 1-5 0,-2 3-2 0,-1 0 1 0,3 1-2 15,-6 1 0-15,8 1 0 0,-6 1 3 0,-1 1 0 0,5-1 1 16,0 1 2-16,-2-1 2 0,2 1-2 0,0-2-2 0,3 1-2 0,-3-1-2 15,4-1-5-15,-1-1-2 0,-1 1-2 0,2-2 0 0,3 0-5 0,-5-2-4 16,5 1-3-16,-2-2-3 0,4 0-4 0,-2-2-7 0,2 2-8 0,2-3-14 16,-2 0-14-16,4 0-14 0,-2-1-19 0,5 1-17 0,0-2-31 0,2 1-31 15,0-3-69-15,0 0-87 0,6 1-90 0,-1-3-92 0,1 0-83 0,-1-2-82 16,4-1-85-16,0 0-88 0,-1-2-32 0,4-1-6 0,-4-2 6 0,3 1 14 16,-2-2 24-16,0 1 28 0,0-1 74 0,-4 0 87 0,3 2 93 0,-3-1 89 15,0 2 85-15,1-1 83 0</inkml:trace>
  <inkml:trace contextRef="#ctx0" brushRef="#br0" timeOffset="115901.97">26970 7593 7 0,'2'-3'291'0,"-2"3"135"0,0 0 90 0,0 0 62 0,0 0 53 0,0 0 46 15,0 3 35-15,-2 0 29 0,2 0 24 0,-4 1 23 0,3 1 15 0,-3 1 16 16,0 1-58-16,-1 1-89 0,1 1-115 0,-1 1-127 0,-1 2-78 0,3 0-52 16,-3 2-41-16,1-1-37 0,1 1-24 0,-5 1-17 0,4 0-13 0,-1 1-12 15,3-1-10-15,-3 1-7 0,1 0-7 0,1-1-7 0,-1 0-9 0,3-2-5 16,-5 1-11-16,1-1-9 0,3-1-10 0,1 2-9 0,-2-4-12 0,3-1-13 15,-3 0-10-15,4 0-13 0,-4-1-18 0,4-2-19 0,0-1-28 0,0 2-28 16,-1-4-29-16,1 1-23 0,0 1-34 0,-4-4-37 0,4-1-71 0,0 3-87 16,0-3-89-16,0 3-92 0,0-3-89 0,4 2-86 0,-4-2-81 0,0 0-79 15,0 0-21-15,0 0 6 0,5-2 16 0,-1 1 22 0,-3-1 31 0,5-1 34 16,-3 2 71-16,3-2 87 0,-3 0 90 0,3 0 94 0,-2 1 89 0,1 2 88 16</inkml:trace>
  <inkml:trace contextRef="#ctx0" brushRef="#br0" timeOffset="116126.56">27028 7917 55 0,'5'0'364'0,"-5"0"186"16,0 0 96-16,0 0 57 0,0 1 32 0,4 1 25 0,-2 0 21 0,-2 0 17 16,0-2 14-16,0 0 11 0,0 3 10 0,0-3 9 0,0 0-74 0,0 3-112 15,0-3-163-15,0 2-182 0,0-2-95 0,0 3-54 0,0 0-33 0,0-3-24 16,3 2-16-16,-3 0-17 0,0 1-17 0,0 0-17 0,0 0-20 0,0 0-21 15,0 0-27-15,0-2-27 0,0 3-56 0,0-1-67 0,0-2-93 0,0-1-103 16,0 3-94-16,0 0-93 0,0-3-105 0,0 0-112 0,0 0-45 0,0 0-18 16,0 0-2-16,0 0 7 0,0 0 16 0,0 0 22 0,0 0 53 0,0 0 64 15,0 0 93-15,6 3 103 0,-6-3 96 0,7 0 93 0</inkml:trace>
  <inkml:trace contextRef="#ctx0" brushRef="#br0" timeOffset="116500.19">27357 7818 226 0,'-2'0'518'0,"-1"-2"112"0,-1 2 60 16,2 2 33-16,-1-1 21 0,1 1 18 0,-5 1 17 0,5 1 12 0,-2-1 9 0,0 2 11 15,-1 1 9-15,3-1-44 0,-1 3-64 0,-1-2-173 0,2 2-226 16,-1-1-109-16,3 2-53 0,0-1-36 0,0 1-22 0,0-2-16 0,0 1-14 15,3-3-12-15,-1 3-11 0,5 0-7 0,-5-2-1 0,7 0-10 0,-3 0-8 16,3-2-4-16,0-1 1 0,1 0-4 0,0 0-2 0,2-1-2 0,-1-2 1 16,-2-2-1-16,2 1-1 0,2-1-1 0,-3-1 2 0,-1 0-3 0,1-1-3 15,-1 1 3-15,0-2 5 0,0 1 5 0,-8-1 2 0,5 1 5 0,-2-1 4 16,1 1 4-16,-5-1 7 0,4 1-2 0,-3-1-2 0,-1-1 1 0,0 2 2 16,-1-1 1-16,-3-1-2 0,4 0-2 0,-5 2 1 0,5-2-4 0,-4 0-4 15,-2 0-4-15,5 1-4 0,-7 1-7 0,3-3-10 0,1 2-10 0,-1 0-8 16,0-1-20-16,1 2-23 0,-2-1-32 0,5-1-38 0,-7 2-69 0,7-2-81 15,-3 0-76-15,-1 1-72 0,1 0-69 0,4 0-71 0,-5-1-74 16,5-1-81-16,0 2-49 0,0-3-33 0,0 1-3 0,0 1 9 0,5-2 26 0,-5 2 39 16,7-1 65-16,-5 1 84 0,3 0 75 0,3 0 71 0,-7 0 71 15,5 1 69-15,3 1 81 0</inkml:trace>
  <inkml:trace contextRef="#ctx0" brushRef="#br0" timeOffset="116739.45">27748 7630 231 0,'7'2'371'0,"-2"-1"78"0,-3 2 58 0,5 0 68 16,-1 3 73-16,-1 0 52 0,1 1 46 0,-3 1 31 0,3 0 21 16,-3 1 16-16,3 0 14 0,-3 0-47 0,-1 1-70 0,2 2-87 0,-2-2-96 15,-2 4-53-15,3-2-36 0,-3 1-49 0,0 3-52 0,-3-4-40 0,3 3-31 16,-2 0-16-16,-2 0-11 0,2 0-1 0,-1 0 0 0,-3 0-6 0,-1 0-8 16,2 0-15-16,-1 0-20 0,-3-2-20 0,4 2-25 0,-4-1-16 0,0-1-16 15,-2 1-15-15,2-1-15 0,-2-1-19 0,-2 0-25 0,4 0-38 0,-5-1-43 16,5-1-53-16,-6 2-61 0,1-1-48 0,3-2-44 0,-3 1-78 0,-1-1-89 15,1-1-119-15,-1 1-125 0,-1-4-130 0,0 3-129 0,1-2-70 0,1-2-46 16,1 0-1-16,-2-1 18 0,5-2 40 0,-3 1 49 0,4-1 45 0,2-1 39 16,-1-1 78-16,1-2 89 0,4-2 116 0,-1 2 127 0,2 0 130 0</inkml:trace>
  <inkml:trace contextRef="#ctx0" brushRef="#br0" timeOffset="116905.19">27634 8106 123 0,'-2'4'426'0,"-3"1"194"0,1-2 88 0,0 0 39 0,-1 1 19 16,3 1 8-16,-5-2 4 0,1 1-2 0,3-2-12 0,-4 1-17 0,-1 0-41 16,3-2-57-16,3 2-176 0,-7-1-229 0,2 1-260 0,1-2-269 0,1 1-185 15,-4 1-149-15,7-2-76 0,-7 1-48 0,4-2-18 0,-3 0-9 16,8 0 7-16,-5 1 16 0,5-1 42 0,-4 0 53 0,-1-1 76 0,5 1 82 16,-5 0 82-16,5 0 78 0,-4-2 100 0</inkml:trace>
  <inkml:trace contextRef="#ctx0" brushRef="#br0" timeOffset="132363.88">23533 6585 169 0,'0'-3'247'0,"4"1"24"0,-4 2 14 0,2 0 14 0,-2-1 10 0,0 1 12 0,3-2 11 0,-3 2 10 16,0 0 12-16,0 0 12 0,0 0-8 0,0 0-17 0,0 0-53 0,0 0-65 15,0 0-25-15,0 0-3 0,0 0 6 0,0 0 13 0,0 0 12 0,0 0 14 16,0 0 17-16,0 0 15 0,0 0 12 0,0 0 11 0,0 0 7 0,0 0 3 15,0 0-3-15,0 0-6 0,0 0-4 0,0 0-13 0,0 0-17 16,0 0-19-16,0 0-22 0,-3 0-22 0,3 0-23 0,0 2-24 0,0-2-24 16,-2 3-19-16,-2 0-18 0,3 0-14 0,1-1-13 0,-4 3-11 0,0 1-10 15,3 2-10-15,-7-2-3 0,6 1-2 0,-1 2-4 0,-3 0-3 0,3 0 0 16,-3 0-1-16,1 0-4 0,1 0-2 0,-1 0-2 0,3 0-5 0,-5-1-7 16,1 1-7-16,3-3-14 0,1 1-15 0,-2-1-21 0,3 2-26 15,-3-4-36-15,0 2-40 0,4-1-45 0,-1-1-46 0,-3 0-42 0,2 1-37 16,2 0-33-16,-3-2-30 0,3 0-21 0,0-2-21 0,0-1-11 0,0 0-10 15,0 3-4-15,3-3 0 0,-3 0 7 0,2 0 12 0,3-3 6 0,-1 2 5 16,0-4 2-16,-3 1 4 0,5-3 15 0,-3 2 26 0,3-3 23 0,-2 2 25 16,-1-1 20-16,3-1 26 0,-1 1 25 0,-1 1 24 0,1-2 29 0,0 1 28 15,1 1 36-15</inkml:trace>
  <inkml:trace contextRef="#ctx0" brushRef="#br0" timeOffset="132558.14">23570 6642 112 0,'1'-3'241'0,"5"0"31"0,-3 1 17 0,-3-1 14 0,6 0 12 15,-6 2 14-15,0 1 7 0,0 0 15 0,0 0 10 0,0 0 13 16,0 0 11-16,0 0-32 0,0 0-56 0,0 0-51 0,0 0-50 15,0 0-20-15,0 0-5 0,0 0-7 0,0 0-2 0,0 1-6 0,-2 0-5 16,-2 1-10-16,4 1-8 0,0-1-12 0,-3 2-11 0,1-1-12 0,-2 1-13 16,4 1-15-16,-1 1-12 0,-3-1-17 0,0 2-19 0,3-1-25 0,-3 2-25 15,4-1-23-15,-4-1-27 0,4 0-25 0,-2 0-24 0,-1-1-25 0,3 1-29 16,0-2-31-16,-2 2-31 0,2-3-34 0,0 2-33 0,0-4-44 0,0-1-46 16,0 0-23-16,0 0-4 0,0 0 6 0,0 0 13 0,0 0 23 0,2-1 19 15,3-2 24-15,-1-2 28 0,0 2 27 0,-3-2 36 0,7 3 31 0,-7-3 34 16</inkml:trace>
  <inkml:trace contextRef="#ctx0" brushRef="#br0" timeOffset="132693.06">23600 6675 129 0,'0'0'253'0,"-1"0"34"0,-3 3 16 15,4 0 12-15,-4 0 5 0,4 1 6 0,-5 1 4 0,5 1 0 0,-6-2 1 16,6 2-2-16,-3-1-5 0,-3 1-58 0,5 0-87 0,1 0-92 0,-8 0-98 16,8 0-84-16,-5 0-84 0,1-2-59 0,2 1-47 0,-1-3-26 0,1 2-10 15,2-4-6-15,0 0-3 0,-4 3 1 0,4-3 5 0,0 0 10 0,0 0 14 16,0 0 26-16,0 0 31 0,0 0 54 0</inkml:trace>
  <inkml:trace contextRef="#ctx0" brushRef="#br0" timeOffset="136249.15">7125 12514 73 0,'0'-6'337'0,"0"0"119"0,-4 3 80 0,4-1 59 0,0 2 46 0,0 2 44 0,0 0 37 16,0 0 29-16,0 0 27 0,0 0 19 0,-2-2 18 0,2 2 10 0,0 0-77 15,-3 0-119-15,3 0-116 0,-2-1-111 0,2 1-71 0,-4 0-54 16,1 0-46-16,-3 0-42 0,2 0-30 0,-1 0-27 0,3 0-21 0,-7 1-21 16,6-1-14-16,-6 0-13 0,3 2-9 0,-3 0-9 0,0 1-9 0,2-2-4 15,0 2-5-15,-4 2-3 0,2-2-3 0,0 1-5 0,0 1-2 0,3-1-4 16,-3 2-4-16,-2 0-3 0,6 2 0 0,-4-3-1 0,3 5-1 0,-1-3 1 16,2 2-4-16,-1 0-2 0,1 0-4 0,-2 2 1 0,5-2-1 0,-2 0 1 15,2 0-1-15,-1 1 1 0,3-1-1 0,0 0-2 0,3 0-1 0,-1 0 1 16,-2-1-1-16,6 1 1 0,-3-2-2 0,3 2 0 0,1-2 1 0,0 3 4 15,2-2-1-15,-3 0-1 0,6 1 0 0,-3-1-1 0,2-1 2 0,-2 0 4 16,0 1-1-16,2 0 1 0,2-1-1 0,-2-1 2 0,-2 0 2 16,0 2 2-16,2-2-1 0,-2 0-1 0,-4-2-1 0,2 2 1 0,-1 0 2 15,-1-2 2-15,1 1 2 0,-3 0 1 0,1 1 4 0,-2 0 4 0,-2-2 5 16,0 4 7-16,0-2 4 0,0 3 3 0,-6-1 4 0,3 2 4 0,-3 0 1 16,1 2 3-16,-1 0 1 0,-3-2 1 0,0 4-1 0,0 0 1 0,0-3-6 15,-2 3-1-15,2-2-2 0,-2 0-7 0,-1 0-2 0,3-1-7 16,-2-1-2-16,2 1-5 0,-4-2-9 0,6-2-14 0,-6 1-11 0,4-1-14 15,2-1-14-15,0 0-11 0,-4-1-15 0,5-1-15 0,-1 1-25 0,2-2-28 16,-1 0-61-16,3-2-77 0,-3 1-90 0,6-2-93 0,0 0-71 0,0 0-68 16,4-5-70-16,-2 1-74 0,5-2-50 0,-2-2-35 0,4-2-10 0,2-1 5 15,-2-1 19-15,6-1 24 0,-1-1 62 0,1 1 77 0,-1-3 90 0,1 5 94 16,3-3 80-16,0 3 75 0,-2 3 84 0</inkml:trace>
  <inkml:trace contextRef="#ctx0" brushRef="#br0" timeOffset="136797.32">7655 12848 10 0,'-2'-1'285'0,"-2"0"125"0,4 1 80 0,0 0 62 0,0 0 55 0,-2 1 53 15,2 0 40-15,0-1 35 0,-3 2 21 0,3 1 15 0,-4-1 10 0,4-2 7 16,0 0-61-16,-2 1-92 0,-1 1-111 0,1-1-118 0,-2 1-75 0,1 1-55 16,1-2-50-16,-5 4-51 0,5-2-36 0,-2 1-32 0,-1-1-20 0,-4 1-12 15,3 3-8-15,3-3-5 0,-5 4-5 0,1-2-3 0,-2 0-2 0,2 1-1 16,-2 2-4-16,0-1-7 0,0 1 1 0,3 0-1 16,-3 0 1-16,0 0-2 0,0 0-2 0,4 0-2 0,-4 0-2 0,3-2 0 15,-3 2-2-15,4-1-1 0,-1-1-3 0,1 1-3 0,1-2-3 0,1 0 0 16,-3-2-4-16,6 1-2 0,-2-2-3 0,-1 0-5 0,3-2-1 0,0-1-1 15,0 0-4-15,0 0-4 0,0 2 0 0,0-2-3 0,5 2 0 0,-5-2 0 16,6 4 0-16,-3-3 2 0,3 1-1 0,-3-1 2 0,3 2 2 0,3 0 1 16,0-1 1-16,0-1 4 0,-2 0 2 0,6 3 2 0,-4-4 2 0,2 1-1 15,-2-1-1-15,5 0 2 0,-5-1-1 0,2 1 2 0,-2-2 0 0,4 0 0 16,-6 1 0-16,2 0 0 0,0-1 2 0,0-1 1 0,0 0 1 0,0 2 1 16,-3-1 1-16,-1-1 3 0,1 1 0 0,1 0 1 0,-5 0 2 0,3 1 2 15,-1-1 2-15,1 1 7 0,-5-1 4 0,4 2 8 0,-2-1 7 0,-2 1 7 16,3-2 8-16,-3 2 8 0,0 0 7 0,0 0 9 0,0 0 6 0,0-1 4 15,0 1 0-15,0 0-2 0,0-3-3 0,0 0-3 0,-3 0-8 16,1 0-7-16,-2-2-12 0,4 1-11 0,-5-2-21 0,1-2-24 0,2 0-39 16,-3 1-42-16,1-2-46 0,-1 0-40 0,-2 2-46 0,1-4-47 15,1 2-88-15,1 0-107 0,-1 0-97 0,5 0-87 0,-6 0-88 0,6 0-89 16,0 0-67-16,0-1-63 0,0-1-6 0,4 1 16 0,-2-1 29 0,3 1 33 16,4-1 42-16,-5 2 42 0,5 0 89 0,-4 0 110 0,4 2 93 0,0 1 89 15,-1 0 87-15,4 1 93 0</inkml:trace>
  <inkml:trace contextRef="#ctx0" brushRef="#br0" timeOffset="137242.68">7982 12687 262 0,'0'-3'331'0,"0"3"35"0,0 0 24 0,0 0 19 0,0 0 27 0,0 0 34 0,0 0 52 0,0 0 62 0,0 3 57 0,0 1 56 16,0 1 13-16,0-1-5 0,4 2-74 0,-4 0-107 0,0 3-50 15,1 2-25-15,-1-1-20 0,0 3-13 0,0 1-25 0,0 1-29 16,0 2-49-16,0 1-58 0,0 1-57 0,0-1-57 0,0 3-35 0,0-1-26 0,0-1-17 16,0-1-15-16,0 2-12 0,0-4-11 0,0 1-8 0,0-1-10 15,0-3-11-15,0 1-14 0,0-2-20 0,0-1-19 0,0-2-36 0,4-2-45 16,-4-1-60-16,0 0-70 0,0-1-60 0,0-2-55 0,0-1-44 0,0-2-37 0,2 0-37 15,-2 0-33-15,0 0-27 0,3-1-27 0,-3-2-16 0,4-3-16 16,-2 2-9-16,-2-4-7 0,0 1 31 0,0-4 48 0,0 2 52 0,0-1 51 16,0-1 43-16,0-1 36 0,0 0 42 0,0 0 34 0,0 0 36 0,0 0 37 15,0-1 33-15,3 1 31 0</inkml:trace>
  <inkml:trace contextRef="#ctx0" brushRef="#br0" timeOffset="137595.95">8024 12837 9 0,'5'-12'231'0,"-3"1"47"0,1 2 24 16,3 0 17-16,-3 3 13 0,3 0 15 0,-1 2 11 0,-1-1 11 0,0 2 15 15,-3 0 12-15,3 2 16 0,1-1-9 0,-1 1-19 0,-2-1-49 16,1 2-65-16,-1 0-11 0,2 0 11 0,1 0 16 0,-1 2 17 0,-4-1 11 15,5 2 15-15,-5-1 4 0,6 0 5 0,-6 2-1 0,3 0-7 0,1-1-8 16,-2 3-14-16,-2-1-21 0,3 2-20 0,-3-1-31 0,0 3-32 0,0 0-32 16,0 0-25-16,0 2-29 0,0-1-25 0,-3 0-17 0,3 1-16 15,0 0-12-15,-6-1-10 0,6 2-8 0,-3-1-9 0,1-1-11 0,-2 0-13 16,-1 0 0-16,1-2 3 0,2 2 2 0,-1-3-1 0,-1 1 2 0,2-1 0 16,-1-1 0-16,1-1 0 0,-2 1-1 0,1-2-1 0,3-1 1 0,-2 0-4 15,2 0 5-15,-4 0 6 0,4-3-4 0,0 0-8 0,0 0-3 0,0 0-3 16,0 0-2-16,0 0 1 0,4 0-1 0,-4 2 1 0,5-2-1 0,-1 0 1 15,-2-2 1-15,1 2 0 0,3 0 1 0,-1-1 1 0,-1-1 1 0,1 1 1 16,1-1 2-16,3 0 2 0,-6 1 1 0,3 0-2 0,-1-1 2 0,-1 1 0 16,1 1 2-16,-1-2 4 0,-2 2 0 0,-2 0 0 0,3 2 1 15,-3-1 2-15,4 1 2 0,-4-2 1 0,0 2 1 0,-4 5 2 0,4-3 2 0,-3 2 4 16,1 0-2-16,-2 2 1 0,-1 1-2 0,1-2-2 16,2 1-1-16,-5 1 2 0,5-2-4 0,-1 2-2 0,-3-3-13 0,3 0-13 0,-3 0-39 15,6-1-48-15,-2-1-63 0,-1-2-70 0,3 1-57 0,0-3-52 16,0 0-47-16,0 0-43 0,3-2-43 0,-1-1-48 0,4 0-52 0,-3-3-53 15,3-1-45-15,-3-1-46 0,3-1 12 0,3-1 34 0,-4-2 55 0,4 0 66 16,0 0 56-16,2 1 52 0,-2-2 44 0,4 2 43 0,-2-1 44 0,-2 2 49 16,5-1 52-16</inkml:trace>
  <inkml:trace contextRef="#ctx0" brushRef="#br0" timeOffset="137849.73">8311 12874 196 0,'0'-3'305'0,"4"0"38"0,-4 1 24 0,0 2 19 16,0 0 20-16,0 0 18 0,0 4 32 0,0 0 36 0,-4 1 40 15,4 0 43-15,0 2 29 0,-5 0 20 0,5 4-54 0,-6-2-92 0,3 1-46 16,3 2-24-16,-6 0-16 0,3 2-10 0,1-1-14 0,-2 1-14 0,-1-1-27 15,1-1-32-15,4 2-39 0,-5-2-44 0,5-2-44 0,0 1-42 0,0-1-35 16,0-1-23-16,0-2-16 0,0 3-11 0,3-3-10 0,-1-1-8 16,2 0-7-16,1-1-2 0,-1-1-4 0,1-1-4 0,1 2-1 0,-3-4-1 15,3 2-2-15,-1-1-2 0,-1-2 0 0,1 0 1 0,1-2-2 0,3-1-4 16,-6 2-2-16,3-4-5 0,-1 1-9 0,-1-1-9 0,1 1-15 0,1-2-17 16,-3 0-20-16,1-2-25 0,-2 0-27 0,-2 4-28 0,3-3-45 0,-3-1-46 15,0 1-43-15,-3 1-43 0,3-2-33 0,0 1-31 0,-6-1-36 0,6 2-40 16,-3-1-41-16,1 0-45 0,-2 2-38 0,1-1-33 0,1-1 0 0,-2 2 22 15,2-1 34-15,-1 1 47 0,3 1 41 0,-4-1 44 0,4 1 36 0,0 4 37 16,0-5 45-16,0 0 46 0,0 5 58 0</inkml:trace>
  <inkml:trace contextRef="#ctx0" brushRef="#br0" timeOffset="138134.51">8586 12832 225 0,'2'-2'359'0,"1"0"75"0,-3 2 53 0,0 0 54 0,0 0 55 16,0 1 48-16,0-1 47 0,0 0 32 0,0 3 26 0,0-1 15 0,-3 1 13 15,1 0-52-15,-2 1-77 0,3-1-98 0,-3 2-105 0,-1-1-66 0,1 4-48 16,-1-1-50-16,1 1-49 0,-2 1-46 0,1 1-41 0,1 1-32 0,-1 1-23 16,0 0-17-16,1 0-13 0,-1 0-7 0,1 0-7 0,4 0-7 0,-5 0-6 15,5 0-6-15,0-2-6 0,0-1-6 0,0 1-3 0,0-2-4 0,0 1-4 16,5-3-2-16,-5 2-4 0,4-2-1 0,1-2-3 0,-1 1-6 0,-3-2-7 15,7 1-11-15,-7-1-9 0,5-2-20 0,-3-1-26 0,3 4-56 16,-2-4-69-16,1 0-81 0,0-2-80 0,3 0-74 0,-7 1-74 0,5 0-80 16,1-1-85-16,-1-2-54 0,-3 1-43 0,3-2-12 0,-1 1 1 0,-1-2 15 15,1 0 24-15,-3 0 53 0,5 0 72 0,-2-2 80 0,-3 1 83 16,6-1 75-16,-3 2 75 0,0-1 81 0</inkml:trace>
  <inkml:trace contextRef="#ctx0" brushRef="#br0" timeOffset="138345.24">8819 12905 13 0,'2'4'286'0,"2"-3"124"15,-1 1 77-15,-1-1 55 0,2-1 60 0,1 3 63 0,1-1 46 16,1-1 36-16,-5 1 13 0,7-2 2 0,-4 0 8 0,1 0 9 0,3 0-65 16,-2 0-98-16,0-2-118 0,2 1-122 0,0-1-75 0,-3 1-54 0,3-1-60 15,0 1-64-15,0-1-49 0,-4 1-44 0,4-3-44 0,0 2-40 0,-3 0-67 16,-1 1-86-16,1-1-64 0,1-1-58 0,-2 3-50 0,-3-1-43 15,2-1-49-15,-1 1-53 0,-3 1-56 0,0 0-63 0,0 0-49 0,0 0-43 16,0 0 7-16,0 0 29 0,0 0 55 0,0 0 71 0,-7 0 60 0,2 1 58 16,3 1 46-16,-2-2 43 0,-1 3 50 0,1 0 51 0,-1 0 59 0</inkml:trace>
  <inkml:trace contextRef="#ctx0" brushRef="#br0" timeOffset="138538.09">8901 12959 42 0,'0'4'286'15,"0"-1"59"-15,0-2 33 0,0 2 26 0,0 0 23 0,5-1 33 0,-1-1 36 16,-2 1 55-16,1 1 58 0,3-2 50 0,-3 1 45 0,3-2-3 0,-1 1-23 15,-1-1-80-15,1 2-107 0,-1-2-53 0,1 0-24 0,-1 0-29 16,-2 0-21-16,3 0-35 0,-1-2-32 0,1 2-50 0,-1-1-60 0,1-1-55 16,1 2-56-16,-3-1-49 0,3-1-54 0,-3 1-75 0,3-1-88 15,-3 2-78-15,-1-3-74 0,2 3-57 0,-4-3-49 0,0 3-56 0,3 0-60 16,-3 0-76-16,0 0-86 0,0 0-34 0,0 0-6 0,0 0 14 0,0 0 29 16,0 0 60-16,0 0 76 0,-7 0 72 0,7 0 67 0,-5 0 56 0,-1 3 52 15,3-1 54-15,1-1 58 0</inkml:trace>
  <inkml:trace contextRef="#ctx0" brushRef="#br0" timeOffset="138672.19">8968 13023 24 0,'3'3'259'0,"-3"0"77"0,2 0 40 0,-2-2 27 0,4 2 24 0,-1 0 26 16,-1 0 29-16,2-1 36 0,-2 1 32 0,1-2 27 0,-3-1 20 0,6 2 16 15,-6-2-66-15,0 1-102 0,0-1-85 0,3 0-80 0,-3 0-69 16,0 0-69-16,2 0-78 0,-2 0-79 0,4-1-97 0,-4 1-103 0,0 0-129 16,0 0-140-16,0 0-72 0,0 0-38 0,0 0-18 0,0-5-8 0,0 5 0 15,0 0 3-15,0-4 30 0,0-1 43 0,0 5 50 0,-4-3 58 16,2 0 65-16,2 3 70 0</inkml:trace>
  <inkml:trace contextRef="#ctx0" brushRef="#br0" timeOffset="144260.74">9843 12888 79 0,'-9'0'363'0,"4"0"152"0,-4 0 81 0,0 0 48 16,3-2 28-16,3 2 20 0,1 0 13 0,-2 0 15 0,0 0 10 0,3-2 9 15,1 2 7-15,0 0 6 0,0 0-86 0,0 0-123 0,0 0-139 0,0 0-147 16,0-1-75-16,1 0-40 0,3-1-24 0,2 2-16 0,-3-1-9 0,3-1-9 16,-1 1-11-16,4-1-7 0,0 1-6 0,0-2-6 0,2 1-3 0,-2-1-3 15,4 2-3-15,-2-1-6 0,-2 2-5 0,1-1-5 0,5 1-5 0,-6 0-2 16,5 1-2-16,-5 1-7 0,6-1-1 0,-6 0-3 0,2 1-1 0,1 0-2 15,-1-1-12-15,2 1-15 0,-4-1-35 0,2 2-38 0,-2-1-74 0,2-1-82 16,-2 2-80-16,0 0-70 0,-4-1-71 0,4 1-68 0,0 0-89 0,-3 0-102 16,3 0-46-16,-4 0-19 0,-1-1 0 0,1 3 9 0,-1-2 30 15,-2 3 38-15,-2-2 71 0,0 1 87 0,-2 1 76 0,-2 0 69 0,1-1 71 16,1 2 68-16</inkml:trace>
  <inkml:trace contextRef="#ctx0" brushRef="#br0" timeOffset="144665.51">9991 13084 79 0,'-3'3'291'0,"3"0"51"0,-2-2 26 0,2-1 16 0,2 4 16 16,-2-1 15-16,3-2 20 0,1 1 17 0,-2 1 19 0,1-2 16 0,-3 1 13 15,6 0-23-15,-1 2-44 0,-1-1-85 0,1 0-104 0,-1 0-47 0,5 0-17 16,-4 1-15-16,1-1-12 0,-1 2-18 0,-1-1-16 0,1 1-16 0,1-1-19 16,-3 1-14-16,3 1-14 0,-3-1-10 0,-3 3-10 0,2 0-8 15,2-1-5-15,-4 2-5 0,0 2-5 0,-4-2-2 0,2 0 1 0,-1 1 1 16,1 2 0-16,-5-2 7 0,5 0 8 0,-7 0 19 0,5-1 20 15,-7 1 21-15,6-2 26 0,-4 1 13 0,0-1 12 0,0-1 9 0,0-1 12 16,0 0 9-16,-2 0 9 0,2 0 9 0,0-1 7 0,-2 1 0 0,2-2 2 16,0 0-7-16,0 0-12 0,2 0-22 0,-1-1-23 0,3 0-18 0,0-1-9 15,1-1-14-15,-1-1-10 0,5 1-12 0,0-1-10 0,0 0-11 0,0 0-11 16,0 0-10-16,0 0-11 0,0-1-8 0,5 1-10 0,-1 0-4 0,-3 0 0 16,7-1 0-16,-3-1 2 0,0 1-1 0,5-1 1 0,-1-1 2 0,0 2 4 15,1-1-1-15,-1-3 1 0,1 3-1 0,0 0-1 0,3-1 0 0,-2 2 0 16,-2-1 2-16,0 1-1 0,2 1 2 0,-2 0 2 0,0 0-1 0,2 1-1 15,-2-1 0-15,0 3-3 0,0-1 2 0,-4-1 1 0,4 1 0 0,-3 0 0 16,3 0-5-16,-4 1-2 0,-1-1-11 0,1-1-15 0,1 1-25 16,-3-1-29-16,1 1-47 0,-2-1-53 0,1-1-60 0,-1 2-60 0,-2-2-53 15,0 0-47-15,0 1-55 0,0-1-59 0,0 0-80 0,0 0-88 0,0 0-41 16,0 0-18-16,0-6 11 0,0 2 21 0,-2-4 46 0,-1 1 53 16,1-2 57-16,-2 0 62 0,1-2 50 0,1-1 51 0,-2 0 53 0,-1 0 58 15</inkml:trace>
  <inkml:trace contextRef="#ctx0" brushRef="#br0" timeOffset="144892.09">9962 12534 42 0,'-3'-8'313'0,"1"-1"126"0,-2 3 86 0,4 0 69 0,-1 2 54 0,-3 1 45 0,4 0 33 0,0 1 26 0,0 0 19 0,0 2 16 0,-4 0 10 15,4 0 9-15,0 0-73 0,0 0-110 0,0 0-120 0,0 0-125 0,0 0-84 16,0 0-65-16,-1 4-52 0,1-4-42 0,0 3-32 0,0 1-23 0,0 4-20 15,1-1-15-15,-1 4-9 0,0 1-11 0,0 1-4 0,0 4-4 0,4 1-2 16,-4-1 0-16,0 5-5 0,0-1-8 0,4 1-14 0,-3 1-20 0,-1-1-29 16,4-1-38-16,-2 0-65 0,-2 0-80 0,3-1-74 0,1-1-74 15,-2 1-65-15,2-2-62 0,1-2-77 0,0-1-83 0,-1 0-58 0,1-3-45 16,1 2-10-16,-3-4 5 0,3 1 23 0,-1-2 33 0,-1-2 66 0,1-1 76 16,-1 0 76-16,-2-1 73 0,5-1 65 0,-5-1 63 0,5 0 75 0</inkml:trace>
  <inkml:trace contextRef="#ctx0" brushRef="#br0" timeOffset="147040.74">10724 12666 159 0,'0'-3'314'0,"0"3"54"0,0 0 31 0,0 0 28 0,0 0 25 0,0 0 38 0,0 3 43 15,0 1 47-15,0 2 47 0,0 2 31 0,0-1 26 0,0 4-29 0,2-1-57 16,-2 2-75-16,0 3-91 0,3-1-40 0,-3 2-24 0,4 2-19 0,-4 0-17 15,2 2-34-15,1 1-41 0,-3-1-41 0,4 2-45 0,-2 2-30 16,-2-2-25-16,3 2-18 0,-1-1-19 0,-2 1-13 0,0 0-12 16,0-2-12-16,4 0-8 0,-4 3-10 0,0-4-7 0,0-2-13 0,0 2-11 15,0-3-29-15,0-1-31 0,0-2-61 0,0-1-76 0,0 0-76 0,0-2-76 16,0-2-84-16,0 0-87 0,0-1-94 0,0-2-100 0,0-1-43 0,0-1-19 16,0-5-3-16,4 4 6 0,-4-4 21 0,0 0 29 0,5-2 58 0,-3-2 76 15,5 0 74-15,-2-2 77 0,1 0 85 0,-1-3 86 0</inkml:trace>
  <inkml:trace contextRef="#ctx0" brushRef="#br0" timeOffset="147343.57">10983 13027 21 0,'0'12'314'0,"0"0"78"16,0 2 49-16,0-1 34 0,0-1 28 0,0 2 26 0,3-2 24 0,-3 0 14 15,0 0 10-15,4-4 8 0,-2 3 9 0,1-4-15 0,3 1-26 0,-3-2-109 16,3-2-143-16,-1 0-74 0,1-1-40 0,1-2-31 0,0-1-26 15,2-1-24-15,0-2-19 0,-3-2-14 0,6 1-3 0,-6-2-7 0,5-2-6 16,-2-1 0-16,-4 0 4 0,4 0 8 0,-2-1 11 0,-1-1 14 0,-1 1 12 16,-1-1 15-16,-2 2 14 0,1-1 9 0,-3 1 8 0,0 1 4 0,0 1 7 15,0-1 3-15,-3 4 4 0,-3-3-5 0,3 3-4 0,-3-2-9 0,1 2-11 16,-1 0-14-16,-3 2-18 0,0-3-16 0,0 4-15 0,0-1-9 0,2-1-6 16,-6 2-12-16,4 1-12 0,0 0-7 0,2 0-8 0,-2 0-6 0,0 0-5 15,0 1-7-15,3 1-9 0,1-1-10 0,-2 2-14 0,1-1-21 0,1 1-26 16,1-1-52-16,2 0-64 0,-1 0-71 0,-1 1-70 0,2-2-65 0,2-1-56 15,2 3-57-15,2 0-59 0,-4 0-77 0,5-2-85 0,-1 3-40 16,-4-4-20-16,11-2 5 0,-4 0 17 0,0 2 47 0,2-2 59 0,0 0 74 16,0-2 75-16,2 1 62 0,-2-4 58 0,0 5 59 0,4-3 61 15</inkml:trace>
  <inkml:trace contextRef="#ctx0" brushRef="#br0" timeOffset="147817.57">11471 12716 222 0,'0'0'336'0,"-4"2"57"0,-1 0 37 0,1-1 40 0,2 4 45 0,-1 1 52 0,-3-2 61 0,3 2 45 0,-3 0 37 15,-3 0 22-15,4 2 21 0,0-1-50 0,-3 1-77 0,-3 1-87 0,6 1-89 16,-4 1-50-16,4-1-35 0,-5 2-33 0,1 0-40 0,4 2-50 0,-4-3-57 15,5 3-42-15,-1 0-38 0,0-3-23 0,1 3-18 0,-2 0-13 0,6-2-10 16,-3 1-7-16,3-2-5 0,0 1-5 0,0-2-5 0,0 1-4 0,3-1-4 16,-3-2-5-16,6 1-2 0,-2-2 1 0,1 1-1 0,0-2-1 15,-1-2-1-15,5 1-4 0,-4-1-1 0,1-2-4 0,3-1-5 0,0 1-9 16,-4-2-12-16,4 0-26 0,2-2-26 0,-3-1-57 0,-3 0-62 0,4-1-67 16,-4-1-71-16,6 1-58 0,-7-2-56 0,5-1-60 0,-4 0-60 0,1 0-75 15,-3-1-83-15,3 1-30 0,-1-2-5 0,-1 0 16 0,-1 0 25 16,-1 1 53-16,2-3 63 0,-2 4 65 0,-2-2 71 0,3 0 59 0,1 0 57 15,-2 0 63-15,1 0 62 0</inkml:trace>
  <inkml:trace contextRef="#ctx0" brushRef="#br0" timeOffset="148102.37">11578 12556 178 0,'0'-4'301'15,"-2"-1"46"-15,2 1 29 0,0 4 25 0,2-2 21 0,-2 2 32 0,0 0 33 16,0 0 43-16,0 0 48 0,0 0 59 0,0 0 59 0,0 0-14 15,0 0-52-15,0 3-65 0,0 0-70 0,0 2-35 0,0-1-16 0,3 2-16 16,-3 0-13-16,0 3-22 0,4 2-26 0,-2 1-36 0,-2 1-39 16,0 2-47-16,3 3-50 0,-1 0-27 0,-2 3-18 0,4 0-8 0,-4 2-5 15,0 1-2-15,3 0-2 0,-1 1-2 0,-2 2-4 0,4 0-3 0,-4 0-7 16,2 2-6-16,-2-1-6 0,3 2-12 0,-3-2-9 0,4 1-12 0,-2 1-11 16,1-3-10-16,-3 2-9 0,0-4-9 0,4 1-12 0,-2-2-16 0,-2-2-16 15,3-2-22-15,-3-1-23 0,2-2-25 0,-2-2-21 0,0-2-26 0,0-1-25 16,4-2-54-16,-4-2-67 0,0 0-90 0,0-2-104 0,0-2-89 0,0-1-85 15,0-3-100-15,0 0-108 0,0 0-40 0,0 0-4 0,3-1 11 0,-1-4 16 16,2-1 21-16,-2 2 23 0,-2-4 53 0,3 1 68 0,1-1 92 0,-2-1 104 16,1 2 90-16,-1-2 86 0</inkml:trace>
  <inkml:trace contextRef="#ctx0" brushRef="#br0" timeOffset="148447">11986 12975 283 0,'-3'3'589'0,"3"0"119"0,-2 0 54 0,2 0 26 0,0 0 13 0,0-2 18 0,-4 2 13 0,4 1 3 0,0-2 4 15,0-2 3-15,-1 3-4 0,1-3-52 0,0 0-78 0,0 0-200 0,0 3-261 16,0-3-124-16,1 2-63 0,-1-1-52 0,4 1-50 0,-4-1-99 0,2 2-120 16,1-3-112-16,-3 1-106 0,0-1-122 0,0 0-129 0,6 4-60 0,-6-4-28 15,0 0-13-15,3 0-3 0,-3 0 3 0,0 0 11 0,0 0 27 0,0 0 31 16,6 0 87-16,-6 0 109 0,5-4 103 0,-5 4 104 15</inkml:trace>
  <inkml:trace contextRef="#ctx0" brushRef="#br0" timeOffset="148923.82">12323 12619 82 0,'0'0'372'0,"-4"0"94"0,1 0 55 0,1 2 44 16,-2-1 37-16,4 0 34 0,0 1 32 0,-3 1 31 0,1-1 28 0,2 1 21 15,0 0 18-15,0 1-17 0,-4 1-32 0,4-1-122 0,0 4-158 0,0-1-83 16,0 4-50-16,0 1-38 0,0-1-28 0,4 3-29 0,-4 1-25 0,0 2-22 15,2 1-18-15,1 1-11 0,-3 1-10 0,4 1-4 0,-2 0-2 0,-2 0-5 16,3 1-1-16,-3 1-1 0,4-1-2 0,-2 1-5 0,-2-1-2 16,0 0-7-16,3 1-5 0,-1-2-12 0,-2 0-10 0,0-1-7 0,4-1-9 15,-4-1-10-15,0-1-14 0,3-1-21 0,-3-1-23 0,2-1-22 0,-2-2-24 16,0 0-21-16,0-2-21 0,0 1-30 0,0-2-33 0,0 0-63 0,0-2-78 16,0-1-87-16,0 2-93 0,0-4-86 0,0 2-90 0,0-6-83 0,0 5-80 15,0-5-26-15,0 0 1 0,0 0 8 0,0 0 15 0,0 0 26 0,0 0 32 16,0 0 62-16,6 0 79 0,-3-3 88 0,3 0 91 0,-3-2 94 0,3 1 92 15</inkml:trace>
  <inkml:trace contextRef="#ctx0" brushRef="#br0" timeOffset="149313.85">12549 12923 28 0,'-2'5'289'16,"-1"1"109"-16,3 0 64 0,-4 2 37 0,2-1 40 0,2 1 37 0,2 2 44 16,-2 1 46-16,0-2 32 0,0 0 27 0,0 1 17 0,4 1 13 15,-4-2-67-15,3 0-103 0,-1-2-103 0,2 1-105 0,-1-1-60 0,3-1-38 16,-5-2-37-16,3 3-34 0,1-3-41 0,5-1-42 0,-5 0-33 0,0-3-26 16,4 1-15-16,-1-1-11 0,-1-1-4 0,0-2-6 0,-1 0-1 0,3 0-2 15,-4-1 1-15,0-2 1 0,1 0 0 0,1-2-2 0,-1 2 3 0,-1-1 2 16,-1-3 5-16,-3 3 4 0,3 0 4 0,-2 1 3 0,-2-2 3 0,3 2 4 15,-3 0 4-15,0 0 1 0,-3 2 3 0,1-1 4 0,2 1 2 0,-4-1 5 16,-1 2-2-16,1-1-5 0,-1 0-1 0,-1 2-6 0,3-3-4 0,-3 4-5 16,1-1-5-16,-4-1-5 0,4 2-5 0,-1-1-6 0,-1 0-11 0,0 1-14 15,-1 1-19-15,3-1-19 0,-4 1-21 0,4-2-21 0,-1 2-40 0,1 0-53 16,-3 0-87-16,3 0-104 0,0 0-90 0,1 0-85 0,2 0-93 16,-1 0-99-16,3 0-61 0,-6-1-47 0,6 1-14 0,-3-2 7 0,3 2 10 15,0 0 17-15,0-6 37 0,0 1 51 0,3 1 87 0,-3-2 106 0,6 0 88 16,-3 0 86-16,-1 0 94 0</inkml:trace>
  <inkml:trace contextRef="#ctx0" brushRef="#br0" timeOffset="149538.48">12797 12673 24 0,'0'7'488'0,"3"1"138"0,-3 2 75 15,0 1 45-15,4 1 28 0,-2 1 18 0,-2 1 19 0,0 3 12 0,0-1 10 16,0 2 8-16,0 0 9 0,0 2-6 0,0-1-13 0,0 4-190 0,0-2-270 15,0 0-135-15,0-1-76 0,-2 2-41 0,2-3-28 0,0 1-20 0,2-2-19 16,-2 1-16-16,0-2-15 0,0-2-18 0,3-2-15 0,-1 1-18 16,-2-4-15-16,4 1-25 0,-4-4-31 0,3-1-46 0,-3-1-57 0,2-1-61 15,-2-1-65-15,0-3-55 0,0 0-55 0,0 0-46 0,4-1-46 0,-2-4-42 16,1 2-44-16,1-3-55 0,-2-1-64 0,-2-2-14 0,3-3 5 16,-3 0 40-16,0-2 51 0,4 1 59 0,-2-2 63 0,-2-2 57 0,0 2 53 15,0-2 51-15,3 1 52 0,-1 0 51 0,-2-1 50 0</inkml:trace>
  <inkml:trace contextRef="#ctx0" brushRef="#br0" timeOffset="150122.7">12909 12685 147 0,'0'-5'307'16,"0"3"51"-16,0 2 31 0,0 0 22 0,0 0 22 0,0 0 28 0,0 0 34 15,0 2 41-15,0 2 45 0,0-1 37 0,0 1 37 0,-4-1-25 0,4 1-50 16,0 1-79-16,0 1-91 0,-3-1-45 0,3-1-26 0,0 2-20 16,-2-1-20-16,2-1-24 0,-4 2-32 0,4-3-38 0,0 3-43 0,0-3-34 15,0 1-32-15,0 1-22 0,-2 0-17 0,2-2-8 0,0 1-6 0,0-1-4 16,0 2-1-16,-3-4-4 0,3 2-1 0,0 0-1 0,0-1-2 15,0-2-2-15,0 2-5 0,-4 0-2 0,4-2-2 0,0 0-4 0,0 3-3 16,0-3-2-16,0 0-1 0,0 0-1 0,0 0-2 0,0 0-3 0,0 0-2 16,0 0-1-16,0 0-1 0,0 0 5 0,0 0 8 0,0 0-3 0,0 0-7 15,0 0-5-15,0 0 0 0,0 0-2 0,0 0 1 0,4 2-1 0,-4-2-1 16,0 0 0-16,0 0 2 0,5 0-1 0,-1 0 2 0,-2 0-4 0,1 0-10 16,1 0 4-16,1-2 8 0,-3 2 2 0,2-1 2 0,1 1-1 0,-1-2 1 15,1 2 2-15,-1-2 1 0,1 2 1 0,-1 0 0 0,1-1 0 0,-3 1 1 16,2 0 2-16,1 0 2 0,-1 0 2 0,1 0 5 0,-1 0 6 0,-2 1 8 15,1-1 4-15,-3 4 6 0,4-1 3 0,-2 0 4 0,-2 1 4 0,3 0 4 16,-3 3 0-16,0-1 2 0,0 0 1 0,-3 3 3 0,3-2-1 16,-2 2-2-16,-2 0-5 0,1 0-5 0,1 0-7 0,-2 2-4 0,-1-2-4 15,1 0-4-15,-1 0-5 0,1 0-4 0,-1 0-2 0,-1 0-2 16,3-2-3-16,-3 0-5 0,1 3-1 0,-1-3-1 0,-1 1-1 0,2-1-2 16,-1-1-2-16,3 0-2 0,-3 0 1 0,1-1-1 0,1-1 1 0,-1 1-2 15,3-2-3-15,-2-2-5 0,1 2-2 0,1 0-2 0,2-2-5 0,0-1-4 16,0 0-3-16,0 0 0 0,0 0 0 0,0 0 3 0,0 0-1 0,2 0-1 15,1 0 1-15,3-1 1 0,-3 0 1 0,3-1 5 0,-1-1 3 0,1 0 3 16,1 0 3-16,-2 0 5 0,4 0 1 0,-3-1 1 0,3 1 2 0,-4 1 0 16,4-1 2-16,-3 2 1 0,-1-1 3 0,2 0 4 0,-1 2 4 0,-1 0 1 15,1 2 1-15,-1 0 4 0,2-1 2 0,-1 2 1 0,-1 0 4 0,1 0 4 16,-3 1 4-16,1 0 2 0,-2 0 2 0,1 2 0 0,-1-2 0 0,-2 4-1 16,0-2-4-16,0 2-2 0,-2 1-1 0,-1-1-1 0,1 2-1 0,-2-2-2 15,1 2-6-15,-3 0-5 0,1-1-2 0,1-1-4 0,-1 1-5 0,1 0-4 16,-1-2-7-16,-1 1-6 0,3-3-10 0,-3 2-13 0,4-1-19 15,-5-2-21-15,5 1-58 0,-1-2-74 0,-1 0-89 0,2-2-101 16,-1-1-91-16,3 0-88 0,0 0-96 0,-2-3-99 0,-2-1-41 0,4-2-15 16,0-3-2-16,0 1 6 0,0-2 17 0,4-2 21 0,-2 0 57 0,1-2 73 15,-1-1 92-15,2 0 101 0,1-1 91 0,2-1 91 0</inkml:trace>
  <inkml:trace contextRef="#ctx0" brushRef="#br0" timeOffset="150281.23">13253 12784 139 0,'0'14'434'0,"0"-1"186"0,-4 1 93 0,4 2 51 0,-2 1 28 0,-1 4 21 0,3-2 14 0,0 2 13 0,-4-1 6 0,2 0 5 0,2 3 0 0,0-2-1 0,0 2-109 0,0-1-154 0,-4-1-176 15,4 1-189-15,0 0-107 0,0-1-71 0,-1-2-91 0,1-1-100 0,-4 0-118 16,4 0-128-16,0-2-127 0,0 1-126 0,-4-2-85 0,4-1-66 16,-5-2-28-16,3 0-14 0,-1 0-5 0,-6-2 4 0,-1-1 12 0,1 1 20 15,-1 0 62-15,-1-3 82 0,-2 1 106 0,-1-1 114 0,-4 0 119 0</inkml:trace>
  <inkml:trace contextRef="#ctx0" brushRef="#br0" timeOffset="150810.93">9096 14274 280 0,'-5'4'461'15,"5"1"82"-15,-4-1 44 0,4 0 29 0,0 0 21 0,4 0 22 0,-4-2 28 0,1-1 23 0,3 1 19 16,0-1 17-16,-2-1 14 0,1 2-53 0,3-1-85 0,-1-1-134 0,2 1-160 16,0 1-83-16,1 0-44 0,-1-1-26 0,6 1-20 0,-4-2-22 0,1 0-28 15,0 0-23-15,4 0-23 0,-5 0-29 0,6 0-32 0,-6-2-59 0,1-1-74 16,5 1-90-16,-6 1-94 0,4 1-90 0,-6-1-86 0,2-1-101 0,0 1-107 16,-4-1-49-16,3 1-21 0,-8 1-10 0,1 1-4 0,-1-1 12 0,4 2 17 15,-4-2 50-15,0 5 65 0,0 2 84 0,-4-1 91 0,-1-1 90 0,1 5 86 16</inkml:trace>
  <inkml:trace contextRef="#ctx0" brushRef="#br0" timeOffset="150939.6">9201 14551 121 0,'5'3'303'0,"-1"2"55"0,1-2 32 0,1 1 20 0,1-1 15 16,-1 2 8-16,3-2 4 0,-4 1 3 0,0-2 1 0,5 1-5 0,-1 0-12 15,-4-2-64-15,4 1-89 0,2-2-134 0,-2 1-155 0,0 1-143 0,0-2-141 16,0-2-68-16,-2 1-37 0,2-2-18 0,4-2-9 0,-4 2-3 0,-2-1-4 15,2-1 7-15,0-1 9 0,0 2 21 0,0-2 27 0,-3 0 41 0,3 0 51 16</inkml:trace>
  <inkml:trace contextRef="#ctx0" brushRef="#br0" timeOffset="151408.7">9688 14418 37 0,'9'-2'288'0,"0"1"95"0,0-1 53 0,-4 1 27 0,4-2 31 16,0 3 25-16,0-2 42 0,-3 1 50 0,3 1 31 0,-4 0 20 16,4-2 9-16,-3 2 2 0,3-2-77 0,2 2-108 0,-4-1-99 0,0 0-95 0,2 1-50 15,-4-2-27-15,4 2-33 0,-3 0-27 0,3 0-55 0,-5 0-71 0,1 0-52 16,0 0-44-16,-1 2-28 0,0-1-24 0,-3 0-21 0,-1 3-22 16,0-1-15-16,0 0-16 0,0 1-10 0,-1 0-5 0,-3 3-5 0,0-3 5 15,-1 4 13-15,0-1 19 0,-1 1 29 0,-3 1 29 0,4-2 32 0,-3 0 33 16,-2 3 35-16,1-3 32 0,0 2 40 0,-1-1 36 0,5 1 32 0,-4-2 30 15,2 2 23-15,0-1 20 0,-3-1 15 0,5 1 10 0,0-2 1 0,-1-1 1 16,3 2-10-16,3-3-11 0,-6-1-16 0,6 0-16 0,0 0-18 0,0-3-20 16,0 0-21-16,0 2-19 0,0 1-18 0,6-3-15 0,-6 3-11 0,3-3-10 15,3 1-3-15,-1-1-6 0,0 2 0 0,5-2 1 0,-3 0 1 0,0 0 1 16,2 0 0-16,0 0-2 0,0 0-2 0,0 0-5 0,0-2-1 0,-2 2-3 16,2 0-2-16,-3 0 1 0,3 0 1 0,-5 2-2 0,1-2 1 0,0 1 2 15,3 1 2-15,-7-1 2 0,3 2 2 0,-2 0 0 0,2 2 3 16,-4-2 3-16,3 1 2 0,-3 0 3 0,0 3 0 0,0-1-2 0,0-1 1 15,-3 3-1-15,3-2-3 0,-4 2-1 0,2-2-5 0,-2 0-5 0,3-1-2 16,-3 2-1-16,0-3-4 0,3 1-4 0,-3-3-8 0,-1 3-9 0,1 0-15 16,2-4-18-16,-1 2-29 0,-1-1-31 0,2-1-55 0,2-1-59 0,-4 0-65 15,-1 0-65-15,1-3-57 0,4 0-56 0,-1 0-57 0,-3-1-56 16,-1-2-69-16,1 0-74 0,2-4-23 0,-1 2 1 0,-3-1 19 0,6-2 28 16,-3 2 50-16,1-3 61 0,-2 2 65 0,0-1 65 0,3-1 59 0,1 3 55 15,-4-1 55-15,4 1 61 0</inkml:trace>
  <inkml:trace contextRef="#ctx0" brushRef="#br0" timeOffset="151753.24">9572 14293 81 0,'-4'0'332'0,"-1"0"112"0,5 0 64 0,0 0 45 0,0 0 53 0,0 0 59 0,3 2 43 0,-1-1 34 0,2 1 23 0,1-2 18 0,4-2 15 15,0 1 10-15,2-1-83 0,2 0-122 0,1 1-109 0,1-2-106 0,-1 2-60 16,4-2-40-16,2 0-50 0,-2-2-52 0,2 2-41 0,0 0-34 16,0-1-21-16,-2 1-18 0,2 0-13 0,-2-2-11 0,2 3-8 0,-6 0-4 15,1-1-4-15,-1 1-4 0,3 1-1 0,-3-1 0 0,-3 1-4 0,2-1-4 16,-3 1-8-16,1-3-16 0,2 4-2 0,-4-1 2 0,-4 0-5 0,6-1-10 15,-7-1-13-15,1 3-18 0,-1-1-28 0,-2-1-34 0,1 1-71 0,-3 1-91 16,0 0-78-16,0-3-74 0,0 1-58 0,-3-1-47 0,3 0-65 0,-2 0-72 16,-2-1-60-16,3-1-56 0,-7 0-15 0,3 0 2 0,-1 0 20 0,3-1 28 15,-3 0 71-15,-3 2 87 0,4-2 80 0,-4 0 71 0,3 0 66 0,-3-2 60 16,4 2 66-16</inkml:trace>
  <inkml:trace contextRef="#ctx0" brushRef="#br0" timeOffset="151932.96">9849 13836 64 0,'0'-6'321'0,"0"1"114"0,0 2 80 0,-4 0 65 0,4 3 63 16,0 0 62-16,0 3 41 0,-2 2 32 0,2-1 23 0,0 1 15 16,0 2 9-16,0 2 13 0,-4 2-80 0,4-1-119 0,-1 4-112 0,1-2-110 15,-4 4-80-15,4-1-66 0,-4 2-63 0,4-1-61 0,-1 2-46 0,1 0-41 16,-4-1-39-16,4 1-39 0,0 0-65 0,0-2-77 0,0 0-98 0,0 1-109 16,4-2-107-16,-3 0-104 0,-1 0-98 0,0-2-96 0,4 0-43 0,0-1-21 15,-3-2-4-15,3 1 6 0,2-2 14 0,-3-2 21 0,3 1 55 0,-3-3 68 16,3 0 92-16,-1 0 104 0,4-1 105 0,-3 0 104 0</inkml:trace>
  <inkml:trace contextRef="#ctx0" brushRef="#br0" timeOffset="152381.74">10492 14349 240 0,'-1'4'508'0,"1"1"170"0,-4-1 77 0,2 0 36 0,-1 1 23 0,-1 1 14 0,4 0 13 0,0-1 9 15,-2-2 13-15,-1-2 9 0,3-1 6 0,0 0 2 0,0 0-136 0,0 0-194 16,0 0-175-16,0 0-168 0,0 0-75 0,0 0-37 0,0 0-23 0,3 3-21 15,-1-1-23-15,-2-1-23 0,4 1-28 0,-4-1-26 0,3 0-32 0,-1 1-35 16,-2 0-74-16,4-1-97 0,-3 1-88 0,3-2-91 0,0 1-94 0,-3 1-100 16,-1-2-79-16,0 0-75 0,0 0-23 0,0 0-5 0,0 0 8 0,0-5 11 15,0 5 26-15,4-5 32 0,-4 1 72 0,0 4 94 0,0-7 90 0,0 0 90 16,4 3 96-16,-2-2 98 0</inkml:trace>
  <inkml:trace contextRef="#ctx0" brushRef="#br0" timeOffset="152717.54">10767 14084 28 0,'4'2'328'0,"-4"-2"167"0,0 5 94 0,0-2 60 0,0 1 43 0,2 0 32 16,-2 3 28-16,3-3 25 0,-3 2 19 0,0 0 16 0,0 0 14 0,0 3 13 16,0-1-61-16,0 1-98 0,0 3-132 0,0-2-152 0,0 4-80 0,0 1-48 15,0 1-26-15,0 2-22 0,0 0-17 0,2 2-16 0,2 1-10 0,-4-2-9 16,0 2-10-16,3 2-6 0,-1-3-12 0,-2 2-8 0,4-3-15 0,1 2-12 16,-1-1-13-16,-2-1-15 0,1 1-11 0,1-2-10 0,-2 0-16 0,1-3-19 15,3 1-27-15,-6-2-30 0,5-1-29 0,-5-1-35 0,4 0-25 16,-1-3-26-16,-1-1-29 0,-2-1-32 0,4-2-66 0,-4-1-85 0,2-1-91 15,-2 0-94-15,0-1-87 0,3-1-87 0,-3-1-73 0,0 0-71 0,0 0-19 0,0 0 10 16,0-3 16-16,4-1 16 0,-2-1 29 0,-2-1 28 0,0 0 69 16,3-1 83-16,-3 0 91 0,2 0 92 0,2 1 95 0,-4-1 93 0</inkml:trace>
  <inkml:trace contextRef="#ctx0" brushRef="#br0" timeOffset="153024.97">11077 14439 147 0,'3'1'432'0,"-1"0"106"0,2 1 66 0,-2 0 45 0,-2-1 35 16,3 2 32-16,-3 0 28 0,4-1 24 0,-4 1 21 0,2-1 15 0,-2 2 11 15,0-1-32-15,0 0-52 0,0 0-147 0,3 0-189 0,-3-1-105 0,0 0-63 16,0 1-46-16,0-3-33 0,2 3-37 0,2-1-34 0,-4-2-41 0,0 1-42 16,0-1-66-16,0 3-78 0,3-1-94 0,-3-2-105 0,0 0-102 0,2 1-105 15,-2-1-98-15,0 0-95 0,0 0-45 0,0 0-20 0,0 0-5 0,0 0 2 16,-5 0 15-16,5 0 19 0,-9 0 51 0,3-1 65 0,3-1 89 16,3 2 100-16,-6-1 104 0,4-1 103 0</inkml:trace>
  <inkml:trace contextRef="#ctx0" brushRef="#br0" timeOffset="154355.51">9915 14415 223 0,'-1'-2'298'0,"-3"2"41"0,0-1 26 0,4 1 22 0,-1-2 23 16,1 2 28-16,-4-1 26 0,4 1 43 0,-4 0 50 0,3 1 45 0,1-1 45 15,0 0-27-15,-4 0-63 0,4 0-59 0,0 0-57 0,0 0-30 0,0 0-14 16,-2 0-17-16,2 0-15 0,0 0-24 0,0 0-24 0,0 0-37 0,0 0-40 16,0 0-42-16,0 0-41 0,0 0-30 0,0 0-26 0,0 0-20 0,0 0-15 15,0 0-11-15,0 0-9 0,0 0-8 0,0 0-7 0,0 0-7 0,0 0-7 16,0 0-5-16,2 0-5 0,2 2-2 0,1-2-4 0,0 1 1 0,-1-1-4 15,1 3 4-15,5 0-2 0,-5 0 0 0,0 0 0 0,4 2-2 0,-1-1 4 16,-1 2-1-16,-4 0 1 0,7 2-1 0,-5-3 1 0,0 5-1 16,-1-3 1-16,1 1-1 0,-1 1 2 0,-2 0 0 0,1 1 0 0,-3 1-1 15,0-1-1-15,4 2 2 0,-4 0 0 0,-4 0 0 0,4 2 0 0,-3-1 0 16,1 0 0-16,-2 1-1 0,1-2-1 0,1 2 1 0,-3-2 1 0,1 0 0 16,-1-2-2-16,1 2 2 0,-2-3 0 0,3 0 0 0,-3 0-1 15,1-1-1-15,1-1 2 0,-1-1 0 0,0 2 2 0,1-4-1 0,-1 0 4 0,1 3-1 16,-2-3 1-16,1-1-1 0,1 1 4 0,-1 0-1 0,0-1 1 15,1 0 1-15,-1-2 1 0,-1 2 2 0,6-1 2 0,-4-1-1 0,3 0 1 16,1-1-2-16,0 0-2 0,0 0-1 0,0 0 0 0,0 0-1 0,0 0-1 16,0 0 1-16,0 0-2 0,0 0-3 0,0 0-5 0,1-1-2 0,3 0 2 15,-4-1 1-15,6-1 1 0,-1 0 0 0,-1 2 0 0,1-2 1 0,0-2 1 16,4 2-1-16,-3-1 2 0,3 1 0 0,0-2 2 0,0 2-4 0,0-1-1 16,2 1 0-16,-2-2 0 0,0 2 2 0,2-1 1 0,-2 1 0 0,4-2 0 15,-3 2 0-15,-1-1-2 0,2 2-5 0,-2-1-5 0,0-1-12 0,0 1-14 16,2 0-28-16,-2 0-33 0,0-1-88 0,0 0-113 0,0 1-98 0,-3 0-94 15,3-1-116-15,-4 0-131 0,4 0-55 0,-3 0-29 0,-1-1-8 0,1-1-1 16,-3 2 7-16,3-1 11 0,-3-1 34 0,1 3 38 0,-2-1 88 16,1-1 106-16,-1 2 99 0,-2 3 93 0</inkml:trace>
  <inkml:trace contextRef="#ctx0" brushRef="#br0" timeOffset="156359.04">11077 14226 72 0,'0'0'302'0,"5"0"76"0,-5 0 48 0,4 0 37 0,-2 1 38 0,1-1 36 16,1 3 37-16,-2-1 32 0,1 0 34 0,-3 2 31 0,2-1 19 0,2 0 12 15,-4 0-80-15,3 1-121 0,-3-3-88 0,2 4-76 0,-2 0-46 0,0-2-38 16,4 1-36-16,-4 1-36 0,0-1-34 0,0 1-30 0,0-1-35 0,0 2-32 16,0 0-18-16,0-1-14 0,0 0-7 0,0 2-5 0,0-3-2 0,-4 1 1 15,4-1-2-15,0 1 0 0,0-1-2 0,0 1-2 0,0-1-2 16,0-1-2-16,0 0 1 0,0 0-1 0,0 0 1 0,0 0-2 0,4 0 1 15,-4 0-1-15,5 0 2 0,-1 0 2 0,-2-1 4 0,1 1 2 16,3 0 2-16,-1-1 5 0,4 2 1 0,-5-3 3 0,5 2 1 0,0 0 5 16,-2 0 3-16,2 0 6 0,0 2 2 0,0-2 4 0,-3 1-2 0,3-1 0 15,0 1 2-15,1 0 2 0,-1 2 2 0,-3-3 2 0,3 3 5 0,-4-2 2 16,3 1 4-16,-3-1 1 0,-3 2 4 0,5-1-1 0,-5 1 3 0,2 0 0 16,-4 0 3-16,3 0 0 0,-3 0-2 0,0 1-3 0,-3 1-4 0,3-1-3 15,-4 1-4-15,-2-1-8 0,3 4-8 0,1-4-10 0,-3 4-18 0,-3-2-22 16,3 0-52-16,-4 0-65 0,3 0-89 0,-3 1-98 0,0 1-86 0,2-1-85 15,-5-1-102-15,2 1-113 0,0 1-57 0,-3-2-31 0,2 0-10 0,-3 1-1 16,-1 1 10-16,-3 0 15 0,4-1 47 0,-4 1 61 0,1-1 85 16,-4 2 97-16,1 0 85 0,0 2 83 0</inkml:trace>
  <inkml:trace contextRef="#ctx0" brushRef="#br0" timeOffset="156658.2">9764 15292 24 0,'-6'2'326'0,"6"-1"169"0,0-1 77 0,-4 0 33 0,4 0 14 0,0 0 8 0,0 0 8 0,0 3 10 0,0-3 12 15,0 3 10-15,4-3 5 0,0 1 3 0,-2 1-71 0,1 0-106 0,1-1-147 16,1 1-167-16,1-1-82 0,-1 1-40 0,0-1-47 0,3 1-48 0,-3-1-65 16,6 1-71-16,-4-1-61 0,0-1-62 0,1 1-53 0,-3 1-53 15,1 0-63-15,3-1-66 0,-4 1-58 0,-5-2-53 0,4 0-18 0,-3 3-2 16,3-2 27-16,-4-1 41 0,4 5 54 0,-4-5 58 0,0 6 54 0,-4-2 49 16,4 2 49-16,-4 2 51 0,4-1 59 0</inkml:trace>
  <inkml:trace contextRef="#ctx0" brushRef="#br0" timeOffset="156779.19">9805 15501 1 0,'0'4'227'0,"0"1"57"16,0-2 28-16,0 0 20 0,6 1 11 0,-3 1 9 0,-1-1 9 0,2 1 8 16,-1-2 6-16,3 0 7 0,-5 0 6 0,3-1 2 0,1 2-64 0,-1-1-97 15,2 0-67-15,-1 0-54 0,2-2-41 0,-1 2-29 0,-1-3-40 0,4 1-40 16,-3-1-59-16,3-1-62 0,0 1-78 0,-4-3-80 0,4 0-39 0,-3-1-16 16,3-1-10-16,0-1-4 0,0 0-1 0,-2 0 1 0,2-1 9 0,0-1 11 15,0 1 29-15,0-1 32 0,2 2 49 0,-2-1 57 0</inkml:trace>
  <inkml:trace contextRef="#ctx0" brushRef="#br0" timeOffset="156983.7">10342 15334 52 0,'6'-1'294'0,"-1"-1"87"0,4 1 42 0,-3-1 16 0,-1 1 9 0,4 1 6 15,-3 0 0-15,3 0 2 0,-4 0 4 0,4-2 3 0,-2 1 0 0,1-1 3 16,1 0-82-16,0 1-121 0,0-2-100 0,2 0-93 0,-2 0-44 15,3 0-23-15,-5 0-29 0,6 0-32 0,-2-1-33 0,-2 1-39 0,0-2-40 0,0 1-34 16,2 1-56-16,-2 0-64 0,-4 0-52 0,3-2-46 0,-3 2-18 0,0-2-5 16,-1 3 1-16,-2 0 5 0,-2 2 16 0,0 0 29 0,0 0 31 15,0 0 39-15,0 0 34 0,0 0 31 0,0 0 57 0</inkml:trace>
  <inkml:trace contextRef="#ctx0" brushRef="#br0" timeOffset="157407.13">10426 15463 196 0,'-2'6'344'0,"2"-3"55"0,-4 0 27 0,4 0 27 0,4 0 20 16,-2-1 32-16,1 1 31 0,-3-2 41 0,4 0 37 0,-4-1 37 0,2 0 36 15,-2 2-33-15,3-2-64 0,-1 0-85 0,2 0-98 0,1 2-45 0,-1-2-22 16,-3 0-20-16,7 1-16 0,-3-1-29 0,1 2-31 0,-1-2-37 0,2 1-36 16,-1-1-38-16,-1 2-33 0,0-2-20 0,-1 1-17 0,2 1-14 0,-1-1-10 15,-1-1-9-15,1 2-6 0,-1-1-3 0,-3 1-4 0,3 1-2 0,0 0-2 16,-3-2 1-16,-1 4-2 0,0-2 0 0,0 1-2 0,0 1 1 0,0 1-1 15,0-2-1-15,-1 2-2 0,-3 2-1 0,4-1 0 0,-5 1 0 0,5-1-1 16,-4 1-2-16,-1-1 0 0,1 1 1 0,2-1-1 0,-1 1 2 0,-3-1-1 16,2-1 1-16,3 0 1 0,-3 0 0 0,0 0 1 0,3 0 1 0,-3-2-2 15,4 0 1-15,-2 0-1 0,-1-1 0 0,3 0 0 0,0 0 2 0,0 0-2 16,0-3-2-16,0 0-1 0,0 3-1 0,0-1-2 0,3 1 1 0,-1-2 2 16,2 1 2-16,-3-1 1 0,3-1 1 0,1 2 1 0,-1-1-1 0,2-1-1 15,-1 2 2-15,4-2 2 0,-4 0 1 0,4 0-2 0,-3 0 1 0,3-2 1 16,-2 2-1-16,0-1-4 0,1-1 0 0,-3 2-1 0,0-1-1 0,1-1 2 15,1 1 0-15,-1 1-1 0,-1-2-1 0,-1 1 1 0,1 1-2 0,-3 0-2 16,1-2-2-16,3 2-1 0,-2 0-7 0,-4 0-10 0,0 0-17 0,0 0-23 16,0 0-43-16,0 0-58 0,0 0-66 0,0 0-77 0,0 0-64 0,0 0-61 15,0 0-60-15,0-2-58 0,-4 1-72 0,2 0-76 0,-2-2-44 0,1 0-29 16,-3-2 2-16,1 1 12 0,1 0 42 0,-1-1 53 0,0-1 68 0,-5 1 76 16,5-1 64-16,1-1 60 0,-5-1 61 0,8 1 60 0,-8-1 73 0</inkml:trace>
  <inkml:trace contextRef="#ctx0" brushRef="#br0" timeOffset="157826.16">10342 15124 10 0,'0'-3'260'0,"2"0"89"0,-2 3 44 0,0-1 23 0,0-1 14 0,4 0 8 0,-2 2 14 0,-2 0 14 0,3-1 14 15,-3 1 14-15,4 0 6 0,-2 0 8 0,-2 0-65 0,3 0-98 16,-1 0-92-16,2 0-86 0,-1 0-43 0,-1 0-24 0,2 1-10 0,-4 1-14 15,5-2-9-15,-5 2-14 0,4-1-13 0,-2 1-12 0,1 1-8 0,-3 0-7 16,0 1-4-16,4-1-1 0,-2 2-2 0,-2-1-2 0,0 1-1 0,0 0 2 16,0 2-1-16,-2-1 1 0,-2-1-2 0,4 2-2 0,0 0-1 0,-3-1 2 15,3 2-1-15,-2-1-1 0,-2-1 2 0,2 0-4 0,-1 0 2 0,3 0 2 16,-4 0-2-16,4-1-2 0,0-1-1 0,-2 1 2 0,2-2-1 0,0 1 4 16,0-1-1-16,0 0-1 0,0 0 2 0,2-1 1 0,-2 1 3 0,4-2 4 15,-4 1 4-15,5 1 5 0,-1-2 3 0,-2 1 7 0,1-1 7 0,3 2 6 16,-3-1 7-16,3-1 5 0,-1 1 6 0,-1-1 10 0,1 1 11 0,1 1 14 15,-3-2 10-15,3 1 4 0,-1 1 9 0,2-1 9 0,-5 0 10 0,2 1 12 16,1-1 8-16,-1 1 9 0,-2 0 5 0,1 0 1 0,1-2 3 0,-2 4 0 16,-2-2-9-16,3 0-11 0,-1 0-9 0,-2 0-6 0,0 1-10 0,0-1-13 15,0 2-17-15,0-1-13 0,-2 1-20 0,-1-1-16 0,3 1-27 0,-2-1-30 16,-2 1-54-16,4-1-64 0,-3 1-71 0,1-1-76 0,-2-1-63 0,0 3-58 16,3-3-51-16,-3 2-49 0,-1-2-52 0,1 1-49 0,2-1-63 0,-1-1-64 15,-3-1-18-15,3 1 7 0,3-2 39 0,-6 1 52 0,6-1 65 16,-5-1 71-16,-1 1 61 0,6 0 56 0,-3-3 48 0,3 3 50 0,-6-2 50 15,6 2 50-15</inkml:trace>
  <inkml:trace contextRef="#ctx0" brushRef="#br0" timeOffset="157960.32">10438 15381 184 0,'0'0'295'0,"0"0"35"0,0 0 21 0,2 0 12 0,2 1 8 0,-4 1 4 16,3 1 1-16,-3-3 5 0,0 3-2 0,0-2 1 0,0 2-2 0,0 0-68 15,-3 0-101-15,3 2-111 0,0-4-118 0,0 4-104 0,0-1-100 0,0-4-63 16,0 0-49-16,0 5-22 0,-4-1-14 0,2-1-3 0,2 2-4 0,-3-2 1 15,3 0 0-15,-6 0 12 0,6-3 16 0,0 4 36 0,-3 1 39 0,-3-1 68 16</inkml:trace>
  <inkml:trace contextRef="#ctx0" brushRef="#br0" timeOffset="176308.19">14953 2602 40 0,'3'-3'467'0,"-3"2"116"0,0 1 54 0,0 0 26 15,0-3 12-15,0 3 10 0,0 0 13 0,0 0 13 0,0-3 23 0,0 3 12 16,0 0 15-16,0-2-8 0,0 2-14 0,-3-1-176 0,3 1-250 0,0 0-112 16,0 0-53-16,0 0-24 0,0 0-13 0,0 0-9 0,0 0-12 0,0 0-17 15,0 0-19-15,5 0-16 0,-1 0-17 0,-4 0-23 0,5 1-23 16,-5 1-47-16,6-1-57 0,-3-1-70 0,-3 2-72 0,6-1-62 0,-6 1-56 16,5-1-62-16,-5-1-62 0,4 3-81 0,-1-3-92 0,-3 0-46 0,0 0-28 15,0 0 0-15,2 3 14 0,-2-3 40 0,0 0 53 0,0 6 68 0,-2-3 71 16,-1 2 64-16,3-3 56 0,-4 5 56 0,2-3 64 0</inkml:trace>
  <inkml:trace contextRef="#ctx0" brushRef="#br0" timeOffset="176487.48">14906 2767 213 0,'0'4'330'0,"0"1"36"16,-2 1 24-16,-2 0 21 0,4-1 25 0,0 1 27 0,0 0 30 0,0 0 34 16,0 0 33-16,0 0 34 0,0 0 15 0,4 1 5 0,-4-1-85 0,0-2-128 15,2 3-57-15,-2-3-33 0,0 2-27 0,3-3-19 0,-3 2-26 0,0-2-28 16,2 1-48-16,2-1-58 0,-4 0-72 0,0 0-79 0,3-1-68 0,-1 1-66 15,-2 0-47-15,4-2-42 0,-4 2-32 0,3-2-32 0,-1-1-29 0,4 0-29 16,-3-1-29-16,3 0-32 0,-3-2-13 0,3 0-6 0,-1-3 8 0,1 1 11 16,1-2 8-16,-2-3 6 0,1 3 20 0,-1-4 24 0,4 3 25 0,-3-3 27 15,3 1 27-15,-2-1 29 0,0 1 34 0,0-2 30 0,1 1 31 0,-1-1 31 16</inkml:trace>
  <inkml:trace contextRef="#ctx0" brushRef="#br0" timeOffset="176967.61">15076 2718 150 0,'5'-11'265'16,"1"0"38"-16,-1 3 23 0,-1-1 16 0,1 1 12 0,-1 2 10 0,-1 0 11 0,-1 0 12 15,-2 2 13-15,4 1 14 0,-2 0 13 0,-2-1 10 0,0 4-52 0,0 0-85 16,0 0-23-16,0 0 1 0,0 0 9 0,0 0 9 0,0 0 7 0,0 0 2 15,0 0-2-15,0 0-5 0,0 0-9 0,0 0-11 0,0 0-21 16,-2 2-22-16,2-2-28 0,0 3-34 0,0 2-35 0,0-2-42 0,0 0-41 16,0 1-48-16,0-1-42 0,0 2-42 0,0-4-35 0,0 2-36 0,0 1-32 15,0-2-26-15,2 1-26 0,-2 0-28 0,0-1-20 0,0 1-24 0,3-2-11 16,-3 2-10-16,0-3 0 0,0 2 8 0,4-1 13 0,-2-1 17 0,-2 0 21 16,0 0 20-16,0 1 20 0,0-1 20 0,0 0 21 0,0 0 20 15,0 0 19-15,0 4 19 0,0-1 17 0,-2-2 17 0,-2 1 12 0,4-1 16 0,0 2 14 16,-3-1 12-16,3-1 11 0,-2 0 13 0,2 3 7 0,-4-4 10 15,4 0 7-15,0 3 7 0,0-3 8 0,0 3 3 0,0-3 4 0,0 1 5 16,0-1 3-16,0 3 1 0,0 0 2 0,0-2 3 0,0 3-3 0,0-1 0 16,4-2 2-16,-4 2 0 0,2 0 0 0,-2 0-2 0,3-2-1 0,-3 3-1 15,0-1-4-15,4-2-2 0,-2 1-2 0,-2 1-3 0,0-2-2 0,3-1-1 16,-3 2-4-16,2-1-1 0,-2 1-3 0,0-2-3 0,4 1-2 0,-4-1-1 16,0 1-1-16,0 1 1 0,0-2 1 0,0 0 1 0,0 3 1 0,0 0 1 15,0 0 0-15,-4 0 1 0,2 1 2 0,-1 0 2 0,1 0 2 0,-2-1 0 16,1 3 0-16,-3-3-1 0,1 2-1 0,1 1 0 0,-1-2 0 0,1 1 0 15,-1-2 0-15,-1 1 1 0,3-1 1 0,-3-1-1 0,1 1 2 0,1-2 1 16,4 0-1-16,-5 1 2 0,5-2 1 0,0 0 1 0,-6 2 0 0,6-2 1 16,0 0-2-16,0 0 0 0,0 0-2 0,0 0-3 0,0 0 1 0,0 0-1 15,0 0-1-15,0 0 0 0,0 0 1 0,0 0 1 0,0 0 1 0,0 0 0 16,0 0 1-16,0 0 5 0,0 0 1 0,0 0 5 0,0 0 5 0,0 0 6 16,0 0 9-16,0 0 11 0,0 0 5 0,0 0 8 0,0 0 0 0,0 0 0 15,0 0-1-15,0 0-2 0,0-2-3 0,0 2-3 0,6 0-4 0,-6 2-6 16,5-2-11-16,-5 0-15 0,4 0-32 0,-1 0-38 0,-1 1-42 15,4-1-44-15,1 0-51 0,-2 0-56 0,1 0-74 0,-1-1-84 0,4-1-47 16,-3 0-33-16,3 0-15 0,0-1-8 0,0 0 4 0,0-2 6 0,2 1 22 0,-2-1 26 16,1-1 31-16,0 2 37 0,-1-1 51 0,3 1 51 0</inkml:trace>
  <inkml:trace contextRef="#ctx0" brushRef="#br0" timeOffset="177235.58">15504 2560 12 0,'2'-3'344'0,"-2"0"100"0,0 0 64 0,4 2 48 0,-4 1 40 0,0-2 37 0,0 2 41 15,0 0 31-15,0 0 30 0,0 0 21 0,0 0 21 0,0 3-7 0,0 2-17 16,-4-2-116-16,4 2-167 0,-5 2-93 0,5 0-58 0,-6 2-42 0,3 0-37 0,-3 2-38 16,1 1-34-16,1 0-35 0,-1 1-32 0,-4 0-22 0,3 0-17 15,1 0-14-15,-4-1-11 0,5 2-11 0,-1-2-14 0,-4-1-17 0,3 0-17 16,3 0-29-16,-3-2-32 0,5-1-55 0,-3-1-70 0,0-1-72 0,3-1-71 15,-3 2-64-15,4-4-61 0,0 1-66 0,0-2-71 0,0-2-73 0,0 0-76 16,0 0-27-16,0 0-1 0,0 0 14 0,0-2 25 0,5-2 53 0,-1-1 67 16,0 0 72-16,1 0 75 0,-3-3 64 0,1 2 60 0,3-1 66 0,-3-1 70 15</inkml:trace>
  <inkml:trace contextRef="#ctx0" brushRef="#br0" timeOffset="177519.47">15515 2571 213 0,'0'-5'308'0,"4"3"33"16,-4 2 25-16,2 2 19 0,1 1 24 0,-3 0 23 0,4 2 32 0,-4-1 41 15,2 4 49-15,-2-1 53 0,0 2 26 0,3 0 14 0,-3 2-62 0,0-1-98 16,0 1-44-16,0-2-23 0,4 0-12 0,-4 1-7 0,2-1-16 0,-2-1-22 16,0 1-33-16,3-3-38 0,-1 0-47 0,-2 0-51 0,0 0-40 0,4-2-37 15,-4 2-24-15,3-1-17 0,-1-2-10 0,-2 0-12 0,0 0-11 0,4-2-8 16,-2 2-4-16,-2-3 1 0,0 2-2 0,3-1 0 0,-3-1 0 0,0 0 0 16,0 0 0-16,6 2 0 0,-6-2 1 0,3 0-1 0,3-2 2 0,-3 1-1 15,-1-1 1-15,2 0-2 0,1 0 0 0,1-1-2 0,-3 0-1 0,3-3 2 16,-3 1-2-16,3-1-5 0,-1-1-1 0,-1-1-4 0,1 1-2 15,1-2-2-15,-3 1-1 0,3-1-4 0,-3 0-2 0,3 2-2 0,-3-2-2 0,3 0-4 16,-3 0-8-16,-1-2-11 0,4 2-17 0,-3-1-19 0,1 1-52 0,-2-2-68 16,1 1-87-16,-1 0-96 0,-2 2-88 0,4-2-83 0,-1 3-109 15,-1 0-118-15,-2 1-53 0,4-2-20 0,-4 4-3 0,2-1 2 0,-2 1 16 16,0 4 18-16,0 0 53 0,0 0 65 0,0 0 89 0,0 0 95 0,0 0 88 16,0 0 85-16</inkml:trace>
  <inkml:trace contextRef="#ctx0" brushRef="#br0" timeOffset="178134.49">15944 2457 57 0,'-5'4'307'0,"1"-1"101"0,-2 2 60 0,1-1 42 0,1 1 43 0,-1 1 46 0,0 1 43 0,1 1 45 0,-1 0 33 0,-1 2 25 16,1 2 17-16,-3 0 14 0,3 1-75 0,0 1-113 0,-1-1-102 0,1 2-92 15,-2 2-59-15,1-2-40 0,1 0-42 0,1-2-42 0,-1 2-41 0,1-1-37 16,-1-1-33-16,5 1-32 0,-6-1-20 0,6-1-15 0,0 0-12 0,0 0-14 15,0-2-16-15,4 1-18 0,-2-2-22 0,1 0-28 0,3 0-45 16,-3-1-54-16,3-1-72 0,-1-1-82 0,4 0-64 0,-3-3-58 0,3 3-75 16,0-5-84-16,0 3-70 0,-4-4-60 0,6-2-22 0,-2 0 0 0,0 0 13 0,2-3 22 15,2 2 43-15,-4-1 52 0,1-1 71 0,0-1 72 0,-1 2 67 16,1 1 64-16,-1 0 77 0</inkml:trace>
  <inkml:trace contextRef="#ctx0" brushRef="#br0" timeOffset="180404.47">16244 2482 43 0,'0'-1'295'0,"-2"-2"100"0,2 3 47 0,0-3 20 0,0 3 8 0,2 0 7 0,-2 0 4 0,0-2 3 0,0 2 7 0,4-2 13 15,-1 2 18-15,-1-1 19 0,2 1-58 0,1-1-91 0,-1-1-80 0,1 1-73 16,1-1-31-16,-1 1-8 0,-1-1 1 0,5 1 5 0,-4-2 4 15,4 1 4-15,-3 1 2 0,-1-1-3 0,2 1-5 0,1-1-8 0,-5 1-10 16,3 1-14-16,-1-2-18 0,-1 2-20 0,1 0-11 0,-1 2-8 0,1-1-3 0,1 1-5 16,1-1-4-16,-2 2-3 0,-3 0-5 0,5 0-4 0,-1 2-10 15,-1-1-10-15,1 1-7 0,-3 1-4 0,3 0-4 0,-1 0-2 0,-1 1-2 16,1 2-4-16,1-1-4 0,-3 2-4 0,3-1-5 0,-3 0-3 0,3 2-5 16,-1-3-4-16,-1 2-1 0,-1-2-2 0,3 3-3 0,-4-2-3 0,1-1-2 15,3 1-2-15,-6-2-2 0,5 2 0 0,-5-1 0 0,4-2-2 0,-1 1 1 16,-1-1-2-16,2 2 0 0,-4-3 1 0,0 2-2 0,3-1-2 0,-3-2 1 15,2 2 4-15,-2-1-4 0,0-1-1 0,0 1-1 0,0-1-2 0,0 1-6 16,0-1-6-16,0-1-9 0,0 1-12 0,0 0-18 0,0 0-26 0,-2-1-47 16,2 0-64-16,-3 0-77 0,3 0-87 0,0 0-68 0,-4-1-62 15,4 1-67-15,0-3-71 0,0 0-75 0,0 0-78 0,0 0-30 0,0 0-5 16,-5 0 13-16,5 0 19 0,-6-3 49 0,3 0 61 0,1-2 76 0,-2 1 83 16,4-1 70-16,0 1 63 0,0-1 69 0,-3-1 76 0</inkml:trace>
  <inkml:trace contextRef="#ctx0" brushRef="#br0" timeOffset="180866.82">16604 2332 147 0,'0'0'241'0,"0"0"26"0,0 0 19 0,0 0 11 0,0 0 11 0,0 0 7 0,0 0 5 0,0 0 8 0,0 0 10 0,0 0 10 0,0 0-9 0,2-1-17 0,-2 1-54 0,0 0-73 16,0 0-35-16,0 0-13 0,0 0-2 0,0 0 3 0,0 0 13 0,0 0 12 15,0 0 20-15,0 0 18 0,0 0 20 0,0 0 17 0,0 0 21 0,0 0 23 16,0 0 17-16,0 0 16 0,0 0 10 0,0 0 4 0,0 0-1 0,0 0-6 16,0 0-8-16,0 0-12 0,0 0-17 0,0 0-18 0,0 0-21 0,0 0-23 15,0 0-25-15,0 0-28 0,-5 1-20 0,5 2-24 0,-2-1-13 0,-2 0-10 16,0 5-5-16,4-3-2 0,-5 2-2 0,1 0-2 0,-1 0 1 0,3 3 5 15,-5 0 3-15,2 0 3 0,-1 2 3 0,-3 1 5 0,4 0 2 0,-4 1 3 16,0 1 3-16,0-1 1 0,1 1-3 0,1 1-2 0,-2 0-3 0,-2 0-4 16,2 0-3-16,0-2-9 0,2 2-7 0,0-1-8 0,-2-1-6 15,1-1-5-15,1 0-10 0,0-1-9 0,0-1-6 0,-2-1-8 0,3 0-6 16,1-1-6-16,1 1-7 0,-1-2-2 0,-1-1-6 0,3 2-6 0,-3-2-2 16,1 0-3-16,1 0-4 0,2-2-1 0,-1 1-7 0,-1-1-5 0,2-1-13 15,-1 2-18-15,3-2-19 0,-2-2-24 0,-2 1-26 0,4 1-28 0,0-3-24 16,0 1-25-16,0-1-22 0,0 0-24 0,0 0-45 0,0 0-60 0,0 0-78 15,0 0-92-15,0 0-67 0,0 0-54 0,0 0-58 0,0 0-59 0,0 0-53 16,0 0-50-16,0 0-11 0,4-3 4 0,-4 3 17 0,2-3 21 0,3 2 45 16,-1-2 58-16,1 0 82 0,-1 1 99 0,-1 0 80 0,-1 1 70 15,4 0 78-15,-3-1 81 0</inkml:trace>
  <inkml:trace contextRef="#ctx0" brushRef="#br0" timeOffset="186663.04">17787 2838 97 0,'0'0'358'0,"0"0"69"0,0 0 28 0,0 0 14 16,0 0 6-16,4 0 3 0,-1 0 1 0,-1 0 3 0,5-3 1 0,-1-2 4 15,-1 0 3-15,4 0-31 0,0-3-44 0,-1 1-119 0,4-2-151 0,-1-3-64 16,-2 1-27-16,6-1-10 0,-3 0-3 0,-1 2-4 0,-2-4 1 0,6 3 0 16,-6 0-3-16,1 0-2 0,-1 1-2 0,1 1-4 0,0 0-3 0,-2 1-5 15,-3 1-2-15,4 1 2 0,-3 0 4 0,-3 1 10 0,3 1 13 16,-5 1 17-16,-1-1 20 0,4 4 16 0,-4 0 18 0,0 0 14 0,0 0 14 15,0 0 8-15,0 0 3 0,0 0 1 0,-4 0 3 0,3 4-5 0,-3-1-4 16,2 1-11-16,-5 1-12 0,5 1-16 0,-2 1-17 0,-1 0-16 0,1 3-15 0,-1-2-14 16,1 2-17-16,-1 0-8 0,3-1-5 0,-1 0-4 0,-1-1-2 15,4-1-1-15,-2 1 1 0,2-2-2 0,2 0-5 0,-2-2 0 0,0 1-5 16,4-2-5-16,1-2-1 0,-1 1-1 0,1-1 1 0,0-1-1 0,3 0 2 16,-1-1 0-16,2-2 0 0,0 0-3 0,0-4-4 0,2 2-4 0,2-1-2 15,-4-3-4-15,1 0-2 0,3-2-5 0,-2 1-5 0,-2-1-1 0,2-1 0 16,-2 2-2-16,0-1-1 0,-4 1 0 0,4-1 3 0,-3 2 1 0,-1 0 4 15,3 2 4-15,-7-1 3 0,3 2 8 0,0 0 5 0,-3 2 7 0,-1-1 8 16,4 2 10-16,-4 0 8 0,0 3 5 0,0 0 9 0,0 0 9 0,0 0 9 16,0 0 7-16,0 0 5 0,0 0 3 0,0 0-2 0,0 0 0 0,0 0-1 15,0 3 2-15,-4 0 2 0,4 2 0 0,-1-1 1 0,-3 2-2 0,4 3-2 16,-4 2-3-16,4 1-1 0,-1 1 0 0,-3 2-1 0,0 2 4 0,4 1 5 16,-5 0 6-16,5 0 4 0,-6 0 1 0,6 0 1 0,-3 0 0 0,-3 0-2 15,5-2-1-15,-3 1 1 0,0-3-2 0,3 2 1 0,-3-3-1 0,0-1 1 16,-1 0-1-16,-1 0 4 0,3-2-1 0,1 0-4 0,-3-2-3 0,1 2-3 15,-1-3-1-15,-1 1-1 0,2-2-1 0,-1 1-4 0,1-2-5 0,-1 1-6 16,0-2-6-16,1 0-5 0,-1 0-14 0,-1 0-17 0,-1-1-18 0,5 0-20 16,-3-1-20-16,1-2-23 0,-1 0-42 0,1 0-53 0,-1 0-101 15,-1-2-125-15,3-1-102 0,-1 0-97 0,4-1-100 0,-6-2-103 0,6-3-57 16,0 1-29-16,4-2-6 0,-2-1 10 0,-2-1 12 0,4 0 18 0,1 0 39 16,-1 2 47-16,1-2 100 0,-1 3 123 0,-3-2 102 0,3 4 95 0,1-1 104 15</inkml:trace>
  <inkml:trace contextRef="#ctx0" brushRef="#br0" timeOffset="186857.75">18239 2754 181 0,'7'-2'307'0,"-1"2"49"0,-1-2 32 0,1 1 38 0,3 1 35 0,-4 1 46 0,2 1 50 16,-1-2 46-16,-1 2 51 0,-1-1 35 0,1 1 31 0,-3-1-38 0,5 1-71 16,-5-2-77-16,2 1-81 0,1-1-49 0,1 2-31 0,-3-2-36 0,3 1-35 15,-3-1-46-15,3 2-49 0,-1-2-50 0,-1 1-57 0,1-1-62 0,-1 0-67 16,1 0-74-16,-1 0-84 0,1 0-71 0,-3 0-62 0,2 0-57 0,1 2-48 15,-1-2-54-15,-2 1-55 0,-2-1-75 0,0 0-83 0,0 0-35 0,0 0-10 16,-2 3 17-16,-2 0 30 0,2 2 59 0,-1-2 71 0,-3 1 62 0,1 1 61 16,-2-1 53-16,1 2 50 0,1-2 51 0,-4 3 55 0</inkml:trace>
  <inkml:trace contextRef="#ctx0" brushRef="#br0" timeOffset="187022.07">18219 2895 54 0,'-3'3'299'0,"1"-1"95"0,-2 0 45 0,4 0 24 15,0-2 16-15,0 0 14 0,0 0 25 0,4 1 26 0,-2 1 40 0,1-1 44 16,-3 1 35-16,6-2 33 0,-3 0-59 0,1 1-97 0,-2 1-91 0,3-2-86 15,2 0-38-15,-1 1-20 0,-1-1-16 0,1 0-14 0,3 0-16 0,-4 0-21 16,4 0-43-16,-3 0-60 0,3-1-62 0,0 1-67 0,-4-2-87 0,4 1-100 16,0-2-86-16,0 1-81 0,0-1-83 0,-1 1-83 0,4 0-90 0,-6-1-90 15,3 1-47-15,0-2-28 0,0 2-2 0,0-1 10 0,2 0 24 0,-2 2 35 16,0-1 66-16,-2-1 79 0,2 2 74 0,0 1 74 0,0-2 77 0,0 2 80 16</inkml:trace>
  <inkml:trace contextRef="#ctx0" brushRef="#br0" timeOffset="187920.61">18657 2613 231 0,'-4'-3'365'0,"4"-2"35"0,0 2 20 0,0 0 9 0,0 0 8 0,4 2 8 16,-4-1 11-16,0 2 16 0,4-3 21 0,-3 2 28 0,-1-2 17 0,6 1 13 16,-2-1-87-16,-1 0-131 0,-1-1-52 0,3 1-16 0,3 0-1 0,-3-1 7 15,0 2 3-15,1-1 4 0,3 0-3 0,-4 0-6 0,4 0-16 0,0 1-18 16,0-1-19-16,1 2-19 0,-1-1-19 0,-2 1-20 0,5-1-15 0,-2 2-14 16,0 0-9-16,-1 0-8 0,0 2-5 0,2-1-5 0,-2 1-5 0,0 0-4 15,2 2 1-15,-4-1-2 0,3 1-2 0,-3 2-3 0,2 0-2 0,-4 0 1 16,4 1-4-16,-3 3-1 0,1-3-1 0,-2 4-4 0,1-1 1 0,-1 1-4 15,-1-1-1-15,-1 2-4 0,-1 0-4 0,4 0-4 0,-3 0-4 0,-3 0-2 16,4 0-6-16,-2 0-3 0,-2 0-6 0,3 0-3 0,-3-1-5 0,4-1-7 16,-2 1-3-16,-2-3-6 0,0 3-4 0,0-2-8 0,3-1-14 0,-3 0-13 15,2 0-13-15,-2 0-13 0,0-3-13 0,0 3-13 0,0-2-25 16,0-2-26-16,0 3-52 0,0-3-58 0,-2 1-76 0,2-1-86 0,-3-2-71 0,3 1-59 16,0 0-60-16,0-3-57 0,0 0-71 0,0 0-74 0,0 0-28 15,0 0-3-15,-6-3 15 0,3 1 23 0,3-1 49 0,-2-3 60 0,-2 2 78 16,4-4 84-16,0-1 73 0,0 2 65 0,0-4 71 0,0 2 69 0</inkml:trace>
  <inkml:trace contextRef="#ctx0" brushRef="#br0" timeOffset="188159.45">19086 2475 103 0,'-4'-2'398'0,"4"2"172"0,-2 0 96 0,-3 2 58 0,1 1 35 15,1 1 30-15,1-1 19 0,-2 3 15 0,-1 0 17 0,1 0 12 0,-5 0 11 16,4 2 12-16,-1 1-83 0,-3 0-127 0,0 2-151 0,0 0-160 15,-2 3-85-15,0-1-49 0,-1 2-31 0,1 0-19 0,-4 0-20 0,3 0-17 16,-3 2-15-16,1-1-12 0,-1-1-16 0,1 0-16 0,1 2-26 0,-1-2-27 0,3-2-30 16,0 1-30-16,-2 1-29 0,3-3-32 0,1 0-43 0,-1-2-45 15,1 0-97-15,0 1-118 0,4-2-95 0,1-1-87 0,3-2-95 0,-3-1-98 16,2 2-60-16,2-7-39 0,0 0-8 0,2 3 8 0,-2-3 15 0,4 3 19 16,-4-3 35-16,0 0 43 0,5-2 93 0,0-1 117 0,1 0 97 0,-3-2 89 15,3 3 98-15</inkml:trace>
  <inkml:trace contextRef="#ctx0" brushRef="#br0" timeOffset="192000.22">19173 2716 61 0,'0'0'530'0,"-2"-2"142"0,2 2 65 0,0 0 31 0,0 0 16 0,0 0 9 0,0 0 3 0,0 0 5 16,0 0 5-16,0 0 9 0,0 0 13 0,2-1-9 0,-2 1-23 0,0 0-204 0,0-1-287 16,3-1-132-16,-3 2-59 0,0-1-26 0,6-1-11 0,-3 2-2 15,-1-1-2-15,5-2-1 0,-1 1-3 0,3 1-6 0,0-3-12 0,-2 2 0 16,2-1 3-16,6-2 0 0,-6 2-3 0,3-1-4 0,-1 0-7 0,-2 0-2 16,2 1-2-16,-2-1-5 0,0 1-2 0,2-2-5 0,-2 2-3 15,-2 0-3-15,0-1-5 0,1 1-1 0,-1-1 0 0,-3 3-3 0,5-2-1 0,-4 2-1 16,-1-2-2-16,1 1-4 0,-1 1-5 0,-3-1-10 0,5 1-10 15,-3-1-12-15,1 0-12 0,-2 1-19 0,-2 0-23 0,4-1-48 0,-4 2-65 0,1-1-91 16,-1 1-103-16,0-2-93 0,0 2-85 0,0 0-91 0,0 0-92 16,0 0-49-16,0-4-34 0,-1-2-6 0,-3 1 3 0,-2 2 19 0,3 0 18 15,-3 0 51-15,1 0 62 0,0 2 89 0,-1-1 108 0,-1 2 90 0,-2 0 87 16,2 2 95-16</inkml:trace>
  <inkml:trace contextRef="#ctx0" brushRef="#br0" timeOffset="192226.36">19324 2509 63 0,'0'-3'325'0,"0"3"122"0,0 0 79 0,0 0 62 0,0 0 60 0,0 0 54 16,0 0 39-16,0 0 31 0,0 0 23 0,0 3 18 0,0 2 14 0,0-1 14 15,-1 2-74-15,-3 0-114 0,4 3-111 0,0 0-110 0,-4 2-70 0,3 2-48 16,-3 1-50-16,2 2-49 0,-1-1-34 0,-1 3-28 0,-1 0-21 0,3 2-15 16,-6-1-15-16,7 1-12 0,-3-1-15 0,-1 0-16 0,1 1-23 0,-1-1-21 15,1-1-27-15,4 0-27 0,-5 1-27 0,5-3-27 0,-2-2-32 0,2 1-37 16,0-2-75-16,0-2-93 0,2-3-81 0,-2 2-76 0,3-3-68 0,-1-1-65 15,2-1-69-15,-4-2-66 0,0-3-42 0,0 0-29 0,9-2-4 0,-4-1 12 16,0-1 25-16,3-1 30 0,-1-2 73 0,-3-3 92 0,5 2 81 0,-4-3 75 16,0-1 73-16,5 2 69 0,-5-1 82 0</inkml:trace>
  <inkml:trace contextRef="#ctx0" brushRef="#br0" timeOffset="192594.27">19558 2489 36 0,'5'-4'278'0,"2"1"84"15,-1 2 55-15,-2-2 40 0,-3 1 48 0,3 1 49 0,-2 1 48 0,1 0 51 16,1 1 37-16,-4-1 30 0,2 2 27 0,-2-1 20 0,0 1-60 16,3-1-97-16,-1 1-86 0,-2-1-77 0,0 2-50 0,4-2-35 0,-4 3-44 15,0-3-47-15,3 2-45 0,-3 0-46 0,0 0-35 0,0 1-31 0,0 1-24 16,0 0-19-16,0 1-16 0,-3 0-13 0,3 0-7 0,-4 1-5 0,4-1-5 0,0 2-2 16,-5-1-5-16,5-1-5 0,-2 2-1 0,-2-3-3 0,4 2-3 15,-3-1-1-15,1 1-1 0,-2-2-1 0,4 1-1 0,0-2-1 0,0 0-2 16,-1 1-1-16,1 0 1 0,0-1-2 0,1 0 0 0,-1 1 1 0,0-2 1 15,4 2-1-15,-2-1 2 0,1 1-3 0,3 1 2 0,-3-2 1 0,3 2 0 16,-1 0-2-16,2-1 1 0,-5 1-4 0,7 0 2 0,-3 0 3 16,-1-2 2-16,2 4-2 0,1-2 1 0,-5-2 1 0,3 2-1 0,3 0 2 15,-4-1 3-15,-1 0 0 0,1 0 5 0,1 0 2 0,-3-1 5 0,3 1 6 0,-6-1 5 16,5 1 4-16,-5-1 6 0,0-1 6 0,4 1 4 0,-4 0 2 16,-4 0 0-16,2 1 0 0,-1-1 0 0,-3 2-1 0,3 0-2 0,-3 0-3 15,-3 2-6-15,4-1-3 0,-4 0-14 0,0 3-14 0,-2-3-16 0,2 2-19 16,-6 0-18-16,6-1-21 0,-5-1-42 0,5 2-49 0,-6-1-94 0,6-1-110 15,-5 1-96-15,3-1-84 0,0 1-99 0,-2-2-103 0,-1 0-59 0,5 0-37 16,-2 0-13-16,-2-2 1 0,4 0 10 0,2 0 17 0,-2 0 38 0,0-1 48 16,5 0 94-16,-1-3 110 0,1 2 96 0,4-2 85 0,0 0 100 0</inkml:trace>
  <inkml:trace contextRef="#ctx0" brushRef="#br0" timeOffset="192750.15">19614 2926 213 0,'0'3'315'0,"0"0"23"0,-4 0-5 16,4 1-30-16,0 0-43 0,0-4-80 0,-5 6-98 0,5-2-46 0,-4 2-20 16,-1-3-7-16,-1 0-6 0,3 0-63 0,-3-1-88 0,1 1-85 0,-1-2-83 15,-1 0-23-15,0-1 7 0,0 0 30 0,0 0 43 0</inkml:trace>
  <inkml:trace contextRef="#ctx0" brushRef="#br0" timeOffset="200292.85">16689 2731 46 0,'0'0'339'0,"0"-3"160"0,0 3 85 0,-3-3 52 15,3 3 31-15,0 0 21 0,0 0 22 0,0 0 17 0,0 0 19 0,0 0 14 16,0 0 15-16,0 0 13 0,0 0-69 0,0 0-105 0,0 0-141 0,0 0-151 16,0 0-82-16,0 0-46 0,0 0-29 0,0 0-19 0,0 0-18 0,0 0-17 15,0 0-16-15,0 0-14 0,0 0-15 0,0 0-15 0,0 0-9 0,0 0-9 16,0 0-3-16,0 0-3 0,0 0-2 0,3 3-1 0,-3 0 0 0,2 0-1 15,-2 2-1-15,0-1 1 0,4 2-1 0,-4-1 1 0,0 1-1 0,1-2 1 16,-1 2-1-16,0-1-2 0,0 1-4 0,0-3-1 0,0 1-3 0,0 1-4 16,0-1-8-16,0 1-11 0,0-1-16 0,0-1-19 0,0 0-47 0,0 0-59 15,0-1-92-15,0 1-107 0,0-3-94 0,0 3-85 0,0-3-111 0,0 0-121 16,4 4-54-16,-4-4-25 0,0 0-6 0,0 0 3 0,0 0 13 0,5-2 15 16,1 1 46-16,-3-2 59 0,-3-1 92 0,6-1 110 0,-2 0 92 0,-3 1 88 15</inkml:trace>
  <inkml:trace contextRef="#ctx0" brushRef="#br0" timeOffset="202579.82">16991 2692 111 0,'4'-1'350'0,"-4"1"98"0,0 0 48 0,0 0 24 0,0 0 25 0,0 0 24 0,2 1 32 0,1 1 37 16,-3 0 31-16,0 3 29 0,4 0 19 0,-2-1 17 0,-2 2-91 0,0 2-137 16,0-1-107-16,0 2-92 0,0 0-51 0,0 0-29 0,-2 0-53 0,-2 0-68 15,4 2-100-15,-3-1-115 0,-3 2-107 0,1-1-98 0,1 1-111 0,-3 0-114 16,0 0-83-16,-2-2-71 0,1 2-34 0,-1-1-17 0,0 0-5 0,0-1 4 15,0 0 27-15,0-2 44 0,4-2 66 0,-4-2 81 0,1 1 73 0,1-2 74 16,-2-2 87-16</inkml:trace>
  <inkml:trace contextRef="#ctx0" brushRef="#br0" timeOffset="203702.3">17335 2167 249 0,'0'-1'341'0,"0"1"46"0,0 0 23 0,3-3 13 0,-3 3 12 0,0-2 10 0,0 2 9 16,4 0 18-16,-4 0 19 0,0 0 20 0,2-1 20 0,-2 1-47 0,0 0-78 15,0 0-81-15,0 0-82 0,0 0-35 0,0 0-20 0,0 0-8 0,4 0-5 16,-4 0-5-16,0 0-5 0,3 0-13 0,-1 0-13 0,-2 1-16 0,5-1-17 15,-5 2-15-15,4-1-14 0,-4 2-8 0,4-1-1 0,-3-1 1 0,-1 0 6 16,4 3 4-16,-2-1 4 0,-2 0 0 0,0 0-2 0,0 0-4 16,0 1-1-16,0 1-4 0,0-1-3 0,0 1-2 0,0 1-6 0,-2 0-4 0,-2 0-7 15,4-1-7-15,-1 2-13 0,-3-1-11 0,0-1-11 0,4 2-7 16,-1-1-2-16,-3-1-4 0,4 2-2 0,-2-3-4 0,-1 2-1 0,-1-3-1 16,4 2-2-16,0-2-2 0,0 1-2 0,-2-2 0 0,2 1-1 0,0-3 1 15,0 0 2-15,2 3 1 0,-2-2-2 0,0 1 1 0,4-1 1 0,-4 2-1 16,3-1 4-16,-1-1 1 0,2 2 3 0,-3 0 1 0,3-2 2 0,0 3 3 15,-3-1 3-15,5-2 2 0,-3 2-2 0,-3 0 3 0,6-1 3 16,-2 0 1-16,-4 0 4 0,5 1 4 0,-5 0 6 0,4-1 9 0,-3 1 7 16,-1 0 10-16,4-1 6 0,-4 2 4 0,0-1 3 0,0 1 3 0,0-1 2 15,0 2 0-15,-4-1 0 0,4 1-5 0,-1 1-2 0,-3-1-11 0,-1 2-16 16,1 0-28-16,-2 1-32 0,3-1-42 0,-3-1-46 0,1 2-54 0,1-2-53 16,-1 1-47-16,0-1-42 0,1 0-42 0,-2-3-41 0,1 1-47 0,1 1-49 15,3-3-60-15,-3 1-66 0,4-3-28 0,-4 1-13 0,4-1 17 0,-5-1 31 16,5 1 43-16,-5-2 50 0,1-1 43 0,4 3 42 0,0-5 37 0,0 1 43 15,0 4 47-15,0-6 52 0,4 2 66 0</inkml:trace>
  <inkml:trace contextRef="#ctx0" brushRef="#br0" timeOffset="203905.62">17443 2332 156 0,'6'-1'290'0,"-3"-2"33"0,3 0 18 0,-1-1 16 0,4 3 12 0,-5 0 13 0,1-2 9 0,4 1 14 0,-3 1 10 0,-1-2 11 15,3 1-3-15,-1 1-2 0,0-1-79 0,-2 1-107 0,1-2-47 0,3 1-22 16,-4 1-14-16,1-1-8 0,3 1-10 0,-6-1-8 0,3 1-11 0,-1-2-12 16,2 1-12-16,-1 1-7 0,-1-3-12 0,1 3-11 0,-1-2-21 0,-1 0-23 15,1 2-31-15,-1-2-34 0,-1 0-37 0,3-1-34 0,-4 3-43 0,1-2-41 16,-3 0-51-16,6 2-51 0,-6 1-69 0,0-6-72 0,0 2-34 0,0 4-14 16,3-5 2-16,-3 0 10 0,0 1 17 0,0 4 25 0,0-8 28 15,0 2 31-15,-3 3 40 0,3 3 40 0,0-4 49 0,-2-1 52 0</inkml:trace>
  <inkml:trace contextRef="#ctx0" brushRef="#br0" timeOffset="204120.36">17595 2137 190 0,'-3'2'292'0,"3"2"38"0,-2-1 26 0,2 2 16 0,2 1 12 16,-2 0 16-16,0 1 14 0,0 1 22 0,0-1 22 0,3 1 29 0,-3-1 32 16,0 2-31-16,0-1-59 0,0 1-55 0,0-2-58 0,0 2-30 0,0-1-21 15,-3-1-13-15,3 0-11 0,0 1-17 0,0 0-14 0,0-1-31 16,0 1-40-16,0-1-55 0,0-1-68 0,0 2-66 0,0-3-67 0,0 3-55 15,0-2-52-15,3-3-44 0,-3 2-46 0,0-1-49 0,0-1-50 0,0-3-68 0,0 0-78 16,4 3-27-16,-4-3 1 0,0 0 20 0,0 0 33 0,0 0 38 16,5-3 39-16,-3 0 36 0,2-1 35 0,1-1 36 0,-5 2 40 0,4-1 47 15,1-1 51-15</inkml:trace>
  <inkml:trace contextRef="#ctx0" brushRef="#br0" timeOffset="204422.3">17697 2155 145 0,'0'-2'292'0,"3"1"34"0,-3 0 21 15,4-1 17-15,-2 2 18 0,1-3 17 0,-3 2 21 0,6-1 22 0,-6 2 29 16,5-1 30-16,-1-1 21 0,1 1 14 0,-1-1-58 0,1 2-94 0,-1-1-31 16,1 1-2-16,1 0 1 0,-1 0 1 0,2 0-2 0,-1 1-4 0,-1 1-13 15,1 1-14-15,-1-2-24 0,2 2-22 0,-1 0-24 0,3 0-24 0,-4 2-24 16,1-1-24-16,-1 1-25 0,2 0-24 0,1 2-23 0,-5-1-16 0,3-1-12 15,-3 3-10-15,3-2-8 0,-1 2-7 0,-1-1-6 0,-1 1-5 16,-1 1-6-16,2-2-6 0,-3 1-6 0,-1-1-5 0,4 0-5 0,-4 1-5 0,0-2-8 16,4 2-7-16,-2-2-10 0,-2 1-16 0,0-1-17 0,0 0-20 15,0 0-31-15,0 0-34 0,-2 0-40 0,2-1-44 0,-4-1-43 0,4 1-47 16,0-1-37-16,0 1-36 0,-4-2-27 0,4-1-22 0,0 2-24 0,0-4-23 16,0 1-23-16,0-1-22 0,0 0-25 0,0 0-25 0,0 0-2 0,0 0 6 15,0 0 28-15,0 0 39 0,-1-3 35 0,1 3 36 0,0-6 30 0,0-1 28 16,0 0 33-16,0 3 34 0,1-3 39 0,3 0 44 0,-4 2 54 0</inkml:trace>
  <inkml:trace contextRef="#ctx0" brushRef="#br0" timeOffset="204657.77">18019 2096 258 0,'0'0'360'15,"0"0"60"-15,0 0 43 0,0 0 43 0,0 0 48 0,1 2 53 0,-1 1 57 16,0-3 40-16,0 3 37 0,0 0 24 0,-1 0 18 0,-3 0-51 0,2 2-85 15,-1-1-90-15,-1 2-96 0,-2 0-56 0,1 2-41 0,0-1-40 0,-3 2-44 16,1 0-52-16,0 2-55 0,-4-1-41 0,2 1-34 0,0-1-19 0,0 2-14 16,-2 0-19-16,2 0-17 0,0 0-22 0,0 0-19 0,-2 0-19 0,2-1-19 15,4-1-38-15,-4 1-44 0,3-4-66 0,1 2-73 0,1-1-68 0,-1-2-67 16,1 0-64-16,2-2-66 0,-1 2-65 0,3-3-68 0,0-3-50 0,0 0-43 16,0 0-11-16,0 0 4 0,0 0 29 0,0 0 40 0,0 0 63 0,0 0 74 15,3 2 65-15,-3-2 66 0,6 0 60 0,-1-2 61 0,-1 1 70 0</inkml:trace>
  <inkml:trace contextRef="#ctx0" brushRef="#br0" timeOffset="205140.71">18095 2246 120 0,'0'0'295'16,"0"0"53"-16,1 0 30 0,-1 0 24 0,0 0 19 0,0 0 27 0,4 2 30 0,-4-2 40 0,0 3 44 0,0 0 49 0,0-1 51 0,0 1-6 0,0 1-29 15,0-1-70-15,0 2-89 0,0-1-42 0,0 2-25 0,0-1-17 16,0 1-16-16,0 0-22 0,0 0-24 0,-4 0-40 0,4-2-44 0,0 2-48 15,0 2-49-15,0-4-39 0,-1 2-33 0,1 0-20 0,0-1-9 0,0 1-10 16,-4-2-6-16,4 1-9 0,0-1-10 0,0 1-17 0,0-1-18 0,0-1-42 16,0 2-46-16,0-4-70 0,0-1-77 0,0 0-63 0,0 3-61 15,0-1-60-15,0-2-55 0,4 1-69 0,-4-1-75 0,0 0-55 0,0 0-51 16,0 0-9-16,1-3 6 0,-1 3 30 0,4-4 50 0,-4-1 62 0,4 2 78 0,-3-3 64 16,-1 2 59-16,6-1 60 0,-6 0 56 0,3 1 69 0</inkml:trace>
  <inkml:trace contextRef="#ctx0" brushRef="#br0" timeOffset="205483.55">18275 1953 178 0,'0'0'346'0,"2"-3"54"16,-2 1 26-16,0 2 19 0,0-2 14 0,0 2 23 0,4 0 32 0,-1 2 30 15,-1 0 37-15,2-2 40 0,-2 1 46 0,1 1-16 0,1 1-41 0,-2 0-84 16,3 0-105-16,-1 1-46 0,1 1-17 0,-1-1-11 0,1 2-12 0,1 0-16 16,-3 0-24-16,3 0-27 0,-1 2-31 0,-1 1-35 0,1 0-42 0,-1 0-31 15,1 1-29-15,-5 1-17 0,6-1-11 0,-6 2-6 0,0 0-2 0,3 2-1 16,-3 1-3-16,-3-2-3 0,3 1-4 0,-2 1-5 0,-2 0-8 0,-1-1-1 16,1 0-3-16,-1 1-3 0,-1-1-1 0,1 0-4 0,-2 0-4 0,-1 0-7 15,1-1-11-15,-2-1-14 0,-2 2-14 0,2-1-25 0,0-1-25 0,-2 2-55 16,-1-2-71-16,1 1-87 0,0-1-99 0,-2 2-79 0,-1-1-73 0,-1-1-92 15,1 2-100-15,1-1-58 0,-1-1-34 0,-1 0-9 0,-1 0 2 0,-2 0 16 16,3 0 24-16,1 0 55 0,-4-1 69 0,3-1 88 0,1-1 94 0,0 0 81 16,-1-1 71-16,2-1 95 0</inkml:trace>
  <inkml:trace contextRef="#ctx0" brushRef="#br0" timeOffset="212014.97">15977 3097 184 0,'0'-1'270'0,"-4"1"24"0,2-2 17 0,2 2 7 0,-4-1 8 0,4 1 7 16,0-2 6-16,0 2 6 0,0 0 7 0,0 0 7 0,0 0-10 0,0 0-14 16,0 0-69-16,0 0-90 0,0 0-40 0,0 0-18 0,0 0-9 0,0 0-1 15,0 0-4-15,0 0 1 0,0 0 1 0,0 0 1 0,0 0 0 0,0 0 0 16,0 0-2-16,0 0-4 0,0 0 1 0,0 0-2 0,0 0 3 0,0 0 2 15,0 0 4-15,0 0 2 0,0 0 5 0,0 0 4 0,0 0 1 0,0 0-2 16,0 0 0-16,0 0-1 0,0 0-2 0,0 0-5 0,0 0-5 16,0 0-1-16,0 0-5 0,0 0-7 0,0 0-7 0,0 0-5 0,0 0-7 15,0 0-6-15,0 0-6 0,0 0-7 0,0 0-4 0,0 0-6 0,0 0-6 16,0 0-5-16,0 0-3 0,0 0-7 0,0 0-3 0,0 0-1 16,0 0-7-16,0 0-2 0,0 0-5 0,0 0-5 0,0 0 1 0,0 0-2 15,0 0-2-15,0 0-2 0,0 0-2 0,0 0 0 0,0 0-2 0,0 0-2 16,0 0-1-16,4 0 2 0,-4 0 2 0,2 0-2 0,-2 0 3 0,4 0 3 15,-4 0 1-15,5 0-2 0,-1 0 2 0,-3-2 4 0,7 2-1 0,-7 0 1 16,7-1 2-16,-3 1 1 0,0 0 1 0,1-1 0 0,-1 1-2 0,4-2 1 16,-5 1-2-16,5-1 0 0,-4 2 0 0,6-1 1 0,-3-1 1 0,-3 2-1 15,4-1 2-15,0-1 2 0,-2 1 7 0,6-1 9 0,-4 1 7 0,2 1 8 16,2-2 6-16,-3-1 6 0,5 2 4 0,-1-1 3 0,1-2 1 0,3 1 1 16,-4 0 3-16,6-2 1 0,-2 2-1 0,2-1-3 0,-2-2-2 0,2 1-7 15,0-2-5-15,-2 1-4 0,2-2-6 0,4 2-7 0,-6-2-2 16,2 3 2-16,1-3-2 0,-1 0-3 0,-2 1 0 0,2 0 3 0,-4 1 0 15,3 0 0-15,-1 0 0 0,-4 0 0 0,4 0 1 0,-3 1 1 16,-1 0-1-16,1 1 2 0,-5 1-1 0,5-1-5 0,-2 1 3 0,-3 0 1 0,3-1 2 16,-2 2 2-16,-2-1 6 0,2 1 7 0,-2-1 5 0,0 2 1 15,0-1 4-15,2 1 2 0,-2-1 2 0,5-1 2 0,-5 0-1 0,4 2 3 16,-2-1 0-16,0-1-5 0,1 2-4 0,-1-2-3 0,2-1-9 0,-4 3-9 16,-2 0-5-16,2-1-7 0,-5-1-6 0,5 3-4 0,-7-1-5 0,1-1 0 15,3 2 1-15,-3-1 5 0,-3 1-1 0,2 0-5 0,-2 0-3 0,0 0 0 16,0 0 0-16,0 0 0 0,0 0 0 0,0 0 0 0,0 0 0 0,0 0-2 15,0 0-7-15,0 0-7 0,0 0-26 0,0 0-33 0,0 0-54 0,0 0-61 16,0 0-72-16,0 0-77 0,0 0-65 0,0 0-68 0,0 0-80 0,0 0-87 16,0 0-65-16,0 0-54 0,0 0-21 0,0 0-2 0,0 0 13 0,0 0 27 15,0 0 53-15,-2-3 66 0,2 3 74 0,-5-4 76 0,1 4 70 0,-1 0 66 16,-1 2 80-16</inkml:trace>
  <inkml:trace contextRef="#ctx0" brushRef="#br0" timeOffset="-213699.27">23861 6475 52 0,'0'0'243'0,"2"2"38"0,-2-1 20 0,0 2 8 0,0 0 4 0,3 0 1 0,-3 2 3 0,4-1-1 0,-4 2 1 15,2 0 1-15,-2 0-1 0,0 2-35 0,3-1-50 0,-1-1-80 0,-2 2-92 16,0-2-51-16,4 1-32 0,-4 1-26 0,0-2-20 0,0 0-25 16,3-2-24-16,-3 1-30 0,2-1-31 0,-2-4-40 0,0 0-47 0,0 0-23 15,0 0-15-15,0 0-2 0,0 0 4 0,0 0 9 0,0 0 17 0,0 0 16 16,4-1 16-16,-1-2 24 0,-1-2 22 0,4 1 30 0</inkml:trace>
  <inkml:trace contextRef="#ctx0" brushRef="#br0" timeOffset="-213527.72">23928 6504 21 0,'2'-8'243'0,"1"-1"51"0,1 1 30 16,-2 0 20-16,5 2 15 0,-7-2 13 0,2 1 14 0,1 1 15 0,-1 0 12 15,2 0 18-15,-4 1 15 0,0 0-5 0,3 3-21 0,-1-1-51 0,-2 0-66 16,0 3-21-16,0 0 1 0,0 0 7 0,0-2 10 0,0 2 7 0,0 0 7 16,0 0 4-16,0 0 2 0,0 0-4 0,0 0-6 0,0 3-14 0,-2-1-21 15,-1 2-25-15,-1 1-25 0,2 1-31 0,-1 0-30 0,-3 0-31 0,1 3-36 16,-2-1-50-16,1 2-55 0,1 0-77 0,-4-1-90 0,3 0-80 15,-3 2-74-15,4-2-74 0,-4 1-70 0,5-1-95 0,-3 0-108 0,0-2-52 16,1 0-23-16,4 0-5 0,-5-3 3 0,5 3 27 0,-1-1 35 0,-1-2 59 16,2 2 72-16,-1-1 69 0,3-1 63 0,-2 2 67 0,2 0 69 15</inkml:trace>
  <inkml:trace contextRef="#ctx0" brushRef="#br0" timeOffset="-212080.53">23680 6903 36 0,'2'-2'262'0,"1"1"65"0,-3-2 34 0,0 1 21 0,6 2 18 0,-6 0 13 16,5 0 24-16,-5 0 28 0,4 2 25 0,1-2 28 0,-1 1 26 0,-1 1 31 0,3-1-51 16,-1 1-86-16,-1 1-58 0,1 0-47 0,1 0-22 0,-1 1-9 15,1 1-9-15,1-1-8 0,-2 2-19 0,1 0-25 0,-1 0-26 0,-1 2-22 16,1-1-27-16,1 0-28 0,-3 1-26 0,3 1-23 0,-3-1-19 0,1 1-16 15,-2-2-14-15,1 1-10 0,-1-1-10 0,2 2-14 0,-4-3-17 0,0 0-16 16,3 0-28-16,-1 0-37 0,-2-1-38 0,0-1-40 0,0-1-38 0,0 2-38 16,-2-2-31-16,2 0-29 0,-3-2-28 0,3-1-23 0,0 3-23 0,0-1-21 15,0-2-8-15,0 0-7 0,0 0 10 0,0 0 16 0,0 0 27 0,0 0 30 16,0-2 32-16,0-2 34 0,0 1 32 0,0-3 31 0,0 1 34 0,0-1 34 16,0-1 36-16,3-1 41 0,-3 2 37 0,2 0 37 0,-2-3 33 0,0 2 32 15,0 1 25-15,0-2 23 0,0 1 23 0,0 1 19 0,0 0 16 0,0 0 15 16,0 1 20-16,0 0 20 0,0 1 20 0,0 1 23 0,0 2 19 15,-2-2 13-15,2 3 8 0,-3-2 6 0,3 2-2 0,0 0-5 0,-4 0-6 16,2 2-8-16,-1 1-13 0,1-2-16 0,-5 2-27 0,1 1-27 0,1 3-35 16,-4-3-37-16,3 4-43 0,1-1-44 0,-4 1-53 0,2 1-59 15,-4-2-66-15,2 2-65 0,3-1-67 0,-3-1-63 0,4 2-76 0,-1-1-78 16,-1-2-80-16,2-2-79 0,-1-1-37 0,1 0-15 0,1-1 2 0,4-2 10 16,0 0 27-16,-5-2 41 0,1-1 49 0,2-1 58 0,-1-2 56 0,3 0 58 15,0 0 69-15,0-2 79 0</inkml:trace>
  <inkml:trace contextRef="#ctx0" brushRef="#br0" timeOffset="-211319.84">23933 6223 7 0,'-3'2'251'0,"-3"-2"81"0,4 1 38 0,-1 1 16 0,-1-1 8 0,4 2 3 0,0-3 2 0,0 2 3 0,0-2 0 0,0 2 2 0,4 0 3 0,-4-2 3 0,5 0-66 0,1 0-94 15,-3 0-85-15,3 0-79 0,1 0-31 0,-2 0-13 0,1 2-5 0,-1-2 2 16,4 1-2-16,-3 1 1 0,-1-1-2 0,4 1 2 0,-5-2 3 15,5 3 1-15,-4-2 5 0,1 2 3 0,-1-2 5 0,-1 3 12 0,-1-1 11 0,-1-2 10 16,5 2 15-16,-7 2 18 0,0-3 18 0,2 3 20 0,-2 0 14 0,0-1 14 16,-2 2 9-16,2 0 1 0,-3 0 1 0,-1 1-1 0,-1 0-5 15,1 0-8-15,-1 1-11 0,3-2-11 0,-6 1-19 0,7-1-18 0,-5 2-19 16,3-4-21-16,-1 2-16 0,2-1-18 0,-1-2-11 0,-1 0-10 16,4 0-7-16,0-2-8 0,0-1-6 0,0 0-8 0,0 0-4 0,0 0-3 15,0 0-1-15,0 0-4 0,0 0-1 0,0 1 0 0,0-1 0 0,0 2-1 16,4 0-2-16,-4-1-2 0,3 1 2 0,-1-2 0 0,-2 0 3 0,4 1 0 15,-4 1 0-15,3-1-1 0,-1 1-2 0,-2-1-6 0,0-1-3 0,4 2-6 16,-4-2-9-16,1 1-10 0,-1 0-17 0,0-1-13 0,0 4-19 0,0-4-23 16,0 3-13-16,-1 0-13 0,1 0-16 0,-4-2-24 0,4 2-16 0,-2 0-19 15,-1-1-17-15,3-1-12 0,-4 2-14 0,4-1-11 0,0-1-11 0,-2 1-11 16,2-2-8-16,0 0-11 0,0 0-16 0,0 0-21 0,0 0-27 0,-3-2-22 16,3 2-10-16,0 0 1 0,-4-4 12 0,4 4 16 0,0-5 21 0,0 5 24 15,0 0 25-15,0-6 26 0,0 2 30 0,0 4 30 0,4-5 34 0,-4 2 35 16</inkml:trace>
  <inkml:trace contextRef="#ctx0" brushRef="#br0" timeOffset="-210984.58">23995 6391 28 0,'0'0'231'0,"0"0"49"0,0 0 25 0,0 0 20 16,5 0 16-16,-5 2 13 0,4-1 12 0,-3-1 13 0,3 0 14 0,0 0 15 16,1 0 13-16,-3 0-18 0,7-1-31 0,-2-1-58 0,-1 2-66 15,-1-3-37-15,6 0-23 0,-2 2-13 0,-4-2-8 0,4 0-4 0,0 1-4 16,1-1-6-16,-5 0-9 0,4 0-12 0,-4 0-13 0,4 2-10 0,-3-2-12 16,3 0-16-16,-4 1-17 0,-1-1-10 0,1 0-4 0,1 0-7 0,-3 2-10 15,3-1-18-15,-3 1-21 0,1-2-27 0,-4 3-30 0,2-2-28 0,-2 2-30 16,0 0-29-16,0 0-28 0,0 0-28 0,0 0-27 0,0 0-29 0,0 0-26 15,-2-3-20-15,2 2-19 0,0-1-11 0,-7 0-4 0,7 1 3 0,-6 0 3 16,6 1 9-16,-3-3 10 0,-3 1 14 0,5 1 18 0,-3-2 25 16,0 1 28-16,3 1 43 0,-3-1 51 0,-1-1 53 0,5 2 57 0,-4-2 49 15,2 0 46-15,-2 1 43 0,3-1 41 0,1 2 30 0,0-1 31 0,0 2 21 16,-4-1 17-16,4 1 11 0,0 0 5 0,0 0-8 0,0 0-14 16,0 0-20-16,0 0-23 0,0 1-17 0,0 2-14 0,0 2-11 0,0-1-8 15,0 2 0-15,0-1 2 0,0 2 3 0,0-1 5 0,0 2 2 0,0-2 1 16,-4 1-5-16,4 1-8 0,0-1-9 0,0-1-12 0,-1 0-14 0,1 0-17 15,-4-1-24-15,4-1-33 0,0 1-38 0,0-1-38 0,0 1-44 0,0-4-40 16,0-1-42-16,0 3-42 0,0-3-46 0,0 3-43 0,0-3-57 0,0 0-60 16,0 0-43-16,0 0-32 0,0 0-5 0,0-4 10 0,5 1 22 0,-5-2 26 15,8 2 28-15,-8-1 29 0,1 1 32 0,-1-2 36 0,6 1 41 0,-6-1 42 16,4 2 54-16</inkml:trace>
  <inkml:trace contextRef="#ctx0" brushRef="#br0" timeOffset="-210778.42">24181 6295 189 0,'4'-4'294'0,"-3"1"31"0,3-2 21 0,-4 2 16 15,5 0 13-15,1 2 12 0,-3-1 14 0,3 0 15 0,-3 2 15 0,3 2 20 16,-2-2 5-16,1 0 1 0,-1 3-52 0,1-3-79 0,0 2-24 0,-1-1 1 16,1 2 3-16,-3 0-1 0,5 0-3 0,-1 0-6 0,-2 2-5 0,1-2-4 15,-3 1-18-15,1 1-22 0,3-1-24 0,-1 1-24 0,-1-1-30 0,-1 1-36 16,-1-1-31-16,2 1-35 0,-2 1-20 0,-2-3-17 0,3 1-20 0,-3 1-22 16,4-1-43-16,-4 1-53 0,2-2-49 0,-2 0-47 0,0 0-41 0,0 0-44 15,0-3-37-15,0 1-40 0,0-1-41 0,0 0-43 0,0 0-47 0,0 0-45 16,0 0-44-16,0 0-40 0,0 0 11 0,0 0 29 0,0 0 47 0,0 0 46 15,0-6 45-15,0 2 40 0,3-1 39 0,1 1 36 0,-4-1 43 16,2 0 45-16,-2 3 44 0</inkml:trace>
  <inkml:trace contextRef="#ctx0" brushRef="#br0" timeOffset="-210639.61">24336 6300 261 0,'0'-5'339'15,"0"-1"41"-15,0 3 29 0,0 0 23 0,0 0 29 0,0 3 32 0,0-1 34 16,0 1 33-16,-3-2 35 0,3 2 32 0,0 0 10 0,0-1-5 16,0 1-73-16,-4 1-110 0,-1-1-53 0,3 2-31 0,-2 1-20 0,1 0-20 15,-3 1-26-15,3 2-31 0,-3 0-33 0,1 0-31 0,-4 2-53 0,3 1-59 16,1-2-88-16,0 2-97 0,-3 0-97 0,3 0-93 0,-1 0-94 0,-3 0-100 15,6-1-99-15,-4-1-103 0,-1 1-46 0,3-3-18 0,1 2-12 0,-1-3-5 16,-1 1 14-16,3-1 26 0,-3 1 57 0,1-2 73 0,1 0 76 0,3 0 75 16,-3-2 85-16,2 2 86 0</inkml:trace>
  <inkml:trace contextRef="#ctx0" brushRef="#br0" timeOffset="-209083.69">14370 4879 201 0,'-9'2'326'0,"0"-1"50"0,-3 2 28 0,1 2 26 0,2-2 20 16,0 3 29-16,-2-3 26 0,-2 3 31 0,2 0 39 0,-3 0 38 0,1-1 35 15,2 3-29-15,0 1-60 0,-1-1-73 0,-3 1-77 0,6 0-44 0,-5 0-28 16,5 0-26-16,-6 0-21 0,6 0-25 0,-2 0-24 0,6-2-33 0,-4 2-36 15,0 0-37-15,5-1-34 0,-1-1-24 0,-1 2-18 0,3-1-19 0,1 1-17 16,-2 0-7-16,4-2 2 0,0 4 0 0,0-4 2 0,6 1-5 0,-6 0-2 16,7 0 1-16,-5 0 2 0,3-1-1 0,4 1-1 0,-3-1-5 15,3 1-6-15,-2-1-2 0,0-1 4 0,2 2-1 0,0-1 2 0,0-1 0 16,0 2 2-16,0-2 3 0,-1 0 0 0,1 1 1 0,-4-2 0 0,4 1 4 16,-5 0 7-16,5 0 8 0,-4-2 14 0,-1 1 6 0,-2 1 6 15,3-2 6-15,-1 2 5 0,-4-1 6 0,0 1 6 0,0-2 4 0,0 2 3 16,0 0 3-16,-4 0 3 0,2 2 0 0,-1-1 0 0,-3-1-5 0,1 2-7 15,-1 0-6-15,-1 0-6 0,-2 1-4 0,2-1-5 0,-2 1-6 0,0 0-6 16,-4-2-6-16,6 2-5 0,-6-1-5 0,4-1-5 0,-2-1-11 0,2 2-11 16,0-2-17-16,0 0-15 0,2-2-20 0,-2 1-17 0,0-4-49 0,4 2-61 15,-3 0-99-15,3-1-117 0,3-1-112 0,-2-1-110 0,4 0-103 0,0 0-97 16,-3-3-41-16,3 3-14 0,3-6 2 0,1-1 10 0,3 1 14 0,1-2 16 16,1 1 46-16,1-2 60 0,1 0 98 0,4 1 117 0,1-1 113 15,0 0 114-15</inkml:trace>
  <inkml:trace contextRef="#ctx0" brushRef="#br0" timeOffset="-208661.68">14653 5298 148 0,'-6'6'430'0,"-1"-2"166"0,1 1 78 0,-3 0 39 0,2 2 25 0,-2 0 20 16,0 1 14-16,0-2 9 0,0 1 10 0,0 1 4 0,2-2 8 0,-1 1 5 15,-2 1-101-15,1-1-149 0,3 1-161 0,-3-1-171 0,0-1-79 0,4 2-36 16,-1-1-26-16,-3-1-17 0,6 2-14 0,-3-4-15 0,3 2-9 0,-3-1-6 16,4-1-6-16,-1 1-5 0,3-1-7 0,-4-1-9 0,4 0 0 0,-2 0 5 15,2 0 1-15,0-1 0 0,0-2 0 0,0 0 0 0,-3 3 4 0,3-3 4 16,0 0-1-16,0 0 1 0,0 0-7 0,3 2-5 0,-3-2 1 16,2 2 6-16,-2 0 4 0,4-1 2 0,-1-1 2 0,-1 2-1 0,4-1 1 15,-3 1-2-15,3-1 0 0,-3 1-2 0,3-2 1 0,-1 1-1 0,2 1 4 16,-1-2 7-16,-1 0-3 0,4 0-6 0,-3 0-5 0,-1 0-1 0,4 0-1 15,-4 1-1-15,5-1-1 0,-5 0 0 0,4 0-4 0,-5 0-5 16,5 0 1-16,-4-1 4 0,0 1 4 0,1-2 1 0,1 1 2 0,-5-1 0 16,3 1 2-16,-1 1 4 0,1-2 0 0,-1 1 3 0,-2-1 1 0,1 2 7 15,-3 0 7-15,4-1 10 0,-4 1 7 0,0 0 1 0,2-2 1 0,-2 2 5 16,0 0 0-16,0 0 2 0,0 0-2 0,0 0-2 0,0-3-2 0,0 3-2 16,0-4-12-16,0 1-17 0,-2-2-22 0,-2 2-27 0,4-1-54 0,0-2-66 15,-3 0-111-15,1 1-135 0,2-2-122 0,-4 1-118 0,4-2-100 0,0 1-95 16,-1-1-40-16,-3-1-18 0,4 2-1 0,4-1 7 0,-4 1 17 0,1-1 20 15,3 1 47-15,-4-1 60 0,5 1 106 0,1 1 129 0,-2 1 123 0,5-1 116 16</inkml:trace>
  <inkml:trace contextRef="#ctx0" brushRef="#br0" timeOffset="-208423.2">14882 5295 91 0,'0'3'521'0,"-5"-1"126"0,5 0 64 0,-6 1 31 0,6 0 23 16,-3 2 12-16,1-2 12 0,-2 1 13 0,-1 1 8 0,1 1 9 0,-1-1 5 16,1 3-16-16,-1 1-28 0,-4 0-193 0,3 2-270 0,1 1-127 0,-4 0-63 15,3 1-31-15,1 1-19 0,-2-2-17 0,0 1-15 0,-1 1-21 0,3-1-21 16,-1-1-27-16,1 0-30 0,1-1-53 0,1-1-64 0,-3 1-77 0,5-4-82 16,-3 1-68-16,4-2-56 0,0-3-61 0,0 1-64 0,4-1-79 0,-4-1-84 15,0-2-37-15,1-4-13 0,5 2 6 0,-3-3 18 0,3-1 47 0,-1 0 58 16,3-3 76-16,-3 0 82 0,0-1 64 0,1-1 59 0,1 1 60 15,-2-1 63-15</inkml:trace>
  <inkml:trace contextRef="#ctx0" brushRef="#br0" timeOffset="-208092.09">14915 5257 133 0,'3'-3'294'0,"-3"2"51"16,0 1 31-16,0 0 28 0,2 1 29 0,2 2 39 0,-4 1 45 0,3 3 55 16,-3 0 55-16,2-1 44 0,-2 5 34 0,0-3-23 0,0 3-50 15,0 1-76-15,0 0-86 0,0 2-46 0,-2-2-30 0,2 1-28 0,-3 1-23 16,3-2-40-16,0 1-46 0,0 1-52 0,0-2-58 0,0 0-46 0,0 0-40 15,0-2-36-15,0-1-29 0,0 0-35 0,0 0-37 0,0-1-40 0,0-2-43 16,0 0-46-16,0 0-46 0,0-3-41 0,0 1-39 0,-4-2-28 0,4-2-30 16,0 3-25-16,0-2-20 0,0-1-13 0,0 2-6 0,0-2 9 0,-5 1 15 15,5-1 33-15,-6 0 38 0,3-1 44 0,1-1 46 0,-2 1 49 0,1-1 46 16,-3 1 44-16,1-2 45 0,1 0 43 0,-1 0 44 0,-1 0 43 16,1 0 38-16,-2-2 39 0,1 2 37 0,1-1 32 0,1 0 32 0,-1 2 36 15,-1-3 40-15,3 1 30 0,1 1 29 0,-2-1 14 0,-1 0 7 0,5 3-5 16,-4-2-7-16,4 0-12 0,0 1-17 0,0 2-17 0,0-3-20 15,0 0-21-15,4 0-23 0,-4 2-34 0,5-2-37 0,1 0-40 0,-3 0-38 16,3 0-26-16,3-2-20 0,-4 2-15 0,4-1-11 0,0-1-20 0,0 2-25 16,0-1-55-16,-1-1-67 0,1 1-74 0,0-1-71 0,0 1-71 0,2 1-64 15,-2-3-78-15,0 3-81 0,0-2-67 0,-4 1-56 0,4-1-27 0,-3 1-11 16,3-1 8-16,-4 1 19 0,1 1 48 0,1-2 61 0,-2 2 67 0,1 0 70 16,-1 0 64-16,4 3 64 0,-3-1 76 0</inkml:trace>
  <inkml:trace contextRef="#ctx0" brushRef="#br0" timeOffset="-207882.56">15163 5256 271 0,'0'4'407'0,"0"-1"95"0,-6 2 77 0,6 1 67 16,0-1 59-16,-3 5 40 0,3-3 27 0,-6 4 19 0,6-1 13 0,-5 1 9 16,5-1 6-16,-4 1-59 0,-1 1-88 0,1 0-115 0,-1 0-130 15,3 1-93-15,-5-1-78 0,1 2-64 0,1-1-63 0,1-1-42 0,-5 2-38 16,4-2-34-16,-1-1-33 0,3 0-51 0,-3 0-60 0,4-1-78 0,-1-2-89 15,-1-1-71-15,2-1-65 0,2 0-69 0,0-1-75 0,0-5-87 0,0 0-92 16,0 0-39-16,0 0-12 0,0 0 7 0,0 0 16 0,2-3 41 0,2-3 50 16,1 0 75-16,-1-2 83 0,-2-1 69 0,1-1 62 0,3 1 69 0,-1-2 74 15</inkml:trace>
  <inkml:trace contextRef="#ctx0" brushRef="#br0" timeOffset="-207371.72">15177 5281 270 0,'0'5'338'0,"0"-2"38"15,0 3 33-15,0-1 26 0,0 3 37 0,0 0 42 0,0-1 44 0,0 2 50 16,0 0 41-16,-2 2 38 0,2-1 5 0,0 1-9 0,-3-1-79 0,3-1-112 16,0 2-57-16,0-1-32 0,0-2-28 0,3 0-23 0,-3 2-36 0,2-3-39 15,-2 1-45-15,0-2-52 0,4 1-38 0,-3-1-36 0,-1-1-26 0,4-1-23 16,0 2-17-16,-2-3-10 0,1 2-7 0,-1-2-4 0,2 0-4 0,-1-2-1 16,-1 2-2-16,2-1-1 0,-1-2 0 0,-1 0-1 0,2 0 1 0,-3-2-4 15,-1 2 2-15,4-2-1 0,0 2 4 0,-2-1 4 0,-2 0-1 0,3-2-4 16,-1 1-4-16,2 1 1 0,-4-2-2 0,5-2 0 0,-5 2 0 0,4-3 0 15,1 0 1-15,-1-3 5 0,-3 2-1 0,3-2-7 0,0 0-5 0,-3-2-7 16,5 1-2-16,-6-1-1 0,4 1-2 0,1-2-5 0,-5 0-5 0,4 0-4 16,1 3-4-16,0-2-2 0,-1-1-10 0,0 3-7 0,-3-1 1 15,5 2 1-15,-2-1 0 0,-4 2-2 0,5 0 4 0,-5 3 2 0,5 0 5 16,-5-1 6-16,0 2 4 0,4 1 6 0,-4 2 7 0,0 0 2 16,0 0 8-16,0 0 5 0,0 0 5 0,0 0 7 0,0 0 5 0,0 0 10 15,0 0 5-15,0 0 3 0,0 0 4 0,0 0 1 0,0 0 3 0,0 0 3 16,0 0 0-16,0 0 0 0,0 0 1 0,0 0 1 0,0 0-1 0,0 0 0 15,0 2-2-15,0-2-4 0,0 3 1 0,0 2-1 0,0-2 1 0,0 0-2 16,0 1 1-16,0 1-1 0,0-1 3 0,0 1 2 0,0-1-1 0,0 2 2 16,4 0 0-16,-4 0 0 0,0 0 0 0,1 2 0 0,-1-3-1 0,0 3-2 15,0 0 0-15,0 1 1 0,0-2 2 0,4 2 0 0,-4-1-6 0,0 0-4 16,0 2-2-16,0-2 1 0,0 2-1 0,0 0 0 0,4 1-1 0,-4-1-2 16,1 1-3-16,-1-1-3 0,0 1-3 0,4-2-5 0,-2 1-2 15,-2-2-4-15,0 1 1 0,4-3 1 0,-4 0-6 0,0-2-11 0,0 1-10 16,0-1-12-16,3-1-10 0,-3-1-11 0,0-2-20 0,0 0-20 0,0 0-47 15,0 0-59-15,0 0-88 0,0 0-102 0,0 0-103 0,0 0-103 0,0 0-101 16,0 0-105-16,0 0-39 0,0 0-14 0,2-5 0 0,-2-1 6 16,0 2 14-16,4-2 19 0,-4 0 50 0,1 0 57 0,-1-3 90 0,4 1 105 15,1-1 102-15,-1 3 103 0</inkml:trace>
  <inkml:trace contextRef="#ctx0" brushRef="#br0" timeOffset="-206532.95">15434 5079 87 0,'4'-5'260'0,"-3"2"45"0,3 0 24 0,-4 0 18 0,4 0 13 16,-3 2 15-16,3-1 13 0,-2-1 15 0,-2 1 20 0,3 1 22 0,-3 0 25 16,0-1-14-16,4 1-29 0,-2-1-47 0,-2 2-59 0,0 0-10 0,0 0 13 15,0 0 17-15,0 0 24 0,0 0 10 0,0 2 8 0,0 1-3 0,3 1-4 16,-3 1-17-16,0 1-20 0,0 1-24 0,0 2-26 0,0 0-27 0,-3 2-27 16,3 2-31-16,-6-1-41 0,3 2-37 0,1-1-47 0,-2 0-44 0,-1 1-47 15,0 1-78-15,-5-1-96 0,7-1-87 0,-3 2-89 0,1-1-87 0,0-1-84 16,-3-1-97-16,3 2-105 0,-1-4-45 0,3 1-21 0,-3-2-3 15,3 0 3-15,1-2 17 0,-2 1 23 0,4-2 67 0,-1-2 80 0,1-4 85 16,0 0 84-16,0 6 82 0,1-1 83 0</inkml:trace>
  <inkml:trace contextRef="#ctx0" brushRef="#br0" timeOffset="-205964.11">15557 5296 18 0,'2'-3'311'0,"-2"2"154"0,0-2 94 16,0 3 67-16,0 0 46 0,0 0 45 0,0 0 27 0,0 0 24 0,0 3 19 15,0-2 19-15,0 2 11 0,-2 1 13 0,-2 1-62 0,2 3-98 0,-1-1-131 16,-1 2-148-16,-1 3-88 0,-1-1-62 0,1 2-47 0,-4 1-41 16,3-1-27-16,-1 2-26 0,-4 2-19 0,6-2-16 0,-4 0-19 0,0-2-17 15,3 1-16-15,-3 1-13 0,6-3-16 0,-4 0-22 0,-1-3-20 0,7 0-23 16,-3 0-45-16,-2-3-54 0,6 0-66 0,-3-2-70 0,3 1-54 0,0-4-48 16,0-1-35-16,0 2-28 0,0-2-24 0,3 0-23 0,-1-2-13 0,2 1-11 15,1-4-1-15,-1 1 3 0,1-2 30 0,1 0 42 0,1-2 57 0,-2-1 64 16,1 0 55-16,-1 2 51 0,-1-4 43 0,1 2 42 0,1 0 40 0,-3-1 43 15,3 2 37-15,-3-1 36 0,3 2 31 0,-3-1 28 0,-1 1 24 0,2 0 23 16,1 2 17-16,-5 0 20 0,4 2 16 0,-2 0 13 0,-2 0 12 16,0 3 9-16,0 0 12 0,0 0 10 0,3 0 19 0,1 1 21 0,-2 3 32 15,-2-3 35-15,3 4 32 0,-3-1 32 0,2 0 19 0,-2 3 11 0,0-1 1 16,4 1 1-16,-4-1-7 0,-4 2-10 0,4-1-16 0,0 1-17 0,0-1-27 16,4-1-32-16,-4 0-38 0,0 0-45 0,0-1-32 0,3-1-31 15,-1 1-32-15,-2-2-27 0,4-2-19 0,-2 1-15 0,1-1-6 0,1 1-7 16,-2-2-5-16,1-2-3 0,1 1-3 0,1-1-3 0,1 1-2 0,-1-2-2 15,-1-2-11-15,1 1-12 0,1-2-2 0,-1 0 8 0,4-4 0 0,-2 3-4 16,-1-2-2-16,-1 0-6 0,1-1-6 0,-1 1-9 0,-1-2-17 0,1 2-19 16,-1-2-40-16,-1 3-50 0,-1-3-83 0,2 2-95 0,-2 0-90 0,-2 0-86 15,3 0-113-15,-3 0-125 0,0 0-54 0,0-1-26 0,0 0-8 0,4 2 4 16,-4-2 11-16,0 2 18 0,0 0 39 0,0-1 50 0,0 2 81 0,2-1 100 16,-2 1 89-16,3-1 86 0</inkml:trace>
  <inkml:trace contextRef="#ctx0" brushRef="#br0" timeOffset="-205769.17">15895 5146 39 0,'-3'6'356'0,"-3"0"202"0,2 0 87 0,-1 2 42 0,0-1 9 0,5 0-4 0,-4 1-20 0,-1 1-27 0,-1 0-40 0,3 2-46 0,-3-1-50 0,1 2-49 16,-1 0-130-16,-1 2-162 0,2-1-237 0,-4 2-270 0,3-1-165 0,1-1-119 15,-1 1-44-15,-1-2-10 0,2 1 12 0,3 1 23 0,-2-2 39 0,4-2 43 16,-3 0 50-16,3 0 50 0,0-3 52 0,0 2 51 0,0-3 66 0,3 0 75 16</inkml:trace>
  <inkml:trace contextRef="#ctx0" brushRef="#br0" timeOffset="-205289.5">16034 5449 202 0,'0'2'456'0,"0"-2"138"0,0 0 61 0,0 0 29 0,4-2 15 0,-4 2 8 0,4 0 10 0,-4 0 7 0,1 0 9 0,3 0 5 0,-2-1 5 0,1-1 1 16,1 2-123-16,-2-1-178 0,3 1-150 0,-5-2-133 0,4 1-62 0,1 1-29 16,-1-2-35-16,1 2-37 0,1-1-69 0,-3 1-81 0,3-2-80 0,-1 2-79 15,-1-1-72-15,1 1-71 0,-1 0-81 0,-2 1-87 0,-2-1-56 0,0 0-40 16,0 0-18-16,0 0-8 0,0 0 14 0,0 0 29 0,0 0 57 0,-2 5 75 15,-2-2 71-15,3 1 73 0,-3-1 69 0,0 2 68 0,-1-1 79 16</inkml:trace>
  <inkml:trace contextRef="#ctx0" brushRef="#br0" timeOffset="-205140.37">16000 5557 132 0,'-4'4'375'0,"4"1"75"0,0-2 39 0,0-1 28 0,0-2 26 16,0 3 37-16,0 0 41 0,4-2 35 0,0 0 32 0,-3 1 21 0,3 1 17 15,-2-1-28-15,1-2-53 0,3 1-119 0,-1 2-149 0,-1-1-73 0,1-1-36 16,-1 1-39-16,1-1-40 0,-1 1-83 0,1-1-108 0,1 1-119 0,-1-1-123 15,-1-1-126-15,1 0-128 0,-5 0-96 0,6 0-85 0,-6 0-40 0,7 0-21 16,-7 0-10-16,0 0-3 0,0 0 6 0,0 0 11 0,0 0 52 0,0 0 66 16,0 0 83-16,0 0 91 0,0 0 106 0,-4 3 112 0</inkml:trace>
  <inkml:trace contextRef="#ctx0" brushRef="#br0" timeOffset="-204136.99">16733 5586 157 0,'-4'-2'564'0,"4"-1"128"0,-4 0 55 0,4 2 23 0,0-1 11 0,0 2 5 15,0 0 2-15,0 0 2 0,0 0 2 0,0-1 2 0,8-1 5 0,-3 1-30 16,6 1-38-16,-2-3-207 0,4 1-281 0,1-1-125 0,0-1-52 16,3-1-26-16,1 1-8 0,0-3-4 0,2 2-2 0,0-3-2 0,-2 2-3 15,5-1-5-15,-5 1-7 0,2-2-13 0,-5 1-19 0,3 1-37 0,-4-2-46 16,1 4-80-16,-4-1-88 0,-2 0-77 0,0 1-66 0,0 3-70 0,-4-1-74 15,-5 2-84-15,0 0-92 0,0 0-40 0,0 0-15 0,0 0 1 0,-3 3 10 16,1 3 34-16,-4-1 45 0,-1 1 76 0,-2-1 91 0,2 2 75 0,-2-1 66 16,0 1 71-16,-4 2 71 0</inkml:trace>
  <inkml:trace contextRef="#ctx0" brushRef="#br0" timeOffset="-203791.31">16837 5676 45 0,'-3'4'272'0,"1"-2"66"0,-2 1 39 0,4-3 25 0,4 3 25 0,-2-3 23 0,1 1 26 16,-1-1 24-16,6 2 34 0,-3-2 38 0,0 1 39 0,4 0 36 15,-3 1-51-15,3 0-92 0,2-1-66 0,-2 1-52 0,-4-2-26 0,4 1-16 16,0 2-21-16,-3-1-16 0,3-1-23 0,-4 1-20 0,-1 0-29 0,1 0-30 16,1 1-34-16,-3 0-31 0,1-1-24 0,-2 1-22 0,-2 1-10 0,0-1-14 15,0 2-7-15,0-1-9 0,-2 2-6 0,-2 0-4 0,1 0-5 0,-3 2-3 16,1-1-8-16,1 2-4 0,-1 0-8 0,-4 0-5 0,3 0-5 0,-3-1-5 16,4-1-4-16,-4 1-3 0,0-1-1 0,3-1-2 0,1 0 1 0,-4-1 1 15,3-1-2-15,3 1 0 0,1-2 0 0,-2-2 0 0,1 1 2 0,1 1-1 16,2-3 2-16,-4 0 2 0,4 0 1 0,0 0 0 0,0 0 1 0,0 0 1 15,0 0 1-15,4 0 0 0,-2-3 1 0,1 3 1 0,1-2 1 0,1 1 1 16,1-1 1-16,-1 2 2 0,2-1 1 0,1-3 1 0,1 3 0 16,-4 0 1-16,4-1 2 0,0-1 0 0,0 2 0 0,0-1 0 0,0 1-2 15,-1-1 2-15,1-1-1 0,-2 3-1 0,0-2-2 0,0 1-2 0,-1 0-2 16,-1-1 2-16,-1 1-3 0,1 1-1 0,-5-2-10 0,6 1-13 16,-6 1-30-16,0 0-40 0,0 0-74 0,0 0-94 0,0 0-81 0,0 0-75 15,0-5-79-15,0 4-79 0,0 1-81 0,-6-7-81 0,3 3-37 0,1 0-15 16,-2-2-1-16,1 0 10 0,-3 0 27 0,1 0 35 0,1 0 78 0,-1 0 93 15,3 0 82-15,-2 0 75 0,1 0 78 0,-3 0 84 0</inkml:trace>
  <inkml:trace contextRef="#ctx0" brushRef="#br0" timeOffset="-203576.32">16959 5091 123 0,'-2'-6'423'0,"-2"1"191"0,4 2 93 0,-2 0 47 0,-1 2 26 0,3 1 14 0,0 1 12 0,0-1 8 0,0 0 11 16,-4 1 12-16,4 1 11 0,0-2 8 0,0 3-91 0,-2 2-139 0,2-1-167 16,0 0-182-16,0 4-86 0,-3 1-44 0,3 0-23 0,0 3-13 15,0 2-10-15,-2 1-10 0,-2 0-10 0,4 1-13 0,0 2-16 0,-3 0-16 16,3 0-25-16,-2 2-28 0,-2-2-34 0,2-1-37 0,-1 1-89 0,3-1-107 16,-4 1-113-16,4 0-116 0,0-1-131 0,0-1-144 0,0-1-63 0,0-1-30 15,0-1-10-15,0-1 3 0,4 0 9 0,-1-3 17 0,-1-2 27 0,2 1 30 16,-2-3 84-16,5-1 106 0,-2-1 112 0,1-1 113 0</inkml:trace>
  <inkml:trace contextRef="#ctx0" brushRef="#br0" timeOffset="-203042.69">17773 5136 25 0,'0'-2'454'0,"0"2"124"0,0 0 74 0,0 0 41 0,0 0 31 0,0 0 20 0,0 0 19 0,-2 2 17 0,-2 1 17 0,4 1 11 0,-2 2 13 0,-1 2-1 15,3-1-13-15,-4 4-164 0,2 2-237 0,-1 2-121 0,-1 2-62 0,2-1-38 16,-1 4-25-16,-3 1-16 0,3 0-16 0,-3 3-13 0,4 0-11 0,-5 0-13 16,5 1-10-16,-1 1-12 0,-3-1-9 0,3 2-10 0,1-3-10 0,-2 0-7 15,1 0-6-15,3-1-10 0,-2-2-13 0,-2-2-14 0,4-1-17 0,0-1-18 16,0-2-17-16,0-2-23 0,4-2-26 0,-4-2-57 0,2-2-71 16,-2 1-79-16,0-4-86 0,3 1-73 0,-3-2-67 0,0-2-68 0,4 1-67 15,-4-2-63-15,0 0-61 0,2-5-22 0,-2 0 0 0,3 0 15 0,1-1 23 16,-2-2 53-16,-2-1 70 0,3 0 80 0,-1-1 88 0,-2-2 73 0,4 3 69 15,-1-2 73-15,-1-1 75 0</inkml:trace>
  <inkml:trace contextRef="#ctx0" brushRef="#br0" timeOffset="-202729.72">17811 5266 184 0,'0'0'362'0,"0"0"85"0,0 2 70 0,3 2 62 0,-3 1 62 0,6 1 48 15,-3 0 38-15,-1 1 26 0,-2 2 17 0,4 0 13 0,-1 2 11 16,-1-1-44-16,2 1-71 0,-2 2-110 0,1-2-121 0,1 1-86 0,-2 1-67 15,1-1-61-15,3 2-63 0,-1-2-47 0,-1 0-37 0,-1 0-29 0,3 1-19 16,-5-2-22-16,3 1-23 0,2-2-23 0,-1 1-23 0,-5-1-32 0,4-1-39 16,1 0-40-16,-5-1-50 0,4-2-40 0,-4-1-44 0,0 2-36 0,0-3-34 15,0 1-25-15,0-1-17 0,0-1-7 0,-4 0-2 0,2 0 9 0,-1 0 10 16,-1-1 27-16,-1 1 36 0,-1-2 43 0,2 1 51 0,-3-1 49 0,0-1 51 16,2 0 48-16,-4 0 46 0,3 0 44 0,-3 0 43 0,4 0 46 0,-4-1 45 15,3-1 52-15,-3 2 56 0,4-3 47 0,-4 3 45 0,0-1 26 0,3-2 21 16,1 1 7-16,-1-1 9 0,-1 2-2 0,5-1-2 0,-1-1-15 15,-1 0-20-15,2 2-27 0,2-1-32 0,0 2-41 0,0-4-48 0,0 2-43 16,2-1-43-16,-2 0-30 0,4 0-23 0,-1-1-17 0,3-1-16 0,-1 1-12 16,1-1-8-16,1-1-17 0,0-1-20 0,2 1-51 0,0 0-63 0,0-2-86 15,2 2-98-15,-2 0-93 0,0 0-91 0,0 0-102 0,2 0-106 0,-2 0-46 16,0-1-22-16,2-1-9 0,-2 2-8 0,0 0 12 0,0 2 16 16,0-2 48-16,0 1 63 0,0 1 84 0,2 1 96 0,0 0 93 0,-2 0 94 15</inkml:trace>
  <inkml:trace contextRef="#ctx0" brushRef="#br0" timeOffset="-202473.11">18201 5279 51 0,'0'7'365'0,"0"-1"197"0,-2-2 98 0,-1 4 51 0,3-1 29 0,0 2 18 15,-2 2 15-15,-2-1 13 0,1 1 10 0,3 1 10 0,-6 1 3 0,5 1 5 16,-3 1-77-16,0 0-114 0,-1 1-170 0,1 1-193 0,-1-1-98 15,-1 0-50-15,3 1-29 0,-3 0-20 0,5-2-20 0,-3 0-19 0,0-2-19 0,-1 2-23 16,1-3-27-16,4 0-32 0,-5-1-46 0,5-1-56 0,-2-2-60 16,-2-1-63-16,4-1-53 0,0-1-46 0,-3-1-48 0,3-1-50 0,0-3-48 15,0 0-48-15,0 0-56 0,0 0-59 0,0 0-16 0,3-4 6 0,-3-2 31 16,0-2 49-16,6 1 59 0,-6-1 62 0,5-2 52 0,-5-1 46 16,4 1 49-16,1-3 52 0,-1 3 52 0,1 0 57 0</inkml:trace>
  <inkml:trace contextRef="#ctx0" brushRef="#br0" timeOffset="-202201">18214 5298 157 0,'0'0'325'0,"0"0"61"0,0 0 44 16,0 0 48-16,2 4 51 0,-2-1 63 0,0 2 66 0,0 1 48 0,0 0 40 15,0 1 26-15,0 0 20 0,0 1-35 0,0 1-63 0,-2 2-87 0,2-1-101 16,0 1-57-16,-4 1-39 0,4 0-43 0,0 0-49 0,0 0-59 16,0 0-66-16,0 0-47 0,0-2-40 0,0 1-25 0,4-1-18 0,-4-1-13 15,2 0-11-15,-2-1-8 0,3-1-4 0,-3 1-4 0,6-2-4 0,-6-2-1 16,3 2-1-16,1-1-2 0,-2-2-2 0,1 0 2 0,-1 0 0 15,-2-2 0-15,4 0-1 0,-1-1-1 0,-3 0 1 0,2 0-1 0,4 0-2 16,-3-1-1-16,-3 1-2 0,6-1 1 0,-3-2 1 0,1 1-2 0,-2-1-2 16,3 0-2-16,-5-2-1 0,4 0 0 0,1 0-1 0,-1-1-1 0,-2 0-1 15,1-1-3-15,1-1-1 0,-2-1-7 0,1 2-5 0,-1-2-13 0,2 1-13 16,-4-1-24-16,5-1-24 0,-5 1-64 0,4 0-80 0,-4 0-89 0,3 0-95 16,-1 0-89-16,2 0-88 0,-2 0-92 0,-2 0-97 0,0 1-38 0,0-1-14 15,0 0 1-15,3 2 7 0,-3-1 21 0,0 2 26 0,0 0 63 0,0 0 80 16,0 0 93-16,0 2 94 0,4 1 92 0,-2-2 88 0</inkml:trace>
  <inkml:trace contextRef="#ctx0" brushRef="#br0" timeOffset="-201935.68">18503 5167 19 0,'0'0'352'0,"-3"0"209"16,3 0 105-16,0-1 60 0,0 1 31 0,0 0 26 0,0 0 16 0,0 0 17 16,0 0 12-16,0 0 12 0,0 0 6 0,-4 1 6 0,4-1-65 0,0 3-101 15,0 0-174-15,-2-1-206 0,-1 1-102 0,3 1-57 0,0 2-32 0,-4 0-23 16,4 2-19-16,-2 1-19 0,-1 0-19 0,1 3-20 0,-2-1-21 0,1 2-24 16,1-1-39-16,-2 1-48 0,2-1-92 0,-1 0-109 0,3 0-97 0,0 0-87 15,-4 0-113-15,4-1-120 0,0-2-65 0,4-3-36 0,-4 0-13 0,0-2 1 16,0-4 10-16,3 5 13 0,-3-5 35 0,0 0 45 0,0 0 86 0,2-3 108 15,2 0 97-15,-2 0 87 0,1-2 111 0</inkml:trace>
  <inkml:trace contextRef="#ctx0" brushRef="#br0" timeOffset="-201440.56">18724 4986 213 0,'0'0'323'0,"-4"0"50"0,3 1 32 0,1-1 30 0,-4 2 28 16,4-2 36-16,0 1 43 0,0 1 48 0,0-2 55 0,-2 3 43 0,2-3 36 15,0 1-33-15,0-1-69 0,0 0-75 0,0 3-79 0,0-3-40 0,-3 3-28 16,3-3-23-16,0 0-25 0,0 3-29 0,0 0-37 0,0 0-43 16,3 0-51-16,-3 1-35 0,0 1-33 0,0 0-17 0,2-1-13 0,-2 2-4 15,0 2-1-15,0 0 1 0,4 3 4 0,-3 1 8 0,-1 0 9 0,0 2 8 16,4 2 2-16,-4 1 11 0,0 4 8 0,0 0 7 0,0 1 6 15,0 2 3-15,0 2-1 0,0 1 0 0,0 1-5 0,0 2-8 0,0 2-8 16,0-1-13-16,0 0-14 0,0 3-13 0,0-3-11 0,0 2-16 0,-4-1-17 16,4-2-20-16,-1-1-25 0,-3 0-25 0,4-3-24 0,-2-1-26 0,-1-2-28 15,3-2-23-15,-4-2-23 0,4-2-20 0,-6-4-18 0,6-1-30 0,0-1-35 16,-1-3-77-16,-3 0-102 0,4-2-90 0,-4-1-84 0,4-3-83 0,0 0-81 16,0-2-59-16,0 0-51 0,-5-2-11 0,1-2 6 0,4 0 12 0,-5-1 16 15,5-1 29-15,-5-1 34 0,1-1 83 0,2 1 103 0,-2-2 98 0,-1 1 98 16,5 1 99-16,-5-3 99 0</inkml:trace>
  <inkml:trace contextRef="#ctx0" brushRef="#br0" timeOffset="-201074.11">17657 5070 72 0,'-4'-3'314'0,"-1"1"96"0,1 1 59 15,-1-1 45-15,3 1 47 0,-2-1 50 0,4 2 49 0,0 0 45 0,-3-1 33 0,3 1 23 0,-2-2 19 0,2 2 14 0,0 0-76 0,0 0-123 0,0 0-96 0,0 0-88 16,-4 2-57-16,4-2-43 0,0 1-44 0,-2 1-50 0,2-1-42 0,0 4-41 15,-3-2-29-15,3 4-20 0,0 1-13 0,0 2-10 0,0 4-4 0,0 1-1 16,0 3 0-16,-4 3 0 0,4 1 0 0,0 4 2 0,0 1 1 16,-2 0 3-16,-1 1 0 0,3 2-3 0,0 0-3 0,-4 2-5 0,4-2-4 15,-2 1-4-15,2-2-7 0,-3 0-7 0,1 2-13 0,2-5-14 0,-4 3-17 16,4-3-16-16,0-1-21 0,-3-2-24 0,3 1-42 0,0-5-48 0,0 1-87 16,0-2-103-16,3-3-95 0,-3 0-86 0,6-2-119 0,-3-1-132 15,-1-3-52-15,5 0-19 0,-1-3 0 0,-1-1 7 0,4-2 16 0,0 0 18 16,0-3 37-16,2-2 47 0,-2 1 85 0,2-2 105 0,4-2 94 0,-3 2 88 15</inkml:trace>
  <inkml:trace contextRef="#ctx0" brushRef="#br0" timeOffset="-200729.83">18972 5398 165 0,'3'2'462'0,"-1"-1"191"0,2 1 85 16,-1-1 40-16,-3 1 19 0,2-1 9 0,2 1 9 0,-4-2 10 0,0 0 11 15,0 1 10-15,0-1 11 0,0 0 8 0,2 1-107 0,-2-1-163 0,0 0-180 16,0 4-189-16,0-4-83 0,0 3-40 0,0-3-19 0,0 3-12 16,0 0-21-16,0 0-22 0,0-2-32 0,0 2-36 0,0-3-81 0,0 3-101 15,3 0-112-15,-3-1-119 0,0 1-133 0,0 0-139 0,0-3-75 0,0 0-44 16,0 0-19-16,0 0-7 0,0 0 7 0,0 0 9 0,4 3 19 0,-4-3 26 16,0 0 70-16,0 0 90 0,0 0 110 0,0 0 117 0,2 3 129 0</inkml:trace>
  <inkml:trace contextRef="#ctx0" brushRef="#br0" timeOffset="-200230.68">19527 5095 15 0,'0'0'335'0,"0"0"193"0,0 0 107 0,0 0 64 0,-4 0 39 0,4 5 29 0,0 1 21 0,-3-1 15 0,3 5 15 0,-2 0 13 15,-2 1 14-15,1 2 7 0,-3 2-63 0,5 1-94 0,-7 2-162 0,3 2-187 16,-1-1-100-16,1 3-63 0,-2-1-37 0,0 1-26 0,-1 1-18 0,1-1-17 15,0 1-14-15,0-1-17 0,-2 1-14 0,1-1-13 0,3-1-15 0,-4 0-18 16,3-3-16-16,1 0-16 0,1-1-20 0,-1-2-23 0,5-2-41 0,-2-1-52 16,-1-1-75-16,-1-2-90 0,4-2-70 0,0-1-63 0,4-1-56 15,-4-1-53-15,3-1-49 0,-3-3-50 0,0 0-52 0,2-3-54 0,3-1-10 16,-1-2 5-16,0-2 34 0,1 1 44 0,-3-4 76 0,5 1 89 0,-1-3 70 16,-5 2 65-16,7-1 58 0,-3-2 56 0,0 1 59 0</inkml:trace>
  <inkml:trace contextRef="#ctx0" brushRef="#br0" timeOffset="-199941.81">19500 5259 219 0,'0'-3'320'0,"4"0"50"0,-4 3 34 0,1 1 35 0,3 2 36 16,-2 1 49-16,1 1 60 0,-3 1 61 0,4 1 60 0,-2 3 38 0,1 0 27 15,1 1-42-15,-2 1-73 0,1 1-75 0,-1 1-75 0,-2-1-42 0,4 2-28 16,0 0-29-16,-3 0-31 0,3-1-49 0,-2 1-55 0,1-2-58 0,1 1-60 16,-2-2-36-16,3-1-24 0,-1 2-18 0,1-4-12 0,-1 0-9 0,0 0-7 15,-3-3-7-15,5 0-4 0,-3-2-4 0,3 1-1 0,-3-1-1 0,-1-2 2 16,2 1-1-16,1-3 4 0,-1 1 1 0,-1-1 0 0,-1-1 0 15,2 1 0-15,-2-2-2 0,1-1-1 0,3-1-1 0,-3-1-7 0,-1 1-1 16,5-4 3-16,-5 1-3 0,4-2-3 0,-3-1-1 0,1 2-4 0,1-3-2 16,-1-1-4-16,-2 2-4 0,1-1-3 0,-1-1-7 0,2 1-8 15,-4 0-11-15,3 0-7 0,-3-1-15 0,2 2-18 0,-2-1-21 0,0 1-25 16,4-1-56-16,-4 2-69 0,0 0-87 0,2-1-98 0,-2 2-87 0,0 1-80 16,3-1-102-16,-3 1-108 0,0 1-43 0,0-2-12 0,4 2 2 0,-4 0 8 15,2 2 19-15,-2 4 26 0,0-4 51 0,0 4 70 0,0 0 89 0,3-2 98 16,-3 2 88-16,0 0 82 0</inkml:trace>
  <inkml:trace contextRef="#ctx0" brushRef="#br0" timeOffset="-199522.43">19986 5176 67 0,'0'0'378'0,"0"0"192"0,0 0 95 15,0 0 54-15,0 0 33 0,0 0 22 0,0 3 21 0,0 0 15 0,0-1 13 16,0 2 13-16,0-1 10 0,0 2 10 0,-1 1-79 0,1 1-117 16,-4 1-167-16,0 2-186 0,3-1-91 0,-3 2-45 0,2 1-28 0,-1 0-23 15,-1 1-18-15,-1 1-17 0,3-1-13 0,-2 1-15 0,0-1-10 0,-1 1-11 16,1-1-8-16,3 1-5 0,-3-2-4 0,2 0 1 0,-1 0-5 0,-1-2-6 15,2 1-6-15,-1-2-8 0,3 0 1 0,-2 0 2 0,-2-4 1 0,4 2-1 16,0-1 1-16,-3-2-2 0,3 1-5 0,0-2-7 0,0 0-4 0,0-2-2 16,0-1-3-16,0 0-5 0,0 0 2 0,-2 3 3 0,2-3-4 0,0 0-5 15,0 0-2-15,0 0-1 0,0 0 0 0,0 0 0 0,0 0 2 0,0 0 2 16,0 0 1-16,-4 2-1 0,4-2 2 0,0 0-1 0,0 1-2 16,0-1-5-16,0 0-5 0,0 0-8 0,0 0-12 0,0 0-14 0,0 0-20 15,0 0-20-15,0 0-30 0,0 0-36 0,0 0-42 0,0 0-49 16,0 0-52-16,0 0-53 0,0 0-48 0,0 0-41 0,0 0-48 0,0 0-45 15,0-1-57-15,0-4-56 0,0 5-28 0,0-6-7 0,4 0 18 0,-2 0 30 16,-2 0 43-16,0-1 49 0,0 1 52 0,3 0 57 0,-3-2 54 0,4 2 49 16,-2 0 53-16,-2 1 57 0</inkml:trace>
  <inkml:trace contextRef="#ctx0" brushRef="#br0" timeOffset="-199162.59">19967 5196 172 0,'0'0'362'0,"0"0"76"0,-4 1 55 0,4 2 48 16,0 0 41-16,4 2 50 0,-4-1 54 0,0 1 38 0,0-1 32 0,0 2 23 15,-4 0 15-15,4 0-35 0,0 3-60 0,0-1-104 0,0-1-122 0,-2 4-70 16,2-1-50-16,0 1-40 0,-3 1-37 0,3 1-42 0,0 1-51 16,0 1-32-16,0 0-23 0,0 0-16 0,0 1-13 0,0 2-7 0,0-2-7 15,3 1-2-15,-3 0-7 0,2-1-2 0,-2-1-5 0,0 0-5 0,4 0-2 16,-4-1-4-16,3-2-2 0,-1-1-8 0,-2-1-8 0,5 0-5 0,-5-2-2 15,4-1-4-15,0 1-5 0,-3-2-5 0,-1-2-1 0,4 0-1 0,-4 1-2 16,4-2 0-16,-2-1-2 0,1 1-1 0,-1-2-3 0,-2-1-1 0,4 0-2 16,-4 0 0-16,5-1-2 0,-1-1-1 0,-3 1 0 0,3-2-3 0,1-2-3 15,1 2 0-15,-3-3-3 0,3 0-1 0,-2-1-4 0,5-2-5 0,-4-1-7 16,0 0-10-16,1-3-12 0,1 0-12 0,-1-1-9 0,-1-1-14 0,0 0-11 16,-1-2-14-16,1 1-17 0,1-1-34 0,-3-1-43 0,3 0-76 15,-1 2-86-15,-1-2-72 0,0 0-63 0,-3 0-55 0,7 1-51 0,-7 1-62 16,3 1-65-16,-2-1-42 0,-2 2-34 0,0 2-4 0,3-2 8 0,-3 4 31 15,0-1 43-15,0 2 77 0,0 2 89 0,4-1 78 0,-4 2 72 16,2 0 65-16,-2 3 65 0,5 0 72 0</inkml:trace>
  <inkml:trace contextRef="#ctx0" brushRef="#br0" timeOffset="-198953.29">20256 5150 222 0,'2'-1'375'0,"-2"1"58"0,0 0 47 0,0 0 41 0,0 0 47 0,0 0 47 16,0 0 53-16,0 0 53 0,0 5 34 0,0-1 22 0,-2 1 2 0,2-1-3 15,-4 2-106-15,4 2-153 0,-3-1-81 0,3 1-56 0,-2-1-44 0,-2 2-44 16,4 0-45-16,-1 0-48 0,-3 0-49 0,4 2-56 0,0-1-31 16,-4 1-22-16,4-1-17 0,0 2-15 0,0 0-20 0,-2 0-20 0,2 0-41 15,0 0-45-15,-3-1-70 0,3 1-79 0,0-2-75 0,0 1-71 0,0-3-77 16,0 2-84-16,-2-3-84 0,2 1-88 0,-4-2-34 0,4-2-13 16,0-4 5-16,0 0 13 0,0 0 34 0,0 0 44 0,0 0 68 0,0 0 82 15,0 0 73-15,0-4 69 0,0-2 80 0,4-2 81 0</inkml:trace>
  <inkml:trace contextRef="#ctx0" brushRef="#br0" timeOffset="-198667.84">20439 4767 87 0,'0'0'503'0,"0"-3"120"0,0 3 55 0,0 0 25 0,0 0 11 15,0 0 8-15,0 0 5 0,0 0 13 0,0 0 16 0,0 0 12 0,0 4 11 16,0 1-16-16,0 1-22 0,0 0-187 0,0 1-259 0,0 2-118 16,0 1-55-16,0 3-23 0,0-1-10 0,0 1-8 0,3 1-6 0,-1-1-12 15,-2 2-14-15,0 0-13 0,4 0-12 0,-4 0-9 0,3 0-9 0,-3 0-9 16,2 0-11-16,-2 0-10 0,0 0-15 0,0-1-29 0,0-1-36 16,0 1-56-16,-2-2-68 0,2-1-65 0,-3 0-65 0,3 0-64 0,-4-2-63 15,4 0-78-15,0 0-84 0,-2-4-56 0,-1 0-43 0,3 0-12 0,-2-1 4 16,-2 1 23-16,4-5 34 0,0 1 56 0,0-1 67 0,0 0 65 0,0 0 65 15,-5 0 63-15,5 0 63 0,0 0 80 0</inkml:trace>
  <inkml:trace contextRef="#ctx0" brushRef="#br0" timeOffset="-198353.86">20641 4771 189 0,'0'4'469'0,"0"0"172"16,-3 2 78-16,-1 0 34 0,4 1 17 0,-2 2 7 0,-1 2 4 16,3-2 7-16,-4 1 7 0,4 3 9 0,-2 1 10 0,-1 1 7 0,3 2-113 15,-2-1-168-15,2 2-164 0,-4 2-161 0,4-1-71 0,0 2-27 0,0 2-9 16,0-1 0-16,4 1 0 0,-4 1 2 0,2 1-1 0,-2 1-1 16,3-1-7-16,-1 2-7 0,2 0-7 0,-4 0-7 0,3 2-7 0,-1-2-4 15,-2 1-6-15,4 1-6 0,-4-2-7 0,0 0-6 0,0 0-7 0,0-2-7 16,-4 2-13-16,4-3-17 0,0-1-14 0,-5-2-13 0,5 0-12 0,-4-3-11 15,-1 0-14-15,3-2-16 0,-2-1-16 0,0-2-18 0,-1 0-36 0,3-3-43 16,-1 1-77-16,-1-4-93 0,-1-1-72 0,1 0-62 0,2-2-62 0,-1 0-59 16,-3-3-75-16,2 1-79 0,-1-4-35 0,3 1-17 0,-5-3 5 0,5 0 11 15,-3-2 33-15,1 0 40 0,-1 0 81 0,-2-3 89 0,1 0 80 0,1-1 72 16,-1 1 71-16,-3-2 73 0</inkml:trace>
  <inkml:trace contextRef="#ctx0" brushRef="#br0" timeOffset="-197996.96">19281 4779 292 0,'-4'4'452'0,"-1"-1"96"0,0 2 64 0,5-1 48 0,-4 4 39 0,4-1 29 0,-2 1 25 0,-1 2 18 0,1 1 16 0,-2 2 13 0,1 1 12 0,1 2-52 0,-2 2-87 15,4 2-128-15,-4 1-148 0,4 1-85 0,0 4-62 0,0-1-39 0,-1 2-34 16,1 2-25-16,0 2-23 0,0 1-18 0,0-1-18 0,0 4-11 0,0 1-10 15,0 0-9-15,0 3-9 0,1-2-15 0,-1 2-19 0,0 0-19 0,0-1-20 16,0 1-32-16,0-3-36 0,0 0-77 0,0-2-97 0,0-1-97 16,0-1-99-16,0-2-110 0,4-2-121 0,-4-2-81 0,0-2-65 0,4-3-25 15,-2-2-4-15,-2-1 7 0,0-1 12 0,0-4 25 0,0 1 29 0,-2-4 75 16,-2-1 96-16,0-1 98 0,-1-1 98 0,0 1 110 0</inkml:trace>
  <inkml:trace contextRef="#ctx0" brushRef="#br0" timeOffset="-197471.11">15837 7339 273 0,'-9'3'532'0,"0"0"158"0,4-1 75 0,-4-1 32 0,3 2 17 0,3 2 5 0,-3-3 1 0,3 2 2 0,3-4-1 0,0 0 0 16,0 0-1-16,3 1 1 0,-1 1-145 0,2-1-209 0,1 1-172 0,-1-2-158 15,5 1-73-15,0 1-32 0,-2-1-16 0,6 1-5 0,-2 1-5 0,3-2 0 16,0-1-5-16,-1 1-5 0,5 1-16 0,-3-2-20 0,1 0-47 0,-2 0-59 16,1-2-86-16,-1 1-96 0,-1 0-84 0,1 1-75 0,-3-2-92 0,-2 1-96 15,0-2-65-15,0 1-46 0,-3 1-17 0,-1-1-8 0,-5 2 13 16,0 0 16-16,0 0 45 0,0 0 56 0,0 0 85 0,0 5 97 0,-5-1 83 16,-1 2 78-16,3 0 91 0</inkml:trace>
  <inkml:trace contextRef="#ctx0" brushRef="#br0" timeOffset="-197306.66">15919 7614 27 0,'0'6'290'0,"1"-2"116"0,-1 2 78 0,0-1 64 0,4-1 45 0,1 2 34 15,-1-1 21-15,2-1 14 0,-3 0 7 0,-1 0 4 0,5 0 1 0,-5-1 1 16,3 0-79-16,4 0-119 0,-3-1-160 0,3-1-180 0,0 1-146 0,0-2-133 16,0 0-130-16,2 0-126 0,2-2-104 0,-3-2-95 0,-1-1-42 0,6 2-19 15,-4-3-10-15,5-1-7 0,-1 1 7 0,-5-2 10 0,5 1 47 0,-1-1 66 16,1 1 70-16,-1 1 70 0,1-1 85 0,-1 2 95 0</inkml:trace>
  <inkml:trace contextRef="#ctx0" brushRef="#br0" timeOffset="-197081.59">16586 7443 153 0,'0'3'549'0,"4"0"123"0,-4-3 55 15,0 1 22-15,1 1 12 0,-1-1 4 0,4-1 3 0,0 3 0 0,-2-3 0 16,3 0-1-16,2-2-1 0,-1 1-33 0,-1 0-46 0,4-1-214 0,2-1-287 16,-2 0-153-16,0 0-88 0,2-1-73 0,-2-1-66 0,4 1-59 0,-3-2-57 15,-1-1-55-15,2 2-51 0,2 0-62 0,-4-1-66 0,0 2-74 0,-2-1-78 16,1 1-26-16,-3-1-1 0,0 2 21 0,1 2 34 0,-3-2 50 0,-3 3 52 16,0 0 56-16,0 0 53 0,0 0 55 0,0 0 53 0,-3 3 60 0,1 1 67 15</inkml:trace>
  <inkml:trace contextRef="#ctx0" brushRef="#br0" timeOffset="-196752.43">16657 7560 4 0,'1'4'240'0,"-1"-3"67"0,4 3 35 15,-4-1 24-15,5-2 16 0,1 2 14 0,-3 0 18 0,3 0 18 0,-2 0 23 16,1-1 23-16,-1-1 27 0,1 2 21 0,-1-1-45 0,-3 1-75 16,5-2-60-16,-3 1-53 0,1 1-24 0,-2-2-11 0,2 0-8 0,-3 1-11 15,3 1-6-15,-4 0-8 0,4 0-13 0,-4 2-14 0,1-3-16 0,-1 3-17 16,0 1-16-16,-1 0-13 0,-3 2-8 0,0-1-4 0,-1 1-3 0,3 1 2 15,-2 0 1-15,-1 0 5 0,-4 1-3 0,5-2-1 0,-1 0-5 0,0 2-5 16,1-3-5-16,-2 1-8 0,3-2-5 0,1 0-4 0,-2-2-9 0,4-1-8 16,0 2-8-16,0-2-10 0,4 0-2 0,-2-2 2 0,1 2-10 0,3-1-12 15,1-1-6-15,0 1-6 0,1-1 0 0,-1 1 0 0,2-2-2 0,0 0-1 16,0 0 0-16,0-2-1 0,2 2-2 0,-6-3-2 0,4 2-5 16,0-1-10-16,0-1 1 0,-3 0 2 0,-1 2 2 0,4-2 0 0,-5 0 0 15,-2 1-1-15,1-1-1 0,3 2 2 0,-6-1-1 0,0 2-2 16,0-1-5-16,0 1-7 0,0 0-15 0,0 0-21 0,0-3-45 0,0 1-57 15,-2 1-80-15,-2-2-89 0,4 1-75 0,-3-1-71 0,1 0-81 0,-2 0-84 16,3-1-71-16,-3-2-69 0,0-1-27 0,-1 0-6 0,3 0 8 0,-2-2 14 16,1 1 46-16,1-1 57 0,-2 0 79 0,-1-1 90 0,5 1 76 0,-4-2 71 15,3 1 78-15,-3-2 84 0</inkml:trace>
  <inkml:trace contextRef="#ctx0" brushRef="#br0" timeOffset="-196556.8">16689 6965 222 0,'-3'-8'481'0,"3"3"117"0,0 0 77 16,-4 3 45-16,4 2 31 0,0 0 23 0,0 1 16 0,0 2 14 16,-2 0 9-16,-2 2 6 0,4 2 3 0,0 1-46 0,-3 1-71 0,3 1-158 15,-2 1-198-15,2 2-115 0,-4 1-73 0,3 1-48 0,1 0-35 0,-4 1-32 16,4 1-32-16,-4-1-53 0,4 1-63 0,0 1-96 0,-1-2-112 16,1 1-102-16,0-1-97 0,0 1-110 0,0-2-117 0,0 0-55 0,1-2-22 15,-1 0-11-15,4 1-2 0,-4-2 7 0,5 0 15 0,-5-1 40 0,6-3 53 16,-6 2 91-16,3-3 107 0,3 1 101 0,-2-2 95 0</inkml:trace>
  <inkml:trace contextRef="#ctx0" brushRef="#br0" timeOffset="-189653.95">17404 7054 109 0,'-8'2'367'0,"1"1"123"0,0 0 78 0,-2 0 50 0,2 3 38 16,-2 0 29-16,0 1 25 0,3 1 23 0,-3-1 16 0,0 1 18 0,4 2 12 15,-4-1 12-15,3 2-88 0,-3 1-132 0,4 1-121 0,-3-1-118 16,3 2-67-16,0 1-49 0,1 0-35 0,-1 0-26 0,-1 1-19 0,2-1-22 16,3 2-15-16,-3 1-15 0,4-2-9 0,-2 1-9 0,2-1-8 0,0 2-7 15,0 0-4-15,0 0-4 0,2-1-2 0,-2 1-5 0,4-1-3 0,-3 1-2 16,3-1-2-16,-4 1-5 0,6-1-2 0,-3-1-1 0,-1 1-4 0,2-1-4 16,1-1-2-16,0 0-2 0,-1 2-3 0,1-4-5 0,-1 2-2 0,5-1-4 15,-3 1-7-15,3-2-7 0,-4-1-10 0,4 1-8 0,-4 0-13 0,5 0-16 16,0-2-31-16,-1-2-40 0,0 0-74 0,4-2-91 0,-2 1-78 0,0-3-73 15,-2 2-72-15,5-4-72 0,-1 1-83 0,-2-2-90 0,2-2-37 0,-3-2-10 16,-1 1 2-16,6-2 11 0,-4 0 30 0,1-2 41 0,-1 1 73 16,-2-2 91-16,0 1 77 0,2 0 77 0,2 1 74 0,-4 0 74 0</inkml:trace>
  <inkml:trace contextRef="#ctx0" brushRef="#br0" timeOffset="-187601.39">17662 7353 85 0,'0'-3'309'0,"0"1"67"0,-3-1 35 0,3 3 18 0,0-3 18 0,0 3 14 16,3-2 26-16,-3 2 30 0,0-1 31 0,0 1 33 0,0 0 36 16,4-1 36-16,-2 1-64 0,-2 0-108 0,3-2-72 0,-3 1-55 0,4-1-26 15,-2 1-10-15,1-1-2 0,-1 2-2 0,2 0-18 0,-1-1-28 16,-1 1-28-16,4 0-30 0,-3 0-29 0,3 0-31 0,1 1-23 0,0 1-21 16,-3-2-11-16,5 3-10 0,-4 0-5 0,4-2-10 0,-3 4-10 0,3-1-11 15,-4 2-4-15,4 0-3 0,0 0-1 0,-3 3-5 0,3 0-5 0,-4 0-4 16,4 0-3-16,0 2-3 0,-3 1-3 0,-1-2-3 0,1 1-3 0,1 2 0 15,-5-2-1-15,5 1-5 0,-5-2-2 0,3 2 1 0,-1-1-8 0,-4-1-9 16,3-1-15-16,-1 0-14 0,-2 0-29 0,0-1-34 0,4-3-58 0,-4 3-68 16,0-3-66-16,0 0-68 0,0 0-59 0,-4 0-55 0,4-1-62 0,0 1-66 15,0-5-70-15,-2 2-73 0,2-2-22 0,-3 2-5 0,3-2 22 16,0 0 27-16,-6 0 59 0,1-3 66 0,1 2 67 0,1-2 68 0,1-2 59 16,-2 1 54-16,4-1 65 0,-3 1 67 0</inkml:trace>
  <inkml:trace contextRef="#ctx0" brushRef="#br0" timeOffset="-187361.48">17937 7326 1 0,'0'0'263'0,"0"0"106"16,0 0 66-16,0 0 47 0,0 0 57 0,2 3 59 0,-2 0 49 0,4 3 46 16,-4-2 33-16,-4 2 27 0,4 0 18 0,-2 3 15 0,-1 0-55 0,3 0-86 15,-4 2-96-15,-1 1-97 0,5-1-61 0,-6 2-47 0,2 0-50 0,-1-1-56 16,0 2-49-16,1 1-44 0,-1-2-34 0,1 0-24 0,-1 1-19 0,-1 0-14 15,1-1-17-15,-1 1-16 0,3-4-19 0,-3 2-22 0,1-1-37 0,1-3-45 16,1 2-76-16,1-3-90 0,-2 1-83 0,1-2-76 0,3-1-83 16,0 0-85-16,0-5-88 0,0 0-85 0,0 0-36 0,0 0-9 0,0 0 0 15,0 0 14-15,0 0 28 0,3-1 45 0,3-1 72 0,-3-2 89 0,3 1 80 16,-1-2 75-16,-1-1 86 0,1 2 83 0</inkml:trace>
  <inkml:trace contextRef="#ctx0" brushRef="#br0" timeOffset="-187018.74">18111 7490 219 0,'0'2'311'0,"0"-2"43"0,0 3 24 0,0 0 24 0,3 0 23 0,-3 0 25 16,4 0 29-16,-2-2 34 0,1 1 39 0,-1-2 40 0,2 3 36 16,-4-3-26-16,5 2-60 0,-1-1-59 0,-4 1-55 0,5-2-29 0,-1 1-15 15,-2 1-13-15,1-2-13 0,3 0-20 0,-1 0-20 0,-5 1-31 0,8-1-35 16,-7 2-34-16,3-2-34 0,0 0-32 0,-3 1-32 0,3-1-23 0,-2 2-16 16,-2-2-14-16,0 0-11 0,3 0-10 0,-3 0-7 0,0 0-9 0,0 0-7 15,0 0-10-15,0 0-8 0,0 0-20 0,0 0-24 0,0 0-56 0,6 0-71 16,-6 0-86-16,0 0-95 0,0 0-89 0,0 0-90 0,0 0-99 0,0 0-107 15,0 0-48-15,0 0-20 0,5-3-7 0,-5 3-1 0,0-3 16 0,4-2 18 16,-4 2 54-16,0 3 71 0,5-5 85 0,-5 3 92 0,6-3 91 0,-6 5 89 16</inkml:trace>
  <inkml:trace contextRef="#ctx0" brushRef="#br0" timeOffset="-186480.43">18048 7534 105 0,'-4'3'332'0,"4"-1"94"0,-6-1 57 0,6 2 36 0,-5 0 39 0,5 0 40 0,-4 2 40 0,3-1 37 0,1 1 29 0,-4 1 30 0,4 0 17 0,0 1 15 0,0-1-83 0,0 3-125 16,0-2-98-16,0 3-89 0,4 0-51 0,-4 1-34 0,0-1-36 0,1 1-38 15,-1-1-39-15,0 1-39 0,0 1-31 0,0 0-22 0,4-2-23 0,-4 2-20 16,0-2-26-16,4 1-32 0,-3-2-50 0,-1 2-63 0,0-4-79 0,4 2-89 16,-2-3-78-16,-2 0-71 0,4 0-85 0,-4-3-87 0,0-3-75 0,3 5-63 15,-3-5-26-15,0 0-9 0,0 0 9 0,0 0 18 0,6-2 44 0,-1-2 59 16,-1 1 75-16,-3-4 84 0,3 2 79 0,1 0 68 0,1-1 85 0</inkml:trace>
  <inkml:trace contextRef="#ctx0" brushRef="#br0" timeOffset="-184553.53">18400 7288 37 0,'0'2'279'0,"-3"1"86"0,1 0 53 0,-2 0 42 0,2 1 42 0,-1 1 43 15,-1 1 45-15,4 0 49 0,-5 1 35 0,3 2 34 0,-2 0 20 0,1 3 19 16,1 2-66-16,-2-1-100 0,-1 2-87 0,1 0-75 0,4 2-54 0,-5-1-36 16,1 1-43-16,4 1-42 0,-2 0-44 0,2-2-46 0,-3 1-34 0,3-1-36 15,3-1-23-15,-3 0-17 0,2-1-17 0,2-1-15 0,1-1-18 0,-1-1-23 16,-2-1-37-16,5-1-45 0,-2-1-70 0,1-1-77 0,-1 1-67 0,-1-4-64 16,5-1-64-16,-4 2-68 0,4-4-88 0,-3-1-98 0,3-1-42 0,-4-4-16 15,4 1 1-15,0-2 13 0,-3-2 32 0,3 1 43 0,-4-1 66 16,1-1 79-16,1 0 66 0,-2-1 63 0,1 1 66 0,-3 1 68 15</inkml:trace>
  <inkml:trace contextRef="#ctx0" brushRef="#br0" timeOffset="-184298.93">18449 7474 175 0,'0'2'353'0,"-5"1"63"0,5-2 36 15,-2 2 26-15,2-3 20 0,0 0 26 0,0 3 26 0,2 0 35 0,-2-3 38 16,3 1 30-16,-1 1 24 0,2-2-31 0,-1 0-59 0,3 0-96 0,-1 0-114 16,1 0-56-16,1-2-29 0,0 1-24 0,2 0-18 0,0-1-24 15,0-1-27-15,0 2-35 0,0-4-38 0,2 2-28 0,-5 0-25 0,3 0-19 16,0 0-15-16,0 0-23 0,-4 0-26 0,4 0-44 0,-3-1-55 0,-1 2-62 16,-1-1-70-16,1 0-59 0,0 2-56 0,-1-2-63 0,-4 1-67 15,0 2-84-15,5-3-94 0,-5 3-44 0,0-6-26 0,0 6 4 0,0-4 13 16,0 4 37-16,0-6 45 0,0 1 60 0,-1 1 69 0,1 4 58 0,-4-5 55 15,4 5 64-15,0 0 67 0</inkml:trace>
  <inkml:trace contextRef="#ctx0" brushRef="#br0" timeOffset="-183866.33">18682 7306 208 0,'4'-3'307'0,"-4"3"41"15,5-1 27-15,-5 1 21 0,8 0 15 0,-7 0 16 0,3 0 13 0,-2 0 17 16,2-2 17-16,-1 2 16 0,3-1 16 0,-5 1-47 0,3-2-73 16,1 1-68-16,-1 1-67 0,1 0-36 0,-1-2-16 0,-2 2-15 0,5 0-11 15,-5 0-7-15,3 0-6 0,-1 0-7 0,0 0-8 0,-3 2-6 0,5-1-5 16,-6 1-5-16,3-1 1 0,-3 1 0 0,4 0-1 0,-4 0 0 0,0 3-2 16,0-1-6-16,-4 1-3 0,4-1-5 0,-3 2-4 0,-3 2-10 0,5-1-10 15,-3 1-11-15,-1-1-10 0,1 1-10 0,-2 1-16 0,3-2-11 0,-3 2-10 16,1-1-7-16,1-2-7 0,-1 0-1 0,5 0-1 0,-4 0-2 0,3-2-3 15,-3 0-2-15,4 1 4 0,0-2-2 0,0 0 1 0,4 2 2 0,-4-2 2 16,1-2 1-16,3 2 0 0,-4 0 1 0,5 0 2 0,-1 2 2 0,1-2 1 16,-1-1 1-16,-2 2 2 0,5-3 2 0,-1 2 3 0,-1 0 1 15,0-1 2-15,-1 1 1 0,1-1 1 0,1 0 5 0,-3 3 5 0,3-2 4 16,-2 0 6-16,1 0 4 0,-5-1 5 0,4 3 1 0,-3-2 2 0,3 2 3 16,-4-1 3-16,0 0 0 0,0 1 1 0,0 1-4 0,-4 0 0 0,4 0-4 15,-1 0-5-15,-3 1-6 0,0 1-6 0,-1-2-6 0,3 0-6 16,-5 0-8-16,5 0-9 0,-2 0-14 0,1-1-21 0,-3-1-35 0,1 1-45 15,1-2-68-15,3-1-78 0,-3 2-70 0,-2-3-62 0,3 1-69 0,3-2-66 16,0-2-73-16,-6 2-79 0,6-5-50 0,-5 3-37 0,5-4-8 0,0 0 5 16,0 0 31-16,0-2 39 0,0-1 66 0,0 2 78 0,0-4 68 0,4 2 63 15,-3 0 67-15,-1 0 67 0,6 0 75 0</inkml:trace>
  <inkml:trace contextRef="#ctx0" brushRef="#br0" timeOffset="-183612.06">18838 7183 3 0,'0'-3'249'0,"4"2"84"0,-3-1 56 0,-1 2 39 0,6 2 41 0,-3 1 44 0,3 0 48 0,-3 0 53 0,-1-1 49 0,2 3 45 15,1 0 28-15,-1 1 21 0,1-2-48 0,-1 2-86 0,1 0-78 0,1 0-77 16,-3 2-47-16,-1-1-34 0,5 1-36 0,-5 1-40 0,4-2-44 0,-3 2-53 16,3 0-43-16,-3 0-42 0,3 0-27 0,-3 2-21 0,-1-3-15 0,2 3-14 15,-1 0-7-15,-1-1-7 0,-2 1-5 0,4-1-5 0,-4 2-5 0,0-2-4 16,0 3-4-16,0-3-3 0,-4 2-3 0,4-1-3 0,-5 2-7 0,1-2-7 15,-1 1-14-15,3-2-17 0,-5 2-41 0,1 0-47 0,1-1-83 0,-4-1-96 16,3 1-83-16,-3-1-79 0,4-1-89 0,-4 0-92 0,3-1-75 0,-1-2-64 16,0-2-25-16,0 1-8 0,0 1 8 0,-1-5 13 0,3 2 38 0,3-1 48 15,2-2 81-15,-7 0 96 0,7 0 85 0,0 0 79 0,0 0 89 16</inkml:trace>
  <inkml:trace contextRef="#ctx0" brushRef="#br0" timeOffset="-183028.63">19097 6909 16 0,'0'0'255'0,"0"0"76"0,0 0 36 0,0 0 22 0,0 0 17 0,0 0 12 0,0 0 20 0,0 0 19 16,0 0 30-16,0 1 32 0,0-1 37 0,0 0 37 0,0 3-35 0,0-3-68 16,-2 3-60-16,2-3-51 0,0 2-21 0,-4 1-6 0,4 0-7 0,0-2-4 15,0 2-8-15,0 2-9 0,0-2-20 0,0 1-25 0,0 1-31 0,0 2-34 16,0-1-28-16,0 3-29 0,0 0-19 0,0 2-15 0,0 1-9 0,0 1-8 15,0-1-5-15,4 4-5 0,-4 1-8 0,2 3-7 0,-2-1-6 0,0 2-4 16,0 2-4-16,3 1-2 0,-3 1-7 0,0 2-2 0,0 0-7 0,0 2-4 16,0 1-9-16,0 0-7 0,0 0-5 0,0 1-3 0,0 1-5 0,0-1-2 15,4-1-7-15,-2 2-1 0,-2-3-3 0,3 2-1 0,-3-3-4 0,6 1-2 16,-6-4-7-16,5 1-4 0,-5-2-6 0,4-2-7 0,-1-1-11 0,-1-2-9 16,2-1-9-16,-2-2-8 0,1-1-23 0,-3-2-29 0,4-1-54 0,-2-1-66 15,-2-3-73-15,0 2-75 0,0-4-69 0,0 0-67 0,0-2-82 16,0 1-87-16,0-5-56 0,0 0-41 0,0 0-14 0,0 0-1 15,0 0 19-15,0-5 27 0,-2 1 54 0,-2-1 64 0,1 1 75 0,3-2 79 16,0-1 73-16,-6 3 73 0,6-2 88 0</inkml:trace>
  <inkml:trace contextRef="#ctx0" brushRef="#br0" timeOffset="-182160.97">17825 7447 174 0,'-5'-1'266'0,"5"1"36"0,0 0 22 15,0 0 15-15,0 0 11 0,0 0 7 0,0 0 7 0,0 0 11 0,0 0 16 16,0 0 13-16,0 0 13 0,0 0-38 0,0 0-65 0,0 0-56 0,0 0-53 15,0 0-26-15,0 0-9 0,0 0-4 0,0 0 2 0,0 0-2 0,0 0 1 16,0 0 0-16,0 0-1 0,0 0 3 0,0 0 5 0,0 0 5 0,0 0 6 16,0 0 4-16,3 3 4 0,-1-3 3 0,-2 1 0 0,4 1 0 0,-4-1 0 15,5 2-5-15,-5 0-8 0,6 0-4 0,-3 2-1 0,1-2-10 0,1 1-15 16,-1 2-16-16,1 0-15 0,1 2-18 0,-1-1-15 0,0 0-14 0,3 3-11 16,-3-1-15-16,1 1-11 0,-1-1-19 0,2 2-17 0,-1-1-38 0,-1 1-48 15,1-1-60-15,-1 1-70 0,-1-2-63 0,1 0-61 0,-1 1-78 16,-1-2-81-16,-1 1-88 0,2-3-92 0,-3 0-40 0,3 0-19 0,-4-2 3 15,4-1 11-15,-3 2 31 0,-1-5 39 0,0 0 54 0,0 0 66 16,4 3 61-16,-4-3 63 0,0 0 75 0,2 0 80 0</inkml:trace>
  <inkml:trace contextRef="#ctx0" brushRef="#br0" timeOffset="-171607.87">23671 6418 25 0,'0'0'186'0,"0"0"25"0,0 0 18 16,0 0 13-16,0 0 10 0,0 0 8 0,0 0 6 0,0 0 5 0,0 0 5 0,0 0 5 15,0 0-5-15,0 0-6 0,0 0-49 0,0 0-67 0,0 0-34 0,0 0-22 16,0 0-13-16,0 0-10 0,0 0-5 0,0 0-2 0,0 0-3 0,0 0-5 16,0 0 0-16,0 0-5 0,0-1-1 0,0 1-5 0,0 0-1 0,0-2-5 15,0 2-1-15,-4-1-2 0,4 1-1 0,0 0-1 0,0-2-3 0,0 2-2 16,0 0 0-16,0 0 3 0,-5 0 1 0,5 0 2 0,0 0 2 16,0 2 5-16,0-2 3 0,-4 0 6 0,4 0 4 0,-2 1 6 0,2-1 4 15,-3 2 9-15,3-2 7 0,0 0 11 0,0 0 10 0,0 0 9 0,0 0 10 16,-6 1 10-16,6-1 8 0,0 2 8 0,0-2 8 0,0 0 7 0,0 0 6 15,0 0 8-15,0 0 3 0,0 0 4 0,-3 1-2 0,3-1-1 16,0 0-3-16,0 0-8 0,0 0-7 0,0 0-11 0,0 0-9 0,0 0-10 16,0 0-9-16,0 0-14 0,0 0-12 0,0 0-15 0,0 0-13 0,0 0-9 15,0 0-10-15,0 0-9 0,0 0-7 0,0 0-8 0,0 0-1 0,3 0-5 16,-3 0 0-16,6 1-3 0,-6-1 0 0,5 0-1 0,-1 2 2 0,-4-2 2 16,5 0 3-16,-1 0-3 0,1 2 3 0,-1-2 4 0,-2 0 2 0,1 0 5 15,3 1-1-15,-1-1-1 0,-1 0-1 0,-1 2-2 0,-1-2 1 0,5 1 0 16,-7-1 1-16,2 2 1 0,4-2 1 0,-3 0 2 0,-3 1 2 0,6 1 1 15,-6-2-1-15,5 1-2 0,-1 2 0 0,-4-1 5 0,5 1-1 0,-5 0 2 16,6 0-1-16,-6 1 1 0,3 1 1 0,-3-1-4 0,4 1-2 0,-2 1-1 16,-2-1-3-16,3 2-3 0,-3-1-3 0,4-2 0 0,-4 4-3 0,0-4-1 15,0 2-2-15,0 0-2 0,0 2-1 0,0-2-3 0,0 0 2 0,0 1-2 16,0 0-2-16,0 1 2 0,0 0-3 0,0-1-2 0,0 2 1 16,0 0-1-16,0-1 1 0,-4 2-1 0,4-1-1 0,-3 0 0 0,3 2 0 0,0-2 2 15,-2 0-1-15,-2 0 1 0,4 0 2 0,0-1 7 0,-3 2-2 16,3-3-2-16,-2 1-1 0,-2-1-1 0,4 1-1 0,-2-2 1 0,-1 0-1 15,3-2 4-15,-4 1-1 0,2-1-2 0,-1 1-4 0,1-2 1 0,-2-1-8 16,1 2-8-16,-3-1-2 0,4 0-1 0,-5-2-7 0,5 1-9 0,-1-1-16 16,-1 1-20-16,-1-1-45 0,3-1-60 0,-2 0-84 0,1 0-91 15,-3 0-85-15,4 0-83 0,2 0-105 0,-7-3-116 0,2 0-49 0,-1-1-24 16,1-1-3-16,-2-1 2 0,5 0 14 0,-4 0 18 0,-1-1 47 0,2-2 55 16,-4 1 82-16,3-2 96 0,1 2 85 0,-4 1 81 0</inkml:trace>
  <inkml:trace contextRef="#ctx0" brushRef="#br0" timeOffset="-166759.33">19797 6796 66 0,'0'-1'332'0,"-6"-2"132"0,6 1 72 0,-5 1 45 0,1 1 34 0,4 0 33 0,0 0 26 0,0 0 28 16,-5 0 23-16,5 0 18 0,0 0 17 0,-6 0 15 0,6 0-77 0,0 0-116 16,0 0-121-16,0 0-124 0,-3 0-67 0,3 0-44 0,0 0-34 0,0 1-29 15,0-1-27-15,-2 2-20 0,-2 1-18 0,4-2-15 0,0 2-13 0,0 3-8 16,0 0-5-16,0 2-3 0,0 1 0 0,0 3 1 0,0 1 1 0,0 4 1 15,0 2 3-15,0 2 3 0,0 3 9 0,0 0 10 0,4 3 1 0,-4 2-7 16,2 2 1-16,-2 1 2 0,3-1 2 0,-3 4 0 0,0-1 2 16,0 2 2-16,0 0 4 0,4 3 1 0,-4-1 2 0,2-1 5 0,-2 2-7 0,0 0-7 15,0-1 0-15,0-1 10 0,0 1 0 0,3-2-4 0,-1 0-1 16,-2-2-3-16,0-1 0 0,4 0-3 0,-4 0-3 0,0-2-5 0,3 1-5 16,-3-2-4-16,2-3-2 0,-2 0-5 0,0 2-4 0,0-4-10 15,0-1-4-15,0 0-2 0,0-1-6 0,0-3-4 0,0 1-4 0,0-1-4 16,0 0-8-16,0-4-1 0,0 1-16 0,0-2-15 0,0-3-28 0,0-1-30 15,0-1-32-15,0-2-35 0,0 0-31 0,0-2-29 0,0-1-61 0,0-4-74 16,0-1-107-16,0 0-120 0,0 0-113 0,0 0-111 0,0 0-81 0,0 0-72 16,0-4-12-16,0-1 10 0,0-2 22 0,0-1 29 0,0-1 32 0,4 0 26 15,-2 0 61-15,-2-3 75 0,0 0 107 0,3 3 120 0,1-2 115 0,-2 0 112 16</inkml:trace>
  <inkml:trace contextRef="#ctx0" brushRef="#br0" timeOffset="-165325.39">20001 7372 48 0,'-2'-1'352'0,"2"-1"84"0,0 2 53 0,-3-1 31 0,3 1 26 0,0 0 22 0,0 0 20 0,0 0 28 15,0 0 27-15,0 0 30 0,0-3 26 0,0 3-2 0,3-2-17 0,-1-1-109 16,-2 3-152-16,0 0-76 0,4-3-44 0,1 2-25 0,-5 1-16 0,5-2-19 16,3 1-14-16,-3-1-24 0,0 1-23 0,1-1-25 0,3 1-23 15,0-1-18-15,2 2-19 0,-2 0-10 0,0 0-10 0,4 0-4 0,-3 2 0 16,1-1 0-16,2 4 0 0,-2-1-1 0,1 2-1 0,-1 2 2 0,-2-1 0 15,4 4 0-15,-2-1 2 0,0 4-1 0,-2-1 2 0,0 2 0 0,-4 0 0 16,4 0-3-16,-3 2-4 0,-3-1-8 0,3 1-6 0,-1-1-5 0,-1-1-5 16,-1 0-5-16,-1 0-4 0,-2 0-5 0,4-1-8 0,-4-1-13 0,0 1-15 15,0-4-18-15,0 2-18 0,0-1-20 0,0-1-19 0,-4-2-25 0,4-1-31 16,-2-1-58-16,-1-1-70 0,3-2-86 0,0 0-91 0,0-1-77 0,0-2-71 16,0 0-70-16,0 0-75 0,0 0-50 0,0 0-37 0,-4-2-11 15,-1-1 7-15,5-2 19 0,-2 1 29 0,-2-1 58 0,1-1 72 0,3-1 83 16,0 1 92-16,-2-3 77 0,2 1 74 0,2 1 81 0</inkml:trace>
  <inkml:trace contextRef="#ctx0" brushRef="#br0" timeOffset="-165122.17">20323 7363 115 0,'2'-7'400'0,"-2"2"162"16,3 2 94-16,-3 3 62 0,0 0 38 0,-3 2 31 0,3 2 22 0,-2 0 18 16,-2 4 16-16,-1 1 15 0,1 0 12 0,-1 3 14 0,1 2-86 0,-3-1-128 15,0 1-144-15,1 1-151 0,-3 0-83 0,0 1-52 0,4-1-36 0,-6 2-27 16,2-3-21-16,-2 3-16 0,2-2-15 0,-4 0-14 0,4 0-19 0,-2 0-17 15,1-1-29-15,1-1-34 0,-4-1-34 0,4 1-37 0,2-3-31 16,-2 0-27-16,1-1-44 0,3-1-43 0,-1-2-84 0,3 0-99 0,-3-3-83 0,6 1-75 16,-1-1-71-16,1-3-67 0,1 3-68 0,-1-3-73 0,0 0-27 15,6 0-7-15,-3-3 10 0,3 0 16 0,-1-1 34 0,4 1 41 0,-1-3 81 16,-1 0 95-16,2-2 83 0,0 1 80 0,0-1 70 0,2 2 72 0</inkml:trace>
  <inkml:trace contextRef="#ctx0" brushRef="#br0" timeOffset="-164891.89">20381 7521 13 0,'0'0'269'0,"0"0"100"0,0 0 67 0,0 0 50 0,0 3 57 0,0 1 59 16,0 2 58-16,0 0 57 0,-4 0 35 0,4 0 28 0,0 0 16 0,-2 1 13 15,-1 1-57-15,3 0-92 0,0-1-91 0,-2 1-92 0,2 0-58 0,-4 0-44 16,4 1-53-16,-3 0-52 0,3 1-54 0,0 0-53 0,-2-2-35 0,-2 3-28 16,4-2-17-16,-3 2-13 0,3-3-10 0,-2 2-10 0,2 0-13 0,-4-1-10 15,4 0-22-15,-2-1-25 0,-1-1-34 0,3 1-37 0,-4-2-80 0,4 0-98 16,0-2-91-16,0 1-92 0,0-2-92 0,0 0-89 0,0-3-89 15,0 0-87-15,0 0-37 0,0 0-14 0,0 0 7 0,0 0 12 0,7-2 27 16,-5-1 35-16,2 0 73 0,-2-2 97 0,1 1 92 0,3 0 91 0,-3-1 92 16,3-1 90-16</inkml:trace>
  <inkml:trace contextRef="#ctx0" brushRef="#br0" timeOffset="-164562.64">20500 7547 28 0,'0'0'319'0,"-3"0"158"0,3 0 89 0,0 0 59 0,0 0 45 0,0 0 35 16,3 2 30-16,1 0 23 0,-2-1 17 0,1 1 16 0,3-1 10 0,-1-1 8 15,2 0-65-15,1 0-102 0,-1 0-135 0,-2 0-150 0,4-1-86 0,0-1-57 16,-2 2-39-16,3-1-34 0,-5 1-25 0,4-2-23 0,0 2-17 15,-4 0-13-15,5 0-12 0,-5 0-9 0,4 0-6 0,-2-2-6 16,-1 2-6-16,-1 0-3 0,-1-1-4 0,1 1-2 0,-3 0 1 0,2 0 4 0,1 0-5 16,-5 0-5-16,0 0-5 0,0 0-7 0,0 0-8 0,4 0-13 15,-4 0-17-15,0 0-25 0,0 0-44 0,0 0-56 0,0 0-75 0,0 0-82 16,0 0-71-16,0 0-65 0,0 0-57 0,0 0-54 0,0 0-52 0,0 0-53 16,0 0-53-16,0 0-55 0,-4-1-8 0,4 1 10 0,-5-2 40 0,5 2 55 15,-4-1 71-15,4 1 81 0,-2-3 67 0,2 3 59 0,-5-2 58 0,5 2 57 16,0 0 59-16</inkml:trace>
  <inkml:trace contextRef="#ctx0" brushRef="#br0" timeOffset="-163575.83">20582 7267 25 0,'-2'-3'298'0,"2"3"72"0,0-1 41 16,0 1 34-16,0 0 28 0,0 0 32 0,0 0 31 0,0 0 39 0,0 0 41 16,0 0 41-16,0 0 44 0,0 0 1 0,0 0-13 0,-4 1-88 0,4 2-120 15,0 2-60-15,0-1-30 0,-4 3-26 0,4 1-19 0,0 1-26 0,0 3-23 16,-1 0-34-16,-3 2-39 0,4 1-34 0,0 1-31 0,0 1-23 0,-2 1-16 15,-1 1-10-15,3 1-7 0,-4-1-4 0,4 1-4 0,-2-2-7 0,-1 1-5 16,3-1-8-16,-2 0-8 0,-2 0-2 0,1-3-2 0,3 0-11 0,-2 2-14 16,-2-5-17-16,1 1-21 0,3 0-23 0,-6 0-23 0,6-3-40 0,-2 1-43 15,-1-2-85-15,3 0-107 0,-4-2-92 0,4 2-84 0,-2-2-92 0,2 0-92 16,-3-1-78-16,1-2-72 0,-2 1-25 0,4-2-3 0,0-3 9 0,0 0 13 16,0 0 32-16,0 0 36 0,0 0 86 0,0 0 105 0,0 0 91 15,0-6 85-15,6 1 90 0,-1-2 91 0</inkml:trace>
  <inkml:trace contextRef="#ctx0" brushRef="#br0" timeOffset="-163126.87">20806 7296 147 0,'3'-3'417'0,"-3"1"151"15,4 1 74-15,-2-1 35 0,-2 2 25 0,0 0 18 0,3 2 16 0,-3-2 17 16,2 1 11-16,2-1 7 0,0 2 10 0,-3-1 5 0,3 1-103 0,-4-1-153 16,5 1-150-16,-5-1-148 0,4 2-69 0,-2 0-35 0,-2 0-25 0,3 0-17 15,-3 0-17-15,0 2-15 0,0-1-11 0,-3 2-9 0,3 2-7 0,-2-2-7 16,-2 1-5-16,-1 0-5 0,1 1-4 0,-1 0 0 0,1-1-1 0,-1 2-1 16,-4-2 1-16,3 3-1 0,1-3 1 0,0 1-1 0,-1-2 1 15,-1-1-2-15,5 2-2 0,-5-3 1 0,5 1 1 0,-2-2-2 0,3 1 1 16,-3-2-2-16,4-1-2 0,0-1 2 0,0 0-1 0,4 3-2 15,-4-1 0-15,1-1 1 0,5 1 1 0,-3-2-1 0,1 1 1 0,2 1 1 16,-1-2 0-16,4 1 0 0,-4-1 0 0,4 1 0 0,2 1 1 0,-3-2-1 16,1 0 0-16,-2 2 2 0,2-2 1 0,-4 1 1 0,4 1 5 0,-1-1 5 15,-3 1 4-15,-3-1 6 0,5 2 4 0,-5 0 4 0,1 0 5 0,-1 2 8 16,2-2 5-16,-4 3 4 0,0-2 1 0,0 2 5 0,0 0 3 0,-4 1 2 16,2 1-1-16,-1-2-1 0,-3 2-3 0,3-1-4 0,-3 2-2 0,5-1-5 15,-7-1-4-15,-1 1-7 0,4-1-5 0,-1 0-3 0,1 1-9 0,0-2-11 16,-3-2-13-16,3 3-13 0,-1-1-20 0,1-3-20 0,-2 1-34 0,5-1-37 15,-3 0-86-15,1 0-105 0,-1-1-92 0,1-1-87 0,-1 1-93 16,1-2-103-16,4 0-72 0,-2-3-59 0,-2-2-19 0,4 2-6 0,-3-2 6 16,3 0 16-16,3 0 30 0,-3-3 36 0,0 3 84 0,6-4 105 0,-6 1 92 15,4 1 87-15,1-1 96 0</inkml:trace>
  <inkml:trace contextRef="#ctx0" brushRef="#br0" timeOffset="-162739.29">21108 6888 34 0,'0'-6'315'0,"0"1"74"0,0 2 44 0,0 0 25 0,2 0 19 16,-2 2 16-16,0 1 16 0,0-3 27 0,0 3 33 0,0 0 42 0,0 0 47 15,0 0 10-15,0 0-5 0,3 3-90 0,-3 0-126 0,2 1-58 0,-2 2-30 16,0 2-12-16,0-1-7 0,0 4-9 0,0 1-12 0,0 1-20 0,0 3-22 16,4 4-35-16,-4 1-39 0,0 2-26 0,3 1-21 0,-1 3-4 15,-2 3-1-15,0 1 8 0,4 2 11 0,-2 1 11 0,-2 4 16 0,0 1 10 16,3 0 8-16,-3 3 7 0,6 2-1 0,-6-1-2 0,3 1-5 0,-1-1-5 0,2 0-8 16,-1 1-15-16,-1-3-17 0,-2-1-18 0,4-1-23 0,-4-1-23 15,0-5-27-15,3 0-19 0,-3-2-15 0,0-2-9 0,0-2-12 0,0-2-11 16,0-2-14-16,-3-4-13 0,3 1-21 0,-4-4-23 0,4 1-26 15,-2-4-33-15,-1 1-37 0,3-2-34 0,-4-2-34 0,4-1-32 0,-2-1-34 16,-1-2-71-16,3-2-87 0,-6 1-92 0,6-2-92 0,-3-1-80 0,3-2-70 16,0 0-72-16,-6-2-70 0,1 0-12 0,1-1 17 0,2-1 25 0,-1-1 29 15,1-1 30-15,-5-1 32 0,7-1 73 0,-6 1 89 0,3-4 96 0,1 2 99 16,-2-2 92-16,2 3 88 0</inkml:trace>
  <inkml:trace contextRef="#ctx0" brushRef="#br0" timeOffset="-161886.15">16087 9448 258 0,'-6'0'524'0,"1"0"165"0,0 0 76 0,-3 0 34 0,3 0 15 0,3 2 6 0,-2-2 6 0,4 0-1 15,-3 0 9-15,3 0 8 0,0 0 1 0,0 0-1 0,0 0-138 0,0 0-199 16,3-2-171-16,1 2-161 0,-2-1-71 0,3-1-29 0,4 2-14 0,-5-3-5 16,5 2-2-16,0-2 2 0,-2 1-7 0,2-1-10 0,4 2-2 0,-4-2 1 15,2 1-5-15,-2-1-4 0,0 2-7 0,-2-1-10 0,2 0-13 0,0 2-18 16,0-2-21-16,-3 2-27 0,3-2-55 0,-4 2-68 0,1 0-92 0,3 0-103 15,-6 0-84-15,3 2-76 0,-1-2-83 0,-1 2-84 0,-4-2-63 0,0 0-51 16,0 0-12-16,0 4-3 0,0-4 18 0,0 7 19 0,-4-1 52 16,2 0 68-16,-1 0 92 0,-3 2 102 0,1-1 86 0,-2 2 75 0,1 0 83 15</inkml:trace>
  <inkml:trace contextRef="#ctx0" brushRef="#br0" timeOffset="-161721.52">16109 9607 135 0,'-4'6'372'0,"4"-3"77"0,0 2 39 16,0-2 39-16,0-1 32 0,4 2 44 0,-3-1 44 0,3-2 37 0,-2 2 33 15,1-1 23-15,1-2 21 0,1 1-31 0,-1-1-48 0,1 2-116 0,1-2-150 16,-1-2-71-16,1 2-38 0,1-1-36 0,0-1-36 0,0 2-57 0,-1-3-63 16,3 0-101-16,-4 2-117 0,4-4-113 0,-3 2-112 0,3-1-112 0,2 1-111 15,-4-2-94-15,0-1-80 0,0 0-39 0,1 0-20 0,-1 1-8 0,-2 1-2 16,4 0 14-16,-3-1 18 0,3 4 65 0,-4-3 83 0,4 3 91 0,-3 1 91 16,3 1 102-16,2-1 103 0</inkml:trace>
  <inkml:trace contextRef="#ctx0" brushRef="#br0" timeOffset="-161434.8">16738 9480 66 0,'-9'-2'385'0,"5"2"203"0,-1 0 95 0,-1 0 47 15,3-2 22-15,3 2 9 0,0 0 4 0,0 0 0 0,0 0 6 0,0 0 5 16,0 0 8-16,0 0 6 0,0 0-80 0,3 0-117 0,-3 0-172 0,6-1-195 16,-1 0-91-16,3-1-45 0,-3 1-22 0,6-1-9 0,-2-1-3 0,0 0-2 15,5 0-6-15,-1-1-6 0,-2-1-9 0,3 1-8 0,-1 1-11 0,-2-2-13 16,3 1-20-16,-5-1-22 0,2 2-34 0,2-1-37 0,-8 0-60 0,4 2-64 16,-3 2-62-16,-1-2-60 0,2 1-50 0,-5 1-46 0,2 0-41 0,-2 1-44 15,-2-1-35-15,0 3-31 0,0 0-43 0,0 0-47 0,-6 2-5 0,4-1 15 16,-5 2 45-16,2 0 60 0,-1 2 63 0,-3-1 57 0,4 1 51 15,-4 0 45-15,3 0 44 0,-3 0 42 0,4 1 39 0,-2-2 42 0</inkml:trace>
  <inkml:trace contextRef="#ctx0" brushRef="#br0" timeOffset="-161093.35">16790 9562 123 0,'-3'3'283'0,"-3"-1"46"15,6 0 25-15,-3 0 10 0,1 1 8 0,2-3 6 0,0 0 3 0,0 0 7 16,0 2 8-16,0-2 18 0,2 1 25 0,1 1-19 0,-3-1-39 16,4 1-59-16,-2-1-68 0,1-1-19 0,-3 2 0 0,6-2 10 0,-3 1 10 15,-1 0 8-15,6 1 5 0,-7 0 6 0,5-1 1 0,-3-1-12 0,1 2-15 16,-2-1-17-16,1 2-17 0,1-1-17 0,-2-1-16 0,1 1-18 0,-1 2-20 15,-2-1-13-15,0 0-11 0,0 2-11 0,0-1-7 0,-2 0-3 0,-1 3-2 16,3-1-1-16,-6-1 0 0,3 2-3 0,-3-1-4 0,3 1-5 0,-3 1-1 16,1-2-4-16,-1 1-2 0,-3-1 1 0,6 0-4 0,-3 0-1 0,1-1-2 15,-4 1-4-15,5-2-3 0,-1-1-6 0,-1 2-6 0,3-4-4 0,1 2-7 16,-2-1-4-16,4 1-4 0,0-3-5 0,-1 0-5 0,1 0-4 0,0 0-3 16,0 0-3-16,1 1-1 0,-1-1-4 0,4 0-1 0,1 0-1 0,1 0-2 15,-1-1-3-15,3 1-3 0,-3 0 1 0,4-3 4 0,-4 3-1 0,6-2-1 16,-2-1 2-16,-3 2-1 0,3-1-1 0,0-1 0 0,0 1-1 0,-4 0-1 15,4-1 1-15,-3 1-1 0,-1-1-1 0,2 0-1 0,-1 2-8 0,-3-1-9 16,-1 0-14-16,2 0-13 0,-2 2-24 0,-2-2-31 0,0 2-56 0,0 0-67 16,0 0-73-16,0 0-78 0,0 0-71 0,0 0-73 0,0 0-88 15,0-1-97-15,0 1-49 0,0 0-27 0,-2-5-5 0,2 5 7 0,-4-3 20 16,2 0 29-16,-1 0 56 0,-1 0 69 0,4 0 74 0,-2-1 75 16,2 4 73-16,-3-5 73 0,-1 0 92 0</inkml:trace>
  <inkml:trace contextRef="#ctx0" brushRef="#br0" timeOffset="-160883.95">16734 9076 112 0,'-1'-4'490'0,"-3"-1"122"0,0 2 65 0,4 2 38 0,-5 1 23 16,5 1 21-16,-2 2 15 0,-2 2 12 0,4 1 12 0,-3-1 6 0,1 5 8 15,2-2-24-15,-4 5-39 0,4 0-180 0,-1 0-241 0,1 3-121 0,-4 0-65 16,4 1-46-16,0 1-36 0,0-2-50 0,0 4-52 0,-4-2-92 0,4 0-103 15,0 0-94-15,0 0-87 0,4-2-103 0,-4 1-109 0,0-2-78 0,4-3-62 16,-3 1-27-16,-1-1-11 0,0-1 2 0,4-3 9 0,-2 2 30 16,-2-3 37-16,3-1 77 0,-3-1 93 0,0 1 87 0,4-2 81 0,-2-1 100 15</inkml:trace>
  <inkml:trace contextRef="#ctx0" brushRef="#br0" timeOffset="-157012.47">17458 9231 45 0,'0'-2'298'0,"0"2"103"0,-2-1 59 0,2 1 40 0,0 0 38 0,-4 3 38 0,4-1 43 0,-3 2 44 0,3 0 36 0,0 1 30 15,-2-1 26-15,-2 2 16 0,4 0-65 0,-1 3-105 0,1 2-95 0,0-1-99 16,-4 4-48-16,4 1-32 0,0 1-40 0,4 2-40 0,-4 0-34 0,1 3-28 16,-1 2-25-16,0 1-27 0,4 0-13 0,-2 3-9 0,-2-2-6 15,0 2-4-15,0 2-1 0,0-1 1 0,0-1-4 0,-2 2-2 0,2-1 2 16,-4 1 8-16,4-2-7 0,-1 0-14 0,-3-1-11 0,4 0-8 16,-4 0-9-16,4-3-8 0,-1 0-12 0,-3 0-17 0,4-4-20 0,0 1-23 15,0-4-24-15,0-1-23 0,0 0-30 0,0-3-28 0,4-1-61 0,-4-1-79 16,1-1-89-16,3 0-94 0,-4-1-81 0,4-4-78 0,-3 2-84 0,5 0-87 15,-3-3-46-15,3 0-25 0,-6-3-1 0,5 0 11 0,3 0 20 0,-3-3 26 16,-1 1 60-16,1 0 74 0,0-3 91 0,1-1 94 0,-1 0 84 0,-1 0 75 16,1 0 91-16</inkml:trace>
  <inkml:trace contextRef="#ctx0" brushRef="#br0" timeOffset="-156698.24">17624 9601 22 0,'-2'-3'339'0,"2"-1"188"0,0 1 92 15,-3 1 43-15,3 2 23 0,5-2 16 0,-5 1 14 0,0 1 16 0,6 0 16 16,-3 0 14-16,-3-1 13 0,6 1 11 0,-1-2-61 0,2 1-97 16,1 1-157-16,1-2-184 0,0 1-85 0,0 1-38 0,2 0-22 0,1 0-12 15,3 1-11-15,-1 1-16 0,-3 1-12 0,2-1-12 0,1 3-10 0,1 1-8 16,-3 0-5-16,-1 2-5 0,4 1-2 0,-4 1-2 0,-2 1 1 0,0 1-2 15,0 0-2-15,0 0 2 0,-4 1-1 0,4 1-2 0,-3-1 0 0,-3 1-3 16,3-1-3-16,-3 0-5 0,-1 0-4 0,2-1-3 0,-3-1-4 0,-1 0-5 16,0 0-8-16,4-2-8 0,-4-1-13 0,0 0-14 0,0-2-14 0,-4 0-17 15,4-1-23-15,0-1-28 0,0-1-55 0,0-1-69 0,0-2-85 0,0 0-93 16,0 0-78-16,0 0-71 0,0 0-83 0,-1 0-88 0,1 0-48 0,-4-5-32 16,4-1-4-16,0 0 3 0,0-1 21 0,0-1 22 0,4 1 57 0,-4-4 71 15,1 2 82-15,-1 0 92 0,4-1 81 0,0-1 73 0,-2 2 89 0</inkml:trace>
  <inkml:trace contextRef="#ctx0" brushRef="#br0" timeOffset="-156514.14">18042 9478 91 0,'2'-3'403'0,"-2"-1"199"0,-2 2 100 0,2 2 55 16,-4 0 32-16,4 5 24 0,-1-1 19 0,-3 2 18 0,0-1 18 0,-1 0 19 16,1 3 18-16,-1 1 20 0,0 0-72 0,-1 2-111 0,-3-1-163 0,4 0-183 15,-4 3-92-15,0-1-49 0,-1 1-32 0,1-1-22 0,-1 2-16 0,1-1-20 16,-2 1-26-16,2-1-32 0,0 2-44 0,0-3-50 0,0 2-52 0,-1-2-54 15,3-1-50-15,0 0-47 0,2 0-92 0,-1-4-110 0,3 1-109 0,-3-1-107 16,6-1-108-16,-3 0-113 0,3-3-69 0,0-3-46 0,0 0-4 0,0 0 17 16,0 0 25-16,3 5 31 0,-3-5 32 0,0 0 35 0,6 0 84 0,-6 0 107 15,3-2 108-15,3 1 105 0,-1-1 111 0</inkml:trace>
  <inkml:trace contextRef="#ctx0" brushRef="#br0" timeOffset="-156250.02">18138 9654 108 0,'0'0'411'0,"0"0"195"15,0 1 96-15,0 2 52 0,-4 1 28 0,4 1 18 0,0 1 15 0,-1 0 12 16,1 0 14-16,-4 0 13 0,4 0 10 0,0 0 12 0,0 3-93 0,0-2-141 16,0 1-162-16,0 1-173 0,0 0-83 0,0-1-44 0,0 2-26 0,0-1-16 15,0 0-13-15,0 2-13 0,0-1-16 0,0-1-16 0,0 0-27 0,0 0-28 16,0 0-22-16,0 0-22 0,-4-1-39 0,4-2-45 0,0 0-83 0,0 0-99 15,0-3-104-15,0 1-106 0,0-2-110 0,0 1-114 0,0-3-80 0,0 0-71 16,0 0-22-16,0 0 1 0,0 0 12 0,0 0 17 0,0 0 24 16,0-5 27-16,0 5 71 0,0-6 92 0,0 6 102 0,0-5 106 0,0 0 110 15,4 0 112-15</inkml:trace>
  <inkml:trace contextRef="#ctx0" brushRef="#br0" timeOffset="-155980.8">18295 9706 18 0,'-3'2'521'0,"1"-1"138"0,-2-1 59 0,4 0 30 0,0 0 11 15,0 0 7-15,0 0 2 0,0 0 2 0,6-1-3 0,-3-1 1 0,6-1 2 16,0 1-4-16,2-2-7 0,-2 1-205 0,6-3-296 0,-4 1-130 0,1 1-57 16,3 0-25-16,-1-1-13 0,1 1-4 0,-1 0-4 0,4 0-1 0,-3 1 0 15,-4 0 0-15,3 0-1 0,-1 2-2 0,-2-1-5 0,3 0-2 0,-5 1-5 16,0 0-5-16,0 1-1 0,0-2-4 0,-3 2-5 0,-1-1-8 0,0 1-10 15,-1 0-18-15,2 0-22 0,-6 0-44 0,0 0-52 0,0 0-64 0,0 0-68 16,0 0-60-16,0 0-55 0,0 0-55 0,0 0-59 0,-2 1-58 0,-2-1-61 16,4 0-47-16,-9 0-42 0,4 0-4 0,-1 0 15 0,1 0 35 0,-2-1 51 15,1 1 63-15,1 0 69 0,-4-2 61 0,5 2 55 0,-1-3 55 0,5 3 60 16,-6-1 59-16</inkml:trace>
  <inkml:trace contextRef="#ctx0" brushRef="#br0" timeOffset="-155771.33">18494 9432 60 0,'-3'1'361'0,"-1"2"181"16,2 2 96-16,-1 1 63 0,-3 3 38 0,6 0 29 0,-3 2 22 0,1 2 18 15,-2 0 16-15,2 1 16 0,-1 1 13 0,-1 0 14 0,2 1-68 0,-1-1-107 16,-1 3-148-16,2 0-168 0,-1-1-93 0,1 1-56 0,-2-2-38 0,1 2-27 16,3-1-26-16,-6-1-20 0,6 1-26 0,-2-1-27 0,-1-1-32 0,3 0-34 15,0-1-33-15,0-1-31 0,0-1-38 0,0-1-38 0,0-1-62 0,0-1-73 16,3-1-85-16,-1-2-88 0,-2 0-76 0,6-2-72 0,-6 1-72 0,3-2-70 15,-3-3-47-15,0 0-33 0,0 0-7 0,6-2 6 0,-1 1 22 0,-1-2 26 16,-1-1 54-16,-1-1 73 0,2 0 83 0,-1-3 89 0,-1 3 77 0,4-3 75 16,-3 2 81-16</inkml:trace>
  <inkml:trace contextRef="#ctx0" brushRef="#br0" timeOffset="-155352.45">18628 9486 96 0,'2'-3'401'16,"-2"1"103"-16,0 1 63 0,4-1 47 0,-1 0 42 0,-1 2 26 16,2 0 22-16,-4 0 20 0,5 2 19 0,-1 0 13 0,-3-1 13 0,3 1-23 15,1 1-39-15,-1-2-138 0,-2 2-178 0,5 0-101 0,-5 0-62 0,3 0-47 16,-1 0-39-16,-4 0-28 0,4 2-22 0,-3-2-19 0,3 1-16 16,-4-1-15-16,0 2-10 0,4-1-9 0,-4 2-6 0,-4-1-7 0,4 1-4 0,0-1-1 15,-4 2-2-15,3-3 0 0,-3 3 0 0,4 0 0 0,-4-1 0 0,3-2-2 16,-3 2-2-16,2-1-1 0,-1-1 1 0,3 1-1 0,-4-3 2 15,4 3 0-15,-2-2 0 0,-2 0 0 0,4 0-1 0,0 0-1 0,0-2-1 16,0-1 2-16,0 4-1 0,0-1 4 0,0-2-2 0,4 2 0 0,-2 0-2 16,-2 0 2-16,4 0-1 0,-1 0 2 0,3 0 4 0,-5 2 5 0,7-1 5 15,-3 1 5-15,0-1 2 0,5-1 1 0,-5 2 2 0,4-1 2 0,0 1 2 16,0-1-1-16,0 1 2 0,-2-1 3 0,2-1 5 0,-3 2 1 0,1-1 1 16,-2 1 1-16,1-1-1 0,-2 2 1 0,-3-1 1 0,3 0 4 0,-4 3 5 15,0-2 5-15,-4 3 4 0,4-1 7 0,-1 0 13 0,-3 3-4 0,-2-2-7 16,3 2-6-16,-3-1-4 0,-3 1-5 0,4-1-6 0,-4 1-9 0,3-2-11 15,-3 0-16-15,0 1-19 0,4-2-23 0,-4-1-21 0,0 2-35 0,3-3-40 16,-3 0-67-16,4 0-79 0,-4-1-88 0,4-1-92 0,1-1-89 0,-2 2-88 16,1-4-91-16,0-1-89 0,-1 0-35 0,3 0-6 0,-3-3 7 0,3 0 9 15,3-2 26-15,-4 1 25 0,4-2 68 0,0 0 82 0,0 0 92 0,0-1 91 16,4-3 93-16,-1 3 87 0</inkml:trace>
  <inkml:trace contextRef="#ctx0" brushRef="#br0" timeOffset="-155082.93">18887 9367 91 0,'3'-3'502'0,"-3"3"130"0,0-1 70 0,0 1 37 0,0 0 21 0,0 0 20 0,0 0 12 16,0 0 13-16,0 0 16 0,0 1 11 0,4 2 10 0,-2 0-10 0,-2 2-19 15,0 1-173-15,0 0-245 0,0 3-113 0,0 0-52 0,0 3-23 0,0 0-9 16,0 1-3-16,0 2-2 0,0 3-2 0,0 0-3 0,0 2-2 0,0 0-3 15,0 2-4-15,0 0-2 0,0 2-14 0,0 1-14 0,0 3-15 0,-2-1-17 16,2 0-13-16,-4 1-15 0,4 1-25 0,0-1-33 0,0-1-38 0,-3 2-46 16,3-4-48-16,0 1-53 0,-2-2-50 0,-2-2-52 0,4-1-86 0,0 0-96 15,-1-3-100-15,1 0-98 0,-4 0-113 0,4-3-120 0,0-1-64 0,0-2-38 16,0-2 4-16,0-1 21 0,4-1 34 0,-4-1 38 0,1-2 44 0,3-2 42 16,-2 0 81-16,-2-3 99 0,9 0 98 0,-4-2 101 0,4 1 112 0</inkml:trace>
  <inkml:trace contextRef="#ctx0" brushRef="#br0" timeOffset="-154453.73">19229 9381 135 0,'-4'7'431'0,"4"1"184"0,-5 1 93 0,3 3 51 0,-2 1 30 0,1 5 20 0,-3 0 16 0,4 3 13 0,-1 2 19 0,-3-1 17 0,3 4 21 16,-1-1 24-16,2 2-84 0,-1 0-134 0,1 2-159 0,-2-2-170 15,1-1-83-15,3 3-46 0,-2-2-26 0,-2 0-18 0,4 0-15 0,0 0-16 16,0-1-16-16,-2 1-20 0,2-3-26 0,2-2-34 0,-2 1-38 0,0-4-40 16,0-1-40-16,0-1-40 0,0-2-36 0,4-2-33 0,-4-2-43 0,2-2-47 15,-2-2-87-15,0 0-108 0,0 0-91 0,0-4-82 0,0 0-84 0,0 0-80 16,0-3-61-16,0 0-56 0,0 0-8 0,0 0 13 0,3-6 20 0,1 0 25 16,-2-2 38-16,-2-1 44 0,3 0 88 0,-1-1 107 0,2-1 92 0,-4 1 83 15,5-2 89-15,-1 0 88 0</inkml:trace>
  <inkml:trace contextRef="#ctx0" brushRef="#br0" timeOffset="-154184.87">19334 9639 87 0,'0'-2'491'0,"3"1"123"16,-3 1 59-16,0-3 32 0,2 1 23 0,-2 1 14 0,0 1 13 0,4 0 11 15,1 0 16-15,0 0 11 0,4 1 12 0,-3-1-11 0,7 2-18 16,-4 1-173-16,1 0-242 0,3 0-112 0,-2-1-50 0,3 3-27 0,-1 1-13 0,-2-1-7 15,3 1-8-15,1 1-8 0,-6 1-10 0,5 1-7 0,-5 0-7 16,2 0-5-16,-2 2-11 0,-3 0-11 0,3 1-8 0,-4 0-8 0,-1 2-6 16,1-2-13-16,-1 1-11 0,0 1-17 0,-3-2-19 0,-1 0-22 0,0 0-22 15,0-2-21-15,0 1-23 0,-5-1-28 0,5-2-29 0,-4 1-50 0,2-2-59 16,-1 1-77-16,-1-4-85 0,-1 1-66 0,5-1-60 0,-6-1-48 0,6-1-45 16,-3-1-41-16,3-1-42 0,0 0-35 0,-6-4-37 0,6-1-3 0,-5-1 12 15,5 0 44-15,0-3 56 0,0 0 75 0,4-1 84 0,-3-1 70 0,3-1 63 16,-2-1 58-16,1-1 61 0,3 0 58 0</inkml:trace>
  <inkml:trace contextRef="#ctx0" brushRef="#br0" timeOffset="-154027.7">19639 9585 244 0,'0'-5'541'0,"4"1"118"0,-8 1 63 0,4 3 36 15,0 0 25-15,0 3 18 0,-5 1 14 0,3 2 19 0,-2 2 20 0,-1-1 27 0,-1 2 31 16,-1 2-17-16,2-1-40 0,-4 3-159 0,0 0-210 0,3 2-98 0,-5 0-46 16,-1-1-31-16,3 4-19 0,-6-1-17 0,4 0-15 0,-1 1-18 0,-3 1-20 15,4-2-40-15,-1 1-48 0,1-2-55 0,-4 1-65 0,6-2-64 16,0-1-71-16,0 0-54 0,2-3-48 0,0-1-61 0,1-1-71 0,1-1-102 15,1-1-117-15,3-1-99 0,-3-3-95 0,4-3-93 0,0 0-96 0,0 0-24 16,0 0 7-16,0 0 28 0,5 0 41 0,3-1 34 0,-1-2 31 16,-4-2 59-16,7 1 61 0,-5-2 103 0,4 0 117 0,-4 0 99 0,4 0 97 15</inkml:trace>
  <inkml:trace contextRef="#ctx0" brushRef="#br0" timeOffset="-153621.23">19751 9786 99 0,'-3'6'420'0,"3"1"217"0,-4-1 99 0,4 1 50 0,-5 3 26 0,5 1 17 0,-6 0 11 0,6 1 12 0,-3-1 4 16,-3-1 6-16,4 0 4 0,-1 1 2 0,-1 0-91 0,2 1-139 0,-1-3-188 15,-1 1-212-15,4-1-104 0,-5 0-53 0,5 2-36 0,-6-2-30 0,6-2-29 16,0 1-29-16,-3-1-46 0,3-1-52 0,0 0-85 0,0-1-100 16,0-3-83-16,3 2-73 0,-3-1-77 0,4-2-77 0,-4-1-79 0,0 0-80 15,2-1-28-15,3-2-6 0,-1-1 8 0,1 0 16 0,-1-2 39 0,-1 0 45 16,-1-1 81-16,4-1 95 0,-3 1 82 0,3-1 73 0,-1 1 79 0,2-1 74 16</inkml:trace>
  <inkml:trace contextRef="#ctx0" brushRef="#br0" timeOffset="-153388.27">19856 9819 52 0,'0'0'309'0,"0"0"106"16,0 0 68-16,0 0 49 0,2-2 55 0,2 2 55 0,-1 0 49 0,-1 0 46 15,4-1 29-15,3 1 23 0,0 0 10 0,3-2 8 0,-1 0-79 0,0 0-116 16,3 0-107-16,-1-1-106 0,2 0-66 0,-1 0-49 0,1 0-53 0,-1-1-54 16,0 1-48-16,1 0-47 0,-2 0-26 0,1 0-23 0,-3 1-12 0,2-1-8 15,-3 2-2-15,3-2-5 0,-6 1 0 0,2 2-2 0,0-1 1 16,-3-1-4-16,1 1-2 0,-2-1-4 0,-3 2-5 0,2-1-8 0,0-1-15 15,-4 2-17-15,0 0-41 0,0 0-54 0,0 0-77 0,0 0-90 0,0 0-79 16,0 0-73-16,-4 0-78 0,0 0-80 0,4 0-71 0,-7 0-63 0,-2 0-26 16,0-2-9-16,4 2 7 0,-3 0 15 0,-3 0 40 0,6-1 52 0,-4 0 80 15,0-1 89-15,4 1 81 0,-1-1 72 0,-1-1 79 0</inkml:trace>
  <inkml:trace contextRef="#ctx0" brushRef="#br0" timeOffset="-153199.93">20062 9672 52 0,'-1'6'361'0,"-3"3"185"16,-1 0 102-16,1 0 64 0,-1 1 40 0,1 2 29 0,2 2 17 0,-2-2 13 16,1 1 9-16,1-1 6 0,-2 2 8 0,3-1 5 0,-3 1-80 0,0-1-123 15,3 1-165-15,-3-1-185 0,4 1-105 0,-5-2-68 0,5 1-53 0,0-2-44 16,0 1-47-16,0-2-52 0,0-1-79 0,0 0-95 0,0-1-83 0,0-3-81 16,5 2-75-16,-5-3-71 0,4 1-89 0,-4-5-97 0,0 0-38 0,0 0-16 15,0 0 3-15,5-2 10 0,0-1 28 0,1-1 39 0,-3-3 70 0,1 2 87 16,-2-4 76-16,2 0 77 0,1-2 73 0,0 2 76 0</inkml:trace>
  <inkml:trace contextRef="#ctx0" brushRef="#br0" timeOffset="-152809.66">20287 9580 371 0,'3'-1'479'0,"-3"1"67"0,0 0 43 0,4 0 32 0,-2 1 27 15,-2-1 23-15,0 2 24 0,3-1 22 0,-1 1 17 0,-2 0 17 16,0 2-3-16,0-4-9 0,0 3-138 0,0 0-191 0,0 1-104 0,-2 1-64 15,-1-3-44-15,3 3-30 0,-2 0-27 0,-2 1-22 0,1 0-23 0,-3-2-22 16,4 2-17-16,-1 0-15 0,-3-1-11 0,3 1-7 0,-1-1-3 0,-1 0-1 16,3 0-2-16,-2-1 0 0,1 1 2 0,-3-3 3 0,6 3-1 0,0-2 1 15,-1 0 1-15,-3-1 1 0,4 1 7 0,4-1 5 0,-3 0-4 0,-1 0-7 16,6-1-5-16,-3 2-3 0,1-1-2 0,1-1-1 0,1 1 0 0,-1-1 0 16,2 2 0-16,1-2 2 0,1 1-2 0,0 0 0 0,0 1-8 0,2-2-5 15,-2 1 1-15,0 1 4 0,2 0 5 0,1-1 2 0,-3 2 5 0,0-1 4 16,-1 1 4-16,1 1 1 0,-2-1 8 0,-2 2 8 0,-3 0 10 0,2 0 10 15,1 0 11-15,-5 2 9 0,0-3 14 0,0 5 11 0,-2-3 11 0,-1 2 9 16,-1-1 3-16,-1 1-1 0,-1 0-3 0,1 0-4 0,-2 0-7 0,-1 0-13 16,1-2-14-16,0 2-16 0,-2-1-23 0,2-1-22 0,-4-1-32 0,5 0-32 15,-3 0-31-15,4 0-36 0,-4-3-29 0,5 0-30 0,-1 0-52 16,1-1-65-16,-1-2-88 0,3 0-103 0,2-2-80 0,0 2-68 0,0-3-65 16,2-1-63-16,-2-2-52 0,3 0-53 0,-1-2-9 0,2-1 8 0,1-1 16 15,-1-1 21-15,1 0 49 0,4-2 63 0,-3 1 91 0,-1-1 104 0,4-1 84 16,0-1 74-16,0 2 74 0,2-2 79 0</inkml:trace>
  <inkml:trace contextRef="#ctx0" brushRef="#br0" timeOffset="-152584.11">20714 9349 103 0,'5'5'409'0,"-1"1"186"0,-3 0 98 0,3 1 52 0,-2 2 35 0,-2 3 20 15,0 2 19-15,0-1 13 0,0 1 20 0,0-1 20 0,0 2 22 0,0 2 31 16,0 1-75-16,0 0-116 0,0-1-153 0,0 3-167 0,-2 0-83 0,-2 1-41 15,4 1-30-15,0 1-18 0,-1-1-17 0,-3 2-13 0,4 0-18 0,-4 2-18 16,4-1-30-16,-1 1-30 0,1-1-37 0,-4 1-43 0,4-1-44 0,0 0-49 16,-2-2-42-16,-1 1-46 0,3-3-32 0,0-1-30 0,-4-1-47 0,4-1-54 15,0-3-92-15,-2 0-111 0,2-1-97 0,0-1-87 0,0-2-101 0,0-1-108 16,0-1-31-16,2-1 0 0,-2-1 22 0,4-2 27 0,-4-1 25 0,0-4 26 16,5 3 45-16,-5-3 54 0,0 0 92 0,5 0 109 0,3-1 100 0,-7-2 93 15</inkml:trace>
  <inkml:trace contextRef="#ctx0" brushRef="#br0" timeOffset="-152074.66">21220 9699 124 0,'0'-2'410'0,"-2"1"167"0,-1-1 83 0,3 2 41 0,0 0 26 0,0 2 24 0,0 1 19 0,0-3 19 0,0 0 16 0,0 2 16 0,3-2 12 0,3 2 14 0,-3 0-87 0,4-1-136 16,-3 1-144-16,5-1-151 0,0 1-62 0,0-1-24 0,-2 1-13 15,3-2-11-15,-1 1-11 0,3 1-10 0,-5-2-12 0,6 0-13 0,-2 0-12 16,-2 0-17-16,0 0-12 0,2 0-14 0,-2 0-17 0,-4 0-17 0,4 0-30 16,0 0-38-16,-3 0-41 0,-2 0-47 0,1-2-38 0,0 2-37 15,-5 0-49-15,0 0-56 0,4-1-98 0,-4 1-118 0,0 0-99 0,0 0-93 0,-4 1-98 16,-1-1-101-16,5 0-48 0,-5 2-21 0,-5-2 13 0,1 2 24 16,0 0 24-16,-1 1 28 0,0 2 44 0,0-2 53 0,-3 1 100 0,-1 1 117 15,3 1 98-15,-2 0 94 0,-1-1 100 0</inkml:trace>
  <inkml:trace contextRef="#ctx0" brushRef="#br0" timeOffset="-151925.58">21206 9825 94 0,'3'4'389'0,"1"0"170"0,-2-2 87 0,1 3 45 0,3-2 31 0,-1 1 23 16,0-1 15-16,3 0 17 0,-3 0 15 0,4 0 14 0,0-1 9 0,-2-1 8 15,6 1-87-15,-2-1-133 0,-2 1-158 0,4-2-169 0,-2 1-86 0,1-1-45 16,-5 1-35-16,6-1-31 0,-4 0-37 0,2 0-39 0,-2 0-78 0,2 0-94 16,-2 0-99-16,0-1-102 0,4 1-90 0,-6-1-87 0,6 1-98 0,-4-2-104 15,-2 1-48-15,0-1-21 0,-2-1-5 0,6 2 2 0,-3-2 19 0,-3 1 22 16,0-1 62-16,1 2 83 0,1-2 89 0,-5 1 91 0,7-1 86 0,-4 2 85 15</inkml:trace>
  <inkml:trace contextRef="#ctx0" brushRef="#br0" timeOffset="-151656.55">21732 9732 283 0,'5'0'471'0,"1"0"100"0,-1-2 70 0,2 2 46 0,1 0 35 16,1 0 27-16,0 0 25 0,0-1 16 0,-4-1 14 0,8 1 9 0,-6-2 7 15,6-1-62-15,-2 2-87 0,-2-1-147 0,3 0-164 0,-1 0-100 0,0 0-71 16,-2 1-42-16,0-1-33 0,0 0-27 0,-3 2-24 0,3-1-24 0,-4 1-24 16,0-1-14-16,3 2-8 0,-6-1-17 0,1 1-21 0,3-2-45 0,-6 2-57 15,0 0-79-15,0 0-86 0,0 0-78 0,0 0-71 0,0 0-76 0,0 0-80 16,0 0-71-16,-6 3-65 0,3-1-32 0,-3-1-13 0,1 2 4 0,-1 0 15 15,-1 0 42-15,0 0 56 0,-2 2 76 0,3-2 87 0,-6 0 76 0,3-1 68 16,3 2 77-16,-3 0 81 0</inkml:trace>
  <inkml:trace contextRef="#ctx0" brushRef="#br0" timeOffset="-151312.45">21786 9802 36 0,'4'5'389'0,"-2"-4"109"0,1 2 64 0,-3-2 53 15,6 3 44-15,-3-1 40 0,3 0 35 0,-3 0 25 0,-1 0 24 0,5-2 17 16,-1 2 12-16,-4 0-9 0,5-1-19 0,-5 1-138 0,3-2-190 0,-1 2-98 15,1-1-57-15,-1 1-47 0,-4-2-42 0,3 0-37 0,-1 3-32 0,-2-1-28 16,4-2-22-16,-4 2-13 0,2 0-14 0,-2 1-9 0,-2 0-9 16,2 0-8-16,-4 1-7 0,2 0-6 0,-1 0-9 0,-3 3-3 0,-1-2-1 15,2 1-1-15,-1 1 1 0,-3-1-2 0,4 1 0 0,-4-1 0 0,0-1 0 0,3 2 3 16,-3-3 3-16,4 2 1 0,-1-3 4 0,1 1 2 0,1-1 4 16,1-1-1-16,-3 0-1 0,6 0 2 0,-2-1-2 0,2-2 3 0,0 0 3 15,0 0 4-15,2 1 5 0,-2-1-1 0,0 2 4 0,6-1 0 0,-3 1 0 16,3-1 0-16,-1 0 0 0,-1-1 2 0,5 2-1 0,-4 0 1 0,8-2 1 15,-6 1-3-15,2-1-3 0,0 0-4 0,2-1-7 0,-2 1-5 0,0-2-6 16,4 0-4-16,-6 2-2 0,2-1-4 0,0 0-2 0,0-1-7 0,-3 1-11 16,-1-1-14-16,2 2-17 0,-1-1-22 0,-5-1-23 0,3 1-18 0,-4 1-20 15,4-2-22-15,-4 2-21 0,0 0-56 0,0 0-70 0,-4 0-88 0,0-1-96 16,3-1-76-16,-3 2-67 0,-1-1-67 0,1-1-64 0,-1 1-46 0,-1-1-36 16,-3 1-7-16,0-2 7 0,4 1 18 0,-4 1 19 0,0-1 56 15,-2-1 71-15,2 2 88 0,0-3 96 0,3 3 81 0,-3 0 75 0,4-2 79 16</inkml:trace>
  <inkml:trace contextRef="#ctx0" brushRef="#br0" timeOffset="-150818.39">21629 9004 102 0,'5'-4'411'0,"-5"1"195"0,4 1 91 0,-4-1 47 0,5 3 21 0,-5 0 17 16,4 2 9-16,-4-2 11 0,2 0 5 0,1 0 11 0,3 0 4 0,1-2 3 16,-5 2-90-16,1 0-136 0,3-2-174 0,-1 2-190 0,-1-1-89 0,1 1-46 15,-1-1-20-15,-2 1-16 0,3 0-8 0,-1 0-10 0,1 1-7 0,-1-1-9 16,-4 1-6-16,5 1-4 0,-5-2-4 0,6 3-2 0,-6-1-2 0,0 1-2 15,3 0 1-15,-3 0-2 0,-3 1 0 0,3 1 0 0,-2 1 0 0,-2-1-2 16,-1 3 4-16,1 0 1 0,-1-1 0 0,1 1 0 0,-1 0 0 0,-1 0-2 16,-3 0 1-16,4 1-2 0,1-2 0 0,2-1-2 0,-3 0 1 0,5-1-4 15,-4-1 1-15,1 1-1 0,3-1 1 0,0-1-2 0,0 0-2 0,3 2 1 16,1-3-2-16,-4 3-2 0,2 0 1 0,1-1-1 0,-1 0 1 16,2 1-1-16,1 0 4 0,-1-1 1 0,1 0 1 0,1 1-1 0,-1 0 0 15,4-2 3-15,-5 1 0 0,7 1 3 0,-8-2 3 0,6 1 5 0,-3-1 4 16,-1 2 4-16,4-1 8 0,-3-1 8 0,-3 2 8 0,3 1 11 0,-3-2 12 15,-1 2 11-15,-2 2 10 0,4-2 9 0,-4 1 9 0,0 2 8 16,-4 0 7-16,4 2 5 0,-2-2 1 0,-1-1-4 0,-3 3-4 0,3 1-8 16,-5-1-11-16,1-2-14 0,2 1-22 0,-4 1-28 0,3-2-37 0,-3 0-43 15,4 0-50-15,-4-2-43 0,0 1-70 0,0-1-74 0,3-1-118 0,-3-1-133 16,2 1-118-16,0-3-115 0,-2 1-94 0,3-2-87 0,1-1-30 0,-1-1-2 16,6 0 19-16,-9 0 27 0,9 0 34 0,-3 0 39 0,3 0 56 0,-2-3 71 15,2 3 110-15,0 0 130 0,2-4 120 0,1-1 111 0</inkml:trace>
  <inkml:trace contextRef="#ctx0" brushRef="#br0" timeOffset="-150695.84">21784 9418 139 0,'-3'5'440'0,"-1"1"100"0,2-2 53 16,-1 1 23-16,1 1 7 0,-2-2-21 0,1 2-39 0,-3-2-50 0,4 1-58 16,-1 0-62-16,-1-4-64 0,-1 2-118 0,1 0-147 0,-1-2-215 0,5-1-249 15,-6-1-122-15,3 1-63 0,-3 0-26 0,1-1-11 0,1-1 23 0,-5 1 36 16,4-2 51-16,-1 0 56 0,-3 0 62 0,4-1 65 0,-4 2 83 0</inkml:trace>
  <inkml:trace contextRef="#ctx0" brushRef="#br0" timeOffset="-149904.61">15866 11148 39 0,'-3'1'368'0,"-3"-1"215"0,6 2 101 0,-3-1 47 0,1-1 23 0,2 0 9 0,0 0 6 0,-4 2-1 16,4 1 2-16,0-3 7 0,0 0 2 0,0 1 5 0,4 1-73 0,-2 0-103 15,1 0-178-15,3 0-206 0,-1-1-95 0,4 1-45 0,0-1-19 0,0 1-8 16,2-1-2-16,-2-1-1 0,5 0-3 0,-1 0-5 0,-2 0-4 0,3-1-3 16,1-1-6-16,-1-1-4 0,-1 2-7 0,-2-1-5 0,2 0-2 0,-3 0-5 15,-1 0-2-15,2 1-2 0,-3-2-11 0,-3 1-14 0,0 2-19 0,1-1-19 16,-6-1-40-16,0 2-49 0,3 0-77 0,-3 0-90 0,0 0-76 0,0 0-73 15,0 0-72-15,-3 2-72 0,3-2-76 0,-6 3-76 0,1 0-30 0,1 0-1 16,-1 3 9-16,-4-2 17 0,3 2 37 0,-3 0 48 0,0 2 76 0,4-2 93 16,-4 1 75-16,3 2 71 0,-3-3 72 0,4 2 73 0</inkml:trace>
  <inkml:trace contextRef="#ctx0" brushRef="#br0" timeOffset="-149683.31">15901 11316 39 0,'-6'3'278'0,"6"-2"86"0,-3 2 45 0,3 0 30 16,-2-1 33-16,4 2 38 0,-2-1 45 0,3 0 50 0,-3 2 43 0,6-4 38 0,-3 2 31 15,-1 0 26-15,5-1-58 0,0 1-99 0,1-2-82 0,-1 1-75 0,6-1-41 16,-3-1-20-16,3 0-31 0,-2 0-31 0,3-1-46 0,1-2-49 16,-1 1-43-16,4-1-37 0,-3-1-30 0,-1 1-26 0,1-2-18 0,-1 1-15 15,1-2-12-15,1 1-9 0,-5 1-15 0,3-1-18 0,-3 1-25 0,-2-1-29 16,0 2-51-16,0-1-61 0,-3 0-71 0,-1 0-78 0,2 1-64 0,-1 0-61 16,-4 0-70-16,5 2-73 0,-7 1-77 0,0 0-75 0,0-5-29 0,0 5-6 15,0-4 14-15,-4 1 23 0,1 0 46 0,1 0 61 0,-2 0 72 0,-1-1 76 16,1 2 66-16,-1-1 59 0,3 1 71 0,-2-1 73 0</inkml:trace>
  <inkml:trace contextRef="#ctx0" brushRef="#br0" timeOffset="-149382.14">16096 11073 246 0,'0'-4'364'0,"0"2"68"0,0 2 49 0,0-3 57 0,4 1 60 0,-3 2 56 15,3 0 52-15,1 0 37 0,-1 0 26 0,1 0 19 0,1-1 13 0,1 1-52 16,0-2-82-16,2 2-94 0,0-3-101 0,0 3-62 0,2 0-40 0,2-1-51 15,-2 1-51-15,-2 0-47 0,5 1-47 0,-1-1-26 0,-2 3-16 0,0-1-7 16,1 1-5-16,-1 0 0 0,4-1 3 0,-6 3 4 0,0 1 7 16,0 0 5-16,2 2 4 0,-4-1 4 0,0 1 4 0,-3 1 3 0,1 0 6 15,-1 1-1-15,-1 1-1 0,-1 1-6 0,-2 0-6 0,0 1-7 0,-2 0-10 16,-1 1-11-16,-1 0-13 0,-1 1-13 0,-1-1-10 0,-3 2-11 0,0-1-11 16,0 0-16-16,-2 1-20 0,2-3-27 0,-5 3-28 0,5 0-36 0,-6-2-37 15,4 1-38-15,-1-3-36 0,-3 3-28 0,4-3-26 0,-1 0-33 16,-3-2-39-16,6 0-81 0,-2 0-101 0,-1-2-90 0,1 0-83 0,2-2-81 15,0-2-79-15,0 1-51 0,2-2-36 0,-1-1 1 0,1-1 20 16,0-1 22-16,7 0 20 0,-2-3 34 0,-2 2 36 0,4 1 82 0,-3-7 101 16,6 3 95-16,1-2 92 0,1 2 96 0,1-2 103 0</inkml:trace>
  <inkml:trace contextRef="#ctx0" brushRef="#br0" timeOffset="-141261.67">17814 11148 268 0,'0'-4'395'0,"0"2"53"0,0 0 26 0,0 2 16 0,0-3 13 0,0 3 23 0,0 0 29 16,4 0 38-16,-2 0 39 0,3 0 35 0,-1 0 32 0,-1 0-47 0,5 0-81 16,-5 0-102-16,6 2-113 0,0-1-47 0,0 1-18 0,2-1-11 0,0 2-6 15,2 0-16-15,-3 0-23 0,5 0-30 0,-2 2-36 0,-3 1-25 0,5-2-29 16,-2 4-13-16,-3-1-10 0,5 1-8 0,-6 1-5 0,4 1-6 0,-3 1-1 16,0-1-4-16,0 2-5 0,-1 0-6 0,0 2-3 0,0-1-6 0,1 1-6 15,-5 0-5-15,0 0-7 0,4 1-3 0,-3 0-4 0,-1-2-4 16,-1 3-2-16,1-3-7 0,-1 1-7 0,0-1-10 0,-3 1-10 0,3-2-20 15,-4-1-22-15,2 0-47 0,-2 0-61 0,0-2-83 0,3-2-98 16,-3 1-85-16,0-1-80 0,0-1-101 0,0-1-104 0,0-5-58 0,0 0-32 16,0 0-9-16,0 0 1 0,0 0 11 0,0 0 20 0,0 0 46 0,-3-3 62 15,-3 0 82-15,6-3 97 0,0 0 86 0,0 0 81 0,0-2 102 0</inkml:trace>
  <inkml:trace contextRef="#ctx0" brushRef="#br0" timeOffset="-141042.39">18257 11134 73 0,'0'-4'469'0,"0"2"130"0,0 2 81 16,-3 2 48-16,1-1 36 0,-2 4 26 0,-1-1 18 0,1 4 18 0,2-2 16 16,-1 2 11-16,-3 2 10 0,1 0-11 0,-2 1-21 0,1 2-168 15,1-1-234-15,-1 3-128 0,-3 0-74 0,0 2-49 0,4 1-32 0,-4 0-26 16,0 1-21-16,0-1-20 0,-2 2-17 0,6-1-23 0,-5-1-24 0,1 0-27 16,4-1-29-16,0-1-34 0,-3-1-36 0,7-1-72 0,-5-1-88 0,2-3-95 15,1 1-97-15,3 0-93 0,-2-4-93 0,2 1-90 0,-4-2-88 16,4-6-30-16,4 6-7 0,-4-6 7 0,2 3 15 0,-2-3 23 0,0 0 32 15,7-2 66-15,0-1 87 0,-3-1 94 0,5-2 96 0,-4 1 95 0,1-1 93 16</inkml:trace>
  <inkml:trace contextRef="#ctx0" brushRef="#br0" timeOffset="-140862.83">18290 11395 33 0,'2'0'277'0,"1"3"88"0,3 0 65 0,-3 1 56 15,-1 1 65-15,-2 1 69 0,4 1 55 0,-4 3 46 0,0-3 32 16,3 2 24-16,-1 2 14 0,-2 2 10 0,0-2-70 0,0 2-102 0,4-1-92 15,-4 2-87-15,0-1-63 0,0-1-55 0,0 2-64 0,-4-1-71 0,4-1-63 16,0 0-65-16,0 0-75 0,0-1-85 0,0-1-105 0,-2-1-114 0,2-2-99 16,2 1-97-16,-2-2-105 0,0 0-115 0,0-6-51 0,4 5-22 15,-4-5-11-15,0 0-3 0,5-3 7 0,1 0 14 0,-3 0 45 0,3-3 62 16,-1 0 90-16,-1-2 104 0,1 2 93 0,1-2 93 0</inkml:trace>
  <inkml:trace contextRef="#ctx0" brushRef="#br0" timeOffset="-140593.64">18397 11462 153 0,'0'2'437'0,"0"-2"175"0,0 0 87 0,0 0 45 16,0 0 28-16,0 3 17 0,3 0 15 0,3-1 19 0,1-2 11 0,0-2 8 16,0 1 6-16,1-2 2 0,4 1-109 0,-3-2-159 0,2 1-167 0,2-2-172 15,-2 1-85-15,1-1-47 0,-1 1-24 0,0-1-17 0,-2 2-14 16,6-1-17-16,-6-1-11 0,0 2-13 0,1-1-4 0,0-1-4 0,2 2-1 15,-3-1-3-15,-2 2-1 0,2-1-2 0,-3-1-6 0,1 2-8 0,-1-1-8 16,-3 0-8-16,3 2-15 0,-5-1-20 0,3 2-28 0,-4 0-31 16,0-1-76-16,0 1-93 0,0 0-81 0,0 0-78 0,0 0-72 0,0 0-75 15,0 0-81-15,-4-3-86 0,-1 1-34 0,0-1-13 0,1 2 6 0,-1-3 12 16,1 3 27-16,-2 0 35 0,-3 1 74 0,4-2 93 0,0 1 84 0,-1-1 75 16,1 2 77-16,-2 0 75 0</inkml:trace>
  <inkml:trace contextRef="#ctx0" brushRef="#br0" timeOffset="-140432.36">18539 11296 42 0,'0'0'290'0,"0"2"96"0,-1 1 76 0,1 0 64 0,-4 3 70 0,4 1 71 0,-2 2 49 16,2 0 35-16,-3 2 27 0,3-1 23 0,0 2 17 0,0 2 10 0,-4-1-69 15,4 1-106-15,0 0-96 0,-2 2-91 0,-1-1-74 0,3 1-62 0,-2-1-66 16,-2 2-71-16,4-2-50 0,-3 0-43 0,3-2-26 0,-2 2-26 0,-2-3-21 16,4 0-23-16,0 0-34 0,0-3-39 0,0 2-76 0,0-4-95 0,0 0-96 15,4 0-92-15,-2-3-97 0,-2 1-102 0,0-5-81 0,0 0-76 0,0 0-36 16,0 0-16-16,3-5-2 0,1 1 7 0,-2-1 23 0,1-2 30 15,-1-1 74-15,2-1 92 0,1-1 92 0,0 1 91 0,-1 1 99 0,2-2 99 16</inkml:trace>
  <inkml:trace contextRef="#ctx0" brushRef="#br0" timeOffset="-139969.42">18733 11149 67 0,'0'-1'333'0,"4"-3"123"0,-4 2 80 16,0 2 55-16,1 0 47 0,3 0 45 0,-2 0 34 0,1 1 30 0,1 0 18 15,-2-1 13-15,2 0 12 0,-3 4 13 0,3-4-79 0,-4 1-120 0,5 1-119 16,-1-1-118-16,-2 2-76 0,1 0-55 0,-3 0-47 0,6 2-41 16,-6-2-34-16,3 1-30 0,-3-1-16 0,4 3-13 0,-4 0-13 0,0-1-9 15,0 2-9-15,-4-1-7 0,4 2-4 0,-3 1-2 0,1-2-4 0,-2 2 1 16,1 0-2-16,-3-2-3 0,1 3 0 0,1-3 1 0,3 1-1 0,-3-1-1 15,-2 0-1-15,3 0-1 0,3-3 0 0,-6 1 2 0,6-1-1 0,-1 1 1 16,-3-2-1-16,4-2-1 0,0-1 0 0,0 3 2 0,0-3-1 0,0 3 1 16,0-2-2-16,4 3-2 0,-3-1 1 0,-1-2 1 0,6 2 1 0,-3 0-1 15,3 0 0-15,-1 0-1 0,-1 0 1 0,5 0 3 0,-4 0 3 0,4 0 6 16,1 0 4-16,-5 1 4 0,6 0 1 0,-2-1 3 0,0 1 0 0,0-1 1 16,2 1 2-16,-2 0 0 0,-4 0 0 0,4-1 3 0,-1 2 2 0,-7-3 4 15,5 3-3-15,-3-2-5 0,1 2 2 0,-2-1 0 0,-2 1 2 16,0 1 1-16,0 0 3 0,0 0 0 0,-2 1-2 0,-2 1-2 0,1-1-1 0,-3 2 1 15,5-1-2-15,-7-1-5 0,6 2-5 0,-5-1-10 0,2-1-13 16,-1 1-16-16,3-2-17 0,-3-2-21 0,1 2-32 0,-1-1-37 16,1-2-82-16,1 0-104 0,-1 0-95 0,1-2-89 0,-1 0-97 0,1-1-103 15,4 0-73-15,-5-2-61 0,0-1-22 0,1-2-2 0,2 1 7 0,-2-2 13 16,4 0 29-16,0-2 35 0,4 1 83 0,-2-2 107 0,2 1 93 0,-3-1 88 16,7 1 97-16</inkml:trace>
  <inkml:trace contextRef="#ctx0" brushRef="#br0" timeOffset="-138637.95">18948 11032 19 0,'4'-2'258'0,"1"1"77"0,-1 0 48 0,-2 1 39 0,5 1 50 0,0 2 51 0,-3 0 61 0,5 2 63 16,-4-1 44-16,4 0 37 0,0 3 25 0,0 0 23 0,-1 0-56 0,1 3-90 15,0-2-74-15,0 3-66 0,2 1-41 0,-2 0-33 0,0 2-45 0,0 1-46 16,0 1-55-16,-4 1-57 0,4 1-41 0,-3-1-31 0,-1 1-24 0,4 2-22 16,-5 1-16-16,1-1-13 0,-3-1-9 0,-2 1-9 0,0 1-7 0,0-2-7 15,0-1-4-15,-2 3-3 0,-1-3-7 0,-3 0-7 0,3 2-10 0,-3-4-13 16,-3 2-13-16,4-1-8 0,-4-1-16 0,0 0-16 0,-2 1-27 0,0-2-31 15,-2 2-64-15,4-2-73 0,-5 0-77 0,-1-1-77 0,1 0-65 0,-1 0-59 16,1-1-62-16,-1-1-62 0,-3-1-62 0,2-2-59 0,-6 0-18 16,2-2 1-16,0-1 21 0,-1 0 28 0,1 0 59 0,-4-1 78 0,1-3 73 15,-1 2 76-15,3-3 67 0,-3 1 62 0,2-1 67 0,-1-1 72 16</inkml:trace>
  <inkml:trace contextRef="#ctx0" brushRef="#br0" timeOffset="-138396.98">17856 11449 85 0,'-16'-4'361'0,"1"1"147"0,1 1 87 0,-1 2 60 15,1 2 37-15,3 1 23 0,-2 1 22 0,4 1 17 0,-2 1 19 0,2 1 15 16,4 4 11-16,-4-1 8 0,3 2-83 0,3 3-127 0,-3 0-137 0,6 3-138 16,-3 2-83-16,3-1-59 0,0 4-33 0,3-3-26 0,-3 3-20 15,6 0-20-15,-3 1-18 0,3-2-18 0,3-1-23 0,-4 2-22 0,4-2-27 16,2-2-27-16,2-1-66 0,-2 0-79 0,3-3-92 0,2-1-89 0,1-1-88 15,1-2-87-15,2-4-96 0,-2-1-101 0,2-4-45 0,-1-2-18 16,3-5 0-16,-2-1 9 0,5-4 18 0,-3-2 22 0,-2-3 60 0,4-3 77 16,-5-2 85-16,5-1 90 0,-4-2 86 0,3-2 90 0</inkml:trace>
  <inkml:trace contextRef="#ctx0" brushRef="#br0" timeOffset="-138037.77">19187 10888 25 0,'4'3'303'0,"-1"2"130"0,-1-2 59 0,-2 0 31 0,4 0 17 0,1 1 13 16,1-1 24-16,-3 2 25 0,3-3 38 0,-3 2 45 0,-1-1 29 0,5 1 20 16,-5-1-63-16,3-1-96 0,-1 0-118 0,2 2-125 0,-6-3-56 0,3 2-23 15,1-1-14-15,-2-1-11 0,-2 2-20 0,0-1-19 0,0-2-38 16,3 2-40-16,-3 2-26 0,-3-1-16 0,3 1-10 0,0-1-8 15,-2 2-2-15,-2 1-1 0,1-2 0 0,1 1-3 0,-2 0-3 0,0 0 0 16,-1 1-3-16,3-1 0 0,-1-1-3 0,-1-1-5 0,4 2-1 0,-2-2-4 16,-1 0-2-16,3-2-2 0,0-1-4 0,0 1-4 0,0-1-4 0,0 0 1 15,0 0-2-15,0 4-2 0,0-3-1 0,3 2 0 0,-1-1 0 0,2 1-1 16,-1-2-1-16,-1 2-1 0,3 0 3 0,-1 0 6 0,2 0-4 0,3 0-8 16,-4 0-15-16,-1-1-18 0,1 1-42 0,4-2-51 0,-4 0-87 0,-1 1-102 15,2 0-91-15,3-2-86 0,-4 0-103 0,0 0-112 0,-1 0-64 0,1-2-38 16,1 0-14-16,1 1 1 0,-1 0 9 0,-1 1 18 0,-5 0 38 0,4-2 52 15,-4 2 87-15,5 2 102 0,0-1 91 0,1 2 85 0,-2 0 106 0</inkml:trace>
  <inkml:trace contextRef="#ctx0" brushRef="#br0" timeOffset="-137753.53">19494 11319 222 0,'-3'4'523'16,"3"1"109"-16,0-1 51 0,0-1 26 0,0 0 17 0,3 0 12 0,-3 0 12 15,2-1 12-15,-2 0 11 0,4 2 10 0,0-3 7 0,1 1-36 0,-3-1-60 16,5 2-177-16,-2-1-227 0,1-1-104 0,3 1-50 0,-4-1-23 0,4 1-14 16,-3-1-14-16,3 0-13 0,0-1-12 0,0 0-12 0,0 0-11 0,-2 0-7 15,0 0-10-15,2 0-11 0,-3 0-12 0,-1 0-14 0,1 0-16 0,-1 0-21 16,-1 0-34-16,-1 0-46 0,-1 0-66 0,-2 0-76 0,4 0-63 0,-4 0-66 15,2 2-59-15,-2-2-57 0,0 3-60 0,-2 0-57 0,-2 0-56 0,2 0-52 16,-5 0-16-16,2 2 5 0,3-2 29 0,-5 1 43 0,1 1 63 16,1-1 76-16,-1 1 66 0,-1-1 63 0,0 1 60 0,0 1 60 0,1 0 60 15</inkml:trace>
  <inkml:trace contextRef="#ctx0" brushRef="#br0" timeOffset="-137589.83">19532 11514 69 0,'0'3'382'0,"2"1"97"0,-2-1 56 15,4 2 49-15,-4-2 45 0,4 0 37 0,-3-1 44 0,3 0 28 0,-2 1 25 16,1 0 22-16,3-1 17 0,-3-1-14 0,3 1-29 0,-3 1-131 0,3-2-175 15,-1 0-90-15,1-1-52 0,1 2-46 0,-5 0-44 0,3-1-42 0,2-1-38 16,-1 2-35-16,-1-2-28 0,1 0-25 0,-3 0-25 0,3 0-26 0,-1 0-31 16,2-2-52-16,-5 2-63 0,4-1-93 0,-3-1-106 0,3 0-93 0,-3 1-88 15,-3 1-108-15,6-1-119 0,-6-2-50 0,0 3-20 0,3-5-7 0,-1 1 1 16,-2 4 12-16,0-6 16 0,0 1 46 0,-2-1 58 0,-1 3 90 0,3-1 103 16,-2 1 93-16,-2 0 87 0</inkml:trace>
  <inkml:trace contextRef="#ctx0" brushRef="#br0" timeOffset="-135417.43">19929 11196 67 0,'0'0'336'0,"0"-3"132"0,0 3 68 0,0-3 40 0,0 3 38 0,0 0 36 0,0 0 31 0,0 0 35 0,0 0 19 16,5 0 16-16,-5 0 13 0,5 1 14 0,-1-1-77 0,0 2-117 16,-3-1-123-16,3 1-124 0,2 0-65 0,-1 0-37 0,-1 0-31 0,1 1-36 15,0 0-30-15,-1-2-30 0,1 2-17 0,-1 0-18 0,2 0-13 0,-3 2-13 16,-1-2-8-16,2 1-6 0,1-1-5 0,-5 3-4 0,4 0-3 0,-3-1 0 16,-1 0-4-16,0 3-1 0,0 0-1 0,0 1-1 0,-1-2-1 0,-3 4-1 15,4-2 2-15,-2 0 1 0,-1 1 0 0,-1-2-2 0,4 1 1 0,-2-2-1 16,-1 2-1-16,3-3-1 0,-2 2-2 0,-2-2-3 0,4 0 0 0,0 0 0 15,0-2 1-15,4 2 2 0,-2-2 0 0,-2 1-1 0,5 1 1 0,-1-1 1 16,1-1-1-16,-1 1 2 0,1-1-1 0,4 1 1 0,-4-2 1 0,5 1 3 16,-1-1-2-16,0 2-1 0,-2-2-1 0,2 0-1 0,0-1-2 15,0 2-4-15,-4-1 1 0,4 0 1 0,-3-2 0 0,3 2 3 0,-4 1 1 16,-1-2 2-16,1 1 3 0,1 0 5 0,-6 0 5 0,3 2 8 0,-3-3 3 16,4 3 0-16,-8 0 0 0,4 1 2 0,-3 0-1 0,1 0-1 15,-2 1-4-15,-1 1-8 0,0 1-14 0,-3 1-17 0,1-1-25 0,0 0-29 16,-4 0-83-16,2 2-108 0,0-2-125 0,0 0-131 0,-2 1-133 0,-3-1-136 15,1 0-63-15,2-1-29 0,-3-1-10 0,3 2-3 0,-6 0 10 0,3-1 13 16,-2 1 19-16,-2 0 26 0,0 0 78 0,-2 0 101 0,0 1 121 0,-4 1 134 16</inkml:trace>
  <inkml:trace contextRef="#ctx0" brushRef="#br0" timeOffset="-134828.86">18196 12472 117 0,'5'0'359'0,"-1"0"101"0,1 0 72 0,-1 0 58 0,-2 0 45 0,5 0 37 0,-2 1 27 0,1 3 30 0,-1-1 20 0,2 1 16 15,1 1 11-15,1 1 12 0,-2-2-90 0,0 4-137 0,2-1-109 0,0 1-95 16,0-1-67-16,0 2-55 0,0-1-41 0,-1 1-35 0,1 1-29 0,0-1-27 15,-4 0-20-15,4 0-17 0,-3 2-12 0,1-2-12 0,-2 0-11 16,1 0-7-16,-1 0-10 0,-1-2-11 0,-2 2-11 0,1-1-11 0,1-1-22 16,-2-1-25-16,1 2-48 0,-3-4-58 0,0 2-78 0,4-2-81 15,-4 0-75-15,0 0-70 0,0-1-74 0,0-3-80 0,0 0-68 0,0 0-66 16,0 0-25-16,0 0-6 0,-7 0 13 0,7 0 20 0,-6-3 44 0,3-1 61 16,3-2 76-16,-2 1 83 0,-2-1 73 0,4-1 70 0,0 1 77 0,0-2 80 15</inkml:trace>
  <inkml:trace contextRef="#ctx0" brushRef="#br0" timeOffset="-134683.2">18442 12448 52 0,'0'-4'381'0,"0"1"109"0,-4 3 67 16,4 0 64-16,-3 0 57 0,3 3 41 0,-6 1 32 0,1-1 25 0,1 3 19 15,2 2 15-15,-3-1 12 0,-2 2-19 0,1 0-26 0,1 2-140 0,-4 1-186 16,3 0-105-16,-3 1-66 0,0 2-57 0,0-2-59 0,4 3-47 0,-4-3-44 16,3 1-41-16,-3-1-43 0,4-1-62 0,-1 0-73 0,-1 0-92 15,5-3-98-15,-1 0-83 0,1 0-80 0,-2 0-111 0,4-3-124 0,-3 0-58 16,3-1-28-16,0-5-3 0,0 5 1 0,0-5 17 0,0 0 19 0,0 5 50 15,0-5 61-15,0 0 82 0,3 3 95 0,-3-3 86 0,0 0 78 16</inkml:trace>
  <inkml:trace contextRef="#ctx0" brushRef="#br0" timeOffset="-132401.96">18682 12573 39 0,'0'1'304'0,"0"2"116"0,-1 0 63 0,1 0 41 0,0 2 39 0,0 1 39 0,0-2 40 16,0 2 45-16,0 2 33 0,0-2 26 0,0-1 18 0,1 3 16 0,-1 0-71 16,0-1-106-16,0 2-110 0,0-1-112 0,4-1-64 0,-4 2-40 15,0 0-37-15,0-1-37 0,0 1-44 0,0 0-46 0,0-2-35 0,4 2-32 16,-4-1-37-16,1-1-43 0,-1 1-61 0,0-2-70 0,0 1-79 0,4-2-81 15,-4-1-70-15,0 1-66 0,0-2-75 0,4 0-77 0,-4-3-68 0,0 0-65 16,0 0-25-16,0 0-9 0,0 0 11 0,0 0 25 0,0 0 51 0,0 0 65 16,0 0 74-16,0-5 78 0,0 1 69 0,1-1 68 0,-1 1 74 0</inkml:trace>
  <inkml:trace contextRef="#ctx0" brushRef="#br0" timeOffset="-132073.25">18744 12669 115 0,'0'-2'286'0,"0"2"51"0,3 0 29 0,1 0 25 0,-2 0 23 16,3 0 25-16,-1 2 27 0,-4-1 31 0,5 1 36 0,-1-2 34 0,1 1 38 16,-1-1-11-16,-2 2-33 0,5-2-61 0,-5 0-73 0,3 0-34 0,3-2-21 15,-3 2-13-15,0-1-13 0,1-1-20 0,3 1-21 0,-4-1-28 0,3 2-28 16,-1-1-34-16,2-1-34 0,-4 1-32 0,4-3-29 0,-1 3-22 0,-3 0-20 15,0-1-15-15,1-1-12 0,-1 3-9 0,2-3-9 0,-1 2-6 0,-1 1-6 16,-1-3-4-16,-2 3-5 0,1-2-9 0,3-1-11 0,-6 2-17 0,5-1-22 16,-5 2-34-16,4-3-40 0,-1 2-51 0,-3-1-52 0,2 1-51 0,-2-1-52 15,0 2-44-15,0-3-37 0,0 0-35 0,0 2-34 0,0 1-26 0,0-5-20 16,0 2-14-16,0 0-8 0,-2-2 1 0,-1 3 2 0,3-1 7 16,-4-2 7-16,2 2 30 0,-1-1 42 0,1 0 39 0,-2 2 35 0,1-1 35 15,-3-2 32-15,3 4 31 0,1-2 32 0,-2-2 29 0,-1 2 33 16,5 0 33-16</inkml:trace>
  <inkml:trace contextRef="#ctx0" brushRef="#br0" timeOffset="-131811.18">18894 12544 156 0,'0'0'277'0,"0"0"45"0,0 0 24 0,0 0 15 0,0 0 14 16,0 0 10-16,0 0 8 0,0 0 21 0,0 0 22 0,0 0 35 0,2 3 35 16,-2-2-9-16,0 4-26 0,0 0-39 0,0-1-49 0,0 0-17 0,0 3-6 15,0 0-4-15,0-1-9 0,0 2-9 0,0-1-11 0,0 1-18 0,0 1-19 16,0-2-36-16,0 2-40 0,0-2-55 0,0 1-63 0,0 0-69 0,0-1-75 16,0 1-67-16,0-2-62 0,0 1-49 0,-2 1-43 0,2-3-32 0,0 2-28 15,-4-3-21-15,4 2-18 0,0-1-10 0,-3-1-4 0,3 1 9 0,0-1 14 16,-2-1 27-16,-2 2 36 0,4-4 42 0,0 2 45 0,-1 0 40 0,-3 0 42 15,4-1 32-15,0-1 30 0,-4 0 27 0,4-1 24 0,0 4 20 16,0-4 17-16,0 1 15 0,0-1 12 0,0 0 11 0,-2 2 8 0,2-2 11 16,0 0 11-16,0 0 7 0,0 0 9 0,0 3 7 0,0-3 8 15,2 1 7-15,-2-1 5 0,4 2 2 0,-4-1 3 0,4-1 2 0,-3 0 1 16,3 2-5-16,-4-2-5 0,5 0-7 0,-1 0-7 0,-2-2-12 0,3 2-11 16,-5-1-27-16,4-1-35 0,1 1-43 0,-1-2-49 0,1 0-56 0,-1 1-57 15,-2-2-71-15,1-1-77 0,3 1-73 0,-6-2-73 0,5 0-33 0,-1-2-17 16,-1 0-6-16,-1 0-1 0,4 0 11 0,-3-1 20 0,1 0 34 0,-2 0 38 15,5 0 43-15,-5 2 50 0,3-2 61 0,2 1 71 0</inkml:trace>
  <inkml:trace contextRef="#ctx0" brushRef="#br0" timeOffset="-131435.41">19133 12453 93 0,'2'-2'323'0,"1"2"78"16,1-1 53-16,-2 1 46 0,3 1 47 0,-1-1 43 0,-1 2 40 15,-1-2 36-15,2 1 32 0,-1 0 21 0,-1-1 10 0,-2 2-28 0,4-2-49 16,-4 0-104-16,2 2-130 0,1-1-75 0,-3-1-48 0,0 2-48 0,4-1-48 16,-2 1-40-16,-2 1-41 0,0-2-34 0,3 2-36 0,-3 0-26 0,0 0-17 15,0 0-13-15,-3 2-8 0,3 0-7 0,0 2-2 0,-2-3-4 0,-2 2-3 16,1 0-1-16,3 2 0 0,-2-2-3 0,-2 0-2 0,4 1 2 0,-2-2 3 16,-1 1 3-16,3-2 6 0,0-1 4 0,0 3 6 0,0-3 2 0,0 2 2 15,0-4 2-15,3 4 2 0,-1-2 2 0,-2-1-1 0,6 2 2 0,-6-1 2 16,3 0 1-16,3 0 1 0,-3-2 2 0,3 2 3 0,-3 0 2 15,3-2 2-15,-1 3 2 0,1-1 5 0,-3-2 5 0,3 2 6 0,-1 0 5 16,-1-1 8-16,1 0 7 0,0 2 4 0,-1-1 5 0,2 1 4 0,-3-1 5 16,1 0 6-16,-2 2 2 0,1-1 2 0,-3 1 2 0,2-1 1 15,-2 2-2-15,0 0-2 0,0 0-6 0,-2 0-6 0,-1 0-8 0,3 2-4 16,-6 1-6-16,3-2-6 0,3 1-11 0,-6-1-11 0,2 0-19 0,-1 0-20 16,3 0-38-16,-1-1-49 0,-1 0-74 0,-1 0-90 0,3-1-76 0,-2-1-73 15,1 1-81-15,-3-2-84 0,1-2-81 0,1 2-79 0,4-3-33 0,0 0-9 16,-5 0 2-16,5 0 14 0,-4-3 34 0,4-1 43 0,-2-1 70 0,2-1 88 15,2 0 75-15,2-2 73 0,-1 0 81 0,-1-1 87 0</inkml:trace>
  <inkml:trace contextRef="#ctx0" brushRef="#br0" timeOffset="-131202.08">19529 12514 108 0,'0'2'377'0,"0"1"142"0,0-3 66 0,0 3 30 0,3-2 13 16,-1 2 5-16,2-1 5 0,-4-1 0 0,4 0 1 0,-3-1 1 16,3 0-2-16,-2 0 0 0,1 0-99 0,3-1-147 0,-1 0-159 0,-1-1-170 15,1 2-102-15,3-3-73 0,-3 2-54 0,-3-1-44 0,5-1-44 0,-5 2-45 16,3-1-52-16,-1 1-55 0,-4 1-76 0,3-3-85 0,-3 3-36 0,0 0-16 16,0 0 14-16,0 0 24 0,0 0 37 0,0 0 43 0,0 0 38 0,0 0 40 15,0 0 40-15,0 0 46 0,-3 0 51 0,-1 3 54 0</inkml:trace>
  <inkml:trace contextRef="#ctx0" brushRef="#br0" timeOffset="-131067.6">19543 12588 15 0,'0'6'261'0,"0"-2"88"0,0 1 46 0,0-3 26 16,0 3 26-16,0-2 22 0,4 3 28 0,-2-3 35 0,1 2 25 15,3-2 24-15,-3-2 17 0,3 2 8 0,-3-1-63 0,3-1-101 0,-1-1-95 16,1 2-94-16,1-2-84 0,-2-2-84 0,1 2-82 0,-1-3-87 0,2 0-110 16,-1 0-125-16,-1-2-104 0,1 1-98 0,-3-2-49 0,3-2-24 15,-3 3-13-15,3-1-5 0,-4 0 2 0,5-2 8 0,-5 2 39 0,5 2 53 16,-5-1 61-16,3-1 65 0,2 3 82 0,1 0 92 0</inkml:trace>
  <inkml:trace contextRef="#ctx0" brushRef="#br0" timeOffset="-130529.7">19867 12473 217 0,'0'0'558'0,"0"0"117"0,0 0 60 0,0 0 30 16,0 0 17-16,0 0 15 0,0 2 12 0,6 0 10 0,-3-2 11 15,3 0 4-15,-1 0 10 0,2 0-42 0,-1 0-56 0,5 0-196 0,-4-2-255 16,0 0-118-16,2 2-59 0,0-2-29 0,0 0-17 0,2 1-15 0,-2-2-12 16,0 0-9-16,0 1-9 0,2-1-11 0,-2-1-7 0,0 1-6 0,0 0-6 15,0 0-4-15,-3 0-5 0,3-2-8 0,-4 2-7 0,0 0-6 0,1 0-9 16,-3 0-9-16,-3 2-7 0,6-2-11 0,-6 1-15 0,4 0-18 0,-4 2-24 16,0-2-33-16,0 2-37 0,0-2-32 0,-4-1-31 0,4 2-26 0,-2-1-23 15,-2 1-16-15,1-2-15 0,-3 1-7 0,5 0-3 0,-3 1 2 0,-1 0 9 16,1-1 18-16,-1 2 23 0,-1 0 35 0,2 0 40 0,-1-1 42 0,1 1 43 15,-1 0 41-15,1 0 41 0,3 0 38 0,1 0 35 0,-4 0 30 0,4 0 33 16,0 0 26-16,0 0 28 0,0 0 34 0,0 0 36 0,-2 0 35 16,2 0 34-16,0 0 19 0,-3 3 15 0,3-1 5 0,3 2 1 0,-1 0-4 15,-2 2-5-15,0 0-13 0,4 0-17 0,-4 3-19 0,1 0-22 0,-1 0-32 16,0 2-36-16,4-1-41 0,-4 2-41 0,0-1-42 0,0 2-39 16,0-2-53-16,4 0-56 0,-4 2-71 0,0-1-76 0,0-2-60 0,0-1-57 15,0 1-46-15,0 1-44 0,0-3-45 0,-4 1-44 0,4-2-39 0,0 1-37 16,-4-4-40-16,4 2-40 0,-5-2 12 0,5 1 31 0,-5-2 57 0,1 0 65 15,-1 0 57-15,3 0 53 0,-6-2 46 0,7-1 45 0,-7 2 42 0,8-2 45 16,-5 2 44-16</inkml:trace>
  <inkml:trace contextRef="#ctx0" brushRef="#br0" timeOffset="-130365.1">19938 12659 223 0,'0'0'359'0,"0"0"42"0,0 0 26 0,0 0 16 16,0 0 29-16,0 0 35 0,0 0 56 0,1 0 66 0,-1 0 53 16,4 0 45-16,-4 0 20 0,5-1 6 0,-1 1-95 0,0 0-144 0,1-1-68 15,-3-1-34-15,5 2-23 0,-1 0-16 0,-1-1-30 0,0-1-35 0,3 2-55 16,-1-1-65-16,0-1-54 0,-1 1-45 0,3-1-38 0,-4 1-32 15,0-1-34-15,5-1-33 0,-5 0-63 0,4 2-76 0,-4-4-80 0,1 4-80 16,1-4-71-16,-1 1-59 0,3 1-68 0,-4-3-71 0,0-1-69 0,4 2-70 16,-3-1-26-16,-1-2-3 0,3 1 12 0,-3-1 20 0,4-1 58 0,0 2 69 15,-2-2 77-15,2 0 81 0,0 0 68 0,0 0 62 0,2 0 67 0,-2 1 70 16</inkml:trace>
  <inkml:trace contextRef="#ctx0" brushRef="#br0" timeOffset="-130111.93">20238 12348 156 0,'0'-3'396'0,"4"-1"97"0,-4 4 66 0,1-1 52 0,-1 0 39 0,4-1 29 15,-2 2 23-15,5-1 18 0,-5-1 12 0,3 1 13 0,2-1 14 0,-1 1-32 16,3-1-57-16,0-1-121 0,-2 0-152 0,2 2-90 0,4-4-60 0,-2 2-46 16,1 2-37-16,-1-4-24 0,4 1-20 0,-3-1-14 0,-1 1-13 15,4-1-12-15,-1 1-14 0,1-1-8 0,-3 1-11 0,-1-1-6 0,-2-1-6 16,2 2-6-16,2-1-6 0,-4 1-11 0,0-1-10 0,-2 2-18 0,-3-1-19 15,1 1-37-15,1 0-41 0,-3-1-73 0,-3 3-81 0,4 0-71 0,-4 1-66 16,0 0-61-16,-4-2-59 0,4 1-54 0,-3 1-54 0,3 0-62 0,-6-2-63 16,1 2-21-16,-4 0 0 0,3 2 28 0,-3-2 40 0,4 1 67 0,-4-1 80 15,0 2 74-15,0-1 65 0,-2 0 60 0,2 3 58 0,-2-1 54 0,-2-2 53 16</inkml:trace>
  <inkml:trace contextRef="#ctx0" brushRef="#br0" timeOffset="-129856.31">20314 12345 150 0,'0'7'398'0,"3"1"105"0,-1-1 80 0,-2 2 62 0,4 0 59 0,-2 2 39 16,1-1 30-16,3 2 19 0,-6 0 16 0,3 0 13 0,-1 1 4 16,2 1-34-16,-4-2-57 0,3 2-127 0,-1 1-162 0,-2-2-100 0,4 1-79 15,-2-1-60-15,-2 2-53 0,3-1-38 0,-3-2-32 0,0 1-19 0,4 1-16 16,-2-2-9-16,-2-2-9 0,3 2-7 0,-3-1-7 0,4-1-2 0,-4-1-4 16,2 0-4-16,-2 0-1 0,0-1-2 0,0-1-5 0,0-1 1 0,0 0 1 15,0-1 0-15,0-3-2 0,0 3 1 0,0-5-2 0,0 2-3 0,0-2-6 16,0 1-5-16,0-1-5 0,0 0-7 0,-2 2-7 0,2-2-7 0,-7-2-11 15,5 2-21-15,-2-1-29 0,1-1-47 0,-3-1-55 0,4 1-62 0,-5-2-64 16,5 1-52-16,-1-3-44 0,1 1-42 0,-2 0-40 0,1-1-42 0,3-2-44 16,-2 1-64-16,-2-1-73 0,4 1-15 0,0-2 11 0,0 0 36 15,0 0 53-15,0 1 63 0,4-1 66 0,-2 0 53 0,1 2 51 0,1-3 48 16,-2 3 44-16,3-2 48 0,2 2 54 0</inkml:trace>
  <inkml:trace contextRef="#ctx0" brushRef="#br0" timeOffset="-129485.5">20471 12489 93 0,'6'-5'277'0,"3"4"47"0,-4-2 30 15,1 0 21-15,-3 1 17 0,3 0 21 0,-3 2 26 0,3-1 32 0,-1 0 35 16,-1 1 39-16,-4 0 40 0,3-2-3 0,-1 2-23 0,2 0-55 0,-2 0-77 16,-2 0-38-16,3 0-21 0,-3 0-18 0,4 0-12 0,-2 0-19 0,1 0-17 15,-3 0-31-15,4 2-32 0,-4-2-38 0,2 1-39 0,-2-1-37 0,0 5-38 16,-2-2-24-16,-2 1-20 0,4 1-10 0,-3-3-4 0,1 5-5 0,-2-3-3 16,1 2-5-16,1 0-2 0,-2-1-2 0,-1 1-5 0,5-2-2 15,-4 1-7-15,2-2 4 0,-1 0 2 0,3 0 4 0,0 0 4 0,0-3 3 16,0 2 6-16,0 2 6 0,0-3 3 0,3 1 3 0,-1-1 5 0,-2 1 3 15,4-1 2-15,1 1 5 0,-1-1 5 0,-2 1 1 0,1-1 0 0,3-1-2 16,-3 1-2-16,3-1-4 0,-1 0-3 0,2 2-4 0,-5 0 0 16,3-2-1-16,3 0-1 0,-3 1 1 0,1 1-1 0,-3-2 1 0,3 1-1 15,-3 2 2-15,-1-1 2 0,3-1 1 0,-1 2 0 0,-4 0 3 0,4-1 0 16,-2 2 0-16,-2-1-3 0,0 2 0 0,0-1 0 0,0 1-2 0,0 1 1 16,0 0-2-16,-2 1-2 0,-2 1-1 0,0 1-6 0,-1-2-1 0,3 0-5 15,-1 1-5-15,-3-2-4 0,3 1-4 0,-1 0-8 0,-1-1-12 0,3-2-12 16,-6 1-14-16,8-2-11 0,-5 1-19 0,5-1-19 0,-2 0-37 0,-1-2-49 15,-1-1-67-15,4 0-77 0,0 2-66 0,0-2-58 0,-2 0-46 0,2 0-40 16,0 0-34-16,-3-2-36 0,3 2-34 0,-2-1-39 0,2 1-37 16,0 0-40-16,-4-6 12 0,4 6 33 0,0-6 64 0,0 1 77 0,0 1 65 15,4-2 58-15,-2 3 50 0,-2-2 44 0,3 3 42 0,-1-3 46 0,2 2 45 16</inkml:trace>
  <inkml:trace contextRef="#ctx0" brushRef="#br0" timeOffset="-129363.83">20587 12643 64 0,'4'-2'288'15,"-1"2"59"-15,-1 2 31 0,2 0 24 0,-1-1 19 0,-1 2 22 0,-2 0 23 16,5-1 33-16,-5 1 36 0,0-1 33 0,4 0 34 0,-4 1-15 0,0 0-37 15,4-1-88-15,-4 1-114 0,0-3-73 0,0 3-55 0,0-3-66 0,0 1-72 16,-4 1-70-16,4-2-75 0,0 0-86 0,0 0-95 0,-4 1-103 0,4 0-112 16,0-1-74-16,0 0-61 0,-7-1-27 0,7 1-11 0,-7 0 12 0,7 0 24 15,-5 0 42-15,-1 0 49 0,1 0 51 0,1-1 51 0,4 1 55 0,-9 0 57 16,7 0 73-16</inkml:trace>
  <inkml:trace contextRef="#ctx0" brushRef="#br0" timeOffset="-122427.09">18943 13420 79 0,'0'0'318'0,"0"-3"91"0,0 0 38 0,0 2 21 0,0 1 11 0,0 0 3 0,0 0 14 0,0-4 18 0,0 4 27 15,0-1 28-15,0 1 32 0,3-1 32 0,-1-1-62 0,2 2-104 0,-2-1-86 16,1 1-78-16,3-2-32 0,-3 2-11 0,3 0-4 0,-3 0-3 16,3 0-6-16,-3 0-13 0,3 0-19 0,-1 0-22 0,1 0-22 0,-1 0-27 15,-1 0-19-15,1 0-18 0,4 0-13 0,-3 2-8 0,-3-2-1 0,6 1-3 16,-3-1 1-16,-1 2-1 0,2 0-1 0,-1 0 0 0,-1 1-3 0,1 2-5 15,-1-2-4-15,2 1-6 0,1 1-4 0,-5 1-4 0,3 0-1 0,3 1-3 16,-6 1-1-16,3-1-7 0,-1 2-1 0,1 0-1 0,-3 0-1 0,3 0-1 16,-3 2 0-16,-1-1-3 0,2 1-1 0,1-1-4 0,-5 2-1 0,4-1 0 15,-1 0-3-15,-1 0-3 0,-2-1-1 0,0 1-1 0,0 0-2 0,4-2-8 16,-4 0-11-16,0-2-13 0,0 0-16 0,0 0-17 0,0-3-32 0,0 2-40 16,0-3-79-16,0 0-100 0,0 0-84 0,-4-1-80 0,4-2-78 0,0 3-80 15,0-3-86-15,0 0-91 0,0 0-35 0,-5-2-12 0,1 1 5 16,2-2 11-16,-1-2 30 0,3 2 37 0,-4-3 81 0,2 0 99 0,2 0 84 15,-3 0 81-15,3-1 79 0,0 1 78 0</inkml:trace>
  <inkml:trace contextRef="#ctx0" brushRef="#br0" timeOffset="-122230.65">19187 13404 199 0,'0'-3'422'16,"0"3"108"-16,0 0 83 0,0 0 62 0,0 0 49 0,0 0 34 0,0 4 29 15,0 0 18-15,-2 3 17 0,-1-1 12 0,1-1 10 0,-2 5-39 0,1-3-63 16,-3 4-127-16,4-1-155 0,-1 1-96 0,-3 1-71 0,-1 1-53 0,2-1-45 15,-1 2-30-15,-3 0-23 0,4 2-17 0,-1-3-17 0,1 2-15 0,-2-2-12 16,1 1-18-16,1 0-23 0,-1-2-23 0,-1-2-26 0,5 1-32 0,-3-1-31 16,1-2-51-16,1-2-60 0,3 0-94 0,-2-2-112 0,-2-1-86 15,4 0-79-15,0-3-73 0,0 3-76 0,0-3-72 0,0 0-66 0,0 0-21 16,6-4 1-16,-3 1 9 0,3-2 21 0,-1 1 41 0,-1-2 55 0,1-1 89 16,1 0 108-16,1 0 87 0,-2-1 74 0,1 1 80 0,-1-1 78 15</inkml:trace>
  <inkml:trace contextRef="#ctx0" brushRef="#br0" timeOffset="-122028.28">19324 13492 72 0,'0'3'338'0,"4"0"134"15,-2 1 98-15,-2 3 85 0,4-3 53 0,-1 1 39 0,-1 0 28 0,2 2 23 16,-4-1 15-16,3-1 14 0,-1 3 11 0,-2-2 9 0,0-2-81 0,4 4-119 16,-4-2-124-16,1 2-123 0,-1-1-95 0,0-1-80 0,0 0-52 0,0 2-40 15,0-2-26-15,4 0-23 0,-4-2-20 0,0 4-16 0,0-2-21 0,0-2-19 16,0 1-23-16,0-1-23 0,0 1-46 0,0-2-58 0,0 1-97 15,0-1-113-15,0-3-99 0,0 3-90 0,0-3-113 0,0 0-123 0,0 0-55 16,0 0-20-16,0 0-5 0,0 0 6 0,0 0 12 0,0 0 16 16,4-4 41-16,-4 4 51 0,1-5 92 0,-1 1 115 0,0 4 96 0,0 0 92 15</inkml:trace>
  <inkml:trace contextRef="#ctx0" brushRef="#br0" timeOffset="-121785.17">19482 13548 24 0,'0'0'346'0,"0"0"202"0,0 0 104 0,0 0 59 0,3 0 38 0,-3 1 25 16,6 1 22-16,-6-1 13 0,0-1 11 0,3 0 7 0,-3 0 4 0,2 2 5 15,2-1-71-15,-4-1-102 0,0 0-170 0,5 0-196 0,-1 0-102 0,-2 0-60 16,1 0-36-16,1 0-26 0,-2 0-23 0,1-1-20 0,1-1-18 0,-2 1-18 16,3-1-23-16,-1 1-23 0,0-1-43 0,-3-1-52 0,3 1-73 15,-2 1-83-15,1-2-67 0,-3 0-60 0,4 2-61 0,-4 1-61 16,2-2-60-16,-2 2-64 0,0 0-51 0,0 0-48 0,0 0-8 0,0 0 9 15,0 0 34-15,0 0 47 0,-6-1 70 0,6 1 78 0,0 0 69 0,-3 0 61 16,-3 1 62-16,1 1 58 0,5-2 65 0</inkml:trace>
  <inkml:trace contextRef="#ctx0" brushRef="#br0" timeOffset="-121620.97">19505 13620 142 0,'4'3'401'0,"-2"0"124"0,1 1 98 15,-3 0 62-15,6 1 46 0,-3 0 32 0,3-2 20 0,-3 1 17 0,-1-1 13 16,2 0 10-16,0 2 12 0,-3-2-36 0,3 0-52 0,-2-2-129 0,1 1-168 15,1-1-119-15,-2 0-96 0,3-1-61 0,-1 4-45 0,1-3-36 0,3 1-33 16,-3-2-33-16,0 1-36 0,1-1-70 0,-1 0-86 0,-1-1-98 16,1 1-102-16,2-2-89 0,-1 1-84 0,-1-3-106 0,-1 3-119 0,-2-2-52 15,3 0-25-15,-1-1-4 0,1 1 4 0,-1-2 15 0,-2 1 20 16,-2-1 60-16,0 5 76 0,3-6 91 0,-3 0 98 0,0 3 87 0,4-1 77 16</inkml:trace>
  <inkml:trace contextRef="#ctx0" brushRef="#br0" timeOffset="-121173.18">19853 13600 234 0,'0'5'569'0,"-2"-2"123"0,2 0 65 0,0 0 29 0,0-3 13 0,0 1 9 16,0 2 9-16,0-3 7 0,0 0 7 0,0 2 11 0,2-1 12 0,-2 1-31 15,3-2-50-15,-1 0-184 0,2 0-249 0,1 0-112 0,1-2-51 0,-3 2-22 16,3-1-7-16,-1 1-2 0,2-4-4 0,-1 4-5 0,3-1-6 16,-4-2-11-16,4 0-11 0,0 2-14 0,-2-2-17 0,2 1-10 0,-1-1-13 15,-1 0-10-15,-3 2-13 0,5-2-8 0,-4 0-7 0,0 1-14 0,-1-1-17 16,2 2-22-16,-6 1-21 0,5-2-26 0,-5 2-26 0,0 0-27 0,0-1-27 16,0 1-61-16,0 0-75 0,0 0-91 0,0-2-102 0,0 2-89 0,0 0-89 15,0 0-92-15,0 0-94 0,0-4-29 0,0 4 0 0,-2-5 12 0,-1 1 20 16,3 1 25-16,-2-2 29 0,-2-1 55 0,4 2 77 0,-4-3 93 0,4 2 102 15,0-1 91-15,0-1 89 0</inkml:trace>
  <inkml:trace contextRef="#ctx0" brushRef="#br0" timeOffset="-120784.42">20081 13363 255 0,'0'3'584'0,"0"0"124"0,0 0 57 0,-4 0 28 16,4 2 15-16,0-4 8 0,-2 4 4 0,-2-1 7 0,4-3 5 0,0 3 6 15,0-1 2-15,0-3-43 0,0 1-68 0,0 2-199 0,0 0-263 0,0 0-121 16,0 0-56-16,4 0-29 0,-4 0-13 0,2 0-9 0,-2 0-6 0,4 1-6 16,-4 0-6-16,0-1-6 0,3 0-4 0,-1 0-8 0,-2 1-5 0,4-1-1 15,-4 2-3-15,1-2-1 0,-1 0-2 0,4 0-2 0,-4 0 2 0,0 1-6 16,4-1-9-16,-3 0 2 0,-1 0 7 0,0 0 4 0,4 0 4 16,-2 0 1-16,-2-1 1 0,0 2 1 0,3-2 1 0,-3 1 0 0,4 0 0 15,-2-2 3-15,2 2 3 0,-3 0 6 0,3-1 6 0,0 1-2 0,-3 0-5 16,7-2-1-16,-7 2 1 0,5 0-1 0,-3-2 1 0,1 1-1 0,1 0 2 15,-3 1 0-15,2-2 2 0,0 1 2 0,-3-1 4 0,7 2 7 0,-8 0 7 16,1-2 10-16,-1 3 5 0,4-1 10 0,-2 1 7 0,-2 1 6 0,0 1 9 16,0 0 9-16,0 0 10 0,-2 1 7 0,-2 2 7 0,4-2 0 0,-1 3 2 15,-3-2-5-15,0 0-6 0,-1 1-7 0,1-1-7 0,2 1-8 0,-1-2-12 16,-3-1-11-16,3 2-12 0,1-2-21 0,-2 0-26 0,-1-2-26 0,1 2-32 16,3-1-32-16,-3-1-28 0,-1-1-31 0,1 1-29 0,-2 0-65 0,3 0-85 15,-3-1-94-15,5-1-98 0,-3 1-87 0,0-2-78 0,4-1-87 0,0 0-87 16,0 0-28-16,0 0 1 0,-5-1 15 0,5-2 21 0,0 3 27 0,-2-5 25 15,2-3 65-15,2 3 84 0,-2-3 94 0,4-1 101 0,1 2 87 0,-1-1 84 16</inkml:trace>
  <inkml:trace contextRef="#ctx0" brushRef="#br0" timeOffset="-120426.37">20296 13474 115 0,'0'2'325'0,"-2"1"65"0,-2-2 36 0,4 2 27 16,0-3 22-16,0 5 35 0,0-2 38 0,0-2 50 0,4 1 56 0,-2-1 41 0,-2-1 36 0,0 2-17 0,5-1-38 15,-5-1-91-15,4 0-113 0,1 0-56 0,-1 0-30 0,-1 0-21 0,-1-1-19 16,4-1-25-16,-3 2-34 0,3-1-41 0,-1-1-48 0,2 1-36 0,1-2-29 16,-1 1-19-16,2-1-16 0,-2 0-8 0,2 0-6 0,4 0-3 0,-4 0-3 15,2 0 0-15,-2-1 0 0,2 1 1 0,-2-2-1 0,0 2-1 0,0 0-4 16,0-1-5-16,-2 2-7 0,0-1-4 0,1 0-1 0,-5 2-5 0,3-2-6 15,-3 1-6-15,3 1-3 0,-6-1-3 0,5 0-4 0,-5 2-8 0,0 0-6 16,0 0-5-16,0 0-4 0,0 0-1 0,0 0 1 0,0 0-2 0,0 0-2 16,0 0-4-16,0 0-1 0,0 0-9 0,0 0-12 0,0 0-16 0,0 0-19 15,0 0-15-15,0 0-17 0,0 0-22 0,0 0-22 0,-2-1-43 0,2 1-53 16,-3 0-72-16,-3 0-80 0,6 0-63 0,-3 0-56 0,-3 0-37 0,6 0-32 16,-3 0-29-16,-3 0-29 0,6 0-34 0,-5 0-35 0,5 0-30 0,-4-3-28 15,-1 2 21-15,3-2 44 0,-2 1 68 0,1-2 78 0,-3 0 65 0,6 0 59 16,-5 1 45-16,5-1 45 0,-4-1 44 0,4 1 45 0,-2-1 52 15</inkml:trace>
  <inkml:trace contextRef="#ctx0" brushRef="#br0" timeOffset="-120206.47">20460 13270 154 0,'0'0'337'0,"0"0"69"16,0 0 49-16,0 0 46 0,0 0 46 0,2 0 54 0,2 2 56 16,-4-1 45-16,0-1 39 0,2 3 28 0,-2 2 22 0,3-2-30 0,-3 1-54 15,0 1-92-15,0 0-109 0,0 2-60 0,4-1-40 0,-4-1-41 0,0 3-38 16,0 1-48-16,2 0-53 0,-2 0-41 0,0 2-41 0,0-2-27 0,0 1-24 15,0 0-17-15,0 1-16 0,0 0-12 0,0-1-12 0,0 1-18 0,0-1-18 16,-2-1-18-16,2 0-18 0,-4-1-16 0,4-1-19 0,0 0-22 0,0 1-25 16,0-2-46-16,0 2-56 0,-3-2-68 0,3 0-73 0,0-1-56 0,-2 0-47 15,2 1-36-15,-4 0-28 0,4-1-27 0,-2 1-23 0,-1 0-20 0,3-2-15 16,-4 1-14-16,2-1-14 0,-1-1 3 0,-1 0 10 0,2 0 49 0,-1-1 64 16,3-2 53-16,-6 3 50 0,3-3 41 0,3 0 40 0,-6 3 35 0,1-2 36 15,5-1 34-15,-4 2 33 0,2-1 36 0</inkml:trace>
  <inkml:trace contextRef="#ctx0" brushRef="#br0" timeOffset="-120037.1">20401 13602 181 0,'-2'3'311'0,"2"-2"56"15,-4 2 34-15,4-1 28 0,0 1 28 0,0-2 33 0,0-1 36 0,0 3 52 16,0 0 58-16,0-1 48 0,0 1 38 0,0 0-24 0,4-2-51 0,-2 2-74 0,-2 0-81 16,7-1-40-16,-5 1-21 0,1 0-21 0,-1-2-16 0,5 2-30 15,-5 0-35-15,4-2-47 0,1 1-54 0,-2 0-44 0,1-1-37 0,-1 1-27 16,4-2-19-16,-3 0-20 0,1 0-17 0,-2-2-16 0,1 2-16 16,-1-1-16-16,1-1-16 0,1 0-21 0,-2 1-21 0,1-2-36 0,-1 0-42 15,-1 0-82-15,1-1-98 0,1-1-82 0,-3 1-75 0,3-2-57 0,1-1-52 16,-2 2-61-16,1-1-64 0,-1-2-55 0,0-1-55 0,3 0-14 0,-3 0 5 15,1-2 28-15,3 3 36 0,0-3 80 0,-4 1 97 0,4-1 82 0,-3 1 75 16,-1-1 58-16,4 1 50 0,-4 2 65 0</inkml:trace>
  <inkml:trace contextRef="#ctx0" brushRef="#br0" timeOffset="-119768.37">20743 13318 22 0,'0'0'336'0,"0"-2"181"0,0 2 97 0,3-1 57 0,-1 1 34 0,3 0 25 15,-1 0 21-15,1 0 20 0,-1 0 17 0,1 0 13 0,1-1 11 0,3-2 7 16,-4 1-65-16,4 1-102 0,0-1-154 0,2-1-177 0,2 0-92 0,-2 1-49 16,1-2-30-16,-1 1-23 0,2 0-19 0,-2 0-18 0,1 0-15 0,-1-1-13 15,4 1-8-15,-3-2-9 0,-1 2-6 0,2-1-6 0,-2-1-5 0,0 1-1 16,-2-1-6-16,3 1-4 0,-6 0-5 0,5 0-5 0,-4 1-2 0,-2 0-5 16,1 2-6-16,-3-2-6 0,-1 1-9 0,2 0-8 0,-2 2-11 15,-2 0-14-15,0 0-33 0,0 0-39 0,0-2-71 0,-2 0-85 16,-2 2-70-16,-1 0-64 0,1-1-51 0,2 1-44 0,-3 0-40 0,-2 0-43 15,1 0-41-15,-3 0-41 0,0 0-44 0,4 0-43 0,-4 0 6 0,-2 1 26 16,2-1 65-16,0 0 85 0,-2 2 69 0,2-2 65 0,-2 1 52 0,-2 0 48 16,4 1 42-16,0 1 49 0,-2 0 48 0</inkml:trace>
  <inkml:trace contextRef="#ctx0" brushRef="#br0" timeOffset="-119574.8">20824 13288 36 0,'-4'6'337'0,"4"2"172"16,0-1 97-16,0 0 60 0,0 4 42 0,4 0 34 0,-4-1 24 0,0 1 22 15,4 1 17-15,-3 0 17 0,-1 1 12 0,4 0 14 0,-4 1-62 0,4 0-96 16,-3 1-136-16,3-1-158 0,-2 3-81 0,-2 0-51 0,3-1-39 0,1-1-30 15,-2 2-23-15,-2-1-20 0,3 1-17 0,-1-2-14 0,-2-2-15 0,4 2-13 16,0-1-14-16,-3-1-16 0,-1-1-18 0,4-2-21 0,0 1-21 0,-4 0-22 16,1-2-20-16,-1-2-20 0,0 1-16 0,4-1-19 0,-4-2-22 0,0-1-22 15,0-1-44-15,0 0-52 0,0-3-78 0,0 0-91 0,0 0-69 0,0 0-60 16,0 0-51-16,0-3-47 0,-4 0-57 0,4-1-62 0,-1-2-36 0,1-2-24 16,0-1-2-16,-4 0 15 0,4-1 38 0,-4 1 50 0,4-2 78 15,0-2 93-15,4 1 73 0,-4 0 63 0,4 0 63 0,-3 0 60 0,3 1 74 16</inkml:trace>
  <inkml:trace contextRef="#ctx0" brushRef="#br0" timeOffset="-119200.89">20987 13414 4 0,'3'-1'304'15,"-3"-3"79"-15,6 3 48 0,-6 0 41 0,5-1 38 0,-5 2 43 0,4 0 49 16,-4 0 42-16,5 0 41 0,-5 0 30 0,4 0 21 0,-4 0-3 0,0 0-17 16,0 0-102-16,5 0-136 0,-5 0-71 0,0 0-44 0,0 0-36 0,0 2-37 15,0-2-41-15,4 1-47 0,-4-1-39 0,2 1-38 0,-2-1-28 0,0 0-22 16,0 2-12-16,3 0-14 0,-3-1-8 0,0 2-10 0,0 0-5 0,0 0-7 15,-3 1-2-15,3 1-1 0,-2 1-2 0,-2 0-2 0,4 0-2 0,-5 0-2 16,5 0-2-16,-4 2-3 0,2-2-2 0,-1-2 1 0,3 2-4 0,-4-1 1 16,4-1-1-16,0-1 2 0,0 0-1 0,0-3-1 0,0 1 1 0,0 4-1 15,4-3-1-15,-4 1 0 0,3-2 0 0,-1 2 3 0,2-1 2 0,1 1 1 16,-1-1 0-16,-2 0 1 0,5 0 2 0,-5 1 0 0,3-2 0 0,4 2 0 16,-3-1 2-16,-3-1-1 0,6 2 2 0,-3-2 3 0,-1 1 0 0,-1 0-1 15,1 1 2-15,1-2 4 0,-3 2 4 0,3 0 6 0,1 0 3 0,-5-2 3 16,1 4 7-16,-1 0 7 0,2-1 8 0,-4-1 8 0,3 3 9 0,-3 0 11 15,0-1 5-15,0 0 7 0,0 2 4 0,-3 0 1 0,3-1-1 0,-4 0-1 16,2 0-4-16,-1 2-2 0,1-2-12 0,-2-2-11 0,1 2-23 16,-3-1-25-16,3-1-30 0,-3 1-28 0,1-1-31 0,-1-1-30 0,1 0-47 15,-2 0-58-15,1-1-91 0,-3-1-109 0,4 1-89 0,-1-1-83 16,1-1-80-16,-2 2-80 0,1-2-61 0,1-2-53 0,-1 1-11 0,-1-1 2 16,5 1 17-16,-1-2 16 0,1 0 41 0,2 3 49 0,-4-5 89 0,4 1 108 15,0-1 87-15,4 1 83 0,-2 1 82 0,3-2 87 0</inkml:trace>
  <inkml:trace contextRef="#ctx0" brushRef="#br0" timeOffset="-119092.18">21090 13612 184 0,'2'2'474'0,"1"-1"106"0,-3 2 59 16,0 0 29-16,4 0 19 0,-2 0 12 0,-2 2 9 0,0-3 3 0,0 3 1 15,-2 0-10-15,-2-4-11 0,4 2-87 0,0 1-112 0,-3-2-230 0,3 1-278 16,-6-1-183-16,6 1-139 0,0-3-129 0,-9 1-128 0,7 1-60 0,-3-2-34 16,-2 0-13-16,1-2-7 0,3 2 7 0,-5-1 12 0,1-1 41 0,2-1 51 15,-4 0 68-15,3 1 71 0,-3 0 78 0,0-1 83 0</inkml:trace>
  <inkml:trace contextRef="#ctx0" brushRef="#br0" timeOffset="-107164.2">23667 6538 178 0,'0'-2'264'0,"-2"1"29"0,-1 1 17 0,3 0 10 0,0 0 10 15,0 0 6-15,-4 0 8 0,4 0 5 0,0 0 10 0,0 0 7 0,0 0 6 16,0 0-50-16,0 0-77 0,0 0-58 0,0 0-53 0,0 0-22 0,0 0-11 16,0 0-6-16,0 0-1 0,0 0 0 0,0 0-2 0,0 0 3 0,0 0 4 15,0 0 2-15,0 0 7 0,0 0 3 0,0 0 10 0,0-1 7 0,0 1 8 16,0 0 9-16,0 0 9 0,0 0 8 0,0 0 11 0,0 0 5 0,0 0 7 16,0 0 4-16,-2-2 2 0,2 2 2 0,0 0-5 0,0 0-4 0,0 0-7 15,0 0-8-15,0 0-10 0,0 0-11 0,0 0-11 0,0 0-11 16,0 0-12-16,0 0-14 0,0 0-10 0,0 0-14 0,0 0-10 0,0 0-11 15,0 0-10-15,-3 2-9 0,3-2-7 0,0 0-7 0,0 0-4 16,0 0-3-16,0 1-1 0,0 2-4 0,-2 0-2 0,-2 0-2 0,4 2 0 16,0-1-2-16,-3 2-1 0,3 0-1 0,0 1-1 0,-2 3 1 0,-2-2-2 15,4 2 1-15,-2 0 2 0,2-1-1 0,-3 0-4 0,3 0 1 0,-4 0-1 16,4 0 1-16,0-1-1 0,-2-1-1 0,2 1-1 0,-3-2-14 0,3 1-21 16,0-2-30-16,0 1-36 0,0-2-45 0,0 1-49 0,0-1-43 0,0 1-44 15,0-3-42-15,0 2-38 0,0-1-44 0,3 0-44 0,-1-2-53 0,-2 1-61 16,0-2-39-16,0 0-29 0,0 0 8 0,0 0 28 0,0 0 38 0,0 0 47 15,0 0 44-15,0 0 44 0,4-2 40 0,-4 2 39 0,5-3 43 0,1 0 47 16,-6 0 55-16</inkml:trace>
  <inkml:trace contextRef="#ctx0" brushRef="#br0" timeOffset="-106666.24">23633 6541 31 0,'-4'-3'231'0,"2"0"44"0,-1 0 26 0,1 0 14 0,-2 2 9 16,1-2 9-16,3 1 8 0,-2 1 7 0,-2-1 6 0,1 1 6 0,1-1 7 15,-2 0-22-15,4 1-40 0,-1 0-65 0,-3 1-77 0,0 0-36 0,2 0-16 16,-3 0-11-16,1 0-5 0,-1 1-3 0,0 0-1 0,1 1-2 0,-1 0-2 16,-3 1 3-16,3-2-2 0,-1 4 2 0,1-2 4 0,0 1 1 15,-3-1 4-15,3 2 3 0,-4 1 4 0,3-2 4 0,1 2 4 0,0 0 4 0,-3 0-1 16,3 0-1-16,0 0-2 0,-1 0-5 0,-1 2-6 0,5-2-4 15,-3 0-10-15,1 1-9 0,0-2-9 0,-1 1-9 0,3 0-11 0,-1 0-11 16,-1 0-6-16,4-2-8 0,-2 1-5 0,-2 1-5 0,4-3-1 16,0 1-3-16,-3 2-4 0,3-3-2 0,0 2-2 0,0-2-1 0,0-1 2 15,0 3-2-15,0-3-2 0,0-2 1 0,0 3-4 0,3 0 1 0,-3 0 1 16,0-3 0-16,0 1 0 0,0-1 1 0,0 1 2 0,4 1-3 0,-4-2-3 16,2 2 3-16,-2-1 8 0,4-1 5 0,-1 2 2 0,-1-2 7 0,2 0 10 15,-3 0 5-15,3 0 10 0,0 0 5 0,1 0 3 0,-3 0 2 0,5-2 4 16,-1 1 2-16,-1-1 6 0,0 2-5 0,3-3-10 0,-3 2-3 0,0-2 6 15,1 1-2-15,-1-1-1 0,3 0-2 0,-3 2-2 0,-1-3 1 0,-3 2 4 16,5 0 6-16,-3 1 5 0,3-2 6 0,-6 1 7 0,5 1 11 16,-5-1 17-16,4 1 3 0,-4-1-2 0,0 2 3 0,0-1 1 0,0 1 5 15,0 0-2-15,0 0-2 0,0-4-3 0,0 4-6 0,0-2-7 0,0 2-6 16,0-2-7-16,0-1-7 0,-4 2-11 0,4-2-6 0,0 1-5 0,0 1-8 16,-2-1-9-16,-1-1-6 0,3 2-7 0,-2-1-5 0,-2 1-8 15,4 1-9-15,-3-2-9 0,3 1-21 0,-2-1-21 0,-2 1-60 0,4 1-70 16,-1 0-81-16,1 0-84 0,-8 0-80 0,8 0-75 0,0 0-102 0,-9 3-114 15,4 0-48-15,-1-2-20 0,1 2-7 0,0 2 3 0,-3-1 17 0,1 1 20 16,-2 0 55-16,0 0 70 0,-4 0 80 0,6 1 82 0,-6-2 81 0,4 1 79 16</inkml:trace>
  <inkml:trace contextRef="#ctx0" brushRef="#br0" timeOffset="-105163.17">22528 6841 142 0,'0'0'256'0,"-4"0"33"0,4 0 19 0,-2 0 13 0,2 0 7 0,-3 2 10 0,3-2 7 16,-4 0 9-16,4 0 9 0,0 1 9 0,0-1 9 0,-2 0-44 0,2 0-68 15,0 0-61-15,-3 2-60 0,3-2-29 0,0 0-14 0,-2 0-11 0,2 0-9 16,0 0-1-16,0 0-5 0,-4 1-6 0,4-1 0 0,0 2-4 0,-3-1 0 15,3 1-2-15,0-1 2 0,-2 0 1 0,-2 1 6 0,4 1 3 0,0 0 4 16,-3-1 3-16,3 2 6 0,-2-2 3 0,-2 0 5 0,4 3 5 0,-2-2 3 16,-1 0 5-16,3 0 5 0,0 0 3 0,-4 0 2 0,4 0 3 15,0 2 7-15,0-2 3 0,0 1 3 0,-2-1 3 0,-1 3 1 0,3-3 0 16,-2 2 0-16,2-1-1 0,-4 1-3 0,1-1-5 0,3 1-7 0,0 0-8 16,-2 0-8-16,-2 1-6 0,4 0-8 0,0-1-8 0,-2 1-7 15,2 1-7-15,-3 1-5 0,3-2-1 0,-4 1-5 0,4 2-5 0,-2-1-5 16,-1-1-4-16,3 2-3 0,0-1-1 0,-4 1-1 0,4-2-3 0,0 1-3 15,0-1 0-15,0-1 0 0,0 2-3 0,0-1-3 0,0 1-3 0,0-2-2 16,0 1-4-16,0 1-1 0,0-2-4 0,0 1 1 0,0 1-2 0,0-1-2 16,0 1 1-16,0-1 1 0,0 1-3 0,0-1-3 0,0 2 0 0,0-1 0 15,0 1-2-15,0-2 3 0,-2 1 1 0,2-1-1 0,0 1 2 0,0-1 0 16,0 1 0-16,-3-2 0 0,3 1 2 0,0 1-1 0,0-2 1 0,0 1 2 16,0 1-1-16,0-2-1 0,0 1-1 0,0-1 1 0,0 1 1 0,0 1-2 15,0-2 1-15,0 0-2 0,0 0-2 0,-2 0 2 0,2 0-1 16,0-1-4-16,0 1 1 0,0-2-4 0,0-1 1 0,0 3 2 0,0-3 1 15,0 2-1-15,0-1 1 0,0 1-4 0,0-2 2 0,0 1 0 0,0-1 1 16,0 0-1-16,0 0 0 0,0 0 0 0,0 0 0 0,0 0 0 16,0-1-1-16,2 1-2 0,-2-3 0 0,0 2-2 0,0-2 1 0,0 4-1 15,0-4 1-15,0 0-1 0,0 3 1 0,0-3-1 0,0 0 1 0,0 0-1 16,0 1 2-16,0-1 0 0,0 0-1 0,0 0 1 0,0 0 3 0,0 0 6 16,0 0-2-16,0 0-2 0,0 0-4 0,0 0 1 0,0 0-2 0,0 3-3 15,0-3 0-15,0 3 0 0,0 0 0 0,0-3 0 0,0 2 0 0,0 0 0 16,0 2-5-16,-2-3-5 0,2 2 2 0,0 0 4 0,0-1 1 0,0 1 1 15,0 1 1-15,0-1-1 0,0 2 1 0,-4-2-1 0,4 1 1 0,0-1-1 16,0 2 1-16,0-2-1 0,0 0 1 0,0 0-1 0,0-1-1 0,0 0 2 16,0 1-1-16,0-3 1 0,0 3-2 0,0 0-2 0,0-3 4 0,0 3-1 15,0-3 1-15,0 2 1 0,0-2 0 0,-3 3 1 0,3-3 1 16,0 0-1-16,0 0 1 0,0 0-1 0,0 2 1 0,0-2-1 0,0 0 1 16,0 0 1-16,0 2 0 0,0-2-2 0,3 3-1 0,-3-3 0 15,0 0 0-15,0 0-1 0,0 3 1 0,0-3 0 0,0 0-2 0,0 0-2 16,0 0 1-16,0 0 1 0,0 2 1 0,0-2-2 0,0 0 1 0,0 0 4 15,0 0-2-15,0 0 0 0,0 0 1 0,0 0 1 0,0 0-1 0,0 0 2 16,0 0 0-16,0 0 0 0,0 0 2 0,0 0-1 0,0 0 1 0,0 0 1 16,0 0-2-16,0 0 1 0,0 0 1 0,0 0 1 0,0 0 1 0,0 0-1 15,0 0 1-15,0 0-4 0,0 0 2 0,0 0 2 0,0 0-4 0,0 0 1 16,0 0-1-16,0 0 1 0,0 0-2 0,0-3-2 0,0 0-2 0,0 1-1 16,0-2-1-16,0 1-1 0,0 0-2 0,0-2-3 0,0-1-5 0,0 2-4 15,0-2-4-15,-3 1-7 0,3-1-4 0,0 0-4 0,0 0-5 16,0-1-6-16,0 1-5 0,0-2-7 0,-2 1-9 0,2-2-9 0,-4 0-16 15,4-2-14-15,0 2-15 0,0 0-18 0,0 0-22 0,0-1-20 0,-2-1-26 16,2 2-26-16,0-1-20 0,0 1-19 0,0-2-15 0,0 2-16 0,0-1-6 16,0 0-6-16,2 2 1 0,-2 0 4 0,0-1 8 0,0 0 13 15,4 2 16-15,-2-1 19 0,-2-1 17 0,0 2 16 0,3-1 17 0,-3 1 13 16,4 1 9-16,-2-2 7 0,-2 1 3 0,3 1 2 0,-1-2 2 0,-2 2 1 16,4 0-4-16,-1-1-8 0,-1 1-4 0,2 0-8 0,-1 0-4 0,-3-2-2 15,2 1-8-15,-2 1-10 0,4 0-4 0,-2-2-1 0,-2 2-1 0,0 0 2 16,3 0-5-16,-3-1-7 0,4 1 6 0,-4-1 14 0,0 2 13 0,2-3 16 15,-2 2 15-15,0 2 13 0,0-2 19 0,3-2 21 0,-3 2 19 0</inkml:trace>
  <inkml:trace contextRef="#ctx0" brushRef="#br0" timeOffset="-104950.56">22481 6982 42 0,'0'-7'130'0,"0"-1"17"0,0 1 13 0,3-1 10 0,-3 1 13 0,0-1 9 0,0 2 9 0,2-1 11 0,-2-1 10 0,0 2 2 0,0-1-1 0,0 2-24 0,0-1-31 0,0 2-21 0,0-1-17 0,0 1-8 0,0-1-5 0,0 2-5 0,0-1-5 0,0 1-4 0,0 0-3 15,0 1-4-15,0-1-4 0,0 0-2 0,-2 2 0 0,2 1-2 0,0-2 1 16,0 2 0-16,0-3 2 0,0 3-2 0,-3-1-4 0,3 1-2 0,0 0-3 15,0 0-2-15,0 0-3 0,0 0-2 0,0 0-7 0,0 0-2 0,0 0-7 16,0 0-5-16,0 0-6 0,0 0-2 0,0 0-1 0,0 0 0 0,0 3 2 16,0 0 1-16,-4 3-1 0,4 0-1 0,0 2 0 0,-2 5 0 0,-1-1-2 15,3 1 1-15,-2 4-4 0,-2 1 0 0,1 2-1 0,3 2-9 0,-2 0-13 16,-2 2-17-16,4 2-22 0,-2-1-26 0,2 1-27 0,-3-1-35 0,-1 2-34 16,4-1-46-16,-2 1-48 0,-1-3-61 0,3 0-69 0,-4-2-30 0,4-1-16 15,0 0-1-15,0-3 4 0,0 0 12 0,0-2 18 0,0 0 19 16,0-1 25-16,0-2 30 0,0-1 33 0,4 2 43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2-02T07:56:10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6112 3445 16 0,'-6'3'257'0,"-3"-1"78"0,4 1 38 0,-4 0 19 0,3 0 15 0,1 0 10 0,1 1 15 0,-1-1 16 0,1 2 22 0,-1-1 23 0,3 0 30 16,-2 1 25-16,1 0-41 0,-3 1-77 0,1 0-64 0,1 0-58 0,2-2-22 15,-1 2-10-15,-3-1-6 0,3 1-3 0,3-2-11 0,-6 0-12 16,6 1-21-16,-3 0-21 0,3-2-29 0,-2 0-30 0,-2-2-27 0,4 2-23 16,0-3-17-16,0 0-17 0,0 2-11 0,0-2-8 0,0 0-3 0,0 0-7 15,0 0-1-15,0 3 1 0,0-3 1 0,0 3 1 0,0-3 5 0,0 1 5 16,0-1 4-16,0 3 1 0,0-3 1 0,0 3 1 0,0-3 1 0,0 1-1 15,0-1 3-15,0 4-1 0,0-4 0 0,0 3 0 0,4 0-1 0,-4-3-2 16,0 3-3-16,0-2-3 0,0 2-1 0,2 0-5 0,-2 0-4 0,0 0-5 16,0 2-2-16,3-2-1 0,-3 1-1 0,4 1-1 0,-2-1-2 0,-2-1-5 15,3 3-2-15,3-1-1 0,-3-2 0 0,-1 3-1 0,2-3-4 0,1 1 2 16,1 1 0-16,1 1 2 0,-2-2-4 0,1 1 1 0,-1 1-2 16,1-2 0-16,1 2 0 0,-2-1 0 0,1 1 4 0,-1-2 4 0,-1 2 2 15,1-1 2-15,-1 1 4 0,1-1 2 0,1 0 3 0,-3 0 2 0,-1 1 2 16,2-2 4-16,-1 2 1 0,-1 0 1 0,2-1 2 0,-4-1 2 15,3 2 2-15,-1 0 4 0,-2 0 1 0,0-1 3 0,0 1 0 0,0 1-2 16,0-1 1-16,0 0 4 0,0 0 1 0,0 0 2 0,-2 0 5 0,-1 2 4 16,3-2 3-16,-4-2 3 0,4 2 1 0,-5 0-1 0,1-1 3 0,2 1 0 15,-3 0 3-15,-2 0 3 0,1 0 6 0,1 0 5 0,-4 1 6 0,0 1-1 16,-2-2-2-16,2 1-3 0,0-1-4 0,-2 2-5 0,-2-2-5 0,-1-1-4 16,3 2-7-16,-2-1-5 0,-1-2-5 0,3 1-6 0,-2-1-14 0,-1 1-21 15,3-1-28-15,-2-1-29 0,3 2-34 0,-3-2-27 0,6-2-32 0,-2 2-25 16,0-3-68-16,3 2-83 0,-3-1-108 0,5-1-119 0,3 0-114 0,-3 0-116 15,4 0-82-15,0 0-70 0,0 0-14 0,4-3 7 0,-3 0 21 0,5 0 22 16,1 0 25-16,-1 0 28 0,3 0 64 0,1-1 83 0,-1 1 106 16,4 0 122-16,2 0 115 0,-1 1 115 0</inkml:trace>
  <inkml:trace contextRef="#ctx0" brushRef="#br0" timeOffset="653.9">6425 3939 184 0,'0'0'325'0,"-4"-2"56"0,4 2 31 0,0 0 30 0,0 0 26 0,0 0 34 0,0 0 38 0,0 0 47 0,0 0 51 0,0 0 42 0,0 0 36 0,0 0-32 0,0 0-59 16,0 0-80-16,0 0-88 0,0 0-45 0,0 0-26 0,0 0-21 0,0 0-21 15,0 0-31-15,0 0-36 0,0 0-42 0,0 0-47 0,0 2-38 16,-2-1-32-16,-1 1-22 0,3-1-17 0,-6 1-10 0,6-1-9 0,-3 2-6 16,-3 0-4-16,1 0-5 0,1 2-6 0,-5-1-2 0,4 2-1 15,-4 0-1-15,3 0-2 0,-3 0-2 0,-2 2 1 0,6-1 2 0,-4-1 4 0,0 2-1 16,0-2-1-16,3 0 2 0,-3 0-1 0,4-2 1 0,-1 0-5 16,-1 1 0-16,5 0 0 0,-5-2-2 0,5 0-4 0,-1-2 2 0,1 2 1 15,-2-1-8-15,4-2-8 0,0 0-8 0,0 0-6 0,0 0-5 0,0 0-5 16,0 0-1-16,0 1 2 0,0-1 0 0,6 2 0 0,-3-1 0 0,-3 1 0 15,6-1-3-15,-1 1-4 0,-1-2 1 0,5 1 7 0,-4 1 4 0,4-1 2 16,-3 1 4-16,3-1-1 0,0 0 2 0,0-1 2 0,-2 2-2 0,2-2 0 16,0 0 0-16,-3 0 1 0,3 0 1 0,-4 0-2 0,2 0 0 0,-1 0 1 15,3-2 1-15,-4 2-1 0,1-1 2 0,-1 1 2 0,-1-1-2 0,1 1-3 16,0-2 0-16,-1 1 0 0,2-1 1 0,-3 2 1 0,-1-1 1 0,2-1 1 16,-1 2 1-16,-3 0-4 0,2-1 2 0,-2 1 2 0,0-2 2 0,0 2 4 15,0 0 4-15,0 0 4 0,0 0 5 0,0 0 3 0,0 0 6 0,0 0 5 16,4-1 2-16,-4 1 4 0,0 0-1 0,0-3 2 0,0 0-2 0,0 0-1 15,0 0-3-15,0 0-2 0,-4-2-2 0,4-1-5 0,0 2-6 0,-2-2-8 16,-1-1-13-16,3 2-12 0,-4-3-18 0,2 2-21 0,2 0-19 0,-3-1-19 16,1 1-24-16,-2 0-29 0,0 1-68 0,3-1-87 0,1 0-96 15,-4 0-102-15,4 2-95 0,0 0-89 0,0 4-84 0,0-5-86 16,0-1-29-16,0 3-2 0,4-1 9 0,1 2 14 0,-1 0 22 0,-2 1 29 0,3-2 66 16,2 1 85-16,-1 1 99 0,-1-1 102 0,4 1 95 0,0-1 92 15</inkml:trace>
  <inkml:trace contextRef="#ctx0" brushRef="#br0" timeOffset="1023.73">6915 3822 37 0,'0'-5'434'0,"0"4"116"0,-4-1 61 0,4 2 32 0,0 0 17 0,0 0 15 0,0 0 14 0,0 0 19 0,0 0 18 16,0 0 15-16,0 0 17 0,-5 3-4 0,5 0-14 0,-4 2-155 0,2 1-221 16,2 1-108-16,-3 1-58 0,-3-1-29 0,3 4-12 0,1-1-14 0,-2 4-14 15,-1-4-17-15,1 4-18 0,-1-1-17 0,1 1-17 0,2-1-12 16,-3-1-12-16,1 2-9 0,1-1-9 0,1-2-8 0,-2-1-7 0,2 2-13 15,-1-3-17-15,-1 0-27 0,2-1-33 0,-1-2-61 0,3 0-76 0,-4 0-71 16,4-2-69-16,0-1-69 0,0 0-72 0,0 0-87 0,4 0-97 16,-4-3-56-16,0 0-34 0,5-2-10 0,-1 0 8 0,1-1 19 0,-1-2 32 15,1-1 59-15,1 0 75 0,-1-1 73 0,2-3 69 0,-1 2 70 0,-1 0 70 16,1-2 91-16</inkml:trace>
  <inkml:trace contextRef="#ctx0" brushRef="#br0" timeOffset="1202.97">6996 3855 7 0,'6'1'254'0,"-3"2"84"0,-1 2 50 0,2 1 36 0,-1 1 38 0,-1 2 38 16,2 2 47-16,-1-1 47 0,-1 2 46 0,2 0 44 0,-2 2 26 0,-2 1 19 16,3-3-62-16,-3 3-92 0,4-2-84 0,-2 1-83 0,-2-1-49 0,3 2-36 15,-3-1-46-15,2-2-51 0,2 1-71 0,-4-2-81 0,3 1-89 16,-1 0-91-16,2-2-74 0,-4-1-72 0,1 0-52 0,3 0-46 0,-4-3-42 16,0 0-39-16,4 0-42 0,-4-3-43 0,0 2-43 0,0-2-44 0,0-3-20 15,0 0-9-15,0 0 22 0,0 0 40 0,-8-2 45 0,3 1 52 16,3-1 41-16,-5-1 39 0,2 2 39 0,-1-2 39 0,3 0 40 0,-5 0 43 15,1 0 54-15</inkml:trace>
  <inkml:trace contextRef="#ctx0" brushRef="#br0" timeOffset="1546.72">6973 4126 4 0,'-6'-4'254'0,"1"-1"91"0,1 1 47 0,-1-2 27 16,1 1 26-16,-1 2 20 0,1-1 26 0,2 1 29 0,-1-3 30 0,1 2 28 15,-2 0 25-15,4 0 24 0,-3-2-51 0,3 1-84 0,0 1-84 0,0-2-85 16,0 1-45-16,3 0-31 0,-3 1-22 0,4 0-25 0,-2-2-28 0,3 1-34 16,-1 1-47-16,1-1-52 0,4 1-54 0,-3-1-57 0,3 1-45 0,0-2-40 15,0 1-33-15,2 1-25 0,1-1-21 0,-1 1-14 0,4-2-13 0,-3 2-11 16,-1 0-3-16,4 0-1 0,-1-1 15 0,-1 2 23 0,-2-3 26 15,3 3 32-15,-1-1 28 0,-2 1 28 0,1-2 26 0,-5 2 25 0,2-1 20 16,1 1 22-16,-1-2 20 0,-4 2 19 0,0 0 21 0,3-1 19 0,-7 2 26 16,5-1 23-16,-3 0 32 0,1 2 30 0,-2-1 39 0,-2 2 39 15,0 0 38-15,0 0 40 0,0 0 26 0,0 0 18 0,0 0 8 0,0 0 2 16,0 0-8-16,0 0-9 0,-2 0-17 0,-2 2-18 0,-1-1-25 0,1 1-28 16,3 2-31-16,-7 1-38 0,3-1-33 0,0 2-35 0,1 2-26 0,-5-1-20 15,3 1-12-15,1 2-7 0,-4-1-6 0,4 0-4 0,1 2-2 0,-1-1-3 16,-1-1-6-16,2 0-5 0,3 0-4 0,-3 0-3 0,4-1-6 0,0-1-4 15,0-1-4-15,0 2-1 0,4-4-4 0,-3 2-5 0,3 0-6 0,-2-1-6 16,5-1-9-16,-5 1-11 0,5-1-20 0,-1 1-28 0,-1-4-40 0,0 2-49 16,1-2-65-16,3 1-68 0,0 0-68 0,0-1-68 0,0-1-78 15,2 0-84-15,2-1-79 0,-3-1-76 0,3-1-29 0,-2-1-6 0,0-1 14 16,1 1 22-16,3-1 40 0,-1-1 48 0,-1-1 64 0,-2 1 67 16,3 1 68-16,-3-1 68 0,6 0 80 0,-7 3 87 0</inkml:trace>
  <inkml:trace contextRef="#ctx0" brushRef="#br0" timeOffset="1996.59">7577 3864 34 0,'0'-5'271'0,"0"1"111"0,0-1 60 0,0 4 39 0,0 1 40 0,0-3 39 0,0 0 41 0,0 3 41 16,0 0 39-16,-4-2 36 0,4 2 20 0,0 0 16 0,-5 0-59 15,1 2-90-15,2-2-99 0,-1 3-106 0,-3 0-56 0,1-2-38 0,1 2-35 16,-1 1-35-16,-1 3-42 0,-1-1-42 0,2 1-32 0,-1 2-25 16,-3 0-14-16,4 2-11 0,-4 1-5 0,3 0-6 0,-3 0-1 0,4 0-1 15,-4 1-2-15,3 1-3 0,1-2-2 0,-2-3-1 0,1 0-3 0,4 1-4 16,-1-1-5-16,-1 0-8 0,2-1-4 0,-1-2-3 0,3 1-3 0,0-1-4 16,0-1-4-16,3 1-2 0,-1-2-4 0,2 1-1 0,-4-1 0 0,5-1 0 15,-1 0-1-15,1-1-4 0,1-1 1 0,-3-1 2 0,6 1 1 0,-3-1-4 16,3-1-1-16,0 0-1 0,-2-1-1 0,2-2-1 0,0 1 0 0,0-2 0 15,0 1-3-15,0-2-1 0,-1 0-1 0,1-2 1 0,0 4-1 0,-4-4-2 16,4 2 1-16,-3 0 0 0,-3 0 1 0,3 0 1 0,-1 2 2 0,-1-1 1 16,-1 1 1-16,-1 2 1 0,2-2 2 0,-4 1 2 0,0 0-1 0,0 3 2 15,0 0 3-15,0 0 2 0,0 0 1 0,0 0 0 0,0 0 0 0,0 0 1 16,0 0 4-16,0 3-1 0,0 0 2 0,-4 1 0 0,4 1 2 0,0-1 1 16,-2 2 1-16,-1 0 1 0,-1 2-1 0,2-1-1 0,2 4-1 15,-3-2-1-15,3 0-1 0,-2-1-4 0,-2 2-7 0,4-2-11 16,0 0-20-16,0 0-26 0,0-1-65 0,0 1-88 0,0-1-95 0,4-1-95 15,-4-1-93-15,2 1-91 0,1-2-95 0,-3-1-92 0,0-3-44 0,6 3-17 16,-1-1-3-16,-1-2 4 0,5-2 17 0,-4 1 24 0,4-2 66 0,0-1 84 16,-1 0 95-16,4 1 96 0,-1-1 92 0,2-1 91 0</inkml:trace>
  <inkml:trace contextRef="#ctx0" brushRef="#br0" timeOffset="2216.48">7911 3946 57 0,'0'0'335'0,"-1"0"144"0,1 0 67 0,0 0 32 0,0 0 27 0,0 0 23 0,1 0 23 0,-1 0 24 0,4 2 20 0,0-2 18 0,-3 1 11 16,5-1 8-16,1 0-77 0,-1 1-117 0,-1-1-132 0,4 0-140 0,-4 0-64 16,4 0-30-16,1 0-25 0,-1 0-26 0,-2 0-31 0,2 0-37 0,0 0-62 15,0 0-72-15,0 0-80 0,2-1-83 0,-4 1-67 0,0 0-60 0,2 0-53 16,-3 0-48-16,1 1-68 0,-2-1-79 0,-5 0-54 0,6 0-41 15,-6 0-11-15,5 2 4 0,-5-2 37 0,4 2 53 0,-4-2 68 0,0 0 75 16,0 0 61-16,0 3 59 0,-4 1 48 0,2-1 48 0,-5 1 67 0</inkml:trace>
  <inkml:trace contextRef="#ctx0" brushRef="#br0" timeOffset="2399.51">7958 4050 362 0,'0'3'462'0,"-1"0"45"0,1-2 24 0,0-1 12 15,0 0 23-15,0 0 24 0,0 3 33 0,0-3 37 0,0 0 26 0,1 0 19 16,3 0-1-16,-2 2-12 0,1-2-137 0,1 0-196 0,2 0-89 0,-5 0-44 15,3-2-33-15,1 2-30 0,4 0-67 0,-3-1-83 0,-3 1-98 0,6-2-113 16,-3 1-97-16,3 1-92 0,-4-3-104 0,1 1-107 0,3 1-64 0,-4-4-39 16,4 2-18-16,-5 0-9 0,5 2 8 0,-4-2 14 0,1 0 44 0,-1 0 57 15,2 1 70-15,1-1 74 0,-1 2 71 0,-2-1 73 0,1 1 93 0</inkml:trace>
  <inkml:trace contextRef="#ctx0" brushRef="#br0" timeOffset="2714.88">8416 3829 219 0,'4'2'338'0,"-4"-1"31"15,3 1 18-15,-1-1 12 0,2 2 13 0,-3 0 15 0,3-1 18 0,-4 1 26 16,4 1 23-16,-2-1 21 0,-2 1 13 0,3 1 8 0,-3 0-74 0,0-1-115 16,0 2-42-16,0 0-12 0,0 0-5 0,0 0 2 0,-3 2-3 0,1-1-3 15,-2-1-10-15,0 3-15 0,-1-2-12 0,3 3-15 0,-1-3-15 0,-3-1-16 16,3 2-19-16,-3-3-19 0,3 2-14 0,1-3-13 0,-2 1-9 0,1-1-5 15,1-1-7-15,-2-1-9 0,4 1-5 0,-2-3-8 0,2 0-4 0,-3 3-8 16,3-3-9-16,0 0-9 0,0 0-7 0,0 1-8 0,0-1-6 0,0 0-6 16,0 0-6-16,0 0-8 0,0 0-1 0,0 0-3 0,3 2-1 0,-1-1-4 15,-2-1-2-15,4 2-4 0,1-1 1 0,-1 0-2 0,1 1-2 0,1 0-2 16,-1-2-8-16,-1 1-9 0,1 1-21 0,4-1-23 0,-3 1-58 0,-1-2-75 16,2 0-88-16,-1 1-94 0,3-1-89 0,-4 2-90 0,1-2-96 0,-6 0-104 15,3 1-44-15,3 1-20 0,-6-2-4 0,5 1 7 0,-5-1 15 0,4 1 25 16,-4-1 56-16,0 0 75 0,0 0 88 0,-4 7 93 0,4-4 88 15,-5 1 91-15</inkml:trace>
  <inkml:trace contextRef="#ctx0" brushRef="#br0" timeOffset="5495.65">25348 7384 196 0,'-2'-3'289'0,"2"3"32"0,-4-2 21 0,4 2 12 0,0 0 11 0,0 0 8 0,0 0 11 0,0 0 18 15,0 0 16-15,0 0 20 0,0 0 22 0,0 0-42 0,0 0-62 0,-3-1-56 16,3 1-49-16,0 0-16 0,0 0-2 0,0 0 0 0,0 0 8 0,0 0 5 16,0 0 6-16,0 0 0 0,0 0-2 0,0 0-6 0,0 0-1 15,0 0-8-15,0 0-10 0,0 0-11 0,0 0-11 0,0 0-11 0,0 0-10 16,0 0-11-16,0 0-8 0,0 0-13 0,0 0-15 0,0 0-10 0,0 0-9 16,0 0-16-16,0 0-11 0,0 0-10 0,0 0-9 0,0 0-4 0,0 0-3 15,0 0-4-15,0 0-2 0,3 0-3 0,-3 0-3 0,0 0 1 0,4 0-3 16,-4 0-2-16,0 0-2 0,0 0-3 0,0 0-2 0,0 0-2 0,2 0-2 15,-2 0-5-15,0 0-4 0,0 0-1 0,5-1 1 0,-5 1-3 0,0 0 0 16,4 0-2-16,-1 0 1 0,-1 0-2 0,-2 0-2 0,4-2 1 0,-3 2-4 16,3-1 2-16,1 1 2 0,-5 0-1 0,8-2 1 0,-6 2-2 0,1 0-5 15,-1 0 1-15,2-1-2 0,1 1 0 0,-5 0 1 0,5 0-1 16,-1 0-1-16,0 0-2 0,-4 0 1 0,1 0-1 0,5 0-1 0,-2 0 2 16,-4 0 1-16,5 0-2 0,-1 0 0 0,-1 0 1 0,-1 0 1 0,2 1-2 15,-3-1 0-15,3 0 1 0,1 0-1 0,-1 2 2 0,-2-2-1 16,1 0 2-16,1 1 2 0,-2-1-2 0,5 0 1 0,-5 2 1 0,2-2 2 15,-3 0 4-15,7 1-2 0,-7-1 0 0,5 0 1 0,-3 1 2 0,1-1 2 16,2 2 1-16,-5-2-2 0,3 0 1 0,1 2-2 0,3-1 0 0,-7-1 1 16,5 0 1-16,1 2-4 0,-1-2 1 0,-1 1-1 0,0-1 1 0,1 0-2 15,3 2 0-15,-2-2 0 0,-2 0 1 0,1 1 1 0,3 1-1 0,-4-2 1 16,8 0-1-16,-8 1 1 0,5-1-1 0,-3 2 2 0,2-2-1 0,0 1-4 16,0 0 1-16,0 1-2 0,0 0 2 0,-2-2-4 0,2 1 1 0,-2-1-2 15,1 2 0-15,1-1 0 0,-4-1 0 0,4 2-2 0,0-2 1 0,-3 1-1 16,1-1 1-16,0 2-1 0,2-2 1 0,0 1 1 0,-3-1 0 15,3 2 0-15,-4-2 0 0,4 1 0 0,0-1 0 0,-3 1 0 0,3 1-2 16,3-2 1-16,-4 0-1 0,1 2 1 0,0-1-1 0,0-1 2 16,2 0 0-16,-2 2-1 0,0-2-1 0,2 1 1 0,1-1-1 0,-1 0-2 15,2 0 3-15,-2 0-2 0,1 0 0 0,-1 0 1 0,4 0-1 0,-3 0-1 16,-1-1-1-16,4 1 1 0,-3-2-1 0,-1 2 1 0,4 0-1 0,-3-1 1 16,-1-1-1-16,3 2 1 0,-1 0 2 0,-2-2 5 0,0 2 5 0,5 0 2 15,-5-1 4-15,0 1 2 0,2 0 3 0,-3-1 3 0,5 1 5 0,-3 0 8 16,-1 0 1-16,4-2 0 0,-1 2 3 0,1-1 3 0,1 1-4 0,-2 0 0 15,3-2-2-15,-3 2-3 0,1 0 0 0,3 0-1 0,0 0-2 0,-2 0-3 16,-1 0-1-16,3 0-5 0,0 0-3 0,0 0 2 0,-2 0-2 0,4 0-2 16,-2-1 0-16,0 1-3 0,2-2 1 0,-2 2-2 0,-1 0-1 0,4 0-1 15,-5 0-1-15,3 0-1 0,0-1-1 0,0 1-3 0,-5 0 0 0,4 0-1 16,-2-2-1-16,1 2-1 0,-1 0 1 0,-2 0-2 0,1-1-1 16,-1 1-1-16,1 0 1 0,1 0-4 0,-1 0 1 0,-1 0-1 15,1 0-1-15,-1 1 0 0,0-1 0 0,1 0-1 0,-4 2-1 0,7-2 2 0,-7 1-1 16,5-1 1-16,-2 2 0 0,1-2 0 0,-4 1 0 0,3-1 0 15,-1 2 2-15,-2-2-1 0,3 0-1 0,-1 0 2 0,-2 1-1 0,0-1 1 16,-2 0-2-16,3 0 2 0,-3 0-2 0,-1 0-2 0,1 2-1 0,0-2 2 16,-4 0-1-16,4 0 1 0,-3 0 1 0,3 1 0 0,-4-1 0 0,4 0 0 15,-2 0 0-15,1 1 0 0,1-1-1 0,0 0 2 0,-4 0 1 0,4 0 2 16,4 0 1-16,-8 0-1 0,4 0 1 0,-2 0 1 0,1 0-3 0,1 0 2 16,-2 0-2-16,0 0 1 0,-1 0 1 0,-1 0-2 0,1 0 0 0,-1 0-4 15,-1 0 1-15,-1 0 0 0,-1 0 0 0,2 0 0 0,-4 0-2 0,3 0-1 16,-1-1 2-16,-2 1-1 0,4 0 1 0,-3 0-1 0,3 0 1 0,0 0-1 15,1 0 1-15,-3 0 0 0,2 0 5 0,1 0 4 0,4 0 4 0,-4-1 2 16,4 1 5-16,1 0 2 0,0 0 2 0,3 0 4 0,-2-2-1 16,2 2 3-16,1-1 1 0,0 1-1 0,-3-2 0 0,4 1 2 15,1-1-1-15,-5 2-6 0,0-1-2 0,5-1-1 0,-5 1-6 0,0-3 0 16,-2 3-2-16,0 0-3 0,0 1-1 0,-4-3-2 0,4 3 0 0,-3-3-2 16,-1 3-2-16,-1-2-1 0,1 2-2 0,-5 0-2 0,4-1-1 0,-4 1 0 15,0 0 0-15,2 1-1 0,1-1-1 0,-3 0-1 0,0 0-1 0,0 0-1 16,0 0-5-16,0 0-10 0,0 0-21 0,0 0-24 0,0 0-40 0,0 0-45 15,0 0-45-15,0 0-50 0,-3 0-63 0,3-1-72 0,-6-1-117 0,4 2-139 16,-1 0-123-16,-6 0-116 0,3 0-88 0,-3 0-78 0,-5 0-18 0,3 2 7 16,-3 1 31-16,-5 0 42 0,0 1 46 0,-3-1 45 0,-2 2 64 0,-1-2 74 15,-2 1 118-15,-2-1 139 0,0 2 124 0,-4-4 114 0</inkml:trace>
  <inkml:trace contextRef="#ctx0" brushRef="#br0" timeOffset="10571.14">24232 6570 10 0,'-4'0'351'0,"0"0"96"0,-1 0 61 0,1 1 44 0,-1-1 34 0,-1 1 35 0,3 3 38 0,-3-3 31 0,1 2 32 16,1 2 20-16,-1-1 15 0,-1 1-4 0,1 1-11 0,-2 0-123 0,1 1-168 15,5 2-92-15,-7 2-55 0,7-2-41 0,-5 1-32 0,3 1-32 0,-1 1-34 16,-2-2-28-16,5 4-30 0,-3-4-23 0,4 3-15 0,-4 0-13 16,4-1-14-16,0 0-9 0,0 0-6 0,0-2-8 0,0 1-2 0,0-1-5 15,4 1-6-15,0-2-12 0,-4 0-14 0,1 0-20 0,5 0-28 16,-2-2-59-16,-1 1-77 0,3-1-78 0,-5-1-82 0,7 0-77 0,-3-1-73 16,0-1-100-16,1 1-114 0,3-4-53 0,-4-1-21 0,3-1-4 0,-1-1 5 15,2-1 18-15,-4 0 23 0,4 0 60 0,-1-3 74 0,-3 2 79 0,0-2 84 16,4 0 79-16,-3 0 71 0</inkml:trace>
  <inkml:trace contextRef="#ctx0" brushRef="#br0" timeOffset="10749.05">24313 6760 82 0,'0'0'322'0,"0"0"91"16,0 0 63-16,0 0 52 0,2 0 51 0,1-1 53 0,3-1 37 15,-3 2 35-15,3 0 25 0,-1 0 19 0,1 0 12 0,1 0 7 0,-2-1-87 0,1 1-128 16,3 0-99-16,-4-2-92 0,4 1-63 0,-3-1-54 0,3 1-64 15,0-1-72-15,0-1-89 0,-4 0-95 0,4 1-98 0,-3 0-94 0,3-1-76 16,-4 0-68-16,4 1-67 0,-3-2-65 0,-1 0-80 0,-1 2-83 16,1-3-39-16,1 1-14 0,-3-1 7 0,1 1 18 0,-2 1 46 0,5-3 65 15,-5 1 68-15,1 1 77 0,-1-2 66 0,2 1 58 0,-1-1 63 0,-1 2 66 16</inkml:trace>
  <inkml:trace contextRef="#ctx0" brushRef="#br0" timeOffset="11107.84">24499 6579 108 0,'-3'-3'296'0,"1"-2"51"0,-2 4 24 0,4-2 15 0,0 0 12 15,4 1 15-15,-4 2 16 0,2-1 25 0,-2 1 29 0,3 0 27 0,1 0 30 16,-2 0-16-16,1 1-37 0,-1-1-70 0,2 2-85 0,1-2-36 16,-5 1-12-16,6 1-7 0,-3-1-5 0,-3 1-10 0,6-1-11 0,-6 0-24 15,5 3-22-15,-5-1-27 0,4 0-30 0,-4 0-23 0,0 1-22 0,3 1-22 16,-3-1-20-16,0 1-12 0,0 1-11 0,-3 0-10 0,3 0-4 16,-4 1-6-16,4 1-4 0,-5-2-4 0,3 1-2 0,-2 1-2 0,-1-1 0 15,1-1-2-15,-1 2 1 0,-1-2-1 0,3 0 1 0,1 0-4 0,-5-2-2 16,5 0-2-16,-2 0-2 0,1-1 1 0,3 0-2 0,0 0-2 0,0-2-1 15,0 2 0-15,0 0 2 0,3-1 1 0,1 2 0 0,-2-2 1 0,5 2 2 16,-5-1 0-16,3 3 2 0,-1-3 1 0,1 2 1 0,4-1 2 0,-3 0 0 16,-1 1 2-16,2 0 2 0,2-1-1 0,-7 0-1 0,4 1-1 0,1 0 1 15,-2-2 1-15,1 1 4 0,-3 1 10 0,-1-1 10 0,-2 1 11 0,4-1 9 16,-4 1 7-16,0-1 7 0,0 1 8 0,0-1 3 0,-4 0 4 16,4 3 5-16,-5-3 1 0,5 1-1 0,-6 1-7 0,3-2-10 0,-3 2-7 15,3-2-5-15,-5 3-8 0,1-3-10 0,2 1-14 0,-4 1-17 0,3-2-30 16,1 1-39-16,-1-1-63 0,-1 1-75 0,2-1-68 0,3-1-68 15,-5 0-54-15,1 0-44 0,3 0-59 0,-3 0-61 0,6-1-74 0,0-2-81 16,0 0-32-16,0 0-6 0,0 0 14 0,0 0 31 0,0 0 58 0,0 0 71 16,0 0 68-16,0 0 65 0,0 0 56 0,0-5 53 0,4 2 55 0,-2 0 60 15</inkml:trace>
  <inkml:trace contextRef="#ctx0" brushRef="#br0" timeOffset="11257.41">24543 6889 211 0,'0'0'302'15,"0"0"36"-15,0 0 22 0,0 0 15 0,3 0 12 0,-3 0 6 0,0 0 9 16,0 1 5-16,0-1 3 0,2 2 2 0,-2-2-1 0,0 0-68 0,0 3-99 15,0-3-99-15,0 5-101 0,0-4-78 0,0-1-69 0,0 3-82 0,0 0-90 16,0-3-57-16,0 0-41 0,0 0-20 0,0 0-12 0,0 0-4 16,0 0-2-16,0 0 8 0,7-1 7 0,-1-1 23 0,-1 1 26 0,1-2 42 15,3 0 48-15</inkml:trace>
  <inkml:trace contextRef="#ctx0" brushRef="#br0" timeOffset="11498.23">24695 6796 139 0,'-4'6'309'16,"-1"-3"54"-16,3 3 31 0,2-2 26 0,-4 3 16 0,1-1 23 0,3 1 20 16,0-1 20-16,0 0 16 0,0 0 10 0,0 0 8 0,3 0-41 0,1-1-61 15,-4-1-87-15,2 1-99 0,3-2-50 0,-1 0-31 0,1-2-23 0,0 1-22 16,3-2-17-16,-1 1-20 0,0-1-16 0,2-1-18 0,-3-1-11 16,3 1-4-16,-2-2-6 0,0 1-8 0,-1-1-5 0,-1-2-5 0,0 3-3 15,-1-1-2-15,1-2 1 0,-5 2-1 0,4-2-5 0,-2 3-8 0,-2-3-12 16,0 2-11-16,-2-1-20 0,-2 0-20 0,3 0-23 0,1 1-22 15,-8-1-22-15,7 1-25 0,-7-2-25 0,7 2-25 0,-5 0-26 0,-1-1-26 16,1 1-23-16,5-2-23 0,-7 2-26 0,7-1-20 0,-5-1-37 0,3 1-44 16,-1-2-7-16,2 0 9 0,-1-2 16 0,-1 1 22 0,4-1 25 0,0-1 24 15,4 2 29-15,-4-4 22 0,3 2 30 0,-1 0 31 0,5-1 33 0</inkml:trace>
  <inkml:trace contextRef="#ctx0" brushRef="#br0" timeOffset="11683.34">24818 6570 166 0,'1'-3'292'0,"3"0"46"0,0 1 26 16,-3 2 23-16,3 2 23 0,-2-1 24 0,1 1 25 0,3 1 32 0,-2-1 36 15,-3 3 41-15,3 0 40 0,1-1-15 0,1 2-43 0,-3 0-52 16,3 2-60-16,-3-1-27 0,1 2-12 0,-2 0-14 0,3 2-14 0,-1-1-21 0,-4 1-19 16,5 1-29-16,-5-1-32 0,4 3-35 0,-2 0-40 0,-2-1-37 15,0 0-35-15,0 1-27 0,-2 0-24 0,-2-1-21 0,3 2-18 16,-3-3-30-16,-1 2-34 0,-1-1-68 0,-1 1-87 0,-2-2-88 0,2 1-87 16,-1-1-91-16,-3 0-87 0,2 0-94 0,0 0-94 0,0 0-42 0,-1-1-20 15,0-2-6-15,5 1 3 0,-4-1 17 0,0 0 24 0,0-1 65 0,3-1 84 16,-3-1 83-16,4 0 84 0,0 2 86 0,-1-4 89 0</inkml:trace>
  <inkml:trace contextRef="#ctx0" brushRef="#br0" timeOffset="12781.35">28500 6775 124 0,'-2'-3'367'0,"-1"0"84"0,-1 0 59 0,-1 2 50 0,3-1 46 0,-2 0 45 0,1 2 44 0,1 0 31 0,-2-1 25 15,2 1 18-15,-5 0 15 0,5 1-27 0,-3 1-48 0,1 0-115 0,1-1-140 16,-3 4-82-16,3-2-51 0,-3 1-49 0,1 4-44 0,-4-2-42 0,7 4-39 15,-7-1-30-15,3 3-23 0,-1 0-17 0,2 0-17 0,1 2-12 0,-1 1-11 16,3-2-7-16,-2 2-7 0,4-1-7 0,0 1-5 0,0-2-10 0,4 1-11 16,-2-1-14-16,1-1-17 0,-1 0-44 0,5-1-56 0,-1-2-87 0,-1 1-105 15,1-2-85-15,3-1-80 0,-4 1-86 0,4-2-94 0,0-3-64 0,0-2-54 16,-3-1-18-16,6 0-4 0,-4 0 7 0,-1-3 15 0,0 0 37 0,2-1 56 16,0-1 87-16,-3-2 104 0,3 1 86 0,-4 0 81 0,4 1 89 0</inkml:trace>
  <inkml:trace contextRef="#ctx0" brushRef="#br0" timeOffset="13051.31">28793 6633 311 0,'0'-4'518'0,"0"2"96"0,0 2 49 0,0 0 27 15,0 0 19-15,0 0 20 0,0 0 24 0,0 0 20 0,-3 1 17 16,-1 2 15-16,4 2 11 0,0-1-54 0,-2 1-89 0,-1 2-159 0,1 1-196 15,-2-1-91-15,0 4-47 0,3-3-26 0,-3 5-20 0,0-3-23 0,3 1-23 16,-3-1-19-16,2 2-19 0,-1 0-17 0,-1 0-18 0,4 0-12 0,-5 0-15 16,5 0-20-16,-2-1-20 0,2-1-37 0,-4-1-40 0,4 2-72 0,-4-2-86 15,4-2-77-15,-1 1-72 0,-3-3-81 0,4 3-80 0,0-2-82 0,-4-2-84 16,4 1-31-16,0-5-11 0,0 5 7 0,0-5 12 0,0 0 33 0,-1 3 41 16,1-3 71-16,0 0 88 0,0 0 77 0,0 0 74 0,0 0 79 0,0 0 82 15</inkml:trace>
  <inkml:trace contextRef="#ctx0" brushRef="#br0" timeOffset="13215.91">28781 6874 64 0,'-2'5'330'0,"2"-1"126"0,-8 1 87 0,8-1 70 16,-1 1 44-16,-3 1 33 0,0 1 24 0,4-1 14 0,-1-1 14 0,1 1 8 16,-4 0 5-16,4-2 3 0,0 2-83 0,-2-2-124 0,2 1-135 0,0 0-141 15,0-1-125-15,0 0-120 0,0 1-116 0,0-2-111 0,0 0-94 16,2 2-81-16,2-4-85 0,-3 2-86 0,-1-3-79 0,0 0-77 0,0 0-34 15,4 0-14-15,1 0 3 0,5-1 14 0,-5-1 37 0,2-1 52 0,0-1 70 16,1 1 80-16,-1-2 68 0,2 1 67 0,0-1 74 0,0-1 78 16</inkml:trace>
  <inkml:trace contextRef="#ctx0" brushRef="#br0" timeOffset="13502.86">28996 6765 253 0,'-2'0'369'16,"-3"0"66"-16,1 1 46 0,0 2 47 0,-1 2 50 0,5-1 50 0,-2 2 52 15,-5 0 34-15,5 1 32 0,-3 1 19 0,1 0 15 0,0-1-52 0,-1 1-88 16,5 0-98-16,-4 0-108 0,2 0-64 0,-1-1-42 0,3-1-45 0,0 0-48 16,3 2-48-16,-1-2-50 0,2-1-34 0,0 0-30 0,1 0-19 0,-1-1-16 15,3 1-10-15,0-2-7 0,-2 0-4 0,1-2-4 0,3-1-1 0,-4 0 0 16,4 0-3-16,-3 0-1 0,3-1-1 0,-4-2 1 0,1 1-2 0,-3 1 0 16,3-2-2-16,-1 0 1 0,-5 0-1 0,4 1 1 0,-4-1 1 0,0 0 0 15,0-1-5-15,0 1-4 0,0-2-7 0,-4 1-10 0,-1-1-14 0,3 1-17 16,-2-1-32-16,-1 2-34 0,1-2-62 0,-1 1-75 0,-1 0-72 0,3-1-71 15,-3 0-66-15,3 3-63 0,-3-3-76 0,3 1-77 0,3-1-49 16,-2-2-37-16,-2 1-8 0,4-2 10 0,0 2 23 0,0 0 35 0,6-2 62 16,-6 1 75-16,7 0 69 0,-2-1 72 0,1 1 67 0,3-1 64 0,0 4 78 15</inkml:trace>
  <inkml:trace contextRef="#ctx0" brushRef="#br0" timeOffset="13667.75">29300 6703 42 0,'9'3'283'0,"-4"0"80"16,4 0 63-16,0 2 51 0,-3-1 66 0,3 4 71 0,-4-2 58 0,4 1 50 15,-3 1 32-15,-1 1 26 0,4-2 20 0,-2 2 19 0,-5 0-67 0,3-1-103 16,-1 2-81-16,0-2-70 0,-4 1-53 0,0 0-47 0,0 1-61 0,0-1-71 16,-4 0-58-16,0 2-47 0,-1-1-40 0,0 2-31 0,-4-1-31 0,0 1-29 15,0 0-33-15,-2 0-30 0,0 1-71 0,-5-1-88 0,1 2-108 0,1-2-119 16,-3 0-124-16,-1 1-125 0,0-1-86 0,2-1-69 0,-2-1-26 0,0 1-9 16,-2-1 3-16,0 1 9 0,-2-1 16 0,2-1 22 0,-3 0 59 0,-1-1 76 15,1-1 102-15,1 2 117 0,-5-1 120 0,3-1 124 0</inkml:trace>
  <inkml:trace contextRef="#ctx0" brushRef="#br0" timeOffset="16366.5">8353 3637 108 0,'-9'-1'374'0,"0"-3"133"0,3 3 72 0,-3 0 41 0,0-1 30 0,7 1 20 16,-1-1 16-16,-3 2 13 0,3 0 9 0,3-1 5 0,0 1 3 0,0 0 1 15,0 0-98-15,0 0-143 0,0 0-135 0,0 0-135 0,0 0-66 0,3 0-39 16,-1 0-21-16,5 0-16 0,-1 0-7 0,-1 0-5 0,8 0-1 0,-2 0 3 16,3 0 3-16,4 1 7 0,-1-1 4 0,6 0 7 0,-1 0 4 0,3 0 4 15,-1 0 3-15,3 0 1 0,-2 0-1 0,4 0-5 0,-6 0-6 0,5 0-8 16,-7-1-6-16,3 1-5 0,-1-2-8 0,-5 1-6 0,2 1 0 0,-5-2 4 16,-1 1-4-16,1-1-10 0,-3 2-10 0,-1 0-4 0,-2-2-4 0,0 2-4 15,-3-1-5-15,-1 1-8 0,2 0-14 0,-5 0-17 0,2-1-32 0,-4 1-42 16,0 0-77-16,0 0-93 0,0 0-79 0,0 0-71 0,0 0-87 0,0 0-90 15,0 0-81-15,0 0-76 0,-4-3-33 0,2 0-9 0,-1 1 6 16,-3-1 12-16,3 2 31 0,-3-2 39 0,1-2 74 0,-4 2 82 0,3-1 82 16,-3 1 77-16,4 0 90 0,-4-2 94 0</inkml:trace>
  <inkml:trace contextRef="#ctx0" brushRef="#br0" timeOffset="16799.43">8620 3239 67 0,'0'-5'397'0,"0"-1"95"0,4 3 57 16,-4-2 31-16,2 1 19 0,-2 1 21 0,3 1 21 0,-3 2 26 0,0-1 29 15,4 1 22-15,-4-2 17 0,0 2-11 0,2-1-27 0,1-1-136 0,-1 1-187 16,2 1-96-16,0 0-49 0,-3 0-30 0,7 0-22 0,-7 0-18 0,5 0-21 16,-3 0-24-16,3 1-25 0,-1 1-21 0,3 1-17 0,-3-2-12 0,0 2-11 15,-1 2-2-15,1-1-2 0,-1 1 1 0,-2 1 2 0,1-1 2 16,3 3 2-16,-6 1 2 0,4-1 1 0,-3 2-1 0,-1-1 2 0,-1 2-1 15,-3 1 2-15,4-2-1 0,-4 1-2 0,2 1 0 0,-1-2 3 16,1 1-3-16,-5-1 0 0,5 1 0 0,-2-3 0 0,-1 0 4 0,1 0 4 16,-1-1 1-16,1-1 0 0,2 0 3 0,-3-1 1 0,1-2 5 0,1 1 6 15,-3-2 3-15,5 1 3 0,-3-2-4 0,0 0-8 0,4 1 4 0,-1 0 8 16,1-2 3-16,-4 0 0 0,4 0 0 0,0 0 0 0,0 0-3 0,0 0-3 16,0 0-3-16,0 0-7 0,0 0-5 0,0 0-6 0,0 0 3 0,0 0 3 15,0 0-7-15,0 0-11 0,0 0-11 0,0 0-4 0,0 0-6 0,0 0-3 16,0 0-4-16,0 0-2 0,0 0-2 0,0 0 1 0,0-2-2 0,0 2-3 15,0 0-3-15,0 0-3 0,0 0-9 0,0 0-8 0,4-2-8 0,-4 2-10 16,0 0-12-16,0-1-11 0,0 1-16 0,1 0-14 0,-1-3-25 0,0 3-26 16,4 0-58-16,-4-1-65 0,4-1-77 0,-3 1-78 0,-1 1-64 0,6-2-58 15,-6 1-59-15,3-2-59 0,-3 3-61 0,0-5-61 0,0 1-18 16,0-2 2-16,4 1 15 0,-4-2 25 0,0 1 54 0,-4-2 71 0,4 1 80 16,-3-2 80-16,3 1 73 0,-2 1 66 0,-2-1 70 0,4 1 72 15</inkml:trace>
  <inkml:trace contextRef="#ctx0" brushRef="#br0" timeOffset="17045.91">8653 3042 129 0,'0'-3'389'0,"0"1"97"0,0 2 71 0,0 0 54 0,0 0 47 0,0 0 41 0,0 0 32 0,0 0 23 0,0 0 20 16,0 0 12-16,0 0 8 0,0 0-33 0,0 0-54 0,0 0-125 0,0 0-159 15,0 2-92-15,4-1-61 0,-3 2-47 0,-1 0-41 0,0 3-31 16,4 2-27-16,-2-1-17 0,-2 4-16 0,3 2-7 0,-3 1-4 0,4 2-1 15,-2 2 2-15,1 2-4 0,-3-1-4 0,6 2-5 0,-6 0-10 0,4 0-4 16,-3 2-3-16,-1-2-6 0,0 0-6 0,4-2-6 0,-4 1-3 16,0-2-6-16,0 0-3 0,0 0-10 0,4-3-16 0,-4 0-11 0,1-2-14 0,-1-1-17 15,0 0-17-15,4-1-43 0,-2-2-50 0,-2 1-95 0,0-2-113 16,3 1-95-16,1-2-85 0,-4 1-109 0,2-1-117 0,1 1-55 0,-3-2-26 16,2-2-5-16,2 0 7 0,-4 1 10 0,0-5 20 0,4 5 37 0,-4-5 49 15,0 0 93-15,0 0 113 0,1 1 94 0,-1-1 87 0,0 0 110 0</inkml:trace>
  <inkml:trace contextRef="#ctx0" brushRef="#br0" timeOffset="17385.56">9210 3757 190 0,'0'0'473'0,"0"-1"175"16,0 1 78-16,0-3 34 0,0 3 14 0,0 0 9 0,0 0 6 0,0 0 3 0,0 0 9 16,0 0 8-16,0 0 4 0,0 0 6 0,0 1-120 0,0-1-178 0,0 0-169 15,0 2-172-15,0-2-78 0,4 1-35 0,-4-1-16 0,1 2-6 16,-1-1-7-16,4 1-8 0,-2 0-17 0,-2 0-20 0,4 1-34 0,-4 0-38 15,3 0-74-15,-1 2-91 0,-2-1-86 0,4 1-80 0,-4-2-81 0,0 1-77 16,1 0-89-16,-1-4-93 0,0 7-40 0,0-3-17 0,0-4 0 0,-1 6 9 16,1-1 25-16,0-5 30 0,-4 3 74 0,4-3 90 0,0 4 83 0,0-4 83 15,0 0 78-15,0 0 79 0</inkml:trace>
  <inkml:trace contextRef="#ctx0" brushRef="#br0" timeOffset="18857.39">6387 5050 70 0,'-4'-1'481'0,"-1"-1"122"0,-1 1 61 0,1 1 30 0,-4 1 20 0,3 1 15 0,-3-1 6 16,4 2 8-16,-4-2 11 0,0 4 9 0,0-2 8 0,-2 2-13 0,2-1-23 16,-4 2-178-16,2 0-248 0,2 2-118 0,0-1-57 0,-2 1-31 0,-1 1-19 15,3 0-17-15,-2-2-14 0,2 4-8 0,3-3-5 0,-3 2-5 16,0 0-7-16,4-1-7 0,-1 2-7 0,1-2-7 0,1 1-6 0,1 1-4 16,-3-2-1-16,6 1-2 0,0 1 0 0,0-2 3 0,0 0 6 0,4 1-4 15,-2-1-5-15,1 0-5 0,6 0-2 0,-3 2-1 0,3-2 2 0,2 1 2 16,-2 1 1-16,5-1 1 0,-1-1 1 0,1 2 1 0,1-2 3 0,-1-1 0 15,1 2-2-15,3-2 4 0,-4 2 1 0,3-3 1 0,-5-1-1 0,3 2 2 16,-4-1-1-16,1-1 2 0,-1 0 3 0,-2 0 3 0,-3 0 5 16,-1-1 5-16,2-1 5 0,-5 2 9 0,2-1 10 0,-1-1 7 0,-3 2 4 15,0-1 4-15,0-1 5 0,-3 2 0 0,-1 0 0 0,-1 0 0 0,-1 2-3 16,-3-3-1-16,4 3-5 0,-4 1-8 0,-2-1-7 0,-2-1-10 0,4 1-10 16,-2-1-13-16,-1-1-16 0,4 2-17 0,-4-2-20 0,3 0-37 0,-2-2-45 15,2 1-84-15,0-2-103 0,3 1-85 0,1-2-80 0,-2 0-84 0,1 2-84 16,6-4-74-16,0 0-66 0,0 0-26 0,0 0-6 0,0 0 7 0,0 0 13 15,4-8 35-15,1 2 45 0,4-2 82 0,0 1 102 0,2 0 86 0,4-1 83 16,-1 2 83-16,1-3 85 0</inkml:trace>
  <inkml:trace contextRef="#ctx0" brushRef="#br0" timeOffset="19217.09">6739 5446 341 0,'-5'5'440'0,"1"1"53"0,-1 0 40 15,1-2 38-15,-1 2 35 0,-1 0 36 0,1 0 28 0,0 2 23 0,-3-1 18 16,-1 1 12-16,4 1-4 0,-4 0-14 0,3 0-122 0,-3-1-171 0,0 2-86 16,4-2-51-16,-6 2-37 0,6-2-33 0,-4 2-32 0,-1-3-30 15,5 2-24-15,-2-3-20 0,1 0-13 0,1 0-11 0,0-1-9 0,1-1-7 16,2-1-5-16,-2 0-8 0,1-1-4 0,3-2-3 0,0 1-3 0,0-1-6 16,0 0-3-16,0 0-6 0,0 0-3 0,0 0-3 0,0 0-2 0,3 2-1 15,1-2-3-15,-2 0-1 0,2 1-2 0,1-1-2 0,0 2 1 0,4-2 1 16,-3 1 1-16,3-1 4 0,-4 2-1 0,4-2 4 0,0 0-2 0,-3 0 0 15,3 0 0-15,-4 0-2 0,4 0 2 0,-3 0-1 0,3-2 1 0,-4 1 1 16,4-1 2-16,-5 2 0 0,1-1 2 0,1-1-2 0,1 2 1 0,-5-1 4 16,1-1 1-16,3 0 3 0,-3 1 3 0,-3 1 3 0,2 0 4 0,-2 0 5 15,0-1 3-15,0 1 5 0,0 0-2 0,0 0-3 0,0 0 0 0,0-2-2 16,-2 1-4-16,-1-2-9 0,-1 0-12 0,2 1-15 0,-1-3-27 0,1 1-31 16,-2 0-80-16,-1-2-102 0,1 0-105 0,3-2-109 0,-3 1-105 0,0-1-103 15,2-1-81-15,2-3-70 0,-3 0-30 0,3 0-9 0,3 2 2 0,-1-2 7 16,2 0 23-16,0 1 27 0,-3 1 73 0,5-2 97 0,1 3 102 0,-2 0 105 15,4 1 105-15,-3-1 106 0</inkml:trace>
  <inkml:trace contextRef="#ctx0" brushRef="#br0" timeOffset="19456.59">7092 5299 43 0,'0'5'379'0,"-5"-1"220"15,5 1 101-15,-6-1 46 0,3-1 22 0,1 3 13 0,-2 0 11 0,-1 0 7 0,-3 2 10 16,3-1 6-16,0 4 7 0,-1-1 7 0,-3 2-78 0,0 2-111 16,4-1-186-16,-4 1-215 0,0 1-101 0,0 1-45 0,1-1-24 0,1 2-12 15,-4-3-18-15,6 2-18 0,-2-1-19 0,1-2-23 0,1-1-35 0,1 0-41 16,-1-1-70-16,3-2-83 0,-2 0-72 0,4-3-72 0,0 0-58 0,0-2-56 16,0-1-59-16,0 0-58 0,0-3-66 0,0 0-67 0,6-5-23 0,-1 1-2 15,2-3 21-15,-1 1 33 0,-1-3 63 0,4-2 82 0,-3 1 71 0,-1-1 68 16,4-1 61-16,0 0 55 0,-3 0 60 0,3 0 62 0</inkml:trace>
  <inkml:trace contextRef="#ctx0" brushRef="#br0" timeOffset="19910.13">7076 5376 55 0,'0'-3'267'0,"2"0"63"0,-2 3 36 0,0 0 24 0,3 0 23 0,-3 1 26 15,6 2 27-15,-6 0 33 0,5 3 41 0,-5 0 46 0,4 0 35 16,1 3 37-16,-5-2-57 0,6 3-95 0,-6 0-72 0,3 1-60 0,-3-1-35 16,4 1-22-16,-2 1-22 0,-2-2-27 0,3 1-42 0,-1 1-51 0,-2-2-67 15,4 1-74-15,-4-2-74 0,0 0-74 0,3 0-58 0,-3-2-51 0,2-1-35 16,-2 0-30-16,4 0-20 0,-4-1-17 0,0-2-11 0,0 0-11 0,0 0 1 15,0 0 9-15,-4-2 23 0,4 1 28 0,-2-1 38 0,-1-1 41 16,3 0 41-16,-4 0 40 0,-1 0 37 0,3 0 38 0,-5-1 28 0,5 1 28 16,-2-2 23-16,-1-1 26 0,1 2 28 0,-1-1 30 0,1-1 27 0,2 0 24 15,-1 0 16-15,-3 0 11 0,3 0 4 0,3-1-2 0,-2-1-5 0,-2 1-5 16,4-1-10-16,0 1-11 0,0-2-11 0,0-1-16 0,0 2-23 0,6-1-32 16,-3-2-46-16,1 2-49 0,1-1-49 0,1-1-48 0,-1-1-43 0,0 1-37 15,5 0-41-15,-3-2-41 0,0 0-38 0,2 1-36 0,0-1-43 0,2-1-41 16,2 1-38-16,-3-1-29 0,-1-1 4 0,6 2 20 0,-6-2 32 0,5 0 32 15,-1 3 34-15,-2-2 33 0,3-1 38 0,-5 3 37 0,6-1 34 0,-1 2 37 16,-1-1 100-16,-2 2 127 0,3-1 113 0,-1 1 104 0,-2 1 54 0,-2 1 32 16,-4 1 26-16,4 1 22 0,-3 0 21 0,-1 1 26 0,-1 1 29 0,-4 1 32 15,0 0 38-15,0 0 42 0,0 1-14 0,0 2-40 0,-4 2-37 16,2-2-36-16,-1 1-20 0,-1 2-13 0,2 2-10 0,-3-2-12 0,-2 1-14 16,1 1-18-16,1 1-22 0,1 0-27 0,-1 0-35 0,-1 0-37 0,3 0-41 0,-3 1-43 15,1 1-33-15,1-1-26 0,-1-1-16 0,0 0-10 0,5 0-9 0,-4 0-9 16,4 0-8-16,0-1-4 0,0 1-6 0,0-2-7 0,0-1-2 0,4 2 1 15,-4-2-5-15,5-1-8 0,-1 2-5 0,-3-1-7 0,5-2-10 0,-3 1-14 16,3-2-23-16,-3 1-29 0,3-1-62 0,-1 0-70 16,3-2-74-16,-3 1-70 0,0 0-74 0,1-2-73 0,-3 0-86 0,3 0-89 15,-1-2-53-15,-1-2-37 0,1 1-6 0,1-2 3 0,-3 1 18 0,3-1 29 16,-1-1 57-16,2 2 73 0,-1-1 73 0,-1-1 71 0,4 2 71 0,0 1 70 16,0 0 87-16</inkml:trace>
  <inkml:trace contextRef="#ctx0" brushRef="#br0" timeOffset="20346.68">7778 5290 153 0,'0'-4'366'0,"0"-1"86"0,-2 2 57 0,2 0 53 0,2-1 44 0,-2 2 44 0,0-1 41 0,0 3 29 0,0-3 27 16,0 3 17-16,-2-2 18 0,-2 1-39 0,4 1-59 0,-4 0-114 0,4 0-139 15,-5 1-84-15,1 1-55 0,3 0-49 0,-3 1-44 0,-1 1-40 0,-1 1-41 16,3 2-26-16,-3 1-22 0,-3 2-18 0,4 1-11 0,-1 1-8 16,-1-1-2-16,2 3-1 0,-1 1 2 0,-3 0-1 0,7 0-1 0,-5 0 0 15,2 0-1-15,3-1-2 0,-2-1-5 0,1-1-2 0,3 2-2 16,-2-4-3-16,2-1-2 0,0 0-2 0,0-1-5 0,2-1-5 0,-2-1-5 0,0-1-4 16,3 1-5-16,1-3-8 0,-2-1-6 0,1 2-3 0,-1-3-3 15,5 1-3-15,-5-2 0 0,4 0-5 0,1 0-4 0,-2-2-6 0,1-1-7 16,-1 0 1-16,2 0 6 0,-1 0 2 0,-1-1 5 0,1-1 5 0,3-1 8 15,-4 2 2-15,-1-1 2 0,1-1 3 0,0 3 3 0,-1-1 2 0,0-1 4 16,-2 2 4-16,1 0 10 0,-1 1 2 0,2 1 1 0,-4 1-1 0,0 0 1 16,0 0 2-16,0 0 7 0,0 0 5 0,0 0 7 0,3 1 5 0,-3 1 4 15,2 1 4-15,-2 0 3 0,0 2 3 0,0-1 0 0,0 1-1 0,0 1-2 16,0 0-3-16,0-2-3 0,0 2-9 0,0 0-12 0,0 0-27 0,0 0-30 16,0-1-65-16,0-1-81 0,0 0-81 0,0 0-83 0,0-1-75 0,4 0-75 15,-4-2-86-15,0-1-95 0,0 0-56 0,0 0-37 0,0 0-11 0,0 0 1 16,5 0 15-16,-5 0 24 0,5-1 58 0,-1-1 74 0,2 1 82 0,-1-2 77 15,4-1 77-15,-5 3 74 0,5-2 89 0</inkml:trace>
  <inkml:trace contextRef="#ctx0" brushRef="#br0" timeOffset="20526.18">7977 5434 58 0,'-4'-1'313'0,"4"1"112"0,0 0 54 16,0 0 29-16,0 0 23 0,0 0 18 0,0 0 17 0,4 3 18 0,-4-3 14 15,0 1 13-15,1-1 7 0,3 2 3 0,0-2-80 0,-3 0-124 16,5 1-124-16,-3-1-131 0,3 0-98 0,-3 0-86 0,3 0-76 0,-3 0-74 16,3 0-83-16,-1 2-88 0,-5-2-95 0,6 0-101 0,-6 0-46 0,7-2-23 15,-7 2-9-15,0 0-3 0,5 2 14 0,-5-2 20 0,0 0 43 0,0 0 54 16,4 3 58-16,-2 0 55 0,-2-3 67 0,0 4 69 0</inkml:trace>
  <inkml:trace contextRef="#ctx0" brushRef="#br0" timeOffset="20675.78">8002 5539 40 0,'-6'4'310'0,"6"0"125"0,-3-1 63 0,1-2 32 16,2-1 35-16,2 2 31 0,1 1 32 0,-3-2 30 0,6 1 23 0,-3-1 17 16,1-1 7-16,1 1 5 0,1 1-74 0,-1-2-114 0,1 0-123 0,1 3-125 15,-2-3-96-15,4 0-78 0,-3 0-101 0,3 0-113 0,0 0-116 16,-4-1-115-16,6-1-127 0,-4 0-132 0,1 1-59 0,-1 0-29 0,-2-1-12 16,4 1-5-16,0-1-2 0,-1 2 3 0,1-1 31 0,-4 1 45 0,4 0 69 15,-3 1 82-15,3 1 85 0,0-2 85 0</inkml:trace>
  <inkml:trace contextRef="#ctx0" brushRef="#br0" timeOffset="21319.44">8671 5427 192 0,'-4'0'477'0,"1"1"104"0,-3-1 60 0,6 0 25 0,0 0 12 0,0 0 8 0,0 0 4 0,0 0 12 0,0 0 15 15,0 0 13-15,0 0 11 0,6 1-30 0,-6 1-49 0,7-2-153 0,-2 0-197 16,1 0-95-16,3 0-52 0,2 0-22 0,1 0-9 0,-1 0-4 0,4 0-3 15,-3 0-10-15,3-2-13 0,-1 1-10 0,1 0-12 0,-1-1-10 0,1 1-15 16,-1-2-10-16,1 0-13 0,-1 1-7 0,-1-1-7 0,-2 0-4 0,1 2-2 16,-1-1-4-16,-2 1-2 0,2-2-8 0,-2 0-12 0,-3 1-18 0,3 1-23 15,-6-3-47-15,3 3-58 0,-1 1-75 0,-5-1-82 0,0 1-67 0,0 0-60 16,0 0-61-16,0 4-59 0,-2-1-59 0,-1 2-58 0,-3-1-47 0,-3 2-41 16,4 0-7-16,-4 2 10 0,-2-1 40 0,2 2 58 0,-4 0 73 0,4 0 81 15,-5 0 68-15,3 0 63 0,2 0 61 0,-2 0 60 0,-2 0 55 16</inkml:trace>
  <inkml:trace contextRef="#ctx0" brushRef="#br0" timeOffset="21649.47">8725 5599 15 0,'-5'3'255'0,"-1"2"75"0,6-2 39 0,0-2 23 0,0-1 21 16,0 3 25-16,2-3 31 0,2 2 36 0,1-2 46 0,-1 0 46 0,5 0 37 15,-4 0 34-15,4 0-45 0,0-2-83 0,2 2-65 0,-2-1-64 16,2-1-26-16,2 1-11 0,-2 1-17 0,1-2-19 0,-1 1-29 0,4-2-34 16,-6 1-40-16,5 1-45 0,-5-1-37 0,2 2-31 0,-2-1-24 0,0 1-23 15,0 0-15-15,0 0-13 0,-3 1-11 0,-1 1-9 0,-1-1-5 0,1 1-2 16,-5 1-4-16,6 0-1 0,-6 0-3 0,0 1 0 0,0-1-1 0,-6 3-1 15,6 0 5-15,-5 2 1 0,1-2-1 0,-1 2-3 0,-4 0-3 0,3 1-4 16,-3 0-1-16,0 0-1 0,0 0 0 0,4-1 2 0,-4-1-1 0,0-1 1 16,3-1-1-16,-3 0 2 0,4 2-1 0,-1-3-2 0,1 1 1 0,-1-3 4 15,3 3 4-15,-1-3 0 0,4 1 0 0,-2 0 0 0,2 0-2 0,0-3-1 16,0 1-1-16,2-1-2 0,-2 2 0 0,4-1 0 0,-1 0-2 0,-1 1-2 16,4 0-1-16,1-1 1 0,-5-1 1 0,7 2 1 0,-4-2 1 0,-1 1-1 15,5 1 1-15,-4-2-1 0,1 0 2 0,-1 0 0 0,4 0 0 0,-5-2-3 16,1 2-1-16,1-1-4 0,-3 1-4 0,3-2-6 0,-1 1-9 0,-5 1-15 15,4-2-15-15,-4 2-21 0,3 0-47 0,-3 0-58 0,0 0-75 0,0 0-82 16,0 0-72-16,0 0-67 0,0 0-66 0,-3-3-66 0,3 3-68 0,-4-3-69 16,-1 2-22-16,3-2-2 0,-2 0 10 0,1 0 16 0,-3 0 44 0,3-2 59 15,1 1 74-15,-2 1 82 0,-1-3 73 0,1 1 68 0,4-1 68 16,-5 0 70-16</inkml:trace>
  <inkml:trace contextRef="#ctx0" brushRef="#br0" timeOffset="21917.69">8868 4989 85 0,'0'-8'403'0,"0"2"202"0,0 2 99 0,0-1 47 0,0 2 24 0,0 0 18 0,0 3 11 0,0 0 13 0,0 0 8 0,0 0 11 0,0 0 11 0,0 0 8 0,0 0-84 0,0 0-124 15,0 0-176-15,4 3-198 0,-4-3-92 0,0 3-46 0,0 0-22 0,-4 2-14 16,4-1-12-16,0 1-11 0,0 2-8 0,0 2-10 0,-2 2-10 0,2 1-12 15,-3 0-7-15,3 1-8 0,-4 2-8 0,4 0-10 0,-2 0-12 0,2 2-13 16,-3-2-16-16,3 0-13 0,0-2-16 0,-2 1-19 0,2-1-37 0,0 1-46 16,0-3-83-16,0 0-99 0,0 1-85 0,2-1-80 0,-2-2-79 0,0 0-79 15,3 0-65-15,-3-2-64 0,2 0-21 0,2 0-2 0,-4 0 7 0,3-2 12 16,-1 1 38-16,2 0 45 0,1 0 83 0,-1-2 99 0,-2 2 87 0,5 0 80 16,-5 2 82-16,3-4 86 0</inkml:trace>
  <inkml:trace contextRef="#ctx0" brushRef="#br0" timeOffset="22230.31">9282 5113 16 0,'0'0'354'0,"0"0"220"0,0 0 102 0,0 0 49 0,0 2 25 0,4-1 20 16,-2 2 18-16,-2 2 18 0,3-1 18 0,-3 2 17 0,0 0 19 0,4 3 23 15,-4 0-48-15,0 3-77 0,0 0-159 0,-4 3-195 0,4 2-82 0,0 1-26 16,-3 3-17-16,1 0-7 0,2 1-11 0,-4 2-15 0,3 2-13 0,-3 2-10 16,0-1-15-16,3 1-23 0,-3 1-22 0,2 1-26 0,-1-1-28 0,-1-1-26 15,2-1-34-15,-2 0-37 0,4-1-45 0,-1-1-44 0,-3-2-42 0,4-1-42 16,0-2-44-16,-4-2-41 0,4-2-74 0,0-2-90 0,0-2-101 0,0-2-109 15,0-1-100-15,4-1-96 0,-4-4-77 0,0-4-66 0,0 0-7 0,4 3 16 16,-4-3 28-16,5-1 36 0,-3-3 33 0,5 0 35 0,-5-2 70 16,3-2 89-16,3 0 100 0,-3 0 111 0,4-1 102 0,-4 0 104 0</inkml:trace>
  <inkml:trace contextRef="#ctx0" brushRef="#br0" timeOffset="22511.34">9604 5385 205 0,'0'-3'567'0,"0"-2"125"0,0 4 60 0,0 1 28 0,2-3 13 15,-2 3 11-15,0 0 6 0,0 0 7 0,0 0 10 0,0 0 7 0,0 0 8 16,0 0-32-16,0 0-52 0,0 0-198 0,0 0-262 0,0 0-121 0,-2 4-57 16,2 1-24-16,-3-1-10 0,3 2-5 0,-4 2-6 0,2 1-3 0,-3 3-5 15,1 0-4-15,-1 1-6 0,-2 2-4 0,1 2-7 0,1-1-4 0,-4 2-4 16,3-1-2-16,-3 1-5 0,0 0-4 0,4 0-7 0,-4-2-13 0,0 1-10 15,3-2-13-15,1-2-16 0,-4 1-14 0,3-2-17 0,3-2-20 0,-3-1-20 16,1 0-50-16,1-3-60 0,2 0-84 0,-1-1-93 0,3-2-78 0,-4 0-69 16,4-3-70-16,0 0-68 0,0 0-66 0,0 0-61 0,0 0-22 0,4-6-2 15,-4-2 10-15,3 2 20 0,-1-3 45 0,2 2 59 0,-2-4 86 0,1 1 93 16,3-2 80-16,-3 1 74 0,3 1 77 0,-1-3 78 0</inkml:trace>
  <inkml:trace contextRef="#ctx0" brushRef="#br0" timeOffset="22724.38">9597 5496 13 0,'4'1'280'15,"1"4"117"-15,-5-3 76 0,4 3 59 0,-4 1 60 0,2 2 59 0,1 1 46 16,-3-2 41-16,4 4 27 0,-2-2 23 0,-2 0 13 0,0 1 9 0,3-1-64 16,-3 0-98-16,0 2-109 0,4-2-112 0,-2 0-80 0,1 1-59 15,-1-2-59-15,2 2-57 0,-4-2-46 0,5 1-40 0,-1-2-29 0,-2 2-21 16,1-2-20-16,1 0-14 0,-2 0-14 0,1-1-12 0,3 0-18 0,-3-1-18 16,-1-1-30-16,2-1-33 0,-4 2-51 0,3-4-55 0,-1 1-56 0,-2-1-56 15,0-1-48-15,0 0-45 0,0 0-39 0,0 0-42 0,0 0-32 0,0 0-30 16,0-1-32-16,-5-1-33 0,5-1-14 0,-4 0-6 0,-1-1 30 0,1 1 45 15,-1-2 52-15,-1 1 54 0,1-1 50 0,1 1 44 0,-1-2 43 0,1 1 47 16,-1 1 38-16,-1-1 41 0,3 1 48 0</inkml:trace>
  <inkml:trace contextRef="#ctx0" brushRef="#br0" timeOffset="23042.55">9592 5652 196 0,'-2'-3'377'0,"-2"0"80"0,4 0 53 15,0 3 38-15,0 0 28 0,0 0 26 0,0 0 21 0,0 0 23 0,0 0 23 16,0 0 23-16,0 0 24 0,0-2-39 0,4 2-65 0,-2-1-111 0,1-3-133 16,-1 3-76-16,2 0-50 0,1-2-40 0,-1 0-27 0,1 0-37 0,1 0-42 15,1-1-63-15,-2 0-74 0,1 0-86 0,-1 1-93 0,4-2-72 0,-3-1-54 16,3 2-53-16,-4-1-48 0,4-1-40 0,0 2-36 0,0-4-17 0,0 2-11 15,2 0-5-15,-2-1 2 0,2 0 11 0,2 0 18 0,-2-2 29 16,1 2 34-16,-1-4 40 0,-2 4 38 0,4-4 42 0,-2 2 43 16,-1 0 36-16,-1 0 36 0,1 2 30 0,-1-1 32 0,1 1 105 0,-2 1 135 0,-3-1 96 15,4 3 74-15,-3 0 74 0,-5 1 71 0,3 0 60 0,0 1 55 16,-3-1 50-16,-1 3 49 0,0 0 41 0,0 0 35 0,0 0 12 0,0 0 1 16,-5 3-68-16,5-1-100 0,-5 1-51 0,1 0-30 0,-1 3-26 0,1 0-26 15,-2 0-36-15,1 3-38 0,0 0-41 0,-1 1-44 0,-1 1-35 0,2-1-29 16,-1 1-26-16,2 1-22 0,-1-2-17 0,5 1-14 0,-4-1-15 0,4-1-12 15,0 0-12-15,0 2-9 0,0-4-6 0,4 2-6 0,-4-1-3 0,5 1-3 16,-1-2-2-16,2-1-5 0,-1 2-4 0,2-2-2 0,0-1-5 0,-3 0-8 16,5 0-5-16,-3-1-10 0,-1-1-7 0,4 0-9 0,-4-1-13 0,-1-1-13 15,1-1-26-15,1 0-34 0,-2 0-70 0,1-1-88 0,-1-1-81 0,1 0-74 16,0 0-71-16,-1-1-66 0,0 0-90 0,-3-2-95 0,3-1-40 0,-2 2-15 16,-2-4 4-16,0-1 7 0,3 2 23 0,-3-1 28 0,-3 1 70 0,3-2 90 15,0-2 82-15,-2 2 75 0,2 0 77 0,0 0 73 0</inkml:trace>
  <inkml:trace contextRef="#ctx0" brushRef="#br0" timeOffset="23356.15">10053 5164 413 0,'0'0'562'0,"0"0"72"0,0-1 36 0,0 1 20 0,0 0 15 0,0 0 17 0,0 0 20 0,0 0 22 16,0 0 17-16,0 1 18 0,0 2 8 0,4 0 6 0,-3 2-166 0,-1 1-240 15,4 1-116-15,-2 1-58 0,-2 2-21 0,3 1-6 0,1 2 1 0,-2 2 5 16,1 0-1-16,-3 3-2 0,2 3 2 0,2 0-1 0,-1 3 3 0,-1 0 1 16,-2 1 2-16,4 3 5 0,-4 0 0 0,4 1-3 0,-3-1-7 0,3 1-9 15,-2-3-17-15,-2 3-16 0,0-2-19 0,3 0-21 0,-3 0-18 0,4-3-20 16,-2 2-16-16,-2-2-13 0,0-2-13 0,3-1-11 0,-3 0-13 0,0-1-11 16,0-2-17-16,2-2-15 0,2-2-23 0,-4-1-26 0,0-2-34 0,0-2-43 15,0-1-39-15,0-1-41 0,0-3-33 0,0-1-31 0,0 0-59 0,0-3-73 16,0 0-86-16,0 0-93 0,0 0-70 0,3-3-64 0,-1 2-86 0,-2-4-97 15,4 2-23-15,-2-4 7 0,1 1 25 0,1-3 32 0,-2 0 31 0,1-2 30 16,3-1 59-16,-3 2 73 0,-1-2 88 0,2 0 95 0,1-2 81 0,-1 2 74 16</inkml:trace>
  <inkml:trace contextRef="#ctx0" brushRef="#br0" timeOffset="23566.9">10348 5590 156 0,'0'0'573'0,"2"2"138"0,-2-2 64 0,0 0 33 0,3 0 16 0,-3 0 11 16,0 3 7-16,4-3 5 0,-4 0 5 0,0 0 4 0,0 0 2 0,2 1-28 16,-2-1-43-16,0 0-211 0,0 2-288 0,0-2-137 0,3 1-68 0,-3-1-41 15,0 2-29-15,0-2-41 0,0 0-49 0,2 1-106 0,-2-1-130 16,4 0-131-16,-1 2-124 0,-3-2-111 0,0 0-99 0,0 0-47 0,0 0-21 16,0 0-8-16,0 0-2 0,0 0 8 0,0 0 11 0,0 0 31 0,-7-3 42 15,5 0 100-15,2 3 127 0,-5-2 126 0,1-1 125 0</inkml:trace>
  <inkml:trace contextRef="#ctx0" brushRef="#br0" timeOffset="24597.9">11044 5086 4 0,'0'0'367'0,"0"0"103"0,0 0 60 0,0 0 53 0,0 3 48 0,0 1 40 0,0 3 35 16,0 0 29-16,0 2 24 0,0 0 19 0,0 3 18 0,0 1-3 0,0 3-12 16,0 0-132-16,0 4-180 0,0-1-95 0,0 1-56 0,0 2-47 0,0 1-45 15,0-1-37-15,0 2-33 0,0 0-26 0,-2 2-22 0,2-1-19 16,0 1-19-16,-3-1-13 0,3 1-10 0,0-2-14 0,0 0-14 0,0-2-14 16,0 1-16-16,0-4-11 0,0-1-17 0,0-1-23 0,0-2-28 0,3-2-57 15,-3 1-70-15,2-2-83 0,-2-2-85 0,4-1-75 0,-4-2-61 16,5 1-63-16,-5-2-56 0,6-2-66 0,-6 1-70 0,0-5-25 0,3 3-5 15,1 0 14-15,-4-3 20 0,7 2 55 0,-7-2 70 0,7-2 80 0,-1 1 87 16,-1-1 71-16,4 1 68 0,0 1 63 0,0-3 65 0</inkml:trace>
  <inkml:trace contextRef="#ctx0" brushRef="#br0" timeOffset="25001.66">11462 5379 249 0,'5'-14'408'0,"1"1"89"0,-3 1 68 0,-3 1 61 0,6 2 56 16,-6 2 38-16,0 1 32 0,0 1 23 0,0-1 20 0,-4 2 15 0,2 1 11 16,2-2-48-16,-3 2-77 0,1 0-112 0,-2 2-129 0,1-1-83 0,1 1-65 15,-2-1-55-15,-1 1-56 0,1 1-35 0,-1 1-32 0,-4 1-20 0,3 1-17 16,1-1-16-16,-4 3-10 0,0 0-12 0,0 2-9 0,2 1-10 0,-1 1-10 16,-3 1-5-16,2 1-7 0,4 1-2 0,-4-2-4 0,4 2 1 15,-3 0-4-15,3-1-1 0,-1-1-4 0,6-1-2 0,-3 2-3 0,1-3-6 16,2 0-6-16,0 0-5 0,0-2-1 0,2 0-3 0,-2 0-1 0,3-2-2 15,1 1-5-15,-2-2-1 0,3 0 0 0,3 0-1 0,-3-2-1 0,0-1 2 16,4 0 5-16,-3-1 2 0,3-1 5 0,0 1 2 0,0-4 2 0,0 0 4 16,-2 1 2-16,2 0 2 0,0-2 2 0,-3 1 1 0,1 1 1 15,-2-1 1-15,1 1 1 0,-3 1 0 0,-1 1 1 0,2 0 1 0,-2 2 2 16,-2 0 8-16,3 2 11 0,1 0 5 0,-2 1 8 0,1 0 6 0,-3 3 6 16,2-2 8-16,2 4 5 0,-4 1 5 0,5 1 3 0,-5 0 3 0,0 3 0 15,4-1-1-15,-4 1-2 0,0 1-6 0,0-1-9 0,3-1-14 0,-3 2-14 16,0-4-19-16,2 1-22 0,-2-2-22 0,0 0-25 0,4-2-34 0,-2-1-42 15,-2 0-81-15,0-1-99 0,3-2-90 0,-3 0-83 0,4-2-89 0,-2 1-87 16,-2-2-77-16,0 0-76 0,3-5-25 0,3 2-1 0,-6-2 8 0,5 1 18 16,-1-2 27-16,-4 0 36 0,5 0 81 0,-5 0 98 0,4 0 90 0,1 2 83 15,-1-1 90-15,-2-1 88 0</inkml:trace>
  <inkml:trace contextRef="#ctx0" brushRef="#br0" timeOffset="25586.82">11645 5529 82 0,'0'1'466'0,"-2"2"127"0,2-3 72 0,-4 2 43 0,4-2 23 0,0 0 15 16,0 0 11-16,0 0 8 0,0 0 6 0,0 0 5 0,0 0 3 0,0 0-19 15,0 0-30-15,0 0-171 0,0 0-233 0,6-2-125 0,-6 1-72 0,3-1-41 16,3 1-23-16,-3-1-16 0,-1-1-10 0,5 0-7 0,-5 0-5 0,2 0-6 16,1 0-5-16,1 2-4 0,-3-2-3 0,1-1-3 0,-2 3 0 15,-2 0-2-15,3 1-1 0,-3 0-1 0,0 0 1 0,0 0 1 0,0 0 2 16,0 0-1-16,0 1-1 0,0-1 4 0,0 3 5 0,0 2 2 0,0-1 2 15,-3 1 2-15,3 1 2 0,-2-2 0 0,2 2-1 0,-4 0-2 0,4-3-2 16,0 2-1-16,-3-1-3 0,3-1 0 0,0 0 2 0,0-3-5 0,3 3-3 16,-3-3-5-16,0 0-1 0,4 2-3 0,-2-1-3 0,1-2 0 0,-3-1 3 15,6 0 2-15,-3 0-2 0,3-1 0 0,-4 0 0 0,5-2 0 0,-2 0 1 16,1 0-1-16,-1-1 0 0,-1 0 0 0,1 0 3 0,-1-2-1 0,1 2-1 16,-1-1 2-16,-2 1-1 0,5-1-1 0,-5 0 1 0,1 1-2 0,-1 0-2 15,2 0 1-15,-4 0 1 0,3 0 1 0,-3 2 4 0,2-1-2 0,-2 1-2 16,4 1 1-16,-4-1 1 0,0 2-2 0,0 2 1 0,0 0 2 0,1-2 1 15,-1 2 2-15,0 0 4 0,0 0 1 0,0 0 0 0,0 0 0 0,0 0-2 16,0 0 4-16,0 0 1 0,0 0 3 0,0 0 0 0,0 0 0 0,0 0 0 16,0 0 1-16,0 0 2 0,0 0 3 0,0 2 2 0,0 2-1 0,0-1 1 15,0 2 1-15,4 1 3 0,-4 0 1 0,0 1 2 0,4 1 2 16,-2 1 4-16,-2 1 0 0,3-1 1 0,-1 0 4 0,2 2 1 0,-1-1 0 16,-1 1-2-16,-2-3 2 0,4 2 0 0,-4-2 3 0,3 2 0 0,-1-3 3 15,-2 1 0-15,4 1 2 0,-4-3 1 0,1 0 3 0,-1 1 3 0,0-3 1 16,0 3 4-16,4-4 5 0,-4 1 10 0,0 0 4 0,0 1 5 15,-4-2 4-15,4 2 1 0,0-2 3 0,0-1 2 0,-1 2 1 0,-3-1 1 16,4 1 1-16,-2-1-2 0,-1 0-3 0,-1 2-2 0,2-1-7 0,-1-1-7 16,-3 0-10-16,3 0-5 0,-3 0-9 0,2 2-6 0,-3-2-7 0,0 0-9 15,2 0-11-15,-4-2-15 0,3 2-18 0,-3-2-19 0,0 1-26 0,2 0-24 16,-2-1-29-16,0-1-29 0,0 0-25 0,0 0-25 0,0 0-35 0,-2-1-39 16,2-1-78-16,3 0-99 0,-3 0-80 0,0-1-74 0,4 1-73 0,-1-1-68 15,1 0-70-15,-2 0-67 0,1-1-14 0,3 1 10 0,1-2 14 0,-2 2 22 16,4-1 32-16,0 4 39 0,0-5 79 0,0-1 99 0,0 6 87 0,0-6 86 15,4 3 84-15,-2-1 86 0</inkml:trace>
  <inkml:trace contextRef="#ctx0" brushRef="#br0" timeOffset="26137.28">12086 5118 69 0,'0'-3'356'0,"0"-1"94"0,0 4 61 0,0-2 40 0,4 0 39 0,-3 1 36 0,-1 1 36 16,0 0 34-16,0 0 33 0,0 0 25 0,0 0 24 0,0 0-14 0,0 0-30 16,0 0-113-16,0 0-157 0,0 0-84 0,0 0-52 0,0 0-36 0,0 0-31 15,0 0-32-15,0 0-30 0,0 0-29 0,0 0-26 0,0 0-21 0,0 0-17 16,0 0-7-16,0 0-3 0,0 0 3 0,0 0 8 0,0 1 11 0,4 2 17 15,-4 0 17-15,0 2 13 0,2 2 12 0,-2 2 12 0,0 2 11 0,3 1 11 16,-3 3 10-16,0 1 9 0,4 4 10 0,-2 1 8 0,-2 1 6 0,0 2 0 16,0 1-5-16,0 1-7 0,0 1-11 0,3 2-9 0,-3-1-6 0,2 2-9 15,-2 0-9-15,0-1-162 0,0 1-36 0,0 0 0 0,0-3 0 0,0 1 0 16,4-1 0-16,-4-1 0 0,0-2 0 0,0-2 0 0,0 1 0 16,3-2 0-16,-1 0 0 0,-2-2 0 0,0-2 0 0,4-1 0 0,-4-1 0 15,0 0 0-15,2-1 0 0,1-4 0 0,-3-1 0 0,0 0 0 0,0-1 0 16,0-2 0-16,0 0 0 0,0-2 0 0,0 1 0 0,4-4 0 0,-4 2 0 0,0-3 0 15,0 3 0-15,0-3 0 0,0 0 0 0,0 0 0 0,0 0 0 16,0 0-116-16,0 0-318 0,0 0-48 0,0 0-92 0,0-3-110 0,-4 0-97 16,4 0-90-16,-3-1-98 0,1-3-100 0,2 0-32 0,-4-2-3 0,4 0 26 15,-2 0 39-15,2-1 56 0,-3-3 58 0,3 3 54 0,-4 0 48 16,4-1 100-16,0 1 121 0,0-1 114 0,0 2 107 0,0 0 123 0</inkml:trace>
  <inkml:trace contextRef="#ctx0" brushRef="#br0" timeOffset="26320.24">12296 5646 40 0,'0'0'391'0,"0"0"244"0,0 0 111 0,0 0 48 0,0 3 22 0,3-2 7 15,-3-1-2-15,0 0-8 0,-3 2-15 0,3-1-22 0,-4 0-53 0,4 1-71 16,-2-2-163-16,-1 2-206 0,-3-1-292 0,6-1-330 0,-5 2-209 0,-2 1-155 16,1 0-72-16,4 0-28 0,-5-2-8 0,5 2 1 0,-3 0 12 0,1 0 20 15,-1-1 55-15,-1 1 68 0,-1-3 87 0,2 3 93 0,1-3 91 0,-1 1 90 16</inkml:trace>
  <inkml:trace contextRef="#ctx0" brushRef="#br0" timeOffset="27188.99">12849 5442 166 0,'-5'-2'459'0,"5"1"181"0,-6 1 84 0,6 0 37 0,0 0 20 0,-3 3 12 0,3-3 9 0,3 3 11 15,-3-2 11-15,4 1 10 0,-2-1 11 0,3-1 12 0,2 2-106 0,-1 1-155 16,3-2-166-16,0 1-172 0,-2-1-72 0,6 1-27 0,-4 1-12 0,2-2-2 15,1-1-4-15,-1 2-6 0,0-1-6 0,2 0-7 0,1 1-11 16,-3-2-7-16,-2 0-11 0,4 0-9 0,-4 0-12 0,2 0-7 0,-6-2-13 0,4 1-10 16,0 0-15-16,-3-1-22 0,-1 2-28 0,2-1-31 0,-5-1-30 0,4 1-27 15,-3-1-38-15,-3 1-37 0,4 1-83 0,-4 0-103 0,0 0-91 16,0 0-90-16,0 0-81 0,0 0-82 0,0 0-79 0,-7 0-74 0,-1 3-18 16,1 0 8-16,-4-2 17 0,2 5 20 0,0-1 33 0,-2 1 34 15,-1 1 82-15,-3 1 102 0,4 0 93 0,-1 2 89 0,-3 2 84 0,1-2 83 16</inkml:trace>
  <inkml:trace contextRef="#ctx0" brushRef="#br0" timeOffset="27338.27">12806 5649 198 0,'-2'3'408'0,"-2"1"91"0,4-1 63 0,0-1 56 0,6 1 57 16,-1-2 39-16,-1-1 30 0,5 0 25 0,0 0 20 0,0 0 11 0,-2-1 15 15,6-1-45-15,-2 1-65 0,1-1-126 0,-1-1-153 0,2 0-88 0,-2 0-59 16,1-1-58-16,-1 1-56 0,0-2-42 0,2 1-39 0,-2-1-46 0,3 1-49 16,-1-3-95-16,-2 3-121 0,3-2-116 0,-1 2-114 0,-2-1-128 0,1 1-138 15,-1 1-64-15,-2-3-28 0,2 3-13 0,-2-2-9 0,0 4 2 0,-3-2 7 16,1 1 21-16,-7 2 28 0,5 2 84 0,-3-1 108 0,2 1 108 0,-1 0 108 15</inkml:trace>
  <inkml:trace contextRef="#ctx0" brushRef="#br0" timeOffset="28953.32">13915 5272 159 0,'3'-4'463'0,"-1"1"108"0,2-1 67 0,1 2 45 0,-1-1 35 16,-3 1 26-16,3 1 18 0,2-1 13 0,-1 2 13 0,-1-1 7 0,1 1 8 15,4 0-31-15,-4 0-51 0,4 0-155 0,-3 1-202 0,3 1-105 0,-4 1-64 16,4-2-41-16,-3 3-34 0,3 0-21 0,-4 0-18 0,3 2-13 0,-3 0-10 15,0 2-7-15,1-1-6 0,-3 1-6 0,1 1-3 0,-2 0-4 0,1 1-4 16,-1 1-1-16,-2 0 0 0,-2 2 2 0,-1 0-1 0,1-1 2 0,-2 3 2 16,1-1 1-16,-3 1 3 0,-3-2 1 0,4 2 2 0,0-1 2 15,-5-1 1-15,1-1 6 0,4 0 6 0,-4 0 1 0,4-1 2 0,-5-2 3 16,7 0 5-16,-4-2 1 0,-1 1 4 0,3-1 4 0,0-1-2 0,-1 0 3 16,3-1 0-16,-3-1-1 0,2 1-4 0,4-2-6 0,-1-2-6 15,1 1-5-15,0-2-7 0,0 0-5 0,0 0-9 0,0 0-5 0,0 0-8 16,1 1-2-16,-1 1-4 0,4-2-2 0,-2 1-4 0,5-1 1 0,-1 0-1 15,-1 0 1-15,4 0-1 0,0-1 2 0,2 1 3 0,-2-2 2 0,4 1 1 16,-3-1-2-16,5 1 0 0,-2-2-1 0,-3 1-5 0,5-1 2 0,-1 0 0 16,-1 0-1-16,-2 0-2 0,3 0 1 0,-1 0 1 0,-2 0-2 0,0 0 0 15,1 2-2-15,-3-2 1 0,2 0-2 0,-5 1-2 0,3-1-13 0,0 2-13 16,-4-1-26-16,-1-1-29 0,1 3-28 0,-1-3-26 0,-2 2-60 0,-2-1-81 16,0 2-114-16,0-1-136 0,0 1-145 0,0-3-156 0,0 3-74 0,-6-3-42 15,4-1-8-15,-5 3 7 0,2-2 16 0,1 0 28 0,-3 2 25 16,-2-1 27-16,0 1 60 0,0-1 79 0,-2 1 118 0,-2 1 135 0,-1 0 148 15</inkml:trace>
  <inkml:trace contextRef="#ctx0" brushRef="#br0" timeOffset="29092.09">14086 5636 4 0,'0'5'218'0,"-1"0"37"0,-3-1 1 0,0 0-14 0,3 1-33 0,-3 0-40 0,4-2-55 0,-4 1-62 15,2-1-30-15,-1 0-11 0,-3 0-7 0,3-1-1 0,1 1-70 0,-2 0-97 16,-1-2-56-16,1 1-34 0,-1-1-3 0,0 0 16 0,-1 1 33 0</inkml:trace>
  <inkml:trace contextRef="#ctx0" brushRef="#br0" timeOffset="30808.86">9650 4566 195 0,'-2'-2'306'0,"2"2"38"0,0 0 21 0,-4 0 10 0,2 0 7 0,-1 3 11 0,-1-2 9 15,4 1 14-15,-5 1 14 0,3-1 19 0,-2 1 21 0,1 1-35 0,1-1-63 16,-2 2-60-16,-1 1-59 0,1 0-17 0,-1 1-1 0,1 1 4 0,-1-1 4 16,3 2 3-16,-5 0 3 0,5 2-1 0,-2-1-5 0,-1 1-14 0,1 1-16 15,2-2-14-15,-1 2-9 0,3 0-13 0,-4-1-14 0,4 1-10 0,0-2-13 16,4 1-8-16,-4-1-8 0,3 1-7 0,3-3-4 0,-1 2-6 0,1-2-5 16,3 2 0-16,0-3 0 0,2 1-5 0,5-1-10 0,-2-1-6 0,3 0-11 15,-3-1-4-15,4-1-6 0,2 0-1 0,-2 0-2 0,2-3-5 0,4 1-5 16,-6-2-3-16,2 0-5 0,-1 0-3 0,0 0-4 0,-5-2-2 15,4 1 0-15,-3-1-2 0,-1-1-4 0,1 2-1 0,-1-1-1 0,-1-1-4 16,-3 2-3-16,0-2-1 0,0 1-2 0,-1 1-2 0,-3-1-4 0,3 0-1 0,-4 1-1 16,-1 0-7-16,1-1-7 0,-1 2-13 0,-4-1-17 0,2 1-43 15,-2 0-50-15,0 0-80 0,0 0-88 0,3-2-87 0,-3 2-79 0,0 0-82 16,0 0-80-16,0 0-72 0,-3-4-68 0,1-1-23 0,-3 4-9 16,1-2 9-16,0 0 12 0,-1 1 42 0,-1-1 48 0,1 0 81 0,-4 2 91 15,4-1 83-15,-3 1 79 0,3-1 85 0</inkml:trace>
  <inkml:trace contextRef="#ctx0" brushRef="#br0" timeOffset="30988.7">9854 4684 177 0,'0'-1'338'15,"0"1"53"-15,0-2 29 0,0 2 30 0,0 0 29 0,0 2 53 0,0 1 61 16,0 1 54-16,0 1 53 0,0 0 32 0,0 2 23 0,0 2-34 0,0 0-58 16,0 1-93-16,0 1-104 0,0-1-50 0,0 4-26 0,0-1-26 0,0 1-30 15,-2-1-52-15,-1 2-61 0,3 2-56 0,0 1-51 0,-4-2-45 0,2 4-36 16,-2-2-48-16,4 1-54 0,-5 1-91 0,5 1-103 0,-4 0-95 0,4-2-94 15,-1 2-120-15,-3 0-132 0,4 0-61 0,-2 0-26 0,-1-1-13 0,3-1-3 16,-4 1 6-16,4-2 11 0,-2 0 33 0,-1 0 37 0,1-2 81 0,-2-1 98 16,1 2 93-16,3-2 90 0</inkml:trace>
  <inkml:trace contextRef="#ctx0" brushRef="#br0" timeOffset="32245.27">10545 6510 19 0,'0'-3'336'0,"-2"0"187"16,2 3 100-16,0-3 52 0,0 3 33 0,0 0 22 0,0 0 16 0,0 0 10 0,0 0 13 0,0 0 13 0,2 1 9 0,-2-1 12 0,4 3-61 0,-4-1-92 16,0 1-152-16,0 1-177 0,0 1-89 0,0 1-46 0,3 4-23 15,-3 1-11-15,2-1-7 0,-2 5 1 0,0 2-5 0,0 1-5 0,0 1-2 16,0 2-4-16,0 0-2 0,0 3-4 0,0 0-4 0,0 0-4 0,0 2-8 16,0-1-4-16,0 0-10 0,0 3-7 0,0-3-11 0,0-1-9 0,0 2-8 15,4-2-10-15,-4-1-9 0,0 0-12 0,0 1-19 0,0-4-22 0,3 1-26 16,-1-3-26-16,-2 0-22 0,0-3-20 0,4 0-18 0,-3-2-20 15,-1-1-31-15,4 0-37 0,-4-1-74 0,4-1-92 0,-3 1-88 0,3-2-84 16,-4 0-86-16,5-2-86 0,-5 1-61 0,0-2-49 0,4-2-18 0,-2-1 4 16,2 0 11-16,-4-3 15 0,5 2 31 0,-5-2 35 0,5-2 74 0,-1-1 94 15,1 0 90-15,4 1 86 0,-3 0 97 0,-1 2 102 0</inkml:trace>
  <inkml:trace contextRef="#ctx0" brushRef="#br0" timeOffset="32684.3">11071 6925 296 0,'2'-10'531'16,"-2"-1"106"-16,0 2 53 0,0 0 30 0,0 2 17 0,0-1 15 0,0 4 13 16,0-2 13-16,-2 1 14 0,2 1 11 0,0 1 11 0,-3 0-51 15,3 0-76-15,0 0-163 0,0 3-203 0,0-2-99 0,0 2-49 0,-2-2-26 0,2 2-12 16,0 0-15-16,0 0-13 0,0 0-14 0,-4 0-14 0,1 2-13 15,3 0-10-15,-6 1-11 0,6 1-9 0,-5 2-8 0,1 2-7 0,-1 1-4 16,1 1-2-16,-1 0-2 0,-1 4-1 0,3 0-1 0,-3 1-1 0,1-2-2 16,1 1-1-16,-1 1 1 0,5-2 2 0,-6-2 1 0,6 2-5 15,0-4-2-15,0 2-2 0,0-4-8 0,0 2-9 0,0-1-8 0,2-2-4 16,2-2-4-16,-4 1-7 0,5-1-1 0,-1-1-3 0,1 0-3 0,1-3-4 0,-3 0-4 16,3 0-2-16,-1-2-1 0,4 1 2 0,0-3 3 0,-3 1 5 15,3-2 4-15,-4-1 4 0,4 2 7 0,-3-2 4 0,1 1 4 0,-2-1 4 16,1 2 4-16,-1-1 3 0,-1 1 4 0,-1 0 4 0,-1 3 1 0,2-2 4 15,-4 2 4-15,0 1 1 0,0 0 3 0,0 0 3 0,0 0 4 0,2 1 4 16,1 1 4-16,-3-1 6 0,0 2 6 0,4 0 4 0,-4 2 5 0,2 1 2 16,-2-2 1-16,0 4 0 0,0 1 0 0,3-2-2 0,-3 2-1 0,0 0-4 15,2 2-5-15,2-4-5 0,-4 2-11 0,0 0-13 0,3-1-17 0,-1-2-20 16,-2 1-27-16,4-2-32 0,-1-1-65 0,-1 0-85 0,2 0-86 16,-3-1-93-16,-1-2-87 0,4-1-82 0,-4 0-94 0,0 0-103 0,6-1-40 0,-1-1-14 15,-1-3 4-15,1 1 7 0,-1-2 22 0,1 0 27 0,0 2 66 0,-1-4 81 16,2 1 88-16,-1 1 91 0,2-2 86 0,-1 2 86 0</inkml:trace>
  <inkml:trace contextRef="#ctx0" brushRef="#br0" timeOffset="33233.37">11292 7002 154 0,'0'1'425'0,"-6"2"112"0,6-1 75 0,-3 1 54 16,1 0 39-16,2-2 30 0,0 2 21 0,-4-1 15 0,4-2 13 15,0 1 7-15,0-1 8 0,0 0-37 0,0 0-57 0,0 0-140 0,0 0-179 16,0 0-109-16,4 0-72 0,-2 0-52 0,1 0-39 0,1-1-30 0,-2-2-20 0,5 1-16 15,-5 1-12-15,3-2-9 0,-1 0-4 0,1 1-7 0,1-1-1 16,-3 0-4-16,3 2-4 0,-2-2-2 0,-3 0-4 0,3 1 1 0,0 1-2 16,-3-1 1-16,-1 2-1 0,0 0-1 0,0 0-1 0,0 2 1 0,4-1-1 15,-4 1 1-15,0 1-1 0,0 0 1 0,0 0-1 0,0 1 1 0,0 2 1 16,0-3 1-16,0 3-1 0,0-3-1 0,0 3-1 0,0-3 1 0,0 2-1 16,0-3 2-16,0 0-1 0,4 1-1 0,-3-1 1 0,-1-2-2 0,0 1-2 15,6-1-4-15,-6 0-4 0,3 0-7 0,1-1-5 0,-2-2-11 0,3-1-9 16,-1 0-15-16,1 0-18 0,3-4-22 0,-3 2-23 0,0-3-21 0,1 2-24 15,-1-4-16-15,3 2-17 0,-3-1-12 0,0-2-10 0,1 3-4 0,-3-2-1 16,3 2 5-16,-1-1 9 0,-1 1 15 0,1 1 15 0,-1-1 23 16,-2 3 22-16,1-1 22 0,1 2 24 0,-2-1 23 0,-2 2 27 0,3-1 26 15,-3 2 28-15,0 0 25 0,0 3 25 0,0 0 24 0,0 0 23 0,0 0 21 0,0 0 22 16,0 0 16-16,0 0 16 0,0 0 8 0,0 3 11 0,0 0 3 0,0 2 2 16,2-2-4-16,-2 3-6 0,0-2-10 0,0 4-12 0,4-2-15 15,-4 1-12-15,0 1-11 0,0-1-10 0,3 2-7 0,-1 2-6 0,-2-1-9 16,4 1-8-16,-1 1-4 0,-1 0-1 0,2 0 2 0,-2 3 4 0,1-2 5 15,3 2 8-15,-3-1 0 0,-1 2-1 0,2-3-4 0,-4 3-7 16,5-1-4-16,-5-2-4 0,4 1 4 0,-4-1 5 0,0 1 6 0,3-2 5 16,-3-2-2-16,0 2-2 0,-3-3-2 0,3 0-5 0,-4 2 2 0,4-4 0 15,-5 2 3-15,5-1 2 0,-6-1 0 0,3 0-2 0,-3 1-5 0,3-2-4 16,-3 0-10-16,1 0-9 0,-1-1-9 0,-1 1-9 0,2-2-8 0,-4-1-10 16,3 2-11-16,-3-2-12 0,4 0-21 0,-4-3-23 0,0 1-24 0,2-1-28 15,-1 0-31-15,-3 0-35 0,2-1-32 0,0-2-28 0,0 0-50 0,-2 0-54 16,6-2-99-16,-4 1-113 0,0-2-98 0,4-2-91 0,-1 1-100 0,-1-2-104 15,1-2-34-15,5-1-3 0,-3 0 20 0,0-1 25 0,4-2 28 0,0-2 28 16,0 1 47-16,0-1 57 0,0-1 95 0,4-1 118 0,1-1 103 0,-1-1 96 16</inkml:trace>
  <inkml:trace contextRef="#ctx0" brushRef="#br0" timeOffset="33517.46">11645 6561 166 0,'0'0'461'0,"3"3"184"0,-3-3 89 0,-3 4 44 0,3 0 26 0,0 6 19 0,0 0 15 0,0 1 15 0,-2-1 20 0,2 4 21 0,0 1 31 15,0 1 30-15,0 4-84 0,-4-1-138 0,4 4-154 0,0 2-160 0,0 1-75 16,0 0-32-16,0 5-17 0,0-1-12 0,-2 1-11 0,2 2-10 16,0 0-21-16,0 2-22 0,0-3-27 0,0 3-33 0,2-2-29 0,-2 0-30 15,0-3-24-15,0 2-23 0,4-5-20 0,-2 0-21 0,-2-2-21 0,3-2-23 16,-3-2-30-16,4-2-29 0,-2-1-39 0,-2-3-43 0,3-1-38 0,-3-2-37 15,0-2-38-15,0-2-39 0,2-1-79 0,-2-3-99 0,0 1-98 0,0-5-93 16,0 0-92-16,4-1-86 0,-1-4-56 0,-1-1-37 0,2-3 5 0,-4-1 29 16,5-1 30-16,1-1 34 0,-3-1 37 0,6-2 37 0,-3-2 82 0,-1-1 100 15,4 2 101-15,-3-2 104 0,3 1 102 0</inkml:trace>
  <inkml:trace contextRef="#ctx0" brushRef="#br0" timeOffset="33726.51">11968 6889 337 0,'4'0'557'0,"-4"0"104"0,0 0 50 0,5 0 28 0,-1-1 20 16,-2 1 13-16,1 0 12 0,3 0 7 0,-3-2 6 0,1 2 6 15,2-1 4-15,-1 1-63 0,0-2-91 0,4 1-181 0,-3-1-215 0,3 1-101 16,0-1-48-16,-4 1-32 0,4-3-17 0,0 3-14 0,2 0-12 0,-3-1-17 16,-1 1-16-16,2 1-28 0,0-3-31 0,0 1-62 0,2 1-80 0,-2 1-80 15,-4-2-82-15,4-1-79 0,-3 1-70 0,1 1-70 0,-2 1-68 0,-5 0-62 16,0 0-57-16,0 0-20 0,0 0 0 0,0 0 18 0,0 0 23 15,0 0 60-15,-3 1 74 0,-3 3 81 0,1-1 83 0,1 0 75 0,-1 3 71 0,1-2 71 16</inkml:trace>
  <inkml:trace contextRef="#ctx0" brushRef="#br0" timeOffset="33893.33">12035 6985 452 0,'-5'8'595'0,"-1"-2"61"16,3-1 37-16,1 2 21 0,-2-3 20 0,4 2 18 0,0-3 17 0,0 2 17 16,0-2 14-16,4 1 18 0,-2-1 6 0,1 2 5 0,1-1-176 0,1-1-256 15,-3 2-120-15,7-4-49 0,-5 2-32 0,1-1-19 0,4-1-16 0,-3-1-14 16,3 2-15-16,0-2-17 0,0 0-16 0,0-2-16 0,-2 1-19 0,2-1-20 15,0-1-23-15,0 2-26 0,-3-2-25 0,3-2-27 0,0 2-28 0,-4-2-34 16,1 3-73-16,3-3-93 0,-4 2-93 0,-1 0-94 0,1 0-97 0,-1 3-94 16,-4 0-82-16,0 0-72 0,2-4-26 0,-2 4-2 0,0 0 5 0,-2-5 15 15,-2 4 23-15,-1-1 29 0,1-1 71 0,-1 0 89 0,-1 1 93 0,3 2 92 16,-3-1 97-16,-3 0 99 0</inkml:trace>
  <inkml:trace contextRef="#ctx0" brushRef="#br0" timeOffset="41917.94">12894 6497 135 0,'0'-1'435'0,"0"1"190"0,0 0 92 0,0 0 46 0,0 0 20 0,0 0 14 0,2 1 11 0,-2-1 11 16,0 0 11-16,0 0 7 0,0 0 8 0,0 0 7 0,0 2-93 0,0-2-138 15,0 0-161-15,0 3-175 0,0 0-78 0,4-1-34 0,-4 1-10 0,0 0-1 16,2 1 0-16,-2 1 2 0,0-1 4 0,3 2 3 0,-3 2 6 0,4 1 7 16,-2 1-2-16,1 1-3 0,-1 1 0 0,2 1-3 0,-4 2 0 0,5 0 2 15,-1 2-2-15,-1-1-1 0,-1 2 0 0,2 0-1 0,-2 2-3 0,1-1-3 16,-3 1-1-16,6 1-1 0,-6-2-2 0,3 1-1 0,-1-1-6 16,2 1-6-16,-4-1-10 0,5 0-78 0,-5 0-63 0,4 0 0 0,-4-1 0 0,3 1 0 15,-1 0 0-15,2 0 0 0,-2-1 0 0,-2 0 0 0,0 0 0 16,3-1 0-16,-3-1 0 0,0-1 0 0,4 0 0 0,-2 0 0 0,-2-1 0 15,0-1 0-15,0-1 0 0,0 0 0 0,0 0 0 0,0-1 0 0,0-2 0 16,0 1 0-16,0-2 0 0,0-1 0 0,0 1 0 0,0-2 0 16,0-3-114-16,0 1-299 0,0-1-107 0,0-3-128 0,0 0-129 0,0 0-127 15,0 0-121-15,0 0-118 0,0 0-31 0,0 0 5 0,-2-3 29 0,2 3 44 16,-4-4 58-16,4-1 65 0,-3 1 59 0,1-1 57 0,-2 1 100 0,2-1 126 16,-1 1 128-16,-1-1 130 0</inkml:trace>
  <inkml:trace contextRef="#ctx0" brushRef="#br0" timeOffset="52024.15">5678 8167 189 0,'0'-4'396'0,"-2"1"76"0,-2-2 41 0,4 2 27 0,-3 0 28 0,3 3 26 0,0-3 31 0,0 2 38 0,-2 1 36 16,-2-2 29-16,4 1 21 0,-5-1-32 0,5 1-60 0,-4-1-118 0,2 2-144 15,-1 0-68-15,-1-1-36 0,2 1-26 0,-1 0-23 0,-3 1-27 0,3-1-28 16,-3 2-36-16,3-2-34 0,1 3-24 0,-4 0-21 0,3-1-14 16,-3 3-10-16,1 0-6 0,-2 1-3 0,1 0-3 0,1 1-3 0,1 2 0 15,-5 0-3-15,4 2 2 0,-1 1 1 0,1 1 0 0,-4-1-2 16,5 3 2-16,-1 0 3 0,-1 0 0 0,3 0-3 0,-3 0-1 0,1-1-2 16,1 1 0-16,-1-3-3 0,5 0-2 0,-6 0-1 0,6-2-3 0,-3-1-1 15,3 0-4-15,0-1-2 0,0-1-5 0,0-1-6 0,0 0-2 0,0-1-1 16,3-1-3-16,-3 1-4 0,2-1-2 0,2-1 0 0,-4-1 1 0,5 1 2 15,-1-3 0-15,1 1 0 0,1-1 2 0,3-1 1 0,0 1 1 0,-4-3 2 16,8 0 2-16,-6 0 1 0,6-2 1 0,-4-1 5 0,2 0 2 0,1-1-4 16,-1-1 1-16,-2 1-2 0,2-2 0 0,-2 1-3 0,0 0 0 0,0 1 0 15,2 1-2-15,-7 0 1 0,5 0-2 0,-4 2-2 0,-1-1 1 0,-2 2-2 16,1 0-2-16,-1 2 1 0,-2 1 2 0,0 0 4 0,0 0 1 16,0 0 0-16,0 0 3 0,0 0 6 0,0 1 4 0,4 2 5 0,-4 0 8 15,0 0 4-15,0 2 4 0,0 1 4 0,-4 1 4 0,4 1 4 0,-2 1 2 16,2 1-1-16,0 1-1 0,-3 0-1 0,3 0-4 0,0 0-7 0,0 1-5 15,-2-2-7-15,-2 1-13 0,4-2-16 0,0 0-20 0,0-2-21 16,0-1-29-16,0-1-34 0,0-1-76 0,0 1-98 0,0-2-99 0,0 0-103 16,0-2-107-16,0 1-113 0,0-2-83 0,6-3-64 0,-3 0-27 0,3 0-2 15,-1-3 10-15,-1 0 14 0,1-2 24 0,4 1 30 0,-3-4 74 0,-3 1 95 16,6-1 103-16,-3 1 101 0,-1-1 110 0</inkml:trace>
  <inkml:trace contextRef="#ctx0" brushRef="#br0" timeOffset="52323.13">5991 8071 76 0,'-4'6'367'0,"4"-1"165"0,-4 2 88 0,2-1 57 0,2 3 35 0,-3 0 27 0,1 2 17 0,-2-2 15 0,4 1 6 0,-5 1 5 0,5-1 3 0,-4 1-1 0,3-1-87 16,-3 1-130-16,4 1-152 0,0-3-162 0,-4 1-90 0,4-2-62 0,-1 1-44 15,1-2-38-15,0 0-35 0,-4 0-32 0,4-3-32 0,0 1-27 16,0-1-22-16,0-1-23 0,0 0-18 0,0-3-17 0,4 2-7 0,-4-2-5 15,0 0 0-15,1 0 3 0,-1 0 8 0,4 0 11 0,-4 0 16 0,5-2 20 16,-5 2 21-16,4-1 23 0,1-1 24 0,1-1 20 0,-3 0 17 0,-1 0 17 16,2 0 10-16,1 0 5 0,-1-1 2 0,1-1 2 0,-1 1 2 0,-2-1-1 15,1 1 1-15,3 0 1 0,-3 0-15 0,-3 1-20 0,6-1-37 0,-6 1-47 16,3-2-49-16,-1 4-50 0,-2-2-63 0,4 1-63 0,-4 2-81 0,0 0-87 16,-4-3-40-16,2 0-18 0,2 3-8 0,-7-3-3 0,7 3 13 0,-5-1 18 15,-1 2 37-15,3 1 46 0,-3 1 48 0,1 0 51 0,1 3 63 0,3-2 62 16</inkml:trace>
  <inkml:trace contextRef="#ctx0" brushRef="#br0" timeOffset="52592.86">5924 8361 4 0,'0'3'261'0,"0"0"58"0,0 1 26 0,0-3 15 0,1 3 13 16,-1-1 10-16,4-2 11 0,-4 1 8 0,2-2 11 0,1 1 12 0,-3 1 11 16,4-1-15-16,-2 1-25 0,-2-1-85 0,3 0-108 0,-1-1-51 0,2 2-22 15,0 0-15-15,-3-1-11 0,3-1-6 0,0 2-2 0,-3-1-11 0,-1 1-13 16,4 1-14-16,-2-2-10 0,1 2-12 0,-3 0-8 0,0 0-5 0,0 2-7 15,0-1-4-15,0 0-5 0,0 1-2 0,0 1-1 0,0 2-2 0,-3-2-7 16,1 0 1-16,2 1 2 0,-4-1 4 0,3 2-1 0,-3-3 1 0,4 2-1 16,-4-1-1-16,4-1 0 0,-1 0 2 0,-3 0 1 0,4-1 0 0,0 1-3 15,0-2-2-15,-4 0-1 0,4-3 0 0,0 3 0 0,0 0 0 16,4-2 0-16,-4-1-1 0,0 2 3 0,0 1-1 0,4-2 2 0,-3 0 2 16,-1-1-1-16,4 2 3 0,-4 0-1 0,4-1 2 0,-3 1 1 0,3-2 0 15,-4 0 0-15,2 1-9 0,1-1-14 0,1 0-23 0,-4 0-24 16,2 0-36-16,3 0-36 0,-1-1-53 0,1 1-62 0,-5 0-79 0,4-3-85 15,1-1-41-15,1-1-16 0,-3 0-9 0,3 1-4 0,3-2 10 0,-4-2 12 16,1-1 21-16,3 2 26 0,0-4 32 0,3 2 36 0,-1 0 55 0,-2 0 61 16</inkml:trace>
  <inkml:trace contextRef="#ctx0" brushRef="#br0" timeOffset="53295.79">6291 8218 189 0,'0'-3'308'0,"0"3"45"0,0 0 25 0,0 0 23 0,0 0 18 16,0 0 26-16,0 0 27 0,0 0 44 0,0 0 51 0,0 0 54 0,0 0 60 15,0 0-17-15,0 0-51 0,0 0-65 0,0 0-74 0,0 0-32 0,0 0-16 16,0 0-15-16,0 0-13 0,0 0-25 0,0 0-25 0,0 2-44 0,-4 1-50 16,4 1-54-16,-5-1-57 0,1 3-41 0,2 0-33 0,-5 0-21 0,5 3-18 15,-3-1-16-15,-4 1-17 0,5 1-15 0,-1-2-14 0,-4 0-16 0,3 2-16 16,3-3-17-16,-3 1-18 0,3-2-16 0,1-1-22 0,-2 0-17 0,2-2-20 15,-1 2-15-15,3-2-13 0,0-1-10 0,-4 0-7 0,4-2-1 0,0 0 3 16,0 0 11-16,0 0 11 0,0 0 17 0,0 3 16 0,0-3 17 0,4 0 20 16,-4 2 17-16,0-2 21 0,3 1 18 0,-3-1 16 0,2 2 15 0,2-2 17 15,-2 1 17-15,1-1 14 0,1 0 16 0,-2 2 14 0,-2-1 21 16,3 1 20-16,-3-2 21 0,0 0 18 0,4 3 22 0,-2-1 16 0,-2 2 13 16,0 0 11-16,3-1 7 0,-3 3 5 0,-3 0 4 0,3 0 0 0,0 0-10 15,0 2-16-15,-2-1-19 0,-2 1-17 0,4-1-20 0,0-2-22 16,-3 1-19-16,1 0-17 0,2-2-13 0,-4-1-15 0,4 1-9 0,0-2-7 15,-3 1-14-15,3-3-14 0,0 0-5 0,3 3-1 0,-3-3-2 0,0 2-5 16,0-2-2-16,6-2-3 0,-3 1-6 0,3-1-8 0,-1-1-10 0,2 0-10 16,-1 0-10-16,-1-3-12 0,4 2-5 0,-3-2-3 0,3 0-3 0,-4-2 5 15,4 2-1-15,-3 0 1 0,-1 0 3 0,2 0 2 0,-1 2 6 0,-1-1 8 16,-1 1 9-16,-2 0 11 0,1 2 13 0,-3 2 13 0,4-2 14 0,-4 2 12 16,0 0 14-16,0 0 16 0,0 0 15 0,0 0 17 0,0 0 12 0,0 0 13 15,0 2 10-15,0 0 8 0,-4 3 8 0,4-2 6 0,0 2 1 16,-3 0 1-16,3 0-6 0,-6 1-3 0,6 0-11 0,-2 0-13 0,-1-1-11 15,3 1-16-15,-4-3-10 0,4 1-17 0,-2-1-10 0,2 0-10 0,-3-1-8 16,3-2-9-16,0 0-8 0,0 0-8 0,0 0-7 0,3 3-4 16,-3-3-11-16,0 0-10 0,0 0-12 0,0 0-15 0,2 0-9 0,-2 0-10 15,4 0-8-15,-4 0-6 0,5 0-9 0,-5-2-4 0,6 1-6 0,-3-1-2 16,1-1 3-16,-2 2 2 0,1-2 7 0,3 0 8 0,-3 0 12 0,3 0 9 16,-5 0 11-16,3 0 10 0,2 0 12 0,-3-1 7 0,1 3 9 0,-2-2 11 15,1 2 11-15,-1 1 13 0,2 0 13 0,-4 0 13 0,5 0 19 0,-1 1 23 16,-4 1 23-16,5-1 25 0,-5 2 20 0,6-1 19 0,-6 2 13 0,3-1 11 15,-1 2 4-15,2-2 3 0,-1 1-1 0,-1 1-1 0,-2-2-6 0,4 1-8 16,-4-1-19-16,0 0-21 0,0 0-19 0,0-1-24 0,0 1-19 16,0-3-19-16,0 0-18 0,0 3-16 0,0 0-31 0,0-3-34 0,0 2-73 15,-4 0-90-15,4-2-72 0,0 0-69 0,-2 2-76 0,-1-1-81 0,3-1-89 16,-4 2-95-16,4-2-44 0,-5 1-20 0,5-1-4 0,0 0 4 16,0 0 23-16,0 0 34 0,-2-3 68 0,2 3 87 0,0 0 73 0,2-6 66 15,1 0 77-15,3 2 80 0</inkml:trace>
  <inkml:trace contextRef="#ctx0" brushRef="#br0" timeOffset="54605.33">6900 8157 210 0,'2'-3'351'16,"2"1"62"-16,-4 1 39 0,5-1 37 0,-5 2 35 0,0 0 46 0,4 2 53 0,-4-2 45 0,0 0 45 0,0 3 28 0,0 0 20 15,-4 0-45-15,4 1-75 0,-2 2-96 0,-1 0-106 0,-3 1-58 0,3 3-36 16,-3-2-35-16,1 3-33 0,-4 1-46 0,5-1-50 0,-5 2-46 0,2-3-43 15,-2 3-26-15,3-1-19 0,-3 0-12 0,0-2-8 0,4 0-6 0,-4 0-2 16,3-2-4-16,-1 2-1 0,2-4-1 0,-1 1-1 0,3-1 2 0,1-1 4 16,-2-2-3-16,4-1-6 0,0 2-5 0,0-4-2 0,0 0-4 0,0 0-1 15,0 0-1-15,0 0-2 0,0 0-2 0,0 0-1 0,6 0-1 16,-3-2-2-16,1 0-3 0,1 1-5 0,1 0 4 0,-1-2 4 0,-1 0 4 16,5 1 4-16,-4-2-1 0,1 1 2 0,-1 1 2 0,2-1-2 0,-1 0 0 15,-4 2 1-15,1-2 1 0,3 1 2 0,-6 2 1 0,0 0-1 0,0 0 1 16,0 0-1-16,0 0 1 0,3 2-1 0,-3-2 1 0,0 3 1 0,0 0 1 15,-3 1 2-15,3 2 2 0,-2-1-1 0,-2 2 1 0,4-1-4 16,-5 2 1-16,5 1 1 0,-4-2-2 0,-1 0 1 0,1 1-2 0,4 0 1 16,-5-2-1-16,5 0-3 0,-4-2-1 0,2 1 1 0,2-2 0 0,-3 0 0 15,3 0 0-15,0-3 1 0,0 1-2 0,0-1-1 0,0 0 1 0,0 0-1 16,0 0 1-16,0 2-2 0,0-2 1 0,0 0 2 0,3 1 0 0,-3-1-1 16,2 0-1-16,-2 0 1 0,4 0-1 0,-1 0-1 0,-1-1-4 0,2-1-8 15,1 2-17-15,-1-3-19 0,1 0-47 0,1 0-58 0,-1-1-66 0,2-1-75 16,-1-1-56-16,-1-1-54 0,4-2-47 0,0 0-44 0,-3-2-44 0,3 1-42 15,2-3-43-15,-4 2-44 0,0-3-27 0,2 0-22 0,0 0 27 0,0-1 51 16,2 0 62-16,-2 0 70 0,0-1 58 0,0 0 52 0,2 1 48 16,2 0 47-16,-2 2 42 0,-2-1 44 0,1 1 48 0</inkml:trace>
  <inkml:trace contextRef="#ctx0" brushRef="#br0" timeOffset="54927.19">7130 8090 67 0,'5'-5'285'0,"-1"0"59"0,1 2 37 0,-1 0 30 0,2 3 28 16,-3 0 39-16,-1 2 41 0,-2-1 52 0,0-1 50 0,0 3 43 0,0 2 38 15,-2-1-9-15,-1 2-31 0,-3-1-78 0,2 2-98 0,-1 1-51 0,0 1-31 16,-4 0-26-16,3 3-23 0,-3-2-35 0,0 4-44 0,4-2-45 0,-4 3-52 15,-2-2-41-15,2 0-37 0,0 1-26 0,0 0-20 0,0-1-14 0,0-1-12 16,1 0-12-16,1-2-11 0,-2 1-14 0,4-2-16 0,-1-1-26 0,1-1-27 16,1-1-40-16,-1-1-46 0,5-2-45 0,-4 0-45 0,4-3-30 0,0 0-23 15,0 0-16-15,0 0-13 0,0 0-3 0,4 0 0 0,-1-3 6 0,-1 1 10 16,2-1 22-16,1 0 28 0,1-2 37 0,-3 3 47 0,3-4 43 16,-1 3 42-16,-1-2 31 0,1 1 27 0,1-1 20 0,-3 2 20 0,3-1 27 15,-3 2 25-15,-1-1 26 0,2 3 30 0,-1 0 33 0,-1 0 38 16,2 0 35-16,-4 3 32 0,1-1 26 0,3 2 19 0,-4-1 10 0,4 2 6 15,-2 1 2-15,-2 0-8 0,0 0-15 0,3 1-20 0,-3 1-25 0,0-1-25 16,4 1-34-16,-2-1-36 0,-2-1-38 0,0 2-34 0,3-2-31 0,-3 0-34 16,0 0-40-16,0-2-42 0,2 0-54 0,-2 0-61 0,4-1-54 0,-4-2-52 15,0-1-47-15,3 2-40 0,-3-2-43 0,2 0-45 0,2-2-50 0,-3 1-51 16,3-2-53-16,2-3-54 0,-3 1-2 0,3-1 21 0,-3-1 44 0,3-1 53 16,-1-1 53-16,-1 0 53 0,1-2 43 0,0 3 42 0,1-2 42 0,1 3 46 15,-1 0 52-15</inkml:trace>
  <inkml:trace contextRef="#ctx0" brushRef="#br0" timeOffset="55092.42">7235 8232 12 0,'0'-3'246'0,"4"0"71"0,-4 1 40 0,5 0 25 0,-5 1 22 16,5 2 20-16,-1 1 27 0,0-2 30 0,-3 0 28 0,5 2 29 0,-6-2 22 15,3 0 17-15,3 0-56 0,-2 0-92 0,-3 0-73 0,3 0-68 16,0 0-36-16,-3 0-25 0,3-2-24 0,-2 2-23 0,-2 0-52 0,3 0-65 16,-3-2-70-16,0 2-74 0,0 0-66 0,0 0-59 0,0 0-60 0,0 0-56 15,0 0-62-15,0 0-60 0,0 0-59 0,0 0-59 0,0 4-25 0,-5-3-8 16,1 4 22-16,3-2 32 0,-3 1 39 0,-1 1 47 0,-1 1 42 0,-1-2 41 15,1 2 49-15,1 2 47 0,0-2 56 0</inkml:trace>
  <inkml:trace contextRef="#ctx0" brushRef="#br0" timeOffset="55376.93">7128 8382 148 0,'-3'3'286'0,"-1"0"43"0,4-2 16 0,0-1 17 0,0 1 13 16,4 1 11-16,-4 0 13 0,5-1 15 0,-1-1 12 0,-3 0 13 16,3-1 15-16,1-1-39 0,-1 0-61 0,2 1-73 0,-3 0-73 15,3-1-33-15,-1-1-14 0,0 2-9 0,-1-1-8 0,1-1-10 0,-1 2-12 16,-2-1-10-16,2 0-11 0,1 2-8 0,-1-1-5 0,-4 1 0 0,0 0 1 15,0 1 2-15,1 1 0 0,-1 1 6 0,0 0 5 0,0 0 3 0,-1 2 5 16,1-3 13-16,-4 5 13 0,4-1 14 0,-5 1 14 0,1 1 8 0,2-1 0 16,-2 1-1-16,-1-1-5 0,1-1-5 0,3 2-9 0,-3-1-4 0,-1-1-5 15,5 0-9-15,-4-1-9 0,4-1-15 0,-2-1-16 0,2 0-14 0,-3 0-16 16,3-3-12-16,0 3-7 0,3-1-6 0,-3-1-4 0,2 1-5 0,-2-1-5 16,4 0-2-16,-4-1-4 0,5 2-1 0,-1-2 2 0,-3 0 0 0,3 2-3 15,1-1-2-15,-1-1 1 0,2 0-7 0,-3-1-9 0,3-1-24 0,-1 2-34 16,0-2-57-16,3 1-74 0,-7 0-75 0,8-2-71 0,-3 1-83 15,-2-1-84-15,1 0-92 0,0-2-97 0,-1 1-43 0,1 0-20 0,1-1-6 16,1-1 4-16,-1 0 18 0,-1 0 29 0,4-1 59 0,-4-1 72 0,4 2 73 16,1-1 70-16,-5 1 82 0,6-2 85 0</inkml:trace>
  <inkml:trace contextRef="#ctx0" brushRef="#br0" timeOffset="56104.54">7452 8358 70 0,'-4'4'309'0,"4"-2"88"0,0 1 53 0,0 0 39 16,4-2 38-16,-2 0 39 0,1-1 36 0,-1 2 37 0,2-2 29 0,1 0 18 15,1-2 19-15,1 1 12 0,-2 0-77 0,1-2-122 0,3 1-93 0,-4-1-84 16,4 2-49-16,-3-4-35 0,3 2-40 0,-4-1-36 0,2 1-37 0,-1-2-41 16,3 2-26-16,-4-2-23 0,1 1-26 0,-1 0-30 0,2 1-29 0,-1-2-29 15,-1 2-40-15,-1-1-50 0,-2 1-46 0,1-2-51 0,-1 2-37 0,2-1-34 16,-4 1-27-16,3 0-26 0,-3-2-21 0,0 2-18 0,0-2-4 0,-3 3 2 15,3-3 12-15,0 2 16 0,-4-3 32 0,2 3 38 0,-1-1 45 0,3-1 45 16,-6 1 40-16,3-1 36 0,1 1 36 0,-2-1 32 0,-1 2 32 0,1-2 30 16,-1 3 24-16,1-1 21 0,2 0 19 0,-1 1 20 0,1 1 13 0,-2-1 14 15,4 2 8-15,-3 0 10 0,3 0 4 0,0 0 6 0,-2 0 7 0,2 3 8 16,0-1 12-16,-4 2 14 0,4-1 15 0,0 3 16 0,0 2 18 0,-2-1 16 16,2 2 18-16,-3 0 18 0,3 2 14 0,-4 1 8 0,4 0 2 0,0 0 2 15,-2 1-8-15,-1-1-10 0,3 2-20 0,-4-2-18 0,2 0-25 16,2 0-26-16,-3-2-25 0,3 1-27 0,-2-1-28 0,2-1-26 0,-4 0-18 15,4 2-16-15,0-4-12 0,-3 1-7 0,1-2-8 0,2 1-6 0,0-2-6 16,-4 1-6-16,4-2-8 0,0 1-5 0,0-2-11 0,0 0-11 16,0-3-11-16,0 0-15 0,0 0-13 0,0 0-14 0,0 0-18 0,0 0-20 15,0 0-18-15,0 0-14 0,0 0-10 0,0 0-4 0,-2-2-6 0,-1-1-3 16,3 2-3-16,0-2-3 0,-4 1 0 0,4-1 0 0,0 0 2 0,0 0 0 16,0 0 7-16,0 0 6 0,0-2 4 0,0 3 7 0,0-3-2 0,0-1 0 15,0 0-3-15,4 2-3 0,-4-2-2 0,0-2 2 0,3 2-2 0,-1-1-2 16,2-1 3-16,-2-1 1 0,1 1 2 0,1 1-5 0,-2 0-1 0,1-1-5 15,3 2-7-15,-3-1-6 0,-1 1-20 0,2 0-23 0,1 0-23 0,-1 1-20 16,-4-1-5-16,2 3 9 0,1-3 7 0,1 3 9 0,-2-1 12 0,-2 1 16 16,3 0 14-16,-3 3 18 0,2-5 13 0,2 2 24 0</inkml:trace>
  <inkml:trace contextRef="#ctx0" brushRef="#br0" timeOffset="56683.9">7696 8226 15 0,'4'3'238'0,"-4"0"81"0,2 0 42 0,-2 0 31 0,0 1 27 0,0-1 28 0,0 2 34 0,0-2 33 16,0 2 40-16,0 2 43 0,0-3 34 0,0 2 26 0,0 0-51 0,-2 0-85 16,2-1-78-16,0-1-77 0,-4 1-43 0,4-1-28 0,0 1-32 0,0-2-27 15,0-1-40-15,0 2-46 0,0-4-44 0,0 3-49 0,0-2-42 0,4 1-39 16,-2-1-30-16,-2-1-26 0,3 0-24 0,3-1-26 0,-6 1-20 0,5-3-20 15,-1 0-17-15,1-1-14 0,1 2-6 0,1-3 2 0,-2 1 4 0,1-1 7 16,-1 1 4-16,0-1 8 0,3 1 8 0,-3-1 13 0,-1 2 17 0,1 0 22 16,-5 0 20-16,6 2 21 0,-6 1 17 0,0 0 18 0,0 0 13 0,0 0 10 15,0 3 9-15,0-2 11 0,0 4 19 0,0-1 21 0,-4 2 23 0,2 0 22 16,2 0 21-16,-3 2 20 0,1-1 22 0,-2 1 16 0,0 0 17 0,3 0 15 16,-3 0 8-16,0-1 6 0,3 1 3 0,-3-2-2 0,2 0-8 0,-1 0-11 15,3-2-16-15,-4 0-16 0,2 1-18 0,2-3-19 0,0 1-20 0,0-3-19 16,0 0-17-16,0 0-19 0,0 0-13 0,0 0-13 0,0 0-13 0,0 0-10 15,0 0-10-15,0 0-8 0,0 0-10 0,2 0-10 0,2-2-19 0,-1 2-20 16,-1-3-26-16,2 2-27 0,-3-3-26 0,3 0-25 0,0 0-20 16,-3 1-18-16,3-2-9 0,2-1-1 0,-3 0 0 0,3 2 4 0,-1-3 8 15,0 2 10-15,3 0 18 0,-3-1 20 0,1 0 26 0,-1 0 29 16,4 2 28-16,-5-1 25 0,5 1 23 0,-4-1 18 0,1 1 10 0,-1-1 8 16,-1 2 3-16,1 0 2 0,-1 0 1 0,-3 2 0 0,3-1 0 0,0 1 1 15,-3-1 2-15,-1 1 3 0,0 1 5 0,0 0 4 0,4-2 9 0,-4 2 9 16,0 0 16-16,0 0 14 0,0 0 20 0,0 0 21 0,0 0 24 0,0 2 26 15,0-2 18-15,2 3 12 0,-2 0 7 0,0 0 6 0,0 0-2 0,0 1-4 16,-2-1-4-16,2 2-10 0,0-1-13 0,0 1-14 0,0-1-22 0,-4-1-23 16,4 2-23-16,0-2-23 0,0 1-23 0,0-1-23 0,0 0-20 0,0 0-25 15,0 0-26-15,-1-1-32 0,1-2-30 0,0 3-35 0,0-1-31 0,0-2-27 16,0 0-28-16,0 4-30 0,0-3-31 0,0 2-31 0,0-3-35 0,0 3-28 16,0-3-31-16,0 0-28 0,0 0-24 0,0 0-22 0,0 0 8 0,0 0 19 15,0 0 28-15,0 0 25 0,0 0 30 0,1-6 26 0,3 3 32 0,-4-1 33 16,5 1 38-16,-1 0 35 0,-2 0 44 0</inkml:trace>
  <inkml:trace contextRef="#ctx0" brushRef="#br0" timeOffset="56933.57">8029 8337 232 0,'0'1'314'0,"0"-1"33"0,2 2 20 0,1-1 19 0,-3-1 22 16,6 2 26-16,-6-1 26 0,3-1 26 0,1 0 17 0,-2 0 17 0,3 0-11 0,-1 0-16 0,1 0-82 0,1 0-113 15,1-1-55-15,-2 1-30 0,1-2-22 0,3 2-18 0,-4 0-22 0,4-1-25 16,-3 1-24-16,-1-2-28 0,4 2-18 0,0-1-14 0,-3-1-17 0,1 0-16 16,-2 1-16-16,4 0-20 0,-3 1-21 0,-1-2-24 0,1 1-24 0,-3-1-26 15,3 1-29-15,-6-1-27 0,5 1-33 0,-5-1-33 0,4 1-38 0,-1-1-42 16,-3 2-40-16,2-2-45 0,-2 2-38 0,0 0-37 0,-2-5-6 0,2 5 11 16,0-5 19-16,-3 1 25 0,3 4 26 0,0-5 27 0,-4 1 32 0,4 4 35 15,0 0 38-15,0 0 41 0,4-5 47 0</inkml:trace>
  <inkml:trace contextRef="#ctx0" brushRef="#br0" timeOffset="57139.86">8235 8262 153 0,'4'0'301'0,"-4"0"33"0,3 0 20 0,-1 1 11 0,-2-1 10 0,4 0 12 16,-4 0 14-16,0 3 16 0,2-1 27 0,1-1 29 0,-3 1 25 0,4 1 23 15,-2-2-65-15,-2 2-102 0,3 0-39 0,-1-1-4 0,2 1 0 16,-1 0 5-16,-1-2-2 0,-2 2-2 0,4 0-7 0,-1 0-10 0,-1 0-21 16,2 0-24-16,-2 0-29 0,-2 2-31 0,3-3-24 0,-3 0-19 0,0 1-26 15,4 0-23-15,-2-1-16 0,-2 1-18 0,0-2-8 0,3 1-8 16,-3-2-8-16,0 2-3 0,0-2-8 0,0 2-10 0,0-2-11 0,0 0-16 15,0 0-19-15,0 0-22 0,0 0-26 0,0 0-31 0,0 0-39 0,0 0-41 16,0 0-46-16,0 0-48 0,0 0-37 0,0 0-38 0,-3 0-28 0,3 0-31 16,0-2-23-16,0 1-23 0,-2 0-20 0,-2-2-15 0,4 3-38 0,-3-5-45 15,1 2 4-15,-2-2 29 0,-1 1 36 0,1 0 44 0,-1-1 37 0,-1 0 35 16,3 3 31-16,-3-3 32 0,1 2 33 0,1-1 34 0,-1-1 35 0,1 2 35 16</inkml:trace>
  <inkml:trace contextRef="#ctx0" brushRef="#br0" timeOffset="57532.6">8201 8125 18 0,'0'-4'205'0,"0"1"39"0,3 0 18 16,-3 0 14-16,2-1 12 0,-2 2 8 0,0 0 10 0,0-1 9 0,0 3 10 16,0 0 14-16,0 0 12 0,0 0-17 0,0 0-28 0,0 0-44 0,0 0-50 15,0 3-12-15,0 1 12 0,0 1 23 0,0 0 28 0,0 1 34 16,0 0 36-16,0 1 25 0,0 2 20 0,0 0 10 0,0 1 4 0,0 1 3 15,0 0-5-15,0 1-4 0,0 0-9 0,0-1-15 0,0 3-22 0,-2 0-30 16,2-2-33-16,0 2-37 0,-3 0-44 0,3 0-29 0,0-1-27 16,0 1-20-16,-4-1-15 0,4 1-12 0,0-1-9 0,0 2-12 0,0-1-12 15,0-1-9-15,0 0-10 0,0 3-7 0,0-4-7 0,-2 1-3 0,2 1-3 16,0-2-4-16,0 0-2 0,0-2-5 0,-3 1-2 0,3-2-4 0,0-2-2 16,0 1-4-16,0-1-1 0,0-1 0 0,0-1-3 0,0-2-1 0,0 0-7 15,-2-1-5-15,2-2-5 0,0 4-6 0,0-4-5 0,0 0-5 0,0 0-7 16,0 0-5-16,0 0-7 0,0 0-5 0,0 0-8 0,0 0-11 0,0 0-11 15,0 0-20-15,0 0-25 0,0 0-32 0,0 0-36 0,0-4-45 0,0 0-44 16,-4 0-43-16,4-1-39 0,0 0-32 0,0 1-29 0,0-2-26 0,-3 0-27 16,3 0-19-16,0-1-18 0,0 1-7 0,0-2-7 0,0-1-10 0,0 2-16 15,-2-2 22-15,-2-2 33 0,4 2 42 0,0 0 43 0,-3 0 37 0,1 2 33 16,2-2 34-16,0 1 33 0,0 1 32 0,0 1 34 0,0 1 32 0</inkml:trace>
  <inkml:trace contextRef="#ctx0" brushRef="#br0" timeOffset="57714.28">8172 8392 30 0,'0'0'246'0,"0"0"47"16,-4 2 23-16,4-2 13 0,0 0 12 0,0 0 10 0,0 0 12 0,0 1 12 15,0-1 16-15,-5 0 17 0,5 0 19 0,0 0-9 0,0 0-13 0,-6 2-55 16,6-2-65-16,-3 1-18 0,1-1 5 0,-2 2 12 0,1 1 14 0,1-2 8 16,-2 2 8-16,-1 2 0 0,1-2-4 0,-1 1-10 0,-1 2-11 0,1 0-20 15,-4 0-22-15,0 2-25 0,0-1-26 0,0 1-26 0,0 1-29 16,2 0-32-16,-3-2-37 0,1 2-43 0,0 0-50 0,0-1-59 0,4-1-63 16,-4 1-58-16,3-2-59 0,-3 0-46 0,6-2-42 0,-3 1-37 0,5-1-36 15,-3 1-33-15,4-3-33 0,-4 0-21 0,4-2-23 0,0 0-8 0,0 0-9 16,0 0 8-16,4-3 15 0,0-1 33 0,-3 1 44 0,5-3 39 0,1-2 33 15,-2 1 35-15,4-1 36 0,-3 1 30 0,5-1 30 0,-2-2 33 0,3 2 29 16,-1-1 38-16</inkml:trace>
  <inkml:trace contextRef="#ctx0" brushRef="#br0" timeOffset="57825.23">8105 8452 85 0,'9'-6'273'16,"-2"2"60"-16,2 1 41 0,-2 0 29 0,-1 1 29 0,-1 2 26 0,1 2 29 15,-3-1 33-15,3 1 33 0,-3 1 34 0,-1 0 33 0,2 1-14 0,1 1-32 16,-5-1-77-16,6 1-97 0,-3-1-54 0,-3 2-40 0,6-1-37 0,-6 0-38 16,5 0-65-16,-5 0-75 0,4-1-88 0,-4 0-94 0,5 1-90 0,-5-2-87 15,4 0-85-15,1-1-85 0,-5-2-88 0,0 0-87 0,4-2-40 16,1 1-15-16,1-2 0 0,-3-2 9 0,-1 1 34 0,5-1 47 0,-5-2 56 15,2-1 59-15,1 1 58 0,1-1 54 0,-3 1 63 0,3-2 66 0</inkml:trace>
  <inkml:trace contextRef="#ctx0" brushRef="#br0" timeOffset="58312.43">8353 8302 147 0,'0'-3'301'16,"0"1"47"-16,0 2 21 0,0 0 15 0,5-1 10 0,-5 1 15 0,0 0 13 15,4 0 17-15,-2-1 16 0,1 1 10 0,3 0 7 0,-6 0-46 0,5-2-69 16,-1 2-88-16,1 0-93 0,-1-1-47 0,1 1-22 0,-1 0-20 0,1 0-20 15,1-2-19-15,-3 2-24 0,3 0-29 0,-3-1-31 0,3 1-29 0,-5 0-28 16,7 0-21-16,-6 0-22 0,1 0-20 0,3 0-18 0,-6 0-14 0,0 0-17 16,0 0-11-16,0 0-10 0,0 0-10 0,0 0-9 0,0 3-6 0,0-2-4 15,-6 2 4-15,3 0 4 0,1 0 5 0,-6 0 5 0,3 2 10 0,0-2 13 16,1 1 27-16,-1 1 29 0,-4-1 45 0,3 2 50 0,1 0 48 0,1-1 46 16,-1 1 43-16,1-2 41 0,-1 2 32 0,3-1 28 0,-2-1 28 0,1 0 24 15,3 1 15-15,0-2 11 0,-2 2-1 0,2-2-4 0,0-2-15 0,2 0-22 16,-2 3-17-16,3-3-21 0,-3-1-9 0,6 0-10 0,-3 0-1 0,-1 0-2 15,5 0 1-15,-5-1 5 0,4-1 0 0,1 0 0 0,-2 2-3 0,1-2-3 16,-3 0-5-16,3 1-4 0,-1-1-4 0,0 1-4 0,-1-1 1 16,2 1-1-16,-3 1 8 0,3-2 9 0,-3 2 14 0,-1 2 16 0,2-1 15 15,-1 1 11-15,-1-1 9 0,2 4 8 0,-3-3 7 0,-1 3 7 16,4 1 2-16,-4 1 0 0,0 1-8 0,4 1-10 0,-4 0-17 0,0 0-21 16,0 0-24-16,0 0-24 0,0 0-20 0,0 2-19 0,0-2-13 0,0 0-10 15,-4 0-9-15,4-2-9 0,0 1-8 0,0-2-8 0,0 0-2 0,0-1-2 16,-4 2-2-16,4-4-1 0,0 1 3 0,0 0 2 0,0-2 1 0,0 1 1 15,-1 0 1-15,1-1-2 0,0-2-2 0,-4 3 1 0,4-3-1 0,-2 1-1 16,-1 1-1-16,3-2-4 0,-4 0-2 0,2 0-7 0,-1 0-8 0,-1 0-8 16,2 0-12-16,-1-2-12 0,1 2-15 0,-2-1-15 0,0-1-27 0,3 1-32 15,-3-1-64-15,4-1-81 0,-2 0-80 0,2 1-76 0,0-2-72 0,0 0-68 16,2 1-82-16,2-2-88 0,-3-1-48 0,3 0-31 0,2-1-7 0,-3 1 8 16,3-2 18-16,-1 0 31 0,4 3 61 0,-4-3 81 0,3 2 77 0,-1-1 78 15,2-1 73-15,4 4 74 0,-4-2 85 0</inkml:trace>
  <inkml:trace contextRef="#ctx0" brushRef="#br0" timeOffset="58699.84">8714 8524 219 0,'0'-6'336'0,"0"2"56"0,2-1 37 0,2 2 40 0,1-2 41 0,-1 3 43 0,1-3 43 0,1 2 36 0,1-1 35 16,0 0 22-16,-3-1 20 0,5-1-44 0,0 1-75 0,-4 1-83 0,4-2-86 16,-3 1-47-16,3 1-30 0,0 1-34 0,-2-2-35 0,2 2-35 0,0 0-37 15,-3 2-33-15,3-1-29 0,-4 1-20 0,4-1-13 0,-3 2-11 0,3 0-5 16,-2 0-1-16,-2 2-4 0,1-1-2 0,-1 2-1 0,-1 2 5 0,1-1 10 15,1 1 6-15,-3 2 4 0,3 1 8 0,-1-1 8 0,-5 4 1 0,4 1 3 16,-1 0-2-16,-3 1-2 0,0 1-4 0,0 1-5 0,-3-2-3 0,3 2-4 16,-4-1-10-16,2 1-16 0,-1-2-11 0,-3 1-12 0,3-1-12 0,-3-1-11 15,1-1-18-15,1-1-20 0,-1-1-23 0,1-1-25 0,-1-1-24 0,-4 0-22 16,3-2-21-16,1 1-20 0,-1-3-25 0,-3 1-24 0,4-2-46 16,-4 0-54-16,3-1-72 0,-1-2-79 0,-2-1-60 0,4-1-48 0,-1-1-37 15,1-2-32-15,1-1-26 0,-1-3-27 0,5 0-37 0,-4-4-47 0,2-1-11 16,-1 0-2-16,3-3 34 0,0 0 49 0,0 0 72 0,0-1 80 0,0-2 66 15,3 0 62-15,-3 1 55 0,2-1 52 0,2 0 48 0,-1 2 45 16</inkml:trace>
  <inkml:trace contextRef="#ctx0" brushRef="#br0" timeOffset="58865.38">8816 8333 262 0,'3'-8'396'0,"-1"0"75"0,2 4 55 0,-4 1 43 0,0 3 40 0,3 0 41 15,-1 3 37-15,-2-2 33 0,0 2 26 0,0 2 20 0,0-2 16 16,-2 3-53-16,-1 1-82 0,3 1-107 0,-4 1-123 0,2 0-70 0,-1 1-51 16,-3 2-44-16,1 0-38 0,1 0-40 0,-1 0-39 0,-1 0-36 0,-1-1-32 15,2-1-29-15,-1 2-28 0,1-1-38 0,-1-1-41 0,-1-1-66 0,2 0-81 16,-4 0-77-16,3 0-74 0,1-1-68 0,1-1-62 0,-5-1-67 0,4 0-65 15,-1-1-64-15,1-3-63 0,0 2-23 0,-3-3-2 0,8-1 19 0,-5 0 28 16,5 0 61-16,-6-3 74 0,3 1 72 0,1 0 74 0,-2-3 66 0,4 5 61 16,0-6 69-16</inkml:trace>
  <inkml:trace contextRef="#ctx0" brushRef="#br0" timeOffset="59030.33">8695 8463 51 0,'1'-5'289'16,"3"2"83"-16,-2 2 57 0,1-1 40 0,-3 2 55 0,4 2 57 0,1-1 56 15,-3 2 53-15,2-1 36 0,1-1 28 0,-1 1 23 0,-2 0 19 0,5 2-65 0,-5-1-104 16,5 0-84-16,-2 0-75 0,1 0-50 0,-1 1-42 0,-1-1-50 0,1 2-59 15,1-2-53-15,-1 2-53 0,2 0-38 0,-1-2-30 0,-1 2-24 16,-1 1-23-16,1-2-25 0,1 1-24 0,-3-1-28 0,3 1-34 0,-1-1-64 16,-1-1-82-16,1 2-93 0,-1-2-96 0,-2 0-95 0,1-1-96 0,-3-2-92 15,4 2-90-15,-4-2-37 0,0 0-16 0,2 2-1 0,-2-2 6 16,0 0 19-16,9-2 24 0,-6 2 60 0,3-3 81 0,-4 2 92 0,1-2 98 16,3 0 96-16,-3 0 95 0</inkml:trace>
  <inkml:trace contextRef="#ctx0" brushRef="#br0" timeOffset="59674.38">9452 8325 213 0,'0'0'366'0,"0"0"85"0,0 0 63 0,0 0 67 0,2 3 66 0,-2 1 48 0,4 2 41 0,-4 2 27 0,0-1 26 0,0 1 18 0,0 2 16 16,0 1-44-16,0-1-69 0,0 2-91 0,0 0-104 0,0 0-62 0,0 2-46 15,0-1-46-15,0 1-51 0,-4-1-31 0,4 1-22 0,-2 2-20 0,-1-1-17 16,3 0-14-16,-2 0-10 0,2 0-13 0,-4 0-13 0,4 0-17 0,-3 0-17 15,3-1-19-15,0-1-21 0,-2-1-28 0,2-1-35 0,-4-1-36 0,4 1-38 16,0-4-40-16,0-1-38 0,0-1-33 0,0-1-28 0,0-1-31 0,0-3-31 16,0 3-69-16,0-3-85 0,0 0-93 0,6-1-94 0,-6-2-90 0,3 1-82 15,3-2-68-15,-1-4-55 0,-1-1-10 0,1 0 13 0,-1-1 19 16,1-2 21-16,1 0 27 0,1-1 29 0,0 0 70 0,-3 0 83 0,1-1 96 16,1 2 96-16,3 2 100 0,-6-1 100 0</inkml:trace>
  <inkml:trace contextRef="#ctx0" brushRef="#br0" timeOffset="60120.87">9642 8452 220 0,'2'3'435'0,"-2"-1"111"0,4-1 87 0,1 1 57 0,-1-2 45 16,1 1 25-16,4 1 23 0,-3-2 13 0,3 0 13 0,0 0 6 0,2-2 9 16,-2 1-49-16,2-1-73 0,-2-1-132 0,3 0-166 0,-1 2-108 0,-2-4-84 15,2 4-57-15,2-4-41 0,-2 2-27 0,-2-1-21 0,3-1-14 0,-5 2-10 16,6-1-6-16,-4 1-9 0,0-2-6 0,-2 2-4 0,2-1-8 0,1 1-8 15,-5-2-8-15,0 2-13 0,3 0-13 0,-7 0-16 0,3 2-34 0,0-2-35 16,-3 0-67-16,-1 1-74 0,0 2-66 0,4-3-65 0,-4 3-48 0,-4-3-44 16,4 1-36-16,0 1-34 0,-5 0-24 0,5-2-21 0,-4 0-11 0,-1 1-11 15,0-2 7-15,1 1 9 0,-1-1 42 0,-1 0 56 0,1 1 66 0,-3-1 70 16,3 1 73-16,-4-2 74 0,4 2 77 0,-1-1 76 0,2 2 68 0,-1-1 62 16,1 2 52-16,3 1 47 0,-3 0 46 0,2 1 42 0,-1 1 43 0,3-1 42 15,-4 2 30-15,4 2 24 0,0-1 21 0,-2 2 16 0,2 0 5 16,-3 2 3-16,3-1-1 0,0 2-4 0,0 0-5 0,3 1-7 0,-3 1-5 15,2 1-2-15,-2 0-11 0,0 0-16 0,0 2-23 0,0-2-27 16,0 3-39-16,0-2-42 0,0-1-42 0,0 2-40 0,4-1-30 0,-4-1-24 16,0 0-20-16,0-1-17 0,0-1-11 0,3-1-11 0,-1-1-7 0,-2 1-4 0,0-3-7 15,4 0-5-15,-3 0-5 0,-1-2-5 0,0 1-2 0,4-2-4 16,-4-2-4-16,0-1-4 0,0 0-5 0,0 0-3 0,0 0-6 0,0 0-8 16,0 0-8-16,0 0-10 0,0 0-7 0,0 0-9 0,0 0-16 0,0-3-20 15,0-1-29-15,0 1-32 0,0-2-48 0,0 1-50 0,0-4-54 0,0 2-50 16,-4-3-45-16,4 2-36 0,0-2-35 0,0 0-35 0,0 0-27 0,0-2-25 15,-1 1-24-15,1-1-18 0,-4-1-24 0,4-1-26 0,-2-1 19 0,-1 1 39 16,3-1 49-16,0-1 54 0,-4 0 44 0,4 0 44 0,0 0 37 0,0-1 41 16,4 2 37-16,-4 1 36 0,5-1 37 0</inkml:trace>
  <inkml:trace contextRef="#ctx0" brushRef="#br0" timeOffset="60242.44">9854 8271 1 0,'0'-5'313'16,"4"4"88"-16,-4 1 61 0,0 0 44 0,3 0 45 0,-1 1 39 0,-2 1 39 16,0-1 34-16,4 4 29 0,-3-3 19 0,-1 3 21 0,0-2-10 15,4 2-22-15,-4-2-112 0,4 1-150 0,-3-1-86 0,-1 2-57 0,4-2-60 16,-4 1-58-16,2 0-92 0,2 0-108 0,-1 0-108 0,-1-1-109 0,-2 2-98 15,4-3-99-15,1 2-108 0,-1-1-113 0,-3 0-53 0,3 0-25 0,0-2-11 16,1 1-4-16,-3 0 8 0,5 0 16 0,-1 0 52 0,-1-1 68 0,4-1 76 16,-4 2 79-16,4-2 80 0,1 0 80 0</inkml:trace>
  <inkml:trace contextRef="#ctx0" brushRef="#br0" timeOffset="60511.46">10163 8328 55 0,'4'1'309'0,"-2"1"103"0,1-1 80 0,1 0 62 16,-2 1 60-16,1 1 52 0,3-1 39 0,-1-1 32 0,-1-1 19 0,1 0 16 16,-1 0 16-16,5 0 12 0,-4-1-73 0,1 1-111 0,3-2-104 0,0 1-97 15,-4-1-78-15,4 0-63 0,2 2-55 0,-2-2-49 0,0 0-36 0,0 1-32 16,0-2-18-16,-1 1-17 0,1 1-11 0,0-1-16 0,0 1-7 0,0-1-9 16,0 0-4-16,-4 2-4 0,4-1-2 0,-3 0-1 0,3 1-5 0,-4 0-7 15,1 0-7-15,-3-2-7 0,3 1-7 0,-1 1-7 0,-1 0-9 0,-1 0-10 16,-1-2-14-16,-2 2-17 0,6 0-20 0,-3 0-25 0,-3 0-48 15,0 0-54-15,0 0-60 0,6 0-61 0,-6 0-49 0,0 0-47 0,0 0-53 16,0 0-57-16,0 0-77 0,0 0-86 0,0 0-31 0,0 0-6 0,0 0 14 16,0 0 18-16,0 0 46 0,0 0 54 0,0 0 64 0,0 0 65 0,-2-1 54 15,2 1 52-15,0 0 59 0,0 0 63 0</inkml:trace>
  <inkml:trace contextRef="#ctx0" brushRef="#br0" timeOffset="61125.54">10719 8088 16 0,'1'4'355'0,"-1"2"216"0,0 2 110 0,0 1 60 0,0 0 37 0,0 3 23 0,0-1 21 0,4 3 17 15,-4 0 21-15,-4 1 25 0,4 0 29 0,0 1 33 0,-1 2-43 0,-3 0-77 16,4 1-166-16,0 0-197 0,-4 0-100 0,4 0-53 0,0 1-31 0,0-1-23 16,0 1-17-16,0 0-15 0,0-1-22 0,0 1-25 0,4-1-32 0,-4-1-36 15,4 0-39-15,-4 0-41 0,1-2-39 0,3 0-42 0,-4-1-47 0,2-2-50 16,1-1-45-16,-3-1-39 0,4-3-79 0,-2 2-100 0,-2-4-106 0,3 0-111 15,-3-2-118-15,0 1-118 0,0-5-71 0,0 0-48 0,0 0-7 0,0 0 17 16,0 0 30-16,0 0 39 0,0 0 41 0,0-6 37 0,0-1 79 0,-3 0 94 16,3 0 109-16,0-1 114 0,-2 1 116 0</inkml:trace>
  <inkml:trace contextRef="#ctx0" brushRef="#br0" timeOffset="61259.76">10762 8583 187 0,'0'6'455'0,"0"0"149"0,-4-2 62 0,3 1 18 0,-3-1-12 15,0 1-30-15,4-1-47 0,-2 1-59 0,-1-2-55 0,3 0-58 0,-6 0-60 16,6-1-65-16,-3 2-207 0,3-1-275 0,0-3-209 0,-6 3-185 0,3 0-75 16,1 0-26-16,-2-1 10 0,-1 0 28 0,-1 1 46 0,-3-1 58 15,4-1 56-15,-4-1 57 0,0 0 62 0,-6 0 63 0</inkml:trace>
  <inkml:trace contextRef="#ctx0" brushRef="#br0" timeOffset="66119.44">4619 9732 10 0,'0'5'310'0,"0"0"160"0,0-2 75 0,0 0 39 0,0 0 23 16,2-1 15-16,-2 1 21 0,4-3 26 0,-4 0 24 0,0 0 29 0,4 0 21 16,-4 0 21-16,1 0-55 0,3 0-87 0,-4-2-131 0,5 2-152 15,-1-1-68-15,-2-1-31 0,1 1-17 0,3-2-12 0,-3 1-20 0,-1-1-23 16,2-2-23-16,1 3-25 0,-1-3-20 0,1-1-16 0,1 0-15 0,-3 0-12 15,6-1-9-15,-3 1-9 0,-1-2-6 0,1 0-6 0,1 1-6 0,-2-2-4 16,1 3-2-16,-3-1 0 0,-1 1-3 0,5 0 0 0,-5 1-5 0,2 1-1 16,-4 1-1-16,2-1-4 0,-2 3 2 0,0 1 0 0,0 0 2 0,0 0-2 15,0 0 0-15,0 0 0 0,0 0-2 0,0 0 2 0,0 0 0 0,0 1 0 16,0 3-1-16,-2-1-2 0,2 1 1 0,0 1-1 0,-4 1-1 0,4 1-1 16,0 0 1-16,0 3-2 0,-2-1 1 0,2 0 2 0,-3-2-1 0,3 1-2 15,0-1 0-15,0-2-2 0,0-1 1 0,0 1 1 0,3-2 1 0,-1-2 1 16,2 1 1-16,-2-2-2 0,1 1 2 0,1-1 2 0,1-1-1 0,1 1-2 15,-1-3-1-15,1 0-1 0,3-2 0 0,-2-1-3 0,0-1-1 16,2-1-4-16,0-1-1 0,0-1-3 0,2-1-1 0,-2-1-2 0,4 0-2 16,-6 0-2-16,6 0-1 0,-4 0 1 0,2 0-1 0,-6 0 1 15,4 0-4-15,0 2-2 0,-3-1 4 0,1 2 3 0,-2 0 4 0,1 0 2 16,-3 2 2-16,3 1 2 0,-6 0 4 0,5 1 1 0,-5 1 0 0,0 0 0 16,4 2 3-16,-2-1 4 0,-2 3 4 0,0 0 2 0,0 0-1 0,0 0-3 15,0 0-1-15,0 0 1 0,0 0 0 0,0 0 1 0,0 4 2 0,0 1 5 16,0-1 1-16,0 4 1 0,0 2 1 0,0 1 1 0,0 2 3 0,0 2 4 15,0 3 4-15,0 2 2 0,0-1 4 0,0 2 4 0,0 2 3 0,0 0 1 16,0 0 5-16,0 1 2 0,0-1 4 0,-2-1 4 0,-2 1 5 0,4-2 6 16,-3 1 6-16,1-2 5 0,-2-1 7 0,2-2 7 0,-5-1 7 0,5 1 1 15,-1-3 3-15,-3 0-1 0,3 0 1 0,-3-2-3 0,1 0-3 16,-4-2-3-16,3 1-3 0,3-1-7 0,-6-1-5 0,3-1-9 0,1-1-10 16,-1 1-8-16,-1-1-9 0,2-2-9 0,-1 0-13 0,1 0-15 0,1-2-22 15,-1 0-22-15,-1 0-27 0,-1-1-26 0,5-2-27 0,-3 0-22 0,-2 0-36 16,1-2-37-16,1 1-92 0,-1-2-119 0,3 0-95 0,-3-2-92 0,3-1-85 15,3 0-86-15,-6-3-58 0,6-1-44 0,-3-2-8 0,6 0 11 16,-3-2 16-16,6-1 17 0,-3 0 34 0,1-2 36 0,1 3 92 0,1-3 117 16,3 2 99-16,0 0 91 0,2-1 93 0</inkml:trace>
  <inkml:trace contextRef="#ctx0" brushRef="#br0" timeOffset="66295.28">5140 9683 15 0,'9'2'270'0,"-5"1"99"0,1-1 70 0,1-1 62 0,-2 2 59 0,5 2 55 0,-4-3 51 0,0 2 45 0,-1-1 27 0,1 0 20 0,1-2 13 0,1 1 5 0,-5 1-67 16,3-2-99-16,-1 0-100 0,1 1-94 0,1 0-73 0,-3-2-60 0,3 1-57 15,-2 1-60-15,1-1-67 0,0 1-73 0,-1-2-95 0,1 1-106 16,-1-1-92-16,1 0-83 0,-1 2-80 0,-2-2-77 0,-2 0-93 0,0 0-102 16,0 0-45-16,0 0-23 0,3 3-6 0,-3-3-3 0,0 0 17 0,0 0 25 15,0 0 68-15,0 0 85 0,0 4 82 0,-3-1 77 0,3 2 76 0,-6-1 77 16</inkml:trace>
  <inkml:trace contextRef="#ctx0" brushRef="#br0" timeOffset="66463.71">5206 9823 181 0,'-4'5'488'0,"4"0"96"0,-6 0 43 16,6 0 20-16,0-1 15 0,4-2 16 0,-2 0 21 0,-2 0 20 0,4 0 23 15,-4-1 15-15,5-1 16 0,-1 2-32 0,-3-1-52 0,3 1-164 0,1-1-212 16,1 1-97-16,1-1-38 0,-1 1-24 0,-1-1-9 0,0 0-25 0,3-1-28 16,-3 0-53-16,4 0-65 0,-4-1-95 0,5 0-114 0,-5 1-87 15,6-3-77-15,-2 1-72 0,0 1-75 0,0-1-86 0,-4-1-95 0,4 0-41 16,0 0-21-16,2 0-3 0,-2 0 3 0,0 0 33 0,0-1 39 15,0 0 81-15,-1 2 100 0,1-1 76 0,0 1 68 0,0-1 69 0,2 0 70 16</inkml:trace>
  <inkml:trace contextRef="#ctx0" brushRef="#br0" timeOffset="66703.97">5631 9792 154 0,'0'2'452'0,"0"-2"188"0,0 2 85 0,0-2 36 0,0 3 18 0,0 0 9 16,3 0 3-16,-3-3 4 0,4 2 2 0,-4-2 1 0,2 0 2 0,-2 0 2 15,3 0-113-15,-3 0-157 0,6 0-179 0,-3 0-185 0,-1 0-83 0,4 0-38 16,-3 0-22-16,6 0-13 0,-3 0-24 0,-1 0-24 0,2-2-68 0,-1 1-85 16,-1-1-91-16,4 1-95 0,-3-1-96 0,-1 2-98 0,2-1-88 15,-5-1-85-15,-2 2-35 0,5-2-17 0,-5 2-4 0,4-1 0 0,-4 1 20 16,0 0 21-16,0 0 64 0,0 0 83 0,0 0 90 0,0 0 92 0,6 1 97 15,-6-1 99-15</inkml:trace>
  <inkml:trace contextRef="#ctx0" brushRef="#br0" timeOffset="67139.02">6148 9694 3 0,'0'-3'243'0,"0"3"75"0,2-1 50 0,1-1 35 0,-3 1 44 0,6 1 46 0,-1 0 52 0,2 1 52 0,-1-1 46 0,3 2 42 0,-4-1 32 0,4-1 29 0,2 3-45 16,-2-1-80-16,0-1-69 0,2 2-63 0,2 0-42 0,-2 2-29 0,1 1-38 15,-1-1-43-15,2 3-49 0,-2 0-47 0,3 2-43 0,-1-1-37 0,-2 2-32 16,-2 0-27-16,2 3-21 0,1-2-16 0,-3 2-10 0,-2-1-5 0,3 1-10 15,-5-1-7-15,4 0-9 0,-5 1-10 0,1-2-14 0,-1 0-14 16,1 0-22-16,-1-3-25 0,-2 2-56 0,1-4-65 0,-3 1-80 0,2-4-87 16,2 2-71-16,-4-1-65 0,0-2-63 0,3-2-64 0,-3-1-76 0,0 0-82 15,0 0-28-15,0 0-12 0,2-4 10 0,-2-4 19 0,4 2 52 0,-4-3 63 16,3 0 81-16,-1-2 84 0,2 0 70 0,-3 0 60 0,3-1 64 0,0 2 66 16</inkml:trace>
  <inkml:trace contextRef="#ctx0" brushRef="#br0" timeOffset="67316.57">6492 9711 271 0,'-4'-10'507'0,"2"3"102"0,-2 1 61 0,3 1 39 0,-3 3 30 15,4 0 20-15,-4 2 15 0,-1 0 14 0,3 2 10 0,-5-1 10 0,2 0 8 16,-1 4-49-16,-3 0-77 0,0 1-157 0,0 1-194 0,0 1-99 0,-2 2-55 16,0 2-38-16,-1 0-28 0,-3 3-20 0,1-2-17 0,-1 3-14 0,1-1-14 15,1 1-20-15,2-2-19 0,-3-1-27 0,1 1-30 0,2-2-55 0,2-1-67 16,0-1-92-16,4-3-105 0,-1 1-90 0,1-2-84 0,-2-2-108 0,5-1-116 16,2-3-53-16,0 0-19 0,0 0-3 0,-4-4 6 0,4-2 17 0,0 0 20 15,0-2 48-15,4-2 63 0,-2-1 86 0,5-2 102 0,-2 1 88 16,1-2 84-16</inkml:trace>
  <inkml:trace contextRef="#ctx0" brushRef="#br0" timeOffset="67616.19">6510 9456 244 0,'1'0'375'16,"3"0"80"-16,-4 0 62 0,4 0 59 0,-3 0 57 0,3 2 35 0,-2 0 28 15,2 1 17-15,-1-1 11 0,-1-1 6 0,-2 1 4 0,4-1-58 0,-4 1-87 16,0-1-106-16,1 1-112 0,-1 0-77 0,0 0-61 0,0 1-56 0,0 2-57 15,0-2-34-15,-1 2-26 0,1 0-16 0,0 1-13 0,-4 2-7 0,4-2-3 16,-5 1-3-16,5 0-3 0,-6 1-1 0,6 0-4 0,-4-2-2 0,3 1-2 16,-3-1 1-16,0 0 7 0,3 0 1 0,-3 0 1 0,0-1 5 0,3-1 6 15,1 1 6-15,0-2 4 0,-4 1 2 0,4-3 2 0,0 3 1 0,0-4-2 16,0 3 4-16,0-3 2 0,0 0-4 0,0 0-3 0,0 1-4 0,0-1-3 16,0 2-5-16,4-1-4 0,-3 1-5 0,3-1-6 0,1-1-2 0,3 2 1 15,-3-2-5-15,1 1-3 0,-1 0-14 0,4-1-17 0,-4 0-41 0,4 0-52 16,0-1-82-16,1 1-96 0,-1-1-89 0,-2 1-90 0,2-2-108 0,0 1-119 15,0-1-56-15,0-1-26 0,-4 2-9 0,4-1-2 0,2 2 9 16,-3-1 12-16,-1 1 42 0,2 0 53 0,-4 0 83 0,4 1 95 0,-1 1 90 16,-1 1 88-16</inkml:trace>
  <inkml:trace contextRef="#ctx0" brushRef="#br0" timeOffset="68323.14">6743 9837 57 0,'0'4'435'0,"2"-2"121"0,1 1 72 0,-3-2 45 0,4 1 38 0,-2-2 27 0,1 1 24 0,3-1 16 0,-3 0 19 0,-1 0 10 0,2 0 12 0,1 0-15 0,1 0-25 15,-3 0-159-15,3 0-220 0,-1-1-115 0,-1 1-72 0,1 0-44 0,-1 0-37 16,1-2-26-16,-1 2-23 0,1-1-19 0,1 1-17 0,-3-2-17 0,3 2-15 16,-3 0-21-16,3-1-24 0,-4-1-53 0,1 2-64 0,3-1-94 0,-3-1-111 15,3 2-99-15,-3-1-96 0,-3 1-102 0,0 0-107 0,0 0-47 0,0 0-22 16,0 0-6-16,0 0 1 0,0 0 12 0,6 1 16 0,-6-1 49 15,0 0 60-15,0 0 95 0,3 3 110 0,-3-3 98 0,2 3 98 0</inkml:trace>
  <inkml:trace contextRef="#ctx0" brushRef="#br0" timeOffset="69220.8">6877 9715 21 0,'0'0'290'0,"0"0"71"0,0 0 44 0,0 0 37 0,0 0 33 0,0 0 46 0,0 3 56 0,3 0 54 16,-3 0 57-16,0 2 36 0,0-2 28 0,2 2-8 0,-2 3-19 0,0-2-89 16,0 3-120-16,0-1-61 0,0 0-32 0,0 3-33 0,0 0-33 15,0 1-46-15,0-2-51 0,0 3-53 0,0 0-57 0,-2 0-38 0,2 1-26 16,0-1-19-16,-3 1-14 0,3-1-13 0,0 2-10 0,0-1-13 0,-4-1-17 16,4-1-15-16,0 0-18 0,0 0-35 0,-2-2-44 0,-1 1-76 0,3-2-90 15,0 0-77-15,0-2-69 0,0 1-78 0,-4 0-77 0,4-2-91 0,-2-2-90 16,2 1-39-16,0-5-15 0,0 0 5 0,0 0 10 0,0 0 34 0,0 0 40 15,0 0 76-15,0 0 91 0,2-3 75 0,2-2 72 0,-1 2 76 0,-1-3 79 16</inkml:trace>
  <inkml:trace contextRef="#ctx0" brushRef="#br0" timeOffset="84351.46">6848 10001 103 0,'0'4'252'0,"0"-3"35"0,0 2 15 0,0-3 6 0,0 3 4 0,0-3 1 0,0 0 3 16,0 0 6-16,0 0 4 0,2-1 2 0,1-1 5 0,1-2-40 0,-2 0-57 15,1-1-64-15,3-1-72 0,-3-2-24 0,-1 1-7 0,2-2 0 0,1-2 5 16,-1-2 6-16,-2 2 5 0,1-2 9 0,1 1 9 0,-4-2 15 0,2 2 16 16,-2-1 22-16,0 1 22 0,-2 0 32 0,-2 0 40 0,4 1 22 15,-3 2 19-15,-3 0 11 0,1 1 8 0,1 1 4 0,-1 0 4 0,-4 1-1 16,3 1-5-16,-3 1-10 0,4-1-16 0,-4 2-23 0,0 0-25 15,3 0-37-15,-3 3-43 0,0 0-30 0,4 0-25 0,-4 2-19 0,3-1-15 16,-3 2-14-16,0 0-13 0,4 2-9 0,-4 1-7 0,3-1-10 0,1 3-3 16,-1 0-5-16,-1 1-4 0,2 0-1 0,-1 0-1 0,3 0-1 0,-3 1-2 15,5-1 1-15,-3 0-2 0,4-1 1 0,-4-1-4 0,4-2 1 0,0 1-2 16,0-3-1-16,0-1 2 0,0 2 1 0,4-3-1 0,-4-1-2 0,0 2-5 16,4-1-9-16,-3 1-14 0,3-2-22 0,-2 0-27 0,1 0-42 0,3 0-52 15,-3 0-60-15,3-2-64 0,-1 1-65 0,4-1-65 0,0 1-86 16,-3-4-94-16,6 1-60 0,-1-2-44 0,-2-2-9 0,6-1 3 0,-6 1 20 15,5 0 24-15,-3-2 45 0,2 0 49 0,-2 1 61 0,1 0 69 0,-1 0 62 16,2 3 65-16,-2 0 86 0</inkml:trace>
  <inkml:trace contextRef="#ctx0" brushRef="#br0" timeOffset="84590.17">7311 9887 129 0,'0'4'408'0,"-2"-1"160"0,2 0 71 0,0-3 29 0,-4 1 15 0,4 2 2 15,0 0 5-15,0-3 1 0,0 0 2 0,6 2-1 0,-6-2 3 0,4 0 8 16,1 0-102-16,0 0-147 0,-1-2-154 0,1 2-157 0,4-1-68 0,-3-1-26 16,3 1-13-16,0-1-6 0,-4 2-3 0,6-3-3 0,-2 2-15 0,4-1-24 15,-4 1-51-15,-2-3-69 0,6 2-65 0,-4 0-70 0,0 1-62 16,-2-1-63-16,2-1-79 0,0 0-87 0,-3 2-62 0,1-3-53 0,0 0-20 15,-3 1-12-15,1 0 13 0,1-1 17 0,1 0 48 0,-5 0 62 0,3 1 62 16,-1 0 68-16,-1-1 61 0,-1 2 62 0,-2 2 77 0</inkml:trace>
  <inkml:trace contextRef="#ctx0" brushRef="#br0" timeOffset="84980.93">7682 9721 66 0,'5'-2'290'0,"1"0"62"16,-3 0 38-16,3 1 29 0,-3 1 34 0,3 0 32 0,-1 1 41 0,-1 1 46 16,1-1 35-16,1-1 32 0,-3 1 27 0,3 1 28 0,-1 1-72 0,2 0-114 15,-1-1-74-15,-1 1-53 0,0 0-29 0,3 1-17 0,-3 1-24 0,-3-1-30 16,5 4-37-16,-5-2-40 0,2 1-36 0,-3 2-29 0,3 0-30 16,-4 0-25-16,0 2-13 0,0 1-10 0,0 0-7 0,0 0-8 0,-4 0-10 15,3 0-10-15,-3 1-8 0,-1-1-5 0,-1 0-2 0,3-1-1 0,-3-1-2 16,2 1 1-16,-1-3 0 0,0 0 0 0,-1 0 1 0,-3-1 2 15,6-1 2-15,-3 0 1 0,3 0 1 0,-3-1 2 0,1-1 3 0,-1 1 3 16,3-1 3-16,-3-1 0 0,3 0 3 0,-3 0-2 0,3-1 1 0,1-2-1 16,2 0-1-16,0 3-3 0,0-3 0 0,0 0-3 0,0 0-1 0,0 0-5 15,0 0-3-15,0 0-2 0,2-3-2 0,1 3-2 0,1-2-2 0,-2 1 1 16,3-2-2-16,2 0 1 0,-1-1 1 0,-1 0-1 0,4 1 1 0,0-3-1 16,2 0 1-16,-2 0 2 0,0 0 1 0,2-2-4 0,2 3 1 0,-3-3 1 15,0 2-2-15,-1 0-1 0,0 0-6 0,1 1-9 0,0 0-16 0,-1 0-22 16,0 1-34-16,0-1-39 0,-4 1-77 0,4-1-94 0,-3 2-88 15,4 0-81-15,-2 2-98 0,-3-3-103 0,4 2-68 0,-3-3-48 0,-1 2-18 16,0 0-2-16,3 0 13 0,-7-1 17 0,5 1 33 0,-6-2 41 16,3 2 76-16,1-2 94 0,-2 1 85 0,-2 4 85 0,4-3 99 0</inkml:trace>
  <inkml:trace contextRef="#ctx0" brushRef="#br0" timeOffset="85268.38">8083 9634 267 0,'4'-3'364'0,"1"0"40"16,-1 0 37-16,-1 2 37 0,-1 1 55 0,2 1 60 0,-2 0 58 0,5 1 57 15,-5 1 27-15,3 0 18 0,2 0-4 0,-5 2-16 0,5 1-95 0,-1 0-129 16,3 0-63-16,-4 1-32 0,4 1-32 0,-3-1-32 0,3 2-49 16,-4-1-61-16,4 2-55 0,0 0-55 0,-3 1-28 0,5 1-14 0,-4-1-11 0,0 1-10 15,-3-1-10-15,1 2-13 0,1-1-11 0,1-2-6 0,-5 2-6 16,1-2-8-16,3 3-1 0,-3-3-3 0,-1 2-3 0,-2-1 0 0,0-1-9 15,4 1-10-15,-4-1-19 0,0-1-23 0,0 0-49 0,0 0-59 16,0 0-79-16,-4-1-87 0,4-2-70 0,0 0-62 0,0 0-70 0,0 0-75 16,0-6-81-16,0 4-85 0,0-4-32 0,0 0-9 0,0 0 11 0,0 0 17 15,0 0 46-15,0-4 57 0,4-1 80 0,-1-2 88 0,-1-2 69 0,2 0 64 16,1-2 71-16,-1-1 75 0</inkml:trace>
  <inkml:trace contextRef="#ctx0" brushRef="#br0" timeOffset="85478.17">8393 9622 106 0,'3'-6'389'0,"-3"3"158"0,0-2 91 0,-3 3 58 0,1 2 39 0,2 1 30 16,-4 0 21-16,4 1 19 0,-5 1 15 0,5 0 13 0,-4 0 9 16,-1 2 9-16,-1 1-83 0,3 1-132 0,-3 0-141 0,1 4-143 0,-4 0-81 15,0 1-49-15,0 1-31 0,-2 4-23 0,-4-1-18 0,6 2-15 16,-5 0-15-16,-1 0-14 0,1 2-13 0,1-1-10 0,-1-1-9 0,3 2-14 16,-2-1-15-16,-1-1-15 0,3-1-29 0,-4 0-37 0,6-1-30 0,-2-1-27 15,2-2-39-15,0-2-48 0,0 1-93 0,4-4-114 0,-1 2-99 0,3-3-93 16,-1-1-110-16,2 0-119 0,2-1-60 0,0-5-32 0,0 0 3 0,0 0 18 15,6 1 21-15,-3-2 20 0,3-2 36 0,-1-2 42 0,1 1 94 0,-3-5 116 16,6 1 100-16,0 1 93 0,-1-4 113 0</inkml:trace>
  <inkml:trace contextRef="#ctx0" brushRef="#br0" timeOffset="85748.29">8468 9833 222 0,'4'2'438'0,"-4"-2"80"0,4 0 41 0,-4 0 35 16,2 0 37-16,1 0 36 0,3 0 41 0,-1 0 29 0,-1 0 25 0,5 0 17 16,-4-2 12-16,4 2-42 0,2-1-70 0,-2 0-134 0,5-1-166 15,-1 1-75-15,-2 1-33 0,3-2-32 0,1 1-32 0,-1-1-35 0,1 1-37 16,-1-1-27-16,4-1-24 0,-3 3-16 0,-1-1-13 0,1-3-8 0,-1 4-8 16,1-2-5-16,-1 2-4 0,-1-3-6 0,-2 3-6 0,1-2-3 0,-1 1-3 15,-2-1-1-15,-3 1-5 0,3-1-2 0,-4 2-1 0,2-1-1 0,-5-1 1 16,4 2-3-16,-3-2-3 0,1 2-5 0,-4 0-5 0,0 0-10 0,0 0-8 15,0 0-25-15,0 0-26 0,0 0-65 0,0 0-83 0,0 0-84 0,0 0-88 16,-4 0-83-16,1-1-84 0,3 1-94 0,0 0-100 0,-6 0-41 0,1 0-14 16,-1-1-1-16,-1 1 6 0,2 0 22 0,3-2 26 0,-7-1 63 0,5 2 81 15,-1-2 87-15,1-2 89 0,-1 2 85 0,-1-1 81 0</inkml:trace>
  <inkml:trace contextRef="#ctx0" brushRef="#br0" timeOffset="85987.42">8790 9597 102 0,'-3'0'381'0,"-1"1"154"16,2 1 93-16,-1 1 65 0,1 1 43 0,-2 2 36 0,1 2 25 0,1-3 21 16,-2 3 16-16,4-2 12 0,-5 3 11 0,5 0 12 0,-4 0-84 0,2 3-131 15,-1 0-138-15,-3 2-143 0,3-1-88 0,3 1-59 0,-6 2-40 0,6-1-31 16,-5 3-25-16,5 0-22 0,-4 0-13 0,4 0-13 0,-1 0-13 0,-3 0-14 16,4 0-13-16,0 0-15 0,0 0-20 0,0-1-22 0,0-1-21 0,0-1-20 15,0-1-25-15,0-1-22 0,4-1-43 0,-3-1-49 0,-1-2-88 0,4 0-107 16,-2-2-85-16,1-1-75 0,1 0-79 0,-2 0-79 0,1-3-64 0,-3-3-60 15,0 0-17-15,0 0-1 0,6-1 13 0,-3-1 15 0,3-2 42 16,-3-1 49-16,-1-1 88 0,2-3 106 0,1 2 87 0,1-1 75 0,-3-2 82 16,3-1 84-16</inkml:trace>
  <inkml:trace contextRef="#ctx0" brushRef="#br0" timeOffset="86406.83">8991 9643 105 0,'6'-3'332'0,"-3"2"78"0,-3-1 45 0,2-1 31 0,2 3 38 0,-1 0 45 16,-1 0 49-16,-2 0 47 0,4 0 31 0,1 0 26 0,-1 0 12 0,1 0 10 16,1 0-90-16,-3 0-138 0,3 0-92 0,-1 0-75 0,-1 0-38 0,1 2-29 15,-1-1-38-15,1-1-43 0,-1 2-44 0,-2-2-49 0,1 1-30 0,-1 1-24 16,-2-1-11-16,4 0-6 0,-4 3-5 0,0-1-2 0,0 1-8 16,0-1-7-16,-4 3 0 0,2 0 0 0,-1 2 0 0,-3 1-1 0,1 0-1 15,-2 0 1-15,1 1-2 0,-3 1-2 0,4-1-2 0,-4-1-4 0,3 2 1 16,1-2-1-16,-4 1 4 0,3-1 5 0,3-1 1 0,-3-1-4 0,1 1-1 15,1-3 0-15,-1 2 0 0,1-1 0 0,4-2-1 0,-2 0-1 0,-1 1 4 16,3-2 1-16,0 0 0 0,0 0 1 0,3 0 3 0,-1 0-2 16,-2 2-1-16,4-2 1 0,1 1 1 0,1 0 3 0,-3 1 3 0,3 0 3 15,3-1 4-15,-4 2 2 0,4-1 2 0,-3 1 1 0,3-2 0 0,0 1 3 16,-4 1 3-16,4-2 3 0,-3 2 1 0,3-1 1 0,-4 1 1 0,4-3 0 16,-5 2 1-16,1 0 2 0,1 0 3 0,-3-1 3 0,3 0 5 0,-3 1 5 15,-1 1 4-15,2-1 1 0,-4 1 3 0,0-2 1 0,0 4 1 0,-4-3-1 16,4 3 1-16,-2 0-5 0,-1-1-3 0,-3 2-5 0,3 0-5 0,-3 0-9 15,1 0-5-15,-1 2-8 0,-1-4-11 0,2 2-17 0,-4 2-18 16,3-4-21-16,-3 0-21 0,4 0-19 0,-4 0-24 0,0-2-25 0,3-1-65 16,-3 2-82-16,4-1-97 0,-4-2-108 0,3-1-110 0,-3 3-108 0,4-3-83 15,1-1-72-15,-1-1-26 0,-1-1 0 0,1-1 10 0,1 1 13 0,-1-3 22 16,1 2 23-16,2-4 62 0,-1 0 82 0,-1 0 100 0,4 0 109 16,0-2 110-16,0 1 111 0</inkml:trace>
  <inkml:trace contextRef="#ctx0" brushRef="#br0" timeOffset="88218.53">6926 9817 27 0,'-2'-1'301'0,"-5"-4"129"0,5 4 83 0,-4-2 59 0,-1 1 51 0,5 1 44 16,-1-1 34-16,-3 2 26 0,3 0 19 0,1 0 13 0,2 0 11 0,-4 0 6 16,4 0-69-16,0 0-104 0,0 0-121 0,-2 0-128 0,2 0-83 0,0 0-57 15,0 0-52-15,0 0-43 0,0 0-33 0,0 0-28 0,0 0-19 0,0 0-16 16,0 0-10-16,0 0-8 0,0 0-4 0,0 0-4 0,2 2 0 0,-2-1 0 16,0-1 0-16,4 2 0 0,-2-1 0 0,-2-1 0 0,3 2 2 0,-3-2-1 15,0 0 1-15,4 0 1 0,-4 0 0 0,0 0 1 0,0 0 1 0,0 0-1 16,0 0 2-16,0 0 2 0,0 0-1 0,0 0 1 15,0 0-1-15,0 0 2 0,0 0 0 0,-4-2 0 0,4-1 2 0,-3 0 1 0,3 2 1 16,-6-2 2-16,1-1 0 0,1 2-1 0,-1-1-1 0,-1 0 1 16,1 0-1-16,-4 0 2 0,3-1 0 0,-1 3 3 0,-2-2-2 0,4 2 2 15,-1 1 3-15,-3-2 3 0,4 2 0 0,-4 0-1 0,7 0 1 0,-5 0 0 16,1 0 0-16,3 0-2 0,1 2 1 0,-2-2-4 0,4 0-7 0,0 0-10 16,0 0-1-16,0 1 7 0,0-1-2 0,0 0-2 0,-2 3-2 0,2-3-2 15,0 3-2-15,0 0 1 0,2 0-1 0,-2 0 1 0,0 2-1 0,4-3-1 16,-4 3 8-16,0-2 8 0,5 0-4 0,-5 0-9 0,4 0-4 0,-2 2-5 15,1-4 0-15,1 2 0 0,-2 0 1 0,1 0-1 0,-1-1-3 0,2 1-6 16,-1-1 2-16,-1 0 4 0,-2 0 3 0,4 1 1 0,-4-2 1 0,2 1 2 16,1-1 2-16,-3 2 2 0,4 0 1 0,-2 0 0 0,-2 2 0 0,3-1 0 15,-3 1 4-15,2-1 4 0,-2 2-2 0,4-1-2 0,-4 0-1 0,0 2 0 16,3-1 0-16,-3-2-1 0,0 1 1 0,0 1 1 0,2-2-1 16,-2 1 2-16,0-1-2 0,0-1-2 0,0 2 2 0,0-2 0 0,4 0-1 15,-4-1-2-15,3 2-3 0,-3-3-5 0,0-1-1 0,0 0-4 0,0 0-2 16,2 2-3-16,-2-2-1 0,0 0-2 0,0 0 0 0,0 0 0 15,0 0 1-15,0 0 1 0,0 0 1 0,0 0 1 0,0 0 4 0,0 0 1 16,0 0 4-16,0 0 5 0,0 0 5 0,0 0 4 0,0 0 6 0,0 0 4 16,0 0 8-16,0 0 6 0,0 0 3 0,0 0 3 0,0 0 3 0,0 0 3 15,0 0 3-15,-2 1 1 0,2-1 2 0,-3 2 0 0,3-2-1 0,-4 1-4 16,4 1-2-16,0-2-5 0,-5 0-5 0,5 1-7 0,-4 2-6 0,2-2-3 16,-1 1-4-16,3 0-2 0,-2 1-3 0,-2-2-3 0,4 2-2 0,0-1-1 15,0-2-1-15,0 3-1 0,0-3 1 0,0 0-2 0,0 0-2 0,0 0-1 16,0 0 0-16,0 0-1 0,0 0-2 0,0 0-3 0,0 0-2 0,0 0 1 15,0 0-2-15,0 0-2 0,0 0-1 0,0 0 0 0,0 0 2 0,0 0 2 16,0 0 2-16,0 0 3 0,0 0 2 0,0 0 2 0,0 0 4 16,0 0 4-16,0 0 3 0,0 0 0 0,0 0 3 0,0 0 4 0,0 0 1 15,0 0-1-15,0 0 2 0,0 0 0 0,0 0 0 0,-5-2-1 16,5 2-1-16,0-1-1 0,-4 1 2 0,4 0 2 0,-2 0-2 0,2 0-7 16,-3 0-4-16,-1-2-4 0,4 2-11 0,-2 0-12 0,2 0-21 0,-3 0-26 15,3 0-44-15,-2 2-50 0,-2-2-64 0,4 0-65 0,0 1-60 0,-3 1-55 16,3-2-49-16,0 3-45 0,0 0-53 0,0 0-62 0,0-3-53 0,3 4-55 15,-3 1-8-15,4 0 11 0,-2 0 37 0,1 1 50 0,-1 0 61 0,2 0 66 16,1 0 56-16,-1-1 53 0,-2 1 47 0,1 1 51 0,3-1 61 0</inkml:trace>
  <inkml:trace contextRef="#ctx0" brushRef="#br0" timeOffset="89415.12">10415 9768 97 0,'-4'-2'343'0,"4"2"104"0,0 0 53 0,0 0 35 16,0 0 43-16,0 0 42 0,7 2 40 0,-5-2 39 0,7 1 27 0,-3-1 19 15,-1 0 17-15,4 2 14 0,4-2-85 0,-2 0-130 0,-2 0-106 0,5 0-93 16,-1 0-54-16,-2 0-31 0,3 0-41 0,-3 0-42 0,2-2-39 0,-3 2-35 15,3-1-25-15,-2-2-21 0,-2 1-17 0,0 1-14 0,-4-1-10 0,4 0-9 16,-3 0-18-16,3 0-21 0,-4 1-49 0,3-1-61 0,-7 1-89 16,5-1-100-16,-3 2-94 0,3-1-89 0,-6 1-109 0,0 0-117 15,0 0-52-15,0 0-24 0,0 0-10 0,0 0-7 0,0 0 11 0,0 0 13 16,-6 3 45-16,1 0 59 0,-4 0 87 0,4 1 104 0,-4 2 92 0,-1 0 86 16</inkml:trace>
  <inkml:trace contextRef="#ctx0" brushRef="#br0" timeOffset="89579.63">10485 9939 130 0,'-3'7'406'15,"-1"-1"85"-15,4 0 43 0,0-2 41 0,0 0 39 0,0 0 37 0,4-2 36 16,-4 1 30-16,5-2 23 0,-1 1 22 0,-3-1 17 0,3 1-24 0,5-1-42 16,-3 1-129-16,-1-1-170 0,4 1-81 0,0-1-40 0,0-1-41 0,2 0-36 15,-2 0-39-15,4 0-35 0,-3 0-30 0,3 0-26 0,-2-1-23 0,0-1-23 16,-2 1-28-16,5-1-27 0,-5 1-57 0,0-2-69 0,2 0-100 0,2 1-111 16,-4-1-112-16,0-1-108 0,-2 0-94 0,1 0-87 0,-3 1-41 15,0-3-18-15,4 3-5 0,-3-1 0 0,-3-1 11 0,3-1 16 0,-2 1 47 16,-3 1 63-16,3 0 94 0,1-1 113 0,1 1 109 0,-3-1 110 0</inkml:trace>
  <inkml:trace contextRef="#ctx0" brushRef="#br0" timeOffset="89790.01">10977 9568 271 0,'0'0'565'0,"0"1"119"0,-5 3 57 0,1-1 34 0,4 1 23 16,-2 2 15-16,-1 2 13 0,3 1 12 0,0 3 13 0,-4-1 12 0,4 3 13 15,-2 1-45-15,2 3-66 0,0 0-191 0,0 3-241 0,0-1-114 0,0 2-57 16,0 0-34-16,0 3-28 0,0-1-28 0,0 0-33 0,2 1-34 0,2 1-38 16,-4-1-69-16,3 1-83 0,-1-1-112 0,2-1-127 0,1 0-125 0,1-1-122 15,-3-1-91-15,3-4-78 0,-3-1-32 0,6-2-13 0,-3 0 7 0,3-5 15 16,-4-1 20-16,4-3 25 0,0-1 56 0,-1-2 69 0,1-3 104 0,3 0 122 16,-1-2 120-16,4-1 122 0</inkml:trace>
  <inkml:trace contextRef="#ctx0" brushRef="#br0" timeOffset="90133.89">11695 9733 165 0,'2'-1'443'0,"2"-1"165"16,1 1 83-16,-1-1 49 0,5 1 30 0,-4-1 22 0,6 1 15 0,-2-1 14 15,6 0 9-15,-1-2 4 0,0 1 8 0,1-1 4 0,3-1-113 0,0-1-161 16,2 0-161-16,-2-2-161 0,-2 3-80 0,2-3-47 0,1 2-29 0,-5-1-19 16,4-1-13-16,-3 2-10 0,-1 0-8 0,1-1-10 0,-1 1-5 0,0-2-5 15,-3 2-3-15,4-1-5 0,-6 2-7 0,4-1-9 0,-4 0-13 0,-2 2-16 16,-4-1-19-16,3 1-22 0,-1-1-59 0,-1 4-77 0,-4-2-89 0,0 0-96 15,0 1-78-15,0-1-69 0,-4 0-56 0,4 1-53 0,-5-2-68 0,-1 1-76 16,3-3-26-16,-3 1-4 0,1 0 12 0,-4-1 17 0,3 1 54 0,-3-2 73 16,4-1 89-16,-4 2 96 0,4-1 79 0,-5-1 69 0,5 1 57 0,-2-1 54 15</inkml:trace>
  <inkml:trace contextRef="#ctx0" brushRef="#br0" timeOffset="90447.75">11983 9405 253 0,'0'0'363'0,"0"0"59"0,0 0 39 0,0 4 43 0,3 2 41 0,-3 2 52 15,6 1 61-15,-6 3 45 0,3 0 37 0,1 1 25 0,-2 2 21 0,2 2-47 16,-3 1-83-16,3 1-93 0,0 2-99 0,-3 0-56 0,5 2-38 0,-3-1-39 15,1 2-40-15,-2 0-54 0,1 0-59 0,3 2-45 0,-1-1-38 0,-1 1-31 16,1-1-26-16,1-1-25 0,-3 0-20 0,3-2-17 0,-1 0-17 16,4-1-29-16,-5-3-34 0,1-2-61 0,1-1-74 0,-3-1-62 0,3-4-59 15,-3 1-44-15,-1-2-41 0,-2-2-29 0,4 0-29 0,-4-2-19 0,0 1-16 16,-4-3-12-16,4 0-9 0,-5 0 10 0,3 0 20 0,-2-1 51 0,-5-1 67 16,4-1 62-16,-4 0 59 0,0 0 59 0,0-1 54 0,-2-1 52 0,2 1 49 15,-6-3 46-15,5 3 43 0,-5-2 42 0,-1 0 37 0,1 0 36 0,1 0 36 16,-2 0 38-16,-2 1 37 0,3 0 40 0,1-1 45 0,1 1 48 0,-2-1 48 15,5 0 27-15,-5 2 21 0,6-1 9 0,0 0 7 0,4 1-3 0,-1 0-2 16,-1-1-12-16,2 2-14 0,5-1-25 0,-6 1-27 0,6 0-37 0,0 0-46 16,0 0-56-16,0 0-63 0,0 0-42 0,0 0-37 0,0 0-28 0,0-3-26 15,0 0-24-15,6 0-23 0,-3-2-29 0,3 1-31 0,-1-4-70 16,-1 0-85-16,6 0-96 0,0-4-98 0,-1 0-94 0,0-2-95 0,1 1-90 16,0-4-89-16,-1 0-41 0,1 1-17 0,3-2-4 0,-2 2 5 0,-2-2 16 15,0 1 24-15,4-1 66 0,-6 0 80 0,6 0 91 0,-4 0 99 0,1 0 93 16,-1 0 93-16</inkml:trace>
  <inkml:trace contextRef="#ctx0" brushRef="#br0" timeOffset="90545.48">12104 9538 352 0,'2'2'495'0,"-2"1"54"16,0 0 35-16,3 0 27 0,-1 1 17 0,2 2 11 0,-4-1 3 0,3 0 4 15,-1 3-1-15,2 1 1 0,-2 0-32 0,1 0-38 0,1 2-211 0,-2-2-286 16,1 1-172-16,3-1-122 0,-1 0-130 0,-1 0-128 0,1 0-76 0,1-3-54 16,1-1-25-16,-2 1-10 0,4-2-4 0,-3-1-2 0,5 0 21 0,-2-1 33 15,0 0 54-15,3 0 67 0,-1 0 67 0,4 1 70 0,3 0 92 0</inkml:trace>
  <inkml:trace contextRef="#ctx0" brushRef="#br0" timeOffset="91043.35">13424 9942 15 0,'-5'2'370'0,"-4"2"244"0,5-3 112 0,-1 2 52 0,-1-1 23 0,3-1 13 0,3-1 10 0,0 2 9 0,0-2 8 0,0 3 11 0,3-2 7 0,3-1 9 16,-3 0-64-16,3 0-97 0,3-1-195 0,-4-1-237 0,8 1-110 0,-6-1-48 16,6 1-24-16,-2-4-11 0,1 2-11 0,-1-1-11 0,4 1-18 0,-3-2-21 15,-1-1-29-15,4 2-29 0,-6-2-53 0,2 1-62 0,1-2-106 0,-1 2-126 16,-2-1-121-16,0 0-115 0,0 0-105 0,-3 0-92 0,3 2-41 16,-4-2-19-16,1 1 0 0,1 1 9 0,-2-1 15 0,-3 2 19 15,2 2 47-15,-4 1 57 0,0 0 101 0,5-3 124 0,-5 3 122 0,0 0 115 16</inkml:trace>
  <inkml:trace contextRef="#ctx0" brushRef="#br0" timeOffset="91316.79">13810 9737 311 0,'9'-2'545'0,"0"-1"115"0,-2 1 67 0,2-1 42 0,0 2 29 15,4-1 21-15,-2 1 16 0,-1 1 11 0,3 0 10 0,-2 0 10 0,3 1 11 16,-1 1-51-16,2-1-76 0,3 2-173 0,-4 0-211 0,1 1-102 0,-1 1-55 15,1 1-35-15,-1 3-23 0,0 0-16 0,1 1-15 0,-2 3-10 0,-3 0-9 16,1 2-11-16,2 1-9 0,-2 2-13 0,-2 0-11 0,0 0-8 16,2 2-2-16,-4-2-11 0,-2 1-15 0,4-1-18 0,-3-1-23 0,-3 0-23 15,-1-2-26-15,4 0-25 0,-6-4-27 0,3 2-47 0,-3-3-55 0,0-1-95 16,0-2-109-16,0 1-95 0,-3-2-85 0,3-2-91 0,-2 1-92 0,-2-2-56 16,4-3-39-16,-5 2-3 0,-1-4 11 0,-1 2 20 0,5-3 22 15,-1-2 45-15,-3 3 55 0,3-4 95 0,3-2 112 0,-2 1 92 0,-2-1 86 16,4-2 91-16</inkml:trace>
  <inkml:trace contextRef="#ctx0" brushRef="#br0" timeOffset="91465.48">14171 9760 273 0,'2'-9'566'0,"-2"0"121"0,-2 3 63 0,2 2 39 0,0 2 25 15,0 2 19-15,-3 2 18 0,1 1 20 0,-5 3 21 0,1 0 22 0,1 1 26 16,-4 4-32-16,0 0-58 0,-2 3-180 0,2 0-233 0,-6 2-116 0,1 2-64 16,1 0-37-16,-1 3-27 0,-1 0-35 0,1-1-37 0,-1 1-49 0,1-2-55 15,3 1-53-15,-2-2-57 0,3-2-83 0,-3-2-99 0,4-1-123 0,3-2-135 16,1-2-134-16,1-2-138 0,3-4-83 0,1-3-65 0,0 0-14 15,0 0 5-15,1-3 24 0,3-4 28 0,0-1 31 0,-3-2 30 16,3-1 65-16,-2-2 78 0,2-1 111 0,1-1 127 0,-1 2 132 0</inkml:trace>
  <inkml:trace contextRef="#ctx0" brushRef="#br0" timeOffset="91781.09">14139 9429 148 0,'5'-3'433'0,"-1"1"169"15,-4 1 85-15,5 1 48 0,-5 0 28 0,4 0 20 0,-2 0 14 0,1 1 12 16,3 1 7-16,-3-1 5 0,-1 1 4 0,2 1 6 0,1 0-108 0,-1 1-159 16,-1 1-164-16,-1-1-166 0,4 1-86 0,-6-1-46 0,3 2-30 0,1 0-21 15,-2 1-15-15,-2 1-16 0,0 0-14 0,3-1-12 0,-3 1-9 0,-3 1-9 16,3 1-5-16,0-1-4 0,-6 2-4 0,6-1-2 0,-3-1-2 0,-3 0 2 16,4 0 0-16,-1 0-1 0,-3 0 2 0,3 0 7 0,-3-1 7 0,3-2 6 15,-3 1 6-15,3-1 7 0,-3-1 8 0,5 1 8 0,-3-3 4 0,0 1 4 16,2-2 1-16,-1 1 1 0,3-1 0 0,-2-2 1 0,2 0-2 0,0 0-5 15,0 0-8-15,0 0-5 0,0 0-13 0,0 0-16 0,0 0-36 0,2 0-45 16,3-1-83-16,-1-2-101 0,1 0-89 0,4 2-82 0,-3-4-93 16,6 0-94-16,-3 1-65 0,2-2-50 0,0 0-20 0,2 0-6 0,1 0 4 15,-3 0 12-15,4 2 31 0,1-1 39 0,-2 2 84 0,1 0 99 16,1 3 88-16,-1 0 84 0,3 0 91 0</inkml:trace>
  <inkml:trace contextRef="#ctx0" brushRef="#br0" timeOffset="92080.01">14510 9850 126 0,'-4'3'425'0,"4"0"187"0,0 0 90 0,0 0 45 15,0-1 28-15,0 2 22 0,4-1 17 0,-1-1 14 0,-1-2 13 0,3 0 10 16,-1 0 9-16,2 0 8 0,3 0-93 0,-4-2-140 0,4 0-166 0,0 1-176 16,2-2-80-16,-2 2-36 0,4-4-23 0,-3 2-13 0,0 0-15 0,0 0-15 15,3-1-10-15,-2 1-11 0,-2-2-12 0,4 0-6 0,-3 1-9 0,0 0-7 16,-1-1-17-16,0 2-18 0,-2-2-29 0,2 3-32 0,-6-1-37 16,3 0-38-16,-1 0-88 0,-1 0-112 0,1 1-119 0,-5 0-121 0,0 2-132 15,0 0-139-15,0 0-64 0,0 0-29 0,0 0-8 0,0 0 4 16,0 0 16-16,0 0 24 0,-5 0 30 0,0 4 31 0,-3-1 89 0,6-2 109 15,-3 4 118-15,1-2 122 0</inkml:trace>
  <inkml:trace contextRef="#ctx0" brushRef="#br0" timeOffset="92591.44">14971 9670 45 0,'2'-3'293'0,"-2"3"98"0,3 0 78 0,1-1 68 0,-2 1 62 0,3 0 59 0,-1 0 39 0,1 1 32 0,1-1 23 0,3 2 20 0,-2-1 14 0,0 1 8 16,0-1-71-16,1-1-107 0,1 2-97 0,0 1-88 0,-4-2-73 0,4 1-64 15,0 0-59-15,-3 2-55 0,3-1-36 0,-4 1-32 0,4-1-20 0,-3 1-17 16,-3 1-12-16,3 1-8 0,-1-1-5 0,-5 1-8 0,4 1-6 0,-4 2-6 15,0 0-3-15,0 1-3 0,-4 1-3 0,2-2-5 0,-1 5-2 0,-3-4-2 16,3 4 0-16,-5-4-2 0,1 2-1 0,2 0-1 0,-4 0 2 0,3-1 2 16,-3-2 2-16,4 0 2 0,1-2 1 0,-1 1-1 0,-1-2 2 0,3-2 0 15,1-1 0-15,-2 0 0 0,4-1 0 0,0-2-1 0,0 0-1 0,0 0 1 16,0 0-2-16,0 1-3 0,6 0-2 0,-3-1-2 0,-1 0-4 0,5 0-4 16,-1-1-3-16,3 0-4 0,0-2-11 0,-2-2-12 0,2 2-17 0,4-1-22 15,-2-2-37-15,-2-2-46 0,0 2-79 0,2-3-94 0,-2 2-77 0,3-2-67 16,-5-2-70-16,3 2-71 0,-1 0-85 0,-4-1-90 0,4-1-34 0,-4 1-6 15,-1-1 7-15,2 2 15 0,-3-1 35 0,-1 1 44 0,2 1 80 16,-4-1 93-16,0 3 77 0,0-1 68 0,0 2 72 0,0-1 74 0</inkml:trace>
  <inkml:trace contextRef="#ctx0" brushRef="#br0" timeOffset="93008.77">15206 9600 39 0,'4'-6'277'0,"-1"-1"82"15,-1 3 61-15,3 0 53 0,3-1 71 0,-3 0 71 0,1 3 60 0,3-1 51 16,-4 1 32-16,4-1 23 0,2 0 19 0,-2 2 14 0,0-1-67 0,0 0-100 15,2 2-81-15,-2 0-69 0,4 2-51 0,-3 0-41 0,0 1-59 0,0 1-63 16,-1 1-46-16,4 1-39 0,-4 1-22 0,2 0-14 0,-2 4-9 0,0-1-8 16,2 1-7-16,-6 1-6 0,4 1-10 0,0 3-8 0,0-1-10 0,-3 0-11 15,-1 1-9-15,4 1-10 0,-5-3-14 0,-2 3-12 0,1 0-19 16,3-1-25-16,-6-1-20 0,3 0-26 0,-3 0-20 0,2-3-24 0,-2 0-17 16,0-1-16-16,0-1-18 0,0-2-16 0,0-2-29 0,0-2-34 0,0 1-61 15,0-2-73-15,0-3-64 0,0 0-61 0,0 0-40 0,0 0-35 16,0 0-24-16,0 0-20 0,0-5-20 0,-2 1-15 0,2-1-16 0,0-2-14 15,0-1-9-15,0-1-10 0,0 0 31 0,0-1 50 0,0-1 59 0,2-1 68 16,-2 0 56-16,4 0 46 0,-4-1 43 0,0-2 39 0,5 0 32 0,-5 1 32 16,4-1 50-16,-2 0 56 0,1 0 137 0,3 1 174 0,-3 1 108 0,-3 0 80 15,6 0 71-15,-6 3 70 0,5 2 78 0,-5 1 81 0,0 1 55 0,4 1 43 16,-4 3 24-16,0 2 17 0,0 0-5 0,0 0-14 0,-4 0-88 0,2 0-123 16,-1 1-63-16,-3 0-38 0,3 4-43 0,-3 0-45 0,1 1-59 0,-4 0-65 15,0 3-42-15,0 0-35 0,-2 3-19 0,-2 0-14 0,2 1-13 0,-3 2-12 16,-1 0-16-16,3 2-20 0,-3-1-39 0,4-1-42 0,-3 2-45 0,1-3-45 15,3 2-48-15,-5-1-52 0,6-3-98 0,0 1-119 0,0-1-118 0,3-1-114 16,1-2-129-16,1-2-137 0,-1 1-57 0,5-4-17 0,0 1 9 16,0-5 22-16,0 0 26 0,0 4 27 0,0-4 32 0,5 2 35 0,-5-2 89 15,8-2 110-15,-1-1 113 0,2 2 114 0</inkml:trace>
  <inkml:trace contextRef="#ctx0" brushRef="#br0" timeOffset="93577.73">15819 9776 67 0,'0'0'322'0,"0"0"110"0,0 0 78 0,0 0 62 0,0 0 61 0,0 0 60 0,0 2 42 0,6 0 28 15,-6-2 25-15,5 1 19 0,-1 1 13 0,1-1 10 0,0-1-74 0,5 0-116 16,-3 2-102-16,0-2-101 0,6 1-67 0,-4-1-52 0,2-1-53 0,1 1-50 15,-1-2-29-15,4 1-20 0,-3-2-14 0,3-1-13 0,-4 3-7 0,3-3-6 16,0 1-7-16,1 0-9 0,-2-2-7 0,-3 2-7 0,3 0-10 0,-2 0-11 16,-2 0-7-16,2 0-11 0,-2 0-9 0,-4 2-13 0,4-3-11 0,-3 3-12 15,-3 0-20-15,3-2-25 0,-3 3-23 0,3-2-25 0,-6 1-16 0,0 1-12 16,0 0-27-16,0 0-31 0,0 0-70 0,0 0-86 0,0 0-91 16,0-2-93-16,-6 2-76 0,6 0-68 0,-3 0-60 0,1 0-57 0,2 0-39 15,-7 0-32-15,0-1-10 0,-1 1 0 0,-3-2 23 0,6 2 28 16,-4-1 69-16,0-1 87 0,4 0 91 0,-5 1 92 0,5-2 81 0,-4 0 73 15,4 2 75-15</inkml:trace>
  <inkml:trace contextRef="#ctx0" brushRef="#br0" timeOffset="93762.76">16005 9517 199 0,'0'-3'406'0,"0"0"103"0,0 3 81 0,0 0 69 0,4 2 61 16,-2-1 41-16,1 4 30 0,-3 1 24 0,0 1 19 0,4 1 18 0,-2 2 14 15,-2 2-34-15,0 2-55 0,0 1-114 0,0 2-135 0,0 1-94 0,0 4-72 16,0-3-64-16,0 4-58 0,0-1-40 0,0 1-29 0,0 0-28 15,0 2-25-15,-2-1-32 0,-2-2-35 0,4 0-39 0,0 1-45 0,0-3-39 16,0-1-36-16,0-1-55 0,0-1-65 0,0-4-94 0,4-1-112 0,-2 0-88 16,-2-3-80-16,0-2-79 0,5-2-80 0,-5 0-57 0,0-5-47 15,0 0-5-15,8-2 11 0,-7-1 15 0,7-2 18 0,-3 0 46 0,-3-3 54 16,5-2 94-16,-5-1 107 0,3 1 88 0,3-1 79 0,-3-1 84 0</inkml:trace>
  <inkml:trace contextRef="#ctx0" brushRef="#br0" timeOffset="94121.64">16195 9520 25 0,'6'-6'312'0,"-3"2"144"16,-1 1 106-16,2 1 87 0,-4 1 55 0,5 2 40 0,-1-1 31 0,-2 3 23 15,1-1 19-15,1 1 11 0,-2-2 9 0,-2 2 10 0,3 0-69 0,-3 0-103 16,0 0-128-16,4 2-141 0,-2 1-102 0,-2 0-84 0,0 1-53 0,0-1-41 16,-2 2-29-16,2 1-23 0,-4 0-17 0,4 0-12 0,0 0-12 0,-3-1-9 15,3 3-5-15,-2-2-4 0,-2 0-4 0,4 2-5 0,-3-2-2 16,1 0 1-16,2 0-2 0,0-2-3 0,-4 2-2 0,4-1 1 0,0-2 1 15,0 1 0-15,0-1-2 0,0 0-1 0,0 0 0 0,4-1 2 0,-4 1-1 16,2-2 1-16,1 2-2 0,3-1-2 0,-3-1 4 0,1 2 1 16,-2-1 1-16,3 0 1 0,-1 0-2 0,1 0-2 0,1-1 4 0,1 0 1 15,-2 1 1-15,1 0-2 0,-3-1 1 0,3 0 0 0,-1 1 1 0,-1 0 2 16,1-1 3-16,-1 1 3 0,-2-1 5 0,1 1 4 0,-1-1 4 0,2 2 5 16,-4 0 6-16,0 0 3 0,0 0 6 0,0 0 5 0,-4 2 1 0,2 1 1 15,-1 0 1-15,-3 0-1 0,1 0-2 0,-4 1-2 0,3-1-6 0,-3 2-4 16,4-2-13-16,-4 0-13 0,0 0-18 0,3-2-22 0,-3 1-25 0,0-1-22 15,4-1-29-15,-4 0-29 0,5-3-79 0,-1 2-98 0,-1-3-104 16,1 2-106-16,1-3-105 0,3 1-109 0,1-2-71 0,0 0-57 0,-4-5-15 16,4 5 5-16,0-6 13 0,0 0 15 0,4-2 22 0,-3 1 29 0,5 0 78 15,1-2 99-15,-2-2 102 0,4 2 105 0,-1 0 107 0</inkml:trace>
  <inkml:trace contextRef="#ctx0" brushRef="#br0" timeOffset="94324.74">16534 9726 156 0,'0'1'425'0,"0"-1"184"16,3 2 89-16,-3-2 47 0,0 1 30 0,2 1 17 0,-2 1 7 0,4-2 2 15,-3 0 6-15,3-1 7 0,0 2 2 0,-2 0 1 0,1-2-103 0,3 1-151 16,-1-1-172-16,-1 0-181 0,1 0-92 0,0 0-52 0,-1-1-37 0,1-1-32 16,-1 0-29-16,2 2-25 0,-1-1-55 0,-1 0-71 0,1-1-84 0,0 1-94 15,-1 1-88-15,0-2-87 0,-4 2-97 0,0 0-101 0,0 0-44 16,5 0-17-16,-5 0 2 0,0 0 7 0,0 0 16 0,0 0 16 0,0 0 52 15,-5 2 67-15,-3 1 84 0,7-1 94 0,-3 0 89 0,-5 1 88 16</inkml:trace>
  <inkml:trace contextRef="#ctx0" brushRef="#br0" timeOffset="94506.2">16499 9869 25 0,'-3'7'312'0,"3"-1"145"0,0-2 87 0,0 1 63 16,0-1 51-16,3 1 47 0,-1-2 32 0,2 0 27 0,-1 0 16 0,-1 0 12 15,4-2 8-15,-3 2 6 0,3-1-71 0,3-1-104 0,-4 1-132 0,0-2-147 16,5 0-96-16,-1 0-78 0,0 0-98 0,0-2-116 0,-4-1-119 0,4 0-123 15,2-1-92-15,-2 1-75 0,4-2-71 0,-2 2-75 0,-2-3-79 0,1 1-79 16,-1 1-33-16,4-2-16 0,-2 2 2 0,2-1 11 0,-3 1 50 0,1-1 66 16,-2 1 88-16,4-1 99 0,-2 1 71 0,-2-1 64 0,0 1 66 15,2 0 68-15</inkml:trace>
  <inkml:trace contextRef="#ctx0" brushRef="#br0" timeOffset="94761.27">16877 9742 60 0,'4'-1'371'0,"-4"1"194"0,3 0 98 0,-1 0 54 15,4 0 36-15,-3 1 25 0,3 1 18 0,-1-2 11 0,2 0 9 0,-1 0 11 16,3-2 4-16,0 2 6 0,-2-1-79 0,2-3-118 0,4 3-165 0,-2 0-185 16,-2-2-96-16,2 1-53 0,1-1-35 0,-1 0-22 0,-2 2-16 0,4-3-13 15,-6 2-7-15,6-1-9 0,-4 1-7 0,2-1-5 0,-2 0-11 0,0 2-11 16,-4-1-19-16,4 0-20 0,0 0-22 0,-3 0-19 0,-1 1-49 0,1 1-61 15,-3-2-77-15,1 1-92 0,-2-1-71 0,-2 2-68 0,0 0-76 0,0 0-80 16,0 0-75-16,0 0-66 0,0 0-20 0,-6 0 3 0,1 0 12 0,5 0 15 16,-9-1 44-16,5 1 61 0,-1-2 76 0,-1 1 90 0,6 1 72 0,0 0 65 15,-3-4 79-15,3 4 82 0</inkml:trace>
  <inkml:trace contextRef="#ctx0" brushRef="#br0" timeOffset="95195.27">17443 9315 276 0,'4'3'505'0,"-2"1"118"0,-2 0 83 0,0 1 50 0,3 0 36 0,-3 1 23 0,4 1 22 0,-2 1 18 15,-2 1 19-15,0-2 26 0,0 3 28 0,0 1-30 0,0 1-53 16,-2 1-133-16,2 1-169 0,-4 3-95 0,4 1-63 0,0 1-37 0,-3 1-22 15,3 1-19-15,0 1-15 0,-2 2-17 0,2 0-19 0,0 0-22 0,2 2-30 16,-2-2-28-16,3 1-32 0,-3 1-30 0,6-2-31 0,-6 0-24 0,5-1-22 16,-1-1-23-16,0-1-19 0,1 0-25 0,-1-3-25 0,-3-2-29 0,5-1-29 15,-3-1-36-15,3-2-39 0,-3-2-40 0,-1-1-38 0,2-1-50 0,1-2-52 16,-5 0-97-16,6-2-119 0,-6-1-105 0,3-1-97 0,-3-2-95 0,0 0-94 16,0 0-29-16,0 0 3 0,0 0 26 0,0-5 34 0,-3-1 37 0,3 0 36 15,0 0 50-15,0 0 51 0,0-2 103 0,0 1 124 0,0 0 113 16,0-1 105-16</inkml:trace>
  <inkml:trace contextRef="#ctx0" brushRef="#br0" timeOffset="95344.77">17557 9904 261 0,'0'3'556'0,"-3"0"121"0,3 0 68 16,0 0 37-16,0-1 22 0,0 1 15 0,0-3 7 0,0 3 3 0,0-1 1 16,0-2-2-16,-2 2 0 0,2-2-53 0,-4 2-80 0,4-1-204 0,0-1-256 15,0 0-166-15,-5 0-120 0,1 0-125 0,4 0-124 0,0 0-105 0,-5 0-98 16,5 0-110-16,-6 2-119 0,3-2-52 0,3 0-25 0,-9 0-8 0,7-2-2 15,-3 2 12-15,-3 0 14 0,3-1 45 0,-1-1 55 0,1 0 88 0,0 1 101 16,-3 0 95-16,3-2 89 0</inkml:trace>
  <inkml:trace contextRef="#ctx0" brushRef="#br0" timeOffset="97027.7">5215 11284 40 0,'-9'3'521'0,"5"-1"138"0,-2-1 64 0,1 1 30 0,1-1 12 16,3 0 7-16,-3-1 3 0,0 2 5 0,4-2 3 0,0 0 5 0,0 0 8 15,0 0-6-15,4 0-9 0,0-2-198 0,-3 1-285 0,3 0-130 0,1-1-60 16,1 1-25-16,3-1-11 0,-4-1-6 0,4 0-3 0,0 0-3 0,1-2-3 15,-1 3-6-15,-4 0-6 0,4-2-6 0,0 1-9 0,-4 0-6 0,5-1-7 16,-5 3-8-16,0-2-11 0,1 2-14 0,1-1-20 0,-5 1-38 0,3-1-44 16,-1 2-73-16,1 0-83 0,-5 0-73 0,4 2-68 0,-2-1-60 0,1 1-55 15,-3 1-58-15,0-1-58 0,0-2-64 0,0 8-63 0,-3 0-19 0,1-1 3 16,2 2 30-16,-4 0 42 0,-1 0 69 0,-1 2 82 0,1-1 74 16,-2-1 67-16,1 2 61 0,1-1 52 0,0 1 62 0,-5-2 61 15</inkml:trace>
  <inkml:trace contextRef="#ctx0" brushRef="#br0" timeOffset="97229.96">5209 11478 99 0,'-7'9'328'15,"1"-2"65"-15,3 1 34 0,1-1 21 0,2-2 14 0,0 1 14 0,0-2 17 16,0-1 25-16,0 0 35 0,0-3 40 0,0 2 48 0,2-1-1 0,1 1-25 16,-3-1-90-16,6 0-115 0,-2-1-53 0,1 2-25 0,-1 0-11 0,1-1-6 15,0 1-11-15,4-1-11 0,-3-1-28 0,3 2-37 0,0-1-39 0,0-1-42 16,-4 0-32-16,4 0-30 0,2 0-19 0,-3 0-12 0,-1 0-15 0,2 0-13 16,0 0-23-16,0 0-27 0,-4-1-50 0,1-1-61 0,1 2-73 0,-2-1-75 15,1-1-67-15,-2 1-68 0,-3 1-71 0,-1 0-78 0,0 0-79 0,0 0-80 16,0 0-36-16,0-5-11 0,0 5 6 0,0-6 17 0,0 0 45 0,-1 2 56 15,1-1 73-15,-4-1 77 0,0 2 69 0,2-1 58 0,2 1 74 16,-3-1 76-16</inkml:trace>
  <inkml:trace contextRef="#ctx0" brushRef="#br0" timeOffset="97451.11">5334 11281 202 0,'0'-3'316'0,"2"0"51"0,1 1 40 0,3 1 45 0,-3 1 50 16,3 1 64-16,-1-1 66 0,4 2 54 0,-3 0 41 0,3 1 28 0,0-2 19 15,0 1-45-15,0 1-71 0,2 0-79 0,-2 0-75 0,0 1-53 0,2-1-38 16,-2 2-42-16,0-1-45 0,0 0-58 0,2 1-64 0,-2 1-50 0,0-1-42 16,-4 1-25-16,4-2-19 0,0 2-14 0,-3 2-12 0,-1-2-9 0,2 0-6 15,-5-1-3-15,2 2 3 0,1 0-6 0,-5 1-11 0,4-2-8 16,-4 1-13-16,-4 1-11 0,1 1-16 0,1 1-17 0,-2-1-22 0,-1 2-40 16,-1 0-48-16,-3 2-62 0,4-1-69 0,-4-2-59 0,0 2-55 0,3-1-41 15,-3-1-41-15,0-1-44 0,0-1-48 0,4-1-67 0,-4 1-77 0,3-4-22 16,-3-1 0-16,4 0 30 0,1-2 43 0,4-1 63 0,-5 0 66 15,5 0 58-15,-6-1 54 0,6 1 45 0,0 0 42 0,2-6 52 0,2 0 56 16</inkml:trace>
  <inkml:trace contextRef="#ctx0" brushRef="#br0" timeOffset="97873.96">6014 11410 142 0,'-4'2'443'0,"4"1"194"0,-3-2 87 0,3-1 38 0,0 3 19 0,0 1 8 0,0 0 11 0,0-4 10 0,3 1 12 0,-3 1 8 15,6-1 9-15,-6-1 7 0,3 0-104 0,3 2-150 0,-1-2-177 0,-1 1-189 16,1-1-82-16,1 2-37 0,3-2-19 0,-4 1-10 0,4-1-10 0,-3 2-10 16,3-2-10-16,0 0-9 0,0 1-9 0,-4-1-9 0,4 2-4 0,0-2-5 15,-3 0-11-15,3 0-8 0,-4 0-16 0,1 0-14 0,1-2-28 0,-2 2-29 16,1-1-80-16,-3 1-101 0,3-2-99 0,-4 1-98 0,1-1-107 0,3 2-112 15,-6 0-74-15,0-4-56 0,3 1-19 0,-3 3-8 0,0-6 7 0,0 6 11 16,0-6 26-16,-3 0 30 0,3 0 80 0,-2 1 102 0,-2 1 99 0,1 1 99 16,1-2 106-16</inkml:trace>
  <inkml:trace contextRef="#ctx0" brushRef="#br0" timeOffset="98109.07">6302 11212 425 0,'3'0'561'0,"-3"-1"68"0,0 1 46 0,6 0 33 0,-3 1 26 16,-1-1 24-16,5 0 16 0,-5 2 15 0,4-1 10 0,1 1 10 0,-2 2 0 15,4-1-6-15,-2 2-167 0,3-1-241 0,-1 2-118 0,0 0-64 16,1 2-39-16,0-1-32 0,2 2-25 0,-3-1-24 0,2 2-16 0,-2-1-14 16,2 2-12-16,-2-1-9 0,0 2-9 0,2 0-5 0,-2 0-5 0,0 2-7 15,0-2-4-15,0 0-6 0,-3 0-10 0,-1 1-10 0,4-2-13 0,-5 1-10 16,1-2-20-16,-1-1-24 0,-3 0-45 0,5 0-54 0,-6-3-73 0,3 2-79 15,1-2-66-15,-4-2-62 0,2 1-62 0,-2-2-65 0,0-3-80 0,0 0-88 16,0 0-33-16,0 0-10 0,0 0 12 0,0 0 17 0,0 0 44 0,0 0 56 16,0-3 72-16,-2-4 78 0,-2 0 67 0,4 1 60 0,0 0 66 0,4-1 67 15</inkml:trace>
  <inkml:trace contextRef="#ctx0" brushRef="#br0" timeOffset="98308.98">6616 11241 54 0,'0'-8'364'0,"0"4"189"0,-1-1 99 0,-3 4 59 16,4-1 36-16,0 2 27 0,-2 3 19 0,-2 0 20 0,1 0 13 0,-3 2 16 15,3-1 13-15,-3 2 17 0,1 2-65 0,0-1-98 0,-5 2-151 0,1 2-174 16,0-2-88-16,-1 4-50 0,-3-1-35 0,2 2-25 0,-2 1-22 16,3 0-20-16,-1 1-27 0,-2-1-25 0,2 0-37 0,-1 0-37 0,1 0-42 15,2-1-42-15,-4-2-49 0,6 1-51 0,-2-4-95 0,0 0-114 0,5-2-105 16,-1 0-104-16,-1-4-123 0,3 1-132 0,3-4-53 0,0 0-16 16,0-4 5-16,0-2 17 0,0-2 20 0,3-1 22 0,1 0 33 0,-2-3 37 15,3-1 85-15,-1-1 110 0,1 0 105 0,-1 1 102 0</inkml:trace>
  <inkml:trace contextRef="#ctx0" brushRef="#br0" timeOffset="98593">6587 10966 250 0,'4'-3'402'0,"-2"2"85"0,-2-2 63 0,0 3 57 0,3 0 50 16,3 1 37-16,-6 1 31 0,3-1 19 0,-3 1 16 0,0-2 10 0,4 1 10 15,-2 1-57-15,-2 1-84 0,0-2-116 0,4 1-132 0,-4 1-84 0,1 0-61 16,-1 0-56-16,0 1-48 0,0-1-37 0,0 3-30 0,0 0-19 0,0 0-19 15,0 2-11-15,-1-1-12 0,-3 2-8 0,4 0-9 0,-2-2-4 0,-2 4-3 16,1-2-2-16,3 0-3 0,-6 1-3 0,6-2-2 0,-5 1 1 0,5-1-1 16,-4 1 1-16,3-2 2 0,-3-1 1 0,0 2 1 0,3-2 4 0,-3-2 5 15,4 1 3-15,0-2 3 0,-2 1 3 0,2-1 3 0,-4 0 0 16,4-3 2-16,0 0-1 0,0 0 1 0,0 3-2 0,0-3-2 0,0 0 1 16,4 2-1-16,-4-2-7 0,2 1-12 0,-2-1-33 0,4 0-43 0,-3 2-80 15,3-2-88-15,0 0-86 0,-3-2-80 0,5 2-96 0,-3-1-105 0,3-1-67 16,3-2-47-16,-4 1-25 0,-1-3-12 0,5 3 4 0,-4-3 8 0,4 1 29 15,-3 1 43-15,3-1 78 0,-4 1 90 0,4 1 83 0,0 0 82 16,0 1 96-16</inkml:trace>
  <inkml:trace contextRef="#ctx0" brushRef="#br0" timeOffset="98809.67">6795 11385 175 0,'-3'6'470'0,"3"-2"187"0,0 1 87 0,-2-2 40 0,2 1 23 0,-4-1 13 16,4 3 11-16,4-4 11 0,-4-1 12 0,2 1 7 0,-2-1 10 0,3 0 6 16,-1 1-115-16,2 0-164 0,-1-2-181 0,3 1-185 0,-4 1-86 0,5-1-40 15,-2-1-22-15,1 2-13 0,3-2-19 0,-4 0-19 0,4 0-22 16,-3 0-29-16,3 0-35 0,0-2-37 0,-4 2-85 0,4-3-109 0,-3 2-100 16,3-3-103-16,-4 3-92 0,1-2-89 0,3 0-82 0,-6-1-74 0,3 1-33 15,-1-2-5-15,-1 2 5 0,1-1 13 0,-5-1 26 0,4 2 29 0,-4 3 81 16,2-4 105-16,-2 4 101 0,3-3 100 0,-3 3 92 0,0 0 94 15</inkml:trace>
  <inkml:trace contextRef="#ctx0" brushRef="#br0" timeOffset="99201.84">7034 11299 15 0,'6'2'302'0,"-6"-1"151"0,3-1 81 0,-3 0 54 0,6 2 41 0,-3-1 39 15,-1-1 29-15,3 2 29 0,-1-1 18 0,2 1 17 0,3-1 9 0,-6 0 7 16,3 1-62-16,3 1-95 0,-4-1-128 0,4 1-142 0,-3-2-80 0,-1 2-50 16,2 0-39-16,-1 2-37 0,-1-2-28 0,-1 1-26 0,1-1-17 0,-3 1-15 15,2 3-10-15,1-3-12 0,-1 2-4 0,-1-2-2 0,-1 4-3 0,-2-2-3 16,0 2-3-16,0-1-5 0,0 2 1 0,0 0 1 0,-2 0 0 0,-1 2 0 16,-1-1-2-16,2 1-1 0,-5-1 2 0,1 1 2 0,1-1 1 0,1-1-7 15,-1 0-1-15,0 0-4 0,-1-1 2 0,1-1 7 0,-2 0 2 16,1 1 2-16,1-2 3 0,1-2 5 0,-1 3 2 0,-1-3 5 0,3 1 0 15,1-3-4-15,-2 2 1 0,1-1 3 0,3-2 1 0,0-1 2 0,0 0-1 16,0 0-5-16,0 0-3 0,0 0-6 0,0 0-5 0,0 0-7 0,0 0-4 16,0 0-2-16,3 0 0 0,-3 0 1 0,6 0-1 0,-3 0-4 0,3 0-1 15,-3 0 1-15,3 0-2 0,-1 0 0 0,4-1-5 0,-3 1-7 0,3-2-7 16,-4 1-10-16,4-3-10 0,-4 2-12 0,5 0-19 0,-1-1-22 16,-4 0-46-16,4-1-58 0,-4 0-74 0,5 0-82 0,-5 0-63 0,4-1-54 15,-4 0-54-15,3 1-54 0,-3 0-70 0,0-2-76 0,1 0-41 0,-2-2-27 16,1 2-1-16,0-1 14 0,-1-1 43 0,0 2 57 0,-3-1 74 0,-1-1 82 15,0 1 63-15,4-1 53 0,-2 1 60 0,-2 1 62 0,0-2 79 0</inkml:trace>
  <inkml:trace contextRef="#ctx0" brushRef="#br0" timeOffset="99418.53">7302 11245 172 0,'3'-3'328'0,"3"2"63"0,-2-1 47 0,-3 2 54 0,7 2 54 15,-3-2 68-15,0 3 76 0,1 0 44 0,1 0 29 0,-2 0 20 0,1-1 17 16,3 2-45-16,-4 0-67 0,4 2-90 0,0-2-95 0,-3 1-61 0,5 1-41 15,-4 2-48-15,0-2-50 0,2 3-65 0,0 0-74 0,-3 0-44 16,3 0-32-16,0 1-19 0,-4 1-15 0,4-2-9 0,-3 1-6 0,1 1-9 16,-2-1-10-16,1-1-11 0,-3 2-12 0,3-3-14 0,-6 0-16 0,5 1-19 15,-5-1-23-15,4-2-51 0,-2 0-63 0,-2 0-81 0,0-3-88 0,0 1-75 16,0-1-66-16,0 0-65 0,0 0-61 0,0-3-72 0,0 0-75 0,0 0-26 16,0 0-8-16,0 0 13 0,0 0 16 0,-6-2 51 0,3-2 63 0,1 1 82 15,2-3 90-15,0-1 71 0,0-1 66 0,0 1 67 0,0-2 66 16</inkml:trace>
  <inkml:trace contextRef="#ctx0" brushRef="#br0" timeOffset="99612.54">7580 11250 421 0,'0'-3'556'0,"2"1"71"0,-2 2 47 0,0 0 31 0,0 0 31 0,0 0 23 15,-5 0 22-15,1 3 20 0,4 0 17 0,-5 1 13 0,1 1 4 0,-1 1 0 16,-1 0-160-16,1 3-226 0,-1 0-119 0,-1 3-63 0,-2-2-41 0,2 4-29 16,-2 0-26-16,0 1-26 0,0-1-20 0,0 2-22 0,-2 0-20 0,2-1-20 15,0 0-26-15,0 0-29 0,3-1-31 0,-3-1-31 0,4-1-39 0,-4-1-42 16,3-1-88-16,3 1-107 0,-3-2-95 0,1-2-89 0,1 2-101 0,2-1-107 15,-1-3-68-15,-1 2-55 0,4-4-14 0,0-3 2 0,0 0 16 0,0 4 15 16,0-4 31-16,0 0 38 0,0 0 82 0,7 0 103 0,-1-1 92 0,-1-1 92 16,1-1 100-16</inkml:trace>
  <inkml:trace contextRef="#ctx0" brushRef="#br0" timeOffset="100106.11">7863 11457 313 0,'0'0'423'0,"0"0"63"0,0 0 63 0,0 0 65 0,0 0 51 0,0 0 44 0,3 0 32 0,-1 0 27 0,2 0 20 0,-3 0 13 0,3 1-3 0,1-1-11 0,-1 0-117 15,1 0-164-15,5 0-88 0,-5 0-54 0,0 0-58 0,4 0-59 0,-3 0-49 0,3 0-44 16,-4 0-28-16,4 0-25 0,0-1-20 0,-3 1-15 0,3-2-11 16,0 2-8-16,0-1-8 0,-4-1-9 0,4 1-6 0,0 1-5 0,-3-2-4 0,3 2-4 15,-4 0-5-15,4-1 0 0,-3 1-2 0,-1-2-2 0,-1 2-4 16,1-1-2-16,-1 1-2 0,1 0-5 0,-1-2-2 0,-4 2-5 0,0 0-6 16,0 0-8-16,0 0-7 0,0 0-9 0,0 0-16 0,0 0-20 15,0 0-48-15,0 0-57 0,0 0-83 0,0 0-93 0,0 0-80 0,0 0-75 16,-4-1-73-16,1 1-75 0,3 0-62 0,-6-3-55 0,1 1-22 0,-1-1-5 15,1 2 11-15,-2-1 16 0,5 2 47 0,-5-1 58 0,5-1 86 0,2 2 95 16,-5 0 83-16,5 0 76 0,0 0 79 0</inkml:trace>
  <inkml:trace contextRef="#ctx0" brushRef="#br0" timeOffset="100868.57">7982 11347 69 0,'0'-3'332'0,"-5"2"124"0,1-1 74 0,2 2 49 0,-2 0 49 0,4 3 44 0,-3 0 36 0,3 2 32 0,-2-2 23 15,-2 1 23-15,4-1 13 0,0 3 14 0,0 0-77 0,0 3-116 16,-1-1-114-16,1 2-113 0,0 1-66 0,-4 0-50 0,4 0-43 0,0 1-45 0,-4 0-35 16,4 0-29-16,0 0-25 0,0 0-20 0,0-1-22 0,0 1-17 0,0-2-20 15,0 0-20-15,0 0-20 0,0-2-25 0,0 0-34 0,0 0-39 16,0-1-70-16,0-1-88 0,0 0-80 0,4-1-76 0,-4-2-68 0,0 1-64 15,4-1-68-15,-3 0-72 0,-1-3-51 0,0 0-40 0,4-3-8 0,-2 0 4 16,1-1 24-16,3-1 35 0,-2-1 67 0,-3-1 85 0,3-2 80 0,1 0 76 16,-1 0 67-16,1-2 67 0,-1 2 72 0</inkml:trace>
  <inkml:trace contextRef="#ctx0" brushRef="#br0" timeOffset="101198.24">8183 11298 78 0,'9'0'284'0,"-4"-2"75"0,-1 2 64 0,5 2 58 0,-4-2 67 0,1 1 75 15,-3 2 48-15,3 0 43 0,-1 2 34 0,-1-3 30 0,1 3 19 0,-1 0 18 16,1 1-73-16,1-2-108 0,-3 1-83 0,-1 1-68 0,2-2-56 0,-1 1-56 16,-1 1-62-16,-2 0-66 0,4-1-53 0,-4 3-43 0,0 0-31 0,0-1-23 15,0 2-18-15,0 0-15 0,-4 2-11 0,2-1-7 0,-1 1-7 16,-3-1-5-16,3 2-5 0,-3-1-4 0,1 1-4 0,1-2-7 0,-5 2-2 16,4-1-4-16,-1-1-1 0,-3 1-4 0,4-2-1 0,-4 0 1 15,3 0 1-15,1-2 1 0,-2-1-1 0,-2 2-1 0,3-2-2 0,1-2 0 0,-1 1 1 16,3-1 4-16,-3 0 1 0,3 0 1 0,1-3 2 0,-2 2 2 0,2-3-1 15,2 0 4-15,0 0-1 0,0 0 2 0,0 0 0 0,0 0 0 16,0 0 0-16,0 0 2 0,0 0-1 0,0 0-1 0,2 0-3 0,2-1-1 16,-2-1-1-16,1 1 1 0,3-1-4 0,-3-1-1 0,6 2-9 0,-3-4-12 15,-1 2-13-15,4-1-14 0,-3-1-21 0,3-1-26 0,0 0-62 0,0 2-83 16,-4-4-90-16,6 1-99 0,-2-1-83 0,0 2-83 0,-3-1-63 0,6-2-56 16,-6 1-56-16,5 1-50 0,-2-1-15 0,0 1 1 0,0-1 15 0,0 2 25 15,-4 0 60-15,6 0 82 0,-4 0 91 0,-1 2 97 0,3-2 86 0,-4 3 80 16,1-2 65-16</inkml:trace>
  <inkml:trace contextRef="#ctx0" brushRef="#br0" timeOffset="101393.53">8472 11445 34 0,'4'1'282'0,"-4"-1"90"0,2 0 66 0,1 0 55 0,3-1 49 0,-3-1 53 16,-1 1 39-16,3 1 37 0,-1-2 22 0,1 1 12 0,3-2 7 15,-1 1 4-15,0 1-75 0,-1-2-107 0,3 0-93 0,-2 1-88 0,2 0-64 16,0 0-51-16,0 0-54 0,0-1-55 0,0 2-48 0,-3-1-48 0,4-1-54 15,-1 3-52-15,-3-1-68 0,3-1-75 0,0 0-64 0,-4 1-65 16,-1 0-64-16,1 1-66 0,-5 0-85 0,0 0-93 0,0 0-39 0,0 0-16 16,0 0 0-16,0 0 8 0,0 0 28 0,0 0 41 0,-1 4 60 0,-7-1 72 15,7 2 63-15,-7-1 59 0,3 0 63 0,-1 0 64 0</inkml:trace>
  <inkml:trace contextRef="#ctx0" brushRef="#br0" timeOffset="101558.54">8468 11592 27 0,'0'4'266'0,"0"-1"78"0,0 0 40 0,0 0 23 0,0 0 14 0,4-1 15 16,2 0 9-16,-3 2 8 0,3-3 4 0,-3-1 4 0,3 2 2 0,-1-2-1 16,0 0-72-16,5 0-106 0,-1-2-93 0,-4 2-80 0,4-1-54 0,0-1-42 15,2 0-39-15,-2 0-39 0,-4 0-36 0,4-2-34 0,4 1-31 0,-4-2-33 16,2 1-35-16,-2-2-31 0,0 0-37 0,2-3-39 0,-2 1-39 0,2 0-40 16,-2-2-5-16,4 1 9 0,-3-1 20 0,-1-1 22 0,0 2 25 0,2-1 28 15,-2 1 27-15,0-2 29 0,2 2 32 0,-2 2 32 0,0-1 37 16</inkml:trace>
  <inkml:trace contextRef="#ctx0" brushRef="#br0" timeOffset="101782.9">8807 11416 9 0,'7'-4'250'0,"-5"1"61"0,1 1 36 0,-1 0 20 0,-2 2 17 0,0 0 17 16,4 0 15-16,-4 0 20 0,0 4 21 0,0-3 29 0,0 4 29 0,0-2 10 16,0 1-2-16,0 1-53 0,0 1-75 0,0 0-36 0,0 1-14 0,0-1-10 15,0 2-6-15,0-1-8 0,0 1-10 0,0-1-16 0,3-1-15 16,-1 2-21-16,2-1-21 0,1-1-29 0,1 2-29 0,1-2-24 0,-2-2-27 16,1 1-19-16,3-1-17 0,0-1-12 0,2 0-9 0,-2-1-5 0,0-1-7 15,2-1-3-15,1 0-3 0,-3-1-7 0,2-2-10 0,-2 1-4 0,2-2-1 16,-2-1-5-16,0 2-9 0,0-3-2 0,2 0 1 0,-4 0-1 0,1 2-1 15,-5-3 1-15,3 2-1 0,-1-1 0 0,-1 1 2 0,1 1-2 0,-5-1 0 16,0 2-2-16,0 0-5 0,0 2-8 0,0-3-11 0,-2 0-25 0,-1 3-29 16,-3-2-73-16,-3 0-92 0,4 0-86 0,-8 1-82 0,2-1-93 0,-1 2-102 15,-3 1-80-15,1-2-72 0,-6 1-34 0,2 1-13 0,-6 1-1 0,1 1 6 16,1 1 23-16,-9 0 30 0,2 0 72 0,0 1 91 0,-5 1 86 0,-4 1 81 16,0 1 93-16,0 0 100 0</inkml:trace>
  <inkml:trace contextRef="#ctx0" brushRef="#br0" timeOffset="102246.48">6463 12331 223 0,'0'0'374'0,"5"0"80"0,0 0 56 0,-1 2 51 16,1 1 52-16,5 0 39 0,-5 1 35 0,4 1 25 0,-4-1 21 0,4 2 14 0,1 0 13 0,-1 2-51 0,0-1-80 15,0 1-107-15,-2 1-122 0,2-2-75 0,0 2-57 0,-4 0-51 0,4 0-51 16,-3 2-41-16,1-2-36 0,-1 0-42 0,-1-2-44 0,0 2-60 15,-1 0-69-15,1-2-70 0,1 1-75 0,-3 0-62 0,-1-2-57 0,2-2-59 0,0 2-58 16,-3-3-69-16,-1 1-76 0,0-4-51 0,0 0-38 0,0 0-1 16,0 0 13-16,0 0 43 0,0 0 51 0,0 0 65 0,0 0 71 15,4-5 58-15,-4-1 54 0,4 0 58 0,-3 0 59 0,3-2 70 0</inkml:trace>
  <inkml:trace contextRef="#ctx0" brushRef="#br0" timeOffset="102425.66">6728 12301 58 0,'2'-6'348'0,"-2"2"158"16,0 1 98-16,0 3 65 0,-5 1 49 0,5 2 34 0,-6 2 27 0,3 1 19 15,-3 0 15-15,1 1 11 0,-4 0 4 0,0 4 7 0,0-2-78 0,0 2-112 16,-2 1-143-16,-2 0-154 0,2 1-95 0,1 1-67 0,-3-3-48 0,-2 5-38 16,5-4-32-16,-3 1-31 0,2-1-35 0,-2 0-43 0,4-2-74 0,2 1-94 15,-2-2-102-15,5-1-108 0,-1-2-111 0,0-1-112 0,1-1-85 0,4-4-71 16,0 0-31-16,0 0-10 0,0 0-2 0,0 0 8 0,0-8 21 0,5 1 28 16,-1-2 68-16,0 0 88 0,-3-2 97 0,9 1 104 0,-5-2 107 15,4-2 111-15</inkml:trace>
  <inkml:trace contextRef="#ctx0" brushRef="#br0" timeOffset="102725.7">6797 12093 67 0,'9'-5'333'0,"-5"4"127"0,1 1 96 0,1-2 77 0,-3 2 54 0,-1 2 39 16,2-1 27-16,1-1 15 0,-1 2 13 0,-1-1 11 0,-1 2 8 0,2-1 8 15,-4-1-84-15,2 0-124 0,1 3-122 0,-3-1-126 0,0 0-92 0,4 1-78 16,-4-1-53-16,0 2-43 0,0 1-26 0,0 0-15 0,0-1-13 0,-4 3-13 15,4-2-11-15,0 2-10 0,-3 1-2 0,1-2-4 0,-2 1-2 0,2 0-2 16,-1 0-2-16,-1 0-1 0,2-2 2 0,-1 1 5 0,-3-1-7 0,3 2-13 16,1-2 4-16,-2-2 12 0,1 2 7 0,1-1 8 0,-2-1 3 0,4-1 5 15,-2 1 2-15,-1-2 4 0,3 1-2 0,-4-1 0 0,4-2 0 0,0 0-2 16,0 0 7-16,0 0 11 0,4 1-2 0,-4-1-8 0,0 2-6 16,5-2-5-16,-1 0-2 0,-2 0-2 0,1 0-5 0,3-2-7 0,3 2-9 15,-4-1-15-15,2-2-39 0,-1-1-52 0,3 3-87 0,-2-3-97 0,2 1-91 16,-2 0-84-16,1-4-111 0,-1 3-118 0,0 0-61 0,0-2-27 0,-1 0-10 15,-1 1-2-15,1 1 7 0,1-1 15 0,-5 1 39 0,3 1 55 16,-1 0 83-16,1 1 101 0,-5 2 87 0,0 0 86 0</inkml:trace>
  <inkml:trace contextRef="#ctx0" brushRef="#br0" timeOffset="102984.36">6906 12433 96 0,'0'5'401'0,"-4"-2"101"16,4 0 69-16,-2-2 56 0,2 2 59 0,2 0 39 0,2-1 34 0,-4 0 23 16,5 2 19-16,-1-3 13 0,-2 1 11 0,5 1-24 0,-2-2-38 0,-1 2-136 15,3-1-176-15,0-1-99 0,-1 0-66 0,-1 3-54 0,4-4-53 0,-3 1-41 16,3 1-32-16,-4-1-22 0,4 1-18 0,0-2-12 0,0 1-12 0,0-1-7 16,-1 0-8-16,1 0-5 0,0 0-2 0,-4 0-5 0,4 0-3 15,-3 0-5-15,3 0-1 0,-6 0-10 0,6 0-11 0,-7-1-12 0,3-1-8 16,-1 2-20-16,0-1-26 0,-2-1-54 0,-2 2-69 0,0 0-87 0,0-1-97 15,0 1-83-15,0 0-78 0,0-2-86 0,0 0-83 0,0 2-55 0,-6-4-36 16,2 1-13-16,-1 0-3 0,3 0 15 0,-1 2 24 0,-3-4 55 0,3 2 67 16,-3 0 88-16,3 0 93 0,-3 0 84 0,1 2 81 0,1-2 84 0</inkml:trace>
  <inkml:trace contextRef="#ctx0" brushRef="#br0" timeOffset="103190.07">7031 12307 96 0,'0'5'392'0,"0"-1"176"0,0 2 98 0,0 0 69 0,0 0 37 0,0 1 30 16,0 0 17-16,0 2 12 0,0 0 7 0,0 0 5 0,0 1 2 0,0-1 1 16,0 2-92-16,-2 0-137 0,-2 0-163 0,4 3-178 0,0-4-105 0,-2 2-74 15,-1 0-58-15,3-1-54 0,0-1-84 0,0 2-99 0,0-3-103 0,0 2-100 16,0-4-107-16,0 1-106 0,0-3-91 0,0-5-80 0,0 8-33 0,0-8-13 16,0 5-2-16,0-5 6 0,0 0 17 0,0 0 21 0,0 0 71 0,5-2 86 15,-1-1 96-15,-2-1 95 0,1-1 105 0,3 1 106 0</inkml:trace>
  <inkml:trace contextRef="#ctx0" brushRef="#br0" timeOffset="103499.77">7226 12313 120 0,'7'0'401'0,"-5"0"161"0,2 2 85 15,-3-1 52-15,3 1 31 0,0 1 20 0,-3-1 17 0,3 3 13 0,0-3 12 16,-3 1 8-16,-1 0 8 0,6 0 4 0,-6 1-100 0,3-1-144 15,1 0-158-15,-2 2-160 0,2-2-85 0,-3 1-43 0,3 1-27 0,-4-1-21 16,4 2-16-16,-3-2-11 0,-1 3-13 0,0-1-10 0,0 1-6 0,0-1-4 16,0 2-4-16,0-1-2 0,-1 2 2 0,-3-1 7 0,4-1-4 0,-5 2-5 15,1-1-4-15,2-1 2 0,-2 1-1 0,1-1-2 0,-3 0 0 0,5 0 0 16,-3-3 3-16,0 2 3 0,3-1 3 0,-3-2 3 0,4 0 0 0,-4 0-2 16,3-2 2-16,1 1 6 0,0-2 2 0,0 0-2 0,0 1 0 0,0-1 0 15,0 0 0-15,0 0-3 0,0 0-3 0,0 0-2 0,0 0-4 0,0 0-4 16,0 0-4-16,5 0-2 0,-5-1-7 0,5-1-8 0,-1 1-10 0,1-1-7 15,1-1-13-15,-3 2-14 0,3-2-20 0,-1 0-19 0,3 0-54 0,-3-2-68 16,0 2-81-16,1-1-89 0,1-1-79 0,-1-1-76 0,-1 2-87 0,-1-3-94 16,-3 3-45-16,5-3-19 0,-3 2-2 0,3-1 6 0,-3 0 17 0,1-1 23 15,-2 1 54-15,3-2 68 0,-1 0 82 0,1 1 89 0,-1 1 83 0,1 0 80 16</inkml:trace>
  <inkml:trace contextRef="#ctx0" brushRef="#br0" timeOffset="103729.91">7401 12340 72 0,'0'1'320'0,"4"1"78"0,-4-2 47 0,2 2 57 16,1 1 55-16,1 0 60 0,-2 0 57 0,1 0 46 0,-1 0 40 0,5 1 21 16,-5-1 18-16,2 2-22 0,1 1-38 0,-1-2-103 0,1 2-131 0,-1 0-72 15,-2 0-44-15,3 2-52 0,2-2-53 0,-5 3-57 0,4-2-56 16,1 1-45-16,-2 2-39 0,1-3-22 0,-3 3-19 0,3-2-13 0,-3 0-12 0,3 1-15 16,-4-1-13-16,1 1-28 0,1-3-29 0,-2 1-59 0,1-1-72 15,-3 0-81-15,2-1-81 0,-2-1-72 0,4 1-66 0,-4-3-66 0,0 0-69 16,0-2-71-16,0 0-75 0,0 0-27 0,0 0-4 0,0 0 15 0,0 0 23 15,-4-3 55-15,2 0 69 0,-1-1 76 0,3-1 82 0,0 0 70 0,0 0 69 16,0-1 64-16,0 0 71 0</inkml:trace>
  <inkml:trace contextRef="#ctx0" brushRef="#br0" timeOffset="103871.08">7548 12397 78 0,'0'-1'367'0,"0"1"165"0,-4-2 89 0,4 2 56 0,-2 2 40 0,-1 0 32 16,-1 3 27-16,2-2 23 0,-1 2 17 0,-3-1 12 0,1 1 12 0,-2 1 7 15,1 0-81-15,1 0-125 0,-1 1-148 0,1 1-163 0,-2 1-86 0,-2-2-57 16,3 1-41-16,-3 1-38 0,4-2-33 0,-1 2-30 0,1-1-30 0,-1-2-27 15,-1 1-39-15,2 0-47 0,-1 0-83 0,3-3-100 0,1 2-89 16,-2-1-81-16,4-1-85 0,-3-1-85 0,3-3-84 0,0 0-80 0,0 0-33 16,0 0-10-16,0 0 5 0,0 0 8 0,0 0 27 0,0 0 36 0,3-3 77 15,1-3 97-15,-2 2 87 0,3-1 80 0,-1 1 83 0,1-3 87 0</inkml:trace>
  <inkml:trace contextRef="#ctx0" brushRef="#br0" timeOffset="104224.57">7816 12416 135 0,'0'0'407'0,"0"0"185"0,0 0 89 0,0 0 45 0,0 0 26 0,3 4 15 16,-3-4 9-16,0 0 4 0,0 1 14 0,0-1 15 0,0 0 10 0,2 2 10 16,2-1-94-16,-4-1-135 0,3 0-167 0,-1 0-181 0,2 0-84 0,-3 0-44 15,3 0-25-15,1 0-15 0,-1 0-12 0,2 0-9 0,-1 0-13 0,2-1-11 16,-1 1-9-16,-1 0-8 0,0-2-5 0,1 2-5 0,3-1-9 0,-5 1-11 16,1 0-13-16,0 0-15 0,-1-2-33 0,0 2-42 0,-3-2-84 15,3 2-102-15,-4 0-92 0,2 0-90 0,-2 0-99 0,0 0-111 0,0 0-66 16,0 0-53-16,0 0-17 0,0 0-6 0,0 0 6 0,0 0 11 0,-6-1 34 15,5 0 40-15,-7-1 84 0,8 2 102 0,-5 0 92 0,3-1 90 0,2 1 102 16</inkml:trace>
  <inkml:trace contextRef="#ctx0" brushRef="#br0" timeOffset="104629.22">8000 12300 15 0,'2'0'296'0,"1"0"138"16,-3 0 83-16,4 1 52 0,-2 1 48 0,-2-2 39 0,3 1 34 0,3 0 27 15,-6-1 22-15,4 2 23 0,-3-2 16 0,5 2 13 0,-3-2-60 0,3 1-95 16,-3 1-121-16,3-1-131 0,-1-1-74 0,3 3-50 0,-3 0-40 0,0-1-36 16,1 0-28-16,-1 2-26 0,4 0-22 0,-5-1-22 0,1 2-16 0,1-1-11 15,1 1-10-15,-2 1-5 0,1 0-5 0,-1-2-6 0,-1 2-5 0,-1 0-7 16,-1 2-4-16,-2-2-4 0,4 1-1 0,-4 1-4 0,-4 1-1 0,4 0 2 15,-2 1-1-15,-1-1-1 0,-1 0 1 0,-1 2-2 0,-1-2 0 0,3 1-2 16,-6-1 2-16,3 0 2 0,1 0-1 0,-4-1-1 0,3-1 0 0,1 0 2 16,-4 1 4-16,4-2 1 0,-3-2 5 0,3 3 3 0,-4-3 6 15,7 1 3-15,-5-3 5 0,5 2 2 0,-2-1 2 0,-1-2 3 16,5 2 0-16,0-3 0 0,0 0 0 0,0 0 0 0,0 0-3 0,0 0-4 0,0 0-5 16,0 0-6-16,0 0-5 0,0 0-4 0,0 0-4 0,0 0-5 0,0 0-2 15,4 0-4-15,-3-1-1 0,5-1-4 0,-3 1-2 0,3-1-5 0,3 1-11 16,-4-4-8-16,4 2-16 0,-3-1-11 0,3 1-22 0,0-2-22 0,0 1-51 15,-4-2-63-15,4 0-82 0,0 1-94 0,0-1-78 0,-3 0-71 16,3 2-79-16,0-2-87 0,-2-2-64 0,0 2-50 0,-1-1-14 0,3 1 1 16,-4-2 15-16,4 2 18 0,-3-1 50 0,-1 1 65 0,1 0 83 0,-3 0 95 15,3 1 79-15,3 1 71 0,-4-1 84 0</inkml:trace>
  <inkml:trace contextRef="#ctx0" brushRef="#br0" timeOffset="104852.88">8349 12396 112 0,'4'0'424'0,"-4"0"103"0,2 0 63 16,1 0 44-16,3 0 36 0,-3 0 26 0,1 0 21 0,-2 0 14 0,3 0 10 15,-1-2 6-15,1 1 7 0,-1-1-30 0,1 1-45 0,1-1-148 0,-3 1-193 16,3-1-104-16,-3 1-63 0,3 1-44 0,-1-4-37 0,0 3-33 0,-1 0-29 16,2-1-50-16,-3-1-61 0,3 2-72 0,-1-1-82 0,-1 1-67 0,-1-1-55 15,-1 2-59-15,2-1-56 0,-4 1-63 0,0 0-66 0,0 0-59 16,0 0-52-16,0 0-20 0,0 0-1 0,0 0 32 0,0 0 47 15,0 0 64-15,-6 1 74 0,-1 1 63 0,2-1 57 0,-1 2 56 0,3 0 55 16,-3 0 64-16</inkml:trace>
  <inkml:trace contextRef="#ctx0" brushRef="#br0" timeOffset="105272.47">8364 12493 217 0,'0'5'334'0,"0"-2"50"0,0 1 25 0,3-1 23 0,-3 0 20 15,6 0 22-15,-3-1 23 0,-1-1 23 0,2 1 19 0,-1-1 20 0,-1 1 15 16,2-1-50-16,1-1-77 0,1 0-87 0,-3 0-94 0,3 0-47 0,-3 0-25 15,3-1-29-15,-1-1-32 0,0 1-45 0,3-1-52 0,-3 2-53 0,1-3-51 16,3 2-48-16,0-4-44 0,-4 2-34 0,4-1-32 0,0-2-23 0,-2 1-21 16,2-1-16-16,1 0-16 0,-1-1-2 0,-4 1 4 0,4-2 15 0,0 1 23 15,0-1 29-15,-3 1 28 0,4 1 31 0,-2-2 29 0,-3 2 25 0,0 0 29 16,5-1 27-16,-5 1 25 0,-1 1 23 0,1 1 26 0,-1 1 21 16,-3-1 20-16,3 2 22 0,-4 0 21 0,0 2 20 0,2 0 19 0,-2 0 21 0,0 0 19 15,0 0 26-15,3 2 23 0,-3-2 26 0,0 2 24 0,0 2 26 0,0 0 25 16,0-1 16-16,0 2 11 0,0-1 7 0,-3 1 0 0,3-1-1 0,0 1-3 15,3-1-9-15,-3 2-10 0,0 0-21 0,4 0-26 0,-2 0-26 16,1 2-31-16,-1-3-29 0,2 2-33 0,1 0-25 0,3-3-24 0,-7 3-17 16,8-3-12-16,-3 2-15 0,-1-3-11 0,4 2-12 0,-5-4-8 15,5 2-8-15,-4-1-6 0,4-1-3 0,1-1-2 0,-3 0-1 0,2-1-1 16,-2-1-2-16,0-1 1 0,2 0-2 0,0-2-5 0,-3 3 0 0,3-3 0 16,-4 1-2-16,2-1 1 0,-1-1 1 0,-1 3 3 0,1-1 1 0,-3-1-2 15,-1 1 2-15,2-1 1 0,-4 1-1 0,3 1 1 0,-1-2 1 0,-2 2 6 16,0 0-2-16,-2-1-4 0,-1 1-1 0,3 0-4 0,-4-1-2 0,2 0-5 15,-1 1-9-15,-3-1-11 0,1 1-16 0,-4-2-16 0,3 2-41 0,-3 0-53 16,0 0-79-16,0 2-95 0,-2-2-76 0,-1 3-65 0,-3 0-71 0,1 0-69 16,-1 1-85-16,-5 1-91 0,2-1-35 0,-2 4-10 0,2-2 4 0,-5 1 10 15,-1 2 39-15,1 0 49 0,-2 0 78 0,1 0 90 0,-1 3 76 0,-2-1 68 16,1 1 71-16,-1 0 72 0</inkml:trace>
  <inkml:trace contextRef="#ctx0" brushRef="#br0" timeOffset="105860.31">6148 13270 66 0,'0'0'365'0,"0"0"89"0,0 0 51 0,0 0 29 0,0 0 23 0,0 0 19 0,0 0 19 0,0 0 19 0,0 0 21 0,0 0 21 0,0 0 19 16,0 0-11-16,0 0-33 0,2 2-124 0,-2-1-166 15,0-1-87-15,3 2-49 0,-3-1-40 0,4 1-38 0,-2 1-61 0,1-2-74 16,-3 1-77-16,2-1-86 0,2 2-73 0,-1 0-76 0,-1-1-72 0,-2 1-77 15,0-3-83-15,0 4-86 0,0-4-39 0,0 6-18 0,0-1 0 0,0 0 14 16,0 2 42-16,-2-3 52 0,-1 2 58 0,-1 0 65 0,2 0 54 0,-1 1 53 16,-3 0 61-16,3 0 65 0</inkml:trace>
  <inkml:trace contextRef="#ctx0" brushRef="#br0" timeOffset="106056.16">6054 13509 16 0,'0'3'258'0,"0"-2"81"0,-2 2 37 16,2-3 22-16,2 3 21 0,-2-3 21 0,0 0 31 0,3 2 35 0,-3-1 44 15,6 0 46-15,-3-1 40 0,-1 2 41 0,2 0-42 0,1-2-83 16,1 1-72-16,-3 1-69 0,3-1-27 0,-1 1-4 0,2-1-21 0,-1 1-28 16,-1 1-34-16,1-2-37 0,-1 0-41 0,-1 1-46 0,1 0-44 0,2-2-43 15,-1 3-49-15,-1-2-49 0,-1 1-78 0,1-1-88 0,-3-1-89 0,2 3-87 16,1-3-78-16,-1 2-73 0,-4-2-88 0,0 0-95 0,0 0-43 0,0 0-22 16,0 0-6-16,0 0-3 0,0 0 20 0,0 0 29 0,0 0 62 0,0 0 81 15,0 0 74-15,-4-2 74 0,-1-1 78 0,1 0 81 0</inkml:trace>
  <inkml:trace contextRef="#ctx0" brushRef="#br0" timeOffset="106339.36">6206 13305 157 0,'3'-7'347'0,"-1"3"70"0,4 1 45 0,-3 0 46 0,3 0 44 15,-3 2 53-15,3-1 53 0,-1 2 39 0,-1-1 37 0,1 1 22 0,1 0 19 16,3 0-34-16,-4 0-59 0,4 0-98 0,-2 1-115 0,-1 1-65 0,3-1-40 15,-4 2-42-15,4 0-42 0,0 0-48 0,-1 0-46 0,-5 0-32 0,6 2-22 16,-3-1-24-16,-1 1-24 0,4-1-12 0,-3 2-7 0,-3 0-8 0,3 2-6 16,-1-2-5-16,-1 2-2 0,-1 2-2 0,-1-1-3 0,-2 0-2 0,0 1-4 15,0 1-10-15,0 1-13 0,-2-2-2 0,-1 4 2 0,-1-3-8 0,-1 2-11 16,-1 0-12-16,3-1-9 0,-7 2-17 0,5-1-19 0,-4-1-42 0,2 2-52 16,-2-2-85-16,0 0-97 0,0 0-77 0,-2-2-71 0,-2 2-71 0,4-3-74 15,0 0-71-15,-2 0-78 0,2-3-30 0,0 2-10 0,4-4 8 16,-4 1 15-16,3-2 37 0,-3-1 53 0,4 0 81 0,-1 0 98 0,6-2 78 15,0 0 70-15,-3 0 74 0,3 0 78 0</inkml:trace>
  <inkml:trace contextRef="#ctx0" brushRef="#br0" timeOffset="108513.35">6955 13273 190 0,'-2'-3'482'0,"2"2"190"0,0 1 88 0,0 0 41 0,0 0 20 0,0 0 11 16,0 1 13-16,0-1 14 0,0 0 14 0,0 0 12 0,0 0 14 0,0 0 11 15,0 0-111-15,0 0-168 0,0 0-175 0,0 0-180 0,0 0-77 0,0 0-29 16,0 0-14-16,0 0-3 0,0 0-3 0,0 0-8 0,0 0-9 0,0 0-12 16,0 0-9-16,0 0-9 0,0 0-6 0,0 0-8 0,0 0-8 0,0 0-8 15,0 0-6-15,0-1-5 0,0 1-9 0,0 0-12 0,0 0-8 0,2-2-5 16,-2 2-5-16,3-1-5 0,1 1-6 0,-2-2-3 0,1 2-15 0,-1-1-17 15,2 1-31-15,1-2-35 0,-1 2-34 0,1-2-34 0,-1 1-28 16,1 1-28-16,4-1-65 0,-3-1-83 0,-1 1-94 0,-1-1-97 16,1 2-82-16,1-1-76 0,1 1-69 0,-5 0-66 0,3-2-31 0,-1 2-16 0,-4 0 8 15,5-3 18-15,-5 3 25 0,4-1 28 0,-4 1 65 0,1-4 83 16,-1 4 93-16,0 0 101 0,4-4 81 0,-4 4 76 0,0 0 82 0</inkml:trace>
  <inkml:trace contextRef="#ctx0" brushRef="#br0" timeOffset="108884.77">7076 13177 81 0,'2'-3'275'15,"-2"0"53"-15,3 2 30 0,-1-3 29 0,2 3 29 0,1 1 39 0,-1-1 44 16,1 1 49-16,1 0 57 0,-3 0 49 0,3 0 48 0,-1 0-10 0,2 0-37 16,-1 0-66-16,-1 0-76 0,0 0-42 0,1 1-16 0,1 0-23 0,-1 1-23 15,-1 0-29-15,0-1-37 0,4 1-46 0,-5 1-50 0,5-2-45 0,-3 2-43 16,-1 1-22-16,0 0-16 0,-1-1-13 0,1 1-16 0,-1-1-10 16,-2 2-7-16,1 1-3 0,1-2-3 0,-2 2-3 0,-2 0-6 0,0 2-3 15,0-1-3-15,0 1-4 0,-2-1-4 0,-2 1-4 0,1-1-4 0,-3 2-4 16,5 0-4-16,-3 1-4 0,-1 0-5 0,-3-2-3 0,3 2-3 15,0 0-2-15,-1-1-1 0,1 0 2 0,-3-1 1 0,3 1 4 0,0-2 2 16,1-1 2-16,-1 0 3 0,-1 0 4 0,2-1 1 0,-1-1 5 0,0 0 2 16,5 0 1-16,-4-3 0 0,2 2 0 0,-1-1-2 0,3-2-3 0,0 1-4 15,0-1-6-15,0 0-8 0,0 0-2 0,0 0-4 0,0 0-5 0,0 0-4 16,0 0-5-16,0 0-5 0,0 0-2 0,3-1-1 0,-3 1 0 0,2 0 0 16,2 0 0-16,-4-2 2 0,5 2 2 0,-1-1 4 0,-3 1-1 0,3-2 0 15,2 2 1-15,-1-1 1 0,-1 1 1 0,1-2 1 0,0 0-5 0,3 2-6 16,-3-1-9-16,1 0-11 0,-1-1-22 0,0 1-30 0,3-1-37 15,-3 1-43-15,4-1-96 0,-4 1-119 0,5-1-112 0,-5 1-110 0,4-1-116 16,-4 0-122-16,1 1-48 0,3-2-18 0,0 0-4 0,-4 0 4 0,4 0 19 16,-3 0 28-16,1-1 40 0,-1 2 41 0,3-2 97 0,-4 1 119 0,0 0 115 15,4 3 113-15</inkml:trace>
  <inkml:trace contextRef="#ctx0" brushRef="#br0" timeOffset="109329.99">7530 13321 6 0,'0'2'489'0,"0"-2"132"0,0 0 64 0,0 0 34 0,0 0 20 0,0 0 17 0,0 0 21 0,0 0 16 0,0 0 15 0,3-2 12 16,-1 2 10-16,2-1 0 0,1 1-7 0,-1-2-186 0,1 0-275 0,1 2-124 15,3-1-61-15,-4 0-31 0,4-1-17 0,0 1-18 0,-3-1-18 16,6 1-15-16,-4-1-14 0,4 1-11 0,-3-2-8 0,2 1-8 0,-2 0-5 16,4 1-5-16,-2 0-8 0,-2-1-4 0,2-1-3 0,-2 2-1 0,-4-1-1 15,4 2-4-15,-3-3-7 0,3 2-13 0,-6 1-13 0,3-2-16 0,-1 1-20 16,-1-1-35-16,-3 1-38 0,3-1-73 0,-4 2-88 0,0 0-77 0,0 0-74 16,0 0-64-16,0-3-56 0,0 0-45 0,0 2-41 0,-4-2-49 0,3 0-52 15,-3-2-24-15,-1 2-9 0,1-1 20 0,-1 1 34 0,-1-2 70 0,3 2 87 16,-5 0 80-16,1 0 71 0,-2 0 63 0,4 2 55 0,-4-1 51 15,3 1 44-15</inkml:trace>
  <inkml:trace contextRef="#ctx0" brushRef="#br0" timeOffset="109469.09">7649 13221 273 0,'-2'0'360'0,"-1"-2"39"0,3 2 25 0,0 0 18 0,0 0 18 16,-4 2 15-16,4-2 24 0,0 0 30 0,0 0 40 0,0 0 45 0,0 0 32 15,0 2 20-15,0 2-77 0,0 0-121 0,0 1-58 0,0 0-33 0,0 2-18 16,0 0-17-16,0 2-15 0,0 2-15 0,0-1-24 0,0 3-29 16,0 0-51-16,0 0-61 0,4 1-81 0,-4-1-96 0,0-1-94 0,0 2-91 15,0-1-72-15,0-1-66 0,0 0-49 0,0 0-45 0,0-1-42 0,0-2-45 16,0 1-42-16,0 0-35 0,-4-2-38 0,4 1-37 0,-2-1 4 0,-1-4 23 15,1 1 54-15,-2-3 67 0,1 3 57 0,-3-3 54 0,3 1 48 0,1-2 41 16,-2 2 44-16,-1-1 41 0,-1-1 39 0,3 2 40 0</inkml:trace>
  <inkml:trace contextRef="#ctx0" brushRef="#br0" timeOffset="109618.82">7591 13525 81 0,'0'0'284'0,"0"0"83"0,0 0 45 0,-3-2 26 0,3 2 20 15,0 0 16-15,0-1 16 0,3-2 26 0,-3 2 34 0,0-1 42 0,0 1 49 16,4-1 15-16,-2 1-2 0,1-1-78 0,3 1-114 0,-1-2-57 0,1-1-29 16,3 3-19-16,-2-2-10 0,0 0-14 0,2-1-13 0,4 1-22 15,-4-2-34-15,2 1-44 0,-2-1-49 0,2 1-42 0,1 0-41 0,-1 0-37 16,-2-2-36-16,2 2-63 0,2-1-79 0,-3 1-97 0,0-2-107 0,-1 0-102 15,1 1-98-15,-1-1-101 0,1 2-98 0,-1-3-46 0,0 2-21 16,0-1-8-16,-4 1-5 0,4 1 11 0,-3 1 13 0,3-2 53 0,-4 4 67 16,0-1 91-16,4 1 104 0,-3 1 96 0,1 1 99 0</inkml:trace>
  <inkml:trace contextRef="#ctx0" brushRef="#br0" timeOffset="110965.83">8096 13066 190 0,'-6'0'552'0,"3"0"122"0,-3 0 53 0,3 0 26 0,-3 0 7 0,3 0 7 0,1 2 5 16,2-2 8-16,0 0 8 0,0 0 10 0,0 0 13 0,2 0-27 0,1 0-43 16,3 0-189-16,3-2-256 0,0 2-114 0,5-3-47 0,1 2-21 0,3-2-9 15,2-2-4-15,0 1-1 0,7-2-7 0,-2 0-9 0,4-2-9 0,4-1-9 16,-1 0-12-16,1-1-12 0,1 1-6 0,0-2-3 0,3 1-1 0,-3-1-2 15,0 2 3-15,-1 0 3 0,0 0 1 0,1 0 2 0,-5 2 2 0,2-1 1 16,-2 1 1-16,-4 1-1 0,2 0 0 0,-4-1-3 0,-1 3 0 0,2 0-3 16,-6-1-3-16,2 0-4 0,1 1-6 0,-4 1-4 0,-3-1-5 0,1 1-4 15,-1-1-8-15,-1 2-10 0,-2 0-13 0,-2-1-11 0,-4 0-14 0,2 3-11 16,-5-1-15-16,5-1-14 0,-5 1-20 0,-2 1-23 0,0 0-56 16,0 0-65-16,0 0-88 0,-5 0-96 0,1 0-73 0,-1 0-65 0,-1 1-63 15,1 1-65-15,-4-1-54 0,-4 1-52 0,2 1-16 0,-3 0 0 0,1 1 14 16,-1 2 18-16,-1 0 53 0,-1 2 68 0,-2-1 87 0,0 0 98 15,-2 3 77-15,2-1 70 0,-2 0 76 0</inkml:trace>
  <inkml:trace contextRef="#ctx0" brushRef="#br0" timeOffset="111310.02">8291 13057 36 0,'-3'6'301'0,"-3"0"117"0,1 2 77 0,1-1 58 0,4 2 53 0,-2 2 53 16,-1 1 40-16,3 0 30 0,0-2 25 0,0 4 23 0,0-1 17 0,0 2 12 15,3 2-66-15,-1-1-102 0,-2 2-107 0,4 0-112 0,-1 2-68 0,-1-1-53 16,2 1-51-16,-2-1-49 0,1 2-38 0,3-1-29 0,-3-1-25 0,-1 1-17 16,5-1-17-16,-5-1-12 0,2-1-9 0,1-1-11 0,1 1-4 0,-3-2-6 15,1-1-6-15,-2-1-4 0,3-1-5 0,-1-2-3 0,1-1-2 0,-5 0-1 16,4-3-3-16,-2 0-3 0,1-3 0 0,-3 0 2 0,4 0 1 0,-4-3 0 16,0 0 0-16,0 0 4 0,0 0 2 0,0 0 5 0,0 0 2 0,0 0 2 15,0 0-1-15,-4 0-4 0,-1 0 2 0,1 0 2 0,-1 0-1 0,-1 0-4 16,-3 0-1-16,0 1-1 0,0-1-4 0,-2 2-3 0,-1 0-4 0,1-1-4 15,-4 1-1-15,3-1 0 0,-3 1 0 0,4-1 2 0,-3 2-1 16,1 0 1-16,2-2-4 0,-3 3-2 0,1-1-1 0,2 0-2 0,2 0-5 16,-2 1-6-16,-1-1-6 0,6 0-8 0,-3 2-10 0,0-2-13 0,4 0-16 15,-1-1-17-15,3 2-32 0,-3 0-39 0,3-2-63 0,1 1-74 0,-2 0-69 16,4 0-67-16,-1-2-65 0,1 4-63 0,0-2-84 0,1-2-95 0,-1-1-42 16,0 0-17-16,0 0 0 0,4 3 11 0,-2 0 29 0,-2-3 40 15,7 0 62-15,-7 0 80 0,5 0 71 0,1-3 67 0,3 2 72 0,-4-1 68 16</inkml:trace>
  <inkml:trace contextRef="#ctx0" brushRef="#br0" timeOffset="112700.46">3239 12594 252 0,'0'0'460'0,"0"0"83"0,0 0 38 0,0 0 26 0,0 0 18 0,4 1 24 0,-4 2 27 16,0 0 27-16,0 0 27 0,0 2 18 0,-4 1 16 0,4 1-47 0,0 1-74 16,-3 2-140-16,3 1-171 0,-2-1-77 0,2 2-32 0,-4 0-21 0,3 0-16 15,-3 0-20-15,0 0-25 0,3 0-27 0,-3-3-23 0,2 2-21 0,-2-1-14 16,1-1-10-16,1 0-8 0,-2-1-7 0,4-1-4 0,-3-1-4 0,1 0-8 15,2 0-5-15,0-1-5 0,0-1-2 0,0 1-2 0,2-3 1 0,1 5-4 16,3-4 1-16,-3 1 1 0,3 0-2 0,-1 1-1 0,4-2 0 0,-3 3-1 16,3-3 1-16,4 2 4 0,-3-2 1 0,-1 1-1 0,2-1 2 0,2 0 0 15,-2-2-1-15,1 3-2 0,-1-4 0 0,2 1 1 0,-2-1-1 0,-2 2-1 16,2-2-7-16,-2-2-7 0,3 1-18 0,-6 1-22 0,3-2-46 0,0 0-53 16,-4 1-66-16,1 0-74 0,-1-1-62 0,-1-1-58 0,1 2-62 15,-1-1-62-15,-2-1-64 0,1 0-65 0,1 0-50 0,-4 3-44 0,2-7-4 0,-2 2 8 16,0-1 40-16,0 0 53 0,0 2 65 0,-2-4 74 0,-2 2 62 15,4 0 59-15,-3 2 62 0,1-1 62 0,-2 1 65 0</inkml:trace>
  <inkml:trace contextRef="#ctx0" brushRef="#br0" timeOffset="112866.73">3382 12712 117 0,'-3'-6'356'0,"1"0"67"0,-2 2 31 0,2 1 15 0,-1 1 3 0,3 2 9 16,0 0 10-16,0 0 28 0,0 0 38 0,3 3 40 0,-1-1 43 16,-2 2-8-16,4 1-27 0,-2 1-98 0,1 1-130 0,3 1-57 0,-3 2-28 15,1 1-12-15,1 1-2 0,1 1-10 0,-3-1-8 0,3 3-37 0,-4-1-55 0,5 1-81 16,-5 1-98-16,1-2-98 0,3 2-95 0,-1-1-84 0,-1-1-75 15,-1 1-74-15,3-2-76 0,-4-1-83 0,1 0-85 0,1-1-39 0,-2-4-17 16,1 1 2-16,3-2 12 0,-1 0 41 0,-1-2 53 0,-4-1 66 0,0-3 70 16,5 2 61-16,1-1 60 0,-6-1 69 0,3 0 72 0</inkml:trace>
  <inkml:trace contextRef="#ctx0" brushRef="#br0" timeOffset="113076.75">3583 12879 54 0,'0'-2'328'0,"0"2"137"0,0 0 77 0,0 0 51 0,4 0 36 0,-4 0 31 16,3 2 21-16,-3-2 12 0,0 0 12 0,0 0 7 0,0 0 2 0,2 1 2 15,-2-1-80-15,0 0-120 0,4 0-125 0,-4 0-134 0,5 0-92 0,-5 0-65 16,6 0-81-16,-3 0-84 0,-1-1-84 0,5 1-84 0,-5-2-77 0,2 2-70 16,1 0-85-16,-1-1-97 0,-4 1-65 0,5-2-49 0,-5 2-26 0,4-1-11 15,-4 1 7-15,0 0 14 0,5 0 43 0,-5 0 56 0,6 1 64 0,-3 2 67 16,-1-1 68-16,2 1 63 0,-4 1 84 0</inkml:trace>
  <inkml:trace contextRef="#ctx0" brushRef="#br0" timeOffset="113402.91">3681 12793 196 0,'-7'-4'453'16,"1"-1"167"-16,1 4 82 0,-1-2 44 0,3 1 26 0,-3 1 17 0,3 1 10 15,3 0 5-15,0 0 9 0,0 0 9 0,0 0 8 0,0 0 4 0,0 0-117 16,0 0-172-16,-2 0-164 0,2 0-163 0,0 0-78 0,0 3-41 0,2 0-24 15,-2 0-14-15,3 2-11 0,-1 2-8 0,2 0-9 0,1 4-8 0,-1 1-5 16,1 1-7-16,-1 2-1 0,1 3 0 0,1 2-7 0,-3-1-11 16,-1 1-21-16,2-1-21 0,1 2-45 0,-1-3-59 0,-4 0-85 0,5 0-95 15,-1-1-82-15,-2-2-73 0,1-1-83 0,1 0-88 0,-2-2-71 0,1 0-65 16,-1-3-21-16,2-1-7 0,-1 1 11 0,-1-3 16 0,2-2 43 0,-3 1 54 0,3-2 84 16,-4-3 96-16,5 1 82 0,-1 1 71 0,2-1 88 0</inkml:trace>
  <inkml:trace contextRef="#ctx0" brushRef="#br0" timeOffset="114294.34">3939 12646 76 0,'6'-3'306'0,"-3"1"67"0,1 1 41 0,-2 1 39 16,3 0 35-16,-1 3 40 0,1 0 41 0,-1 0 42 0,-2 2 43 16,1-1 30-16,3 1 29 0,-3-1-15 0,3 1-34 0,-3 1-90 0,-1-2-119 15,2 1-61-15,0 1-39 0,-3-1-33 0,3 0-36 0,-2 1-39 0,1 0-39 16,-3 2-39-16,4-1-41 0,-2 1-31 0,-2 1-28 0,0-1-20 0,-2 3-16 16,-2-2-6-16,4 2-6 0,-5 1-4 0,5-2-4 0,-4 1-1 0,-1-1 0 15,1-1 2-15,2 1-2 0,-1-2 1 0,-3 1 1 0,6-1 1 0,-3-2 0 16,1-1 0-16,-2-1 1 0,1 0-1 0,3-1-1 0,-2 0-1 0,2-3 1 15,0 0 0-15,0 0-3 0,0 0-1 0,2 2 1 0,1-1-2 0,1-1 1 16,1-3 1-16,-3 3 1 0,7-3 0 0,-5 2 0 0,5-2 0 0,0-2 0 16,-4 1 0-16,6-4 1 0,-2 2-1 0,4-1-3 0,-6-2-10 0,6 0-16 15,-4-2-29-15,2 1-37 0,-2-1-77 0,0-1-90 0,0-1-78 16,-2 0-73-16,2 3-70 0,-2-3-72 0,-1 1-82 0,3 0-90 0,-4 0-45 16,-3 0-24-16,2 1-4 0,1 0 8 0,-5 1 25 0,4 3 33 0,-4-1 73 15,0 1 91-15,-4 0 77 0,4 3 71 0,0-2 73 0,-2 3 72 16</inkml:trace>
  <inkml:trace contextRef="#ctx0" brushRef="#br0" timeOffset="114497.39">4111 12548 213 0,'0'0'311'0,"0"0"43"0,0 0 28 15,0 0 28-15,0 0 29 0,6 2 40 0,-3 1 47 0,3 0 51 0,-3 0 54 16,6 0 45-16,-3 1 39 0,-1 1-36 0,4 1-74 0,0-1-71 0,0 1-70 16,0 1-41-16,-1-1-23 0,1 2-28 0,0-2-28 0,0 1-41 0,2 1-46 15,-2-1-53-15,0 1-51 0,0-1-56 0,0 0-52 0,-2 0-64 0,2-1-67 16,0 0-84-16,0 0-92 0,-3-2-74 0,3 2-64 0,-4-2-71 15,2 0-69-15,-1-1-84 0,-1-2-86 0,1 1-42 0,-6-2-16 0,3-2 1 16,3 1 9-16,-1-1 38 0,-1-1 51 0,-4 0 73 0,1 0 83 0,3-1 70 16,0 1 64-16,-2-2 68 0,-2 5 72 0</inkml:trace>
  <inkml:trace contextRef="#ctx0" brushRef="#br0" timeOffset="114647.92">4363 12604 42 0,'-4'-3'335'0,"-1"0"157"0,1 3 89 0,-1-1 60 15,5 2 40-15,-6-1 40 0,6 3 28 0,-5 1 20 0,1 1 17 0,-1 0 14 16,1 1 9-16,-1 1 9 0,-4 1-73 0,3 1-108 0,1 0-141 0,-4 1-157 15,3 1-85-15,-3 1-57 0,0-1-45 0,4 0-42 0,-4 1-41 0,3 0-39 16,1 0-68-16,-2 0-77 0,1-1-107 0,1-1-115 0,1-1-114 0,2 2-110 16,-1-4-98-16,-1 1-97 0,2-4-42 0,2 2-23 0,0-6-5 0,0 5-1 15,0-5 12-15,6 1 14 0,-6-1 53 0,5-1 64 0,4-1 97 16,-3-1 107-16,3-1 108 0,0-2 104 0</inkml:trace>
  <inkml:trace contextRef="#ctx0" brushRef="#br0" timeOffset="115120.54">4433 12429 293 0,'0'0'459'0,"-3"1"82"0,3 2 45 0,-4-1 34 0,8 1 31 0,-4 1 31 0,0 2 33 0,0-1 24 16,0 1 23-16,0 0 15 0,0 1 13 0,0 1-56 0,0-1-87 0,0 4-137 16,0-2-157-16,0 0-82 0,0 1-43 0,0 2-33 0,0-2-33 15,0 0-30-15,0 0-31 0,0-1-23 0,0 2-21 0,5-4-13 0,-1 1-13 16,-3-1-7-16,3-1-4 0,5 0-4 0,-3 0-1 0,3-3-1 0,0 3-1 16,1-3 2-16,0-2 2 0,2 3-1 0,-1-3 1 0,0-1-2 0,2 0 0 15,-3 0-2-15,-1-1-1 0,4-1-4 0,-6-1-2 0,6 2-2 0,-8-2 1 16,4 1-4-16,0-2-5 0,-3 1-8 0,3-1-12 0,-4 2-26 0,1-1-29 15,-3-2-59-15,3 2-70 0,-6 0-74 0,3 0-76 0,-1 2-63 0,-2-4-58 16,0 2-57-16,0 2-56 0,-2-2-69 0,-1 0-75 0,1-1-35 0,-2 2-15 16,1-3 15-16,-3 2 24 0,3 0 54 0,1-2 68 0,-2 4 74 0,-1-2 78 15,-1-1 61-15,3 1 62 0,-3-2 55 0,3 2 57 0</inkml:trace>
  <inkml:trace contextRef="#ctx0" brushRef="#br0" timeOffset="115265.01">4553 12490 60 0,'-4'-3'329'15,"0"2"132"-15,3-1 75 0,1 2 44 0,0 2 51 0,-4 1 50 0,4-1 42 16,0 2 41-16,0 0 23 0,0 2 19 0,0-1 11 0,0 2 9 15,0 1-80-15,0 1-114 0,0 1-125 0,0 2-126 0,-2 2-73 0,2-2-48 16,0 1-48-16,0 4-50 0,0-2-52 0,-4-2-53 0,4 4-65 0,0-2-68 16,0 1-106-16,4-1-126 0,-2 0-110 0,-2 0-105 0,4 0-113 0,-4-3-111 15,0 1-53-15,0-2-23 0,1-2-11 0,3 0-4 0,0-2 6 0,-3 0 10 16,-1-1 41-16,0-2 52 0,0-4 96 0,4 4 115 0,0 0 105 0,-4-4 102 16</inkml:trace>
  <inkml:trace contextRef="#ctx0" brushRef="#br0" timeOffset="116200.02">4205 13276 166 0,'0'0'361'0,"2"2"77"0,-2-2 55 16,4 0 53-16,1-2 53 0,-1 1 45 0,1-1 37 0,-1-1 24 0,1-1 20 16,-1-1 10-16,1-1 11 0,1 0-46 0,-1-2-65 0,-1 0-108 0,1-2-131 15,4-1-75-15,-3 0-55 0,-1 1-52 0,-1-2-53 0,1-1-43 0,-1 2-42 16,1 0-22-16,1-2-16 0,-3 2-13 0,3 0-8 0,-3 1-5 0,-1 1-2 16,2 0-5-16,-4 1-2 0,0 1-2 0,0 1 1 0,0 0-1 0,0 2 1 15,-4 1-1-15,2 0-1 0,-5 0 0 0,5 0 0 0,-3 1-3 0,-2 0-1 16,1 2-2-16,1 0-2 0,-1 0 1 0,-3 2 1 0,6 1 0 0,-6-1-5 15,3 2 1-15,-3 1-1 0,4 1 1 0,-1-2 1 0,3 4 0 0,-3-3 1 16,1 5 2-16,-1-3 3 0,3 2 0 0,-3-1 0 0,6 1 0 16,-3-2 0-16,3 1 2 0,0 1 4 0,3-2 3 0,-3 1 4 0,6-1 1 0,-1 1 2 15,-1-1 1-15,5 0-1 0,0 1-1 0,-4 0 2 0,6-1 1 16,2-1 1-16,-2 0 4 0,-2 0-1 0,5 0-1 0,-3 0-2 0,2 0-2 16,-2 0-7-16,1 0 1 0,-1 0 1 0,2 2 0 0,-2-2 1 15,-2 1 7-15,0-1 7 0,0 2 0 0,-4-2-8 0,4 1 1 0,-3-1 2 16,-3 2 5-16,3-2 8 0,-6 1 4 0,5-1 6 0,-5 2 3 0,0-2 3 15,0 1 4-15,0-1 3 0,0 0-5 0,-4 0-8 0,3 2 4 0,-3-2 8 16,2-2 2-16,-1 2-4 0,-1-2-4 0,-1 1-4 0,-1 0-4 0,2-1-2 16,-1 0-4-16,0 0-4 0,1 0-3 0,-1-2-3 0,1-1-4 0,2 1-5 15,-1-1-3-15,-3-1 0 0,3-1-3 0,-3-1-2 0,2 1-2 0,3-1-2 16,-3-2-5-16,-1-1-1 0,-1-1-3 0,3 0-6 0,1-3-7 16,-2 2-11-16,-1-4-12 0,1 1-14 0,-1-2-46 0,1-1-60 0,2 2-91 15,-1-1-105-15,-3-2-93 0,3 4-85 0,-3-4-105 0,1 4-110 0,1-1-48 16,-1 2-21-16,-1 0-4 0,-1 0 4 0,2 3 10 0,-1 0 17 0,1 2 45 15,-4-1 59-15,3 2 92 0,3 3 105 0,-3 0 93 0,-3 0 91 16</inkml:trace>
  <inkml:trace contextRef="#ctx0" brushRef="#br0" timeOffset="116458.75">3786 13630 30 0,'-4'6'314'0,"4"2"145"0,-4-2 75 0,4 3 39 0,0 0 26 0,0 1 19 0,4 1 10 0,-4 1 5 16,4 0 5-16,-4 1 3 0,0-1-1 0,1 3-2 0,-1-2-86 0,0 4-130 16,4-2-177-16,-4 0-202 0,0-1-127 0,2-1-95 0,2 1-90 0,-4-2-89 15,3-1-96-15,-1 0-102 0,-2-2-47 0,4-3-21 0,-3 0-10 0,3-1-3 16,0-4 12-16,-4-1 20 0,0 0 44 0,1 0 57 0,7-1 55 0,-7-2 54 15,3-2 68-15,-2 2 69 0</inkml:trace>
  <inkml:trace contextRef="#ctx0" brushRef="#br0" timeOffset="116657.81">3948 13673 184 0,'6'-1'322'0,"-2"0"62"0,-3 1 43 0,7 1 48 0,-7 0 51 0,5 4 58 16,-3 0 61-16,1-1 47 0,-2 2 37 0,1-1 24 0,-3 2 14 0,0-1-42 15,0 2-70-15,0-1-87 0,0-1-92 0,0 0-60 0,0 2-43 16,0-1-47-16,0-1-47 0,-3 1-61 0,3-2-62 0,0 1-46 0,-2 0-43 16,2-3-25-16,0 2-27 0,0-2-30 0,0 0-34 0,2 0-71 0,1-2-86 15,-3 0-86-15,6 1-84 0,-1 0-101 0,3-2-108 0,-3-2-83 0,6-1-73 16,-2 0-31-16,2-1-14 0,1-2 0 0,3-2 5 0,-1-1 17 0,1 0 24 16,-1-1 65-16,1-1 82 0,3-1 85 0,0 2 85 0,-2 0 100 0,2 0 107 15</inkml:trace>
  <inkml:trace contextRef="#ctx0" brushRef="#br0" timeOffset="117264.26">8096 13237 109 0,'5'6'333'0,"-5"0"64"0,4-1 35 0,-2 0 19 0,1 2 18 0,1-1 12 0,-2-2 9 15,-2 2 7-15,0 0 7 0,3 0 1 0,-3 0 1 0,0 2-37 0,2-2-56 16,2 0-110-16,-4 0-128 0,3 1-81 0,-1-1-52 0,-2 0-58 0,4-1-53 16,-4 1-63-16,3-2-62 0,-1 1-81 0,-2 1-87 0,4-4-58 0,-4-2-49 15,0 0-22-15,2 5-10 0,-2-5-5 0,0 0 1 0,0 0 14 0,0 0 20 16,0 0 34-16,0 0 38 0,0 0 49 0,3-3 57 0,1-1 71 0</inkml:trace>
  <inkml:trace contextRef="#ctx0" brushRef="#br0" timeOffset="117837.6">8373 13105 30 0,'0'0'319'0,"3"0"146"0,-3 0 101 15,0 0 75-15,2 2 58 0,2 2 43 0,1 1 33 0,-5-1 23 0,4 2 19 16,-2 2 17-16,1-1 11 0,1 4 12 0,-2-1-71 0,1 4-110 16,-1-1-124-16,2 2-131 0,-1 0-87 0,-1 2-69 0,2-1-49 0,-4 2-40 15,3 0-29-15,-1-1-23 0,-2 1-19 0,5-2-15 0,-5 1-15 0,4-2-10 16,-4 0-14-16,4 0-12 0,-2-2-27 0,-2-1-32 0,3 0-26 0,-1-3-23 16,2 2-30-16,-4-4-30 0,3-1-53 0,-1 0-62 0,2-1-74 0,-4-3-81 15,3 2-60-15,-3-1-48 0,2-2-37 0,-2-1-29 0,4 0-24 0,-4 0-24 16,1-1-17-16,-1-2-19 0,4-2-11 0,0-1-7 0,-4 0 10 0,2-1 23 15,-2-1 55-15,0-2 71 0,0 1 56 0,-2-1 48 0,2 0 45 0,0 1 40 16,0-1 40-16,0 1 37 0,0 0 59 0,0-2 65 0,2 1 114 0,1-1 136 16,-3 2 90-16,6-1 70 0,-1-1 37 0,-1 2 24 0,-3-2 18 15,7 1 15-15,-3 1 17 0,1 0 20 0,3-2 21 0,0 3 24 0,0-2 3 16,-2 0-7-16,6 1-54 0,-4 0-75 0,1 0-22 0,-1 0 1 16,4 2 17-16,-6-1 16 0,2 1 13 0,0 0 11 0,0 2-1 0,-3 0 0 15,-1 2-12-15,3 0-13 0,-7 0-14 0,5 2-18 0,-3 1-17 0,-3 0-17 16,0 0-24-16,4 1-27 0,-2 0-25 0,-2 3-23 0,0-1-22 0,0 1-18 15,0 2-13-15,0 2-13 0,0-1-5 0,-2 2-8 0,-2 3-3 0,4-1-8 16,-3 0-4-16,3 2-6 0,-2 0-4 0,-2-1-7 0,4 0-5 0,-1 0-8 16,1 0-8-16,0-1-2 0,0-3-7 0,1 2-4 0,-1-3-4 0,0 1-7 15,6-2-4-15,-6-1-4 0,3 0-5 0,3 0-8 0,-3-1-7 0,3 1-10 16,-2-4-14-16,-3 2-15 0,7-1-15 0,-3-1-18 0,-3 1-29 0,5-2-37 16,-5-2-73-16,3 1-88 0,-1-1-80 0,1-1-80 0,1 2-75 15,1-4-71-15,-5 2-88 0,1-1-95 0,3 1-33 0,-3-3-9 0,-1 1 7 16,2 1 11-16,-4-1 28 0,0 5 35 0,0 0 74 0,-4-4 89 0,4 1 84 15,0 3 78-15,-5 0 76 0,-1 1 75 0</inkml:trace>
  <inkml:trace contextRef="#ctx0" brushRef="#br0" timeOffset="118256.41">6862 14247 199 0,'-9'4'476'0,"0"-1"98"0,0 0 51 0,0 0 30 0,4-1 24 0,3-1 22 0,-2 2 19 0,-1 0 18 0,5-3 16 0,0 0 13 0,0 0 11 16,0 0-39-16,0 0-62 0,0 0-159 0,0 0-203 0,0 0-97 0,0-1-45 15,5 1-25-15,-1-2-15 0,-2 2-14 0,7 0-11 0,0 0-13 0,0 0-12 16,5 0-8-16,1-3-3 0,5 3 0 0,0-1 0 0,7-2 1 15,2 0 7-15,0-2 1 0,7 1 1 0,-2 1 1 0,4-3-2 16,6-2-3-16,-1 2-3 0,0-2 4 0,8 1 7 0,-2 0 8 0,3-2 11 0,1 0 12 16,3-2 11-16,2 2 9 0,-2 0 8 0,5 0 6 0,-3-1 5 15,4-1 2-15,-4 1 3 0,3-1 1 0,-3 1 1 0,-2-1-8 0,-2 1-9 16,2-1-12-16,-3 1-16 0,-1-2-16 0,-1 1-13 0,-6 1-15 0,2-2-10 16,0 0-10-16,-3 0-12 0,-1 0-6 0,-5 0-11 0,4 0-6 0,-8-1-4 15,2 3-9-15,-5-2-9 0,1 2-18 0,-5-1-17 0,-5 1-34 0,2 1-40 16,-3 0-36-16,-4 1-36 0,-3 1-30 0,-1-1-28 0,-2 2-59 0,-2 2-72 15,-4 1-106-15,-1-2-117 0,-4 2-100 0,0 3-91 0,0 0-86 0,-4 0-81 16,-3-1-11-16,0 2 16 0,-4-1 25 0,2 3 31 0,0 2 29 16,-6-1 28-16,1 1 58 0,-1 0 74 0,-3 3 105 0,4 1 119 0,-6 2 104 15,2 1 99-15</inkml:trace>
  <inkml:trace contextRef="#ctx0" brushRef="#br0" timeOffset="118587.02">8201 14199 36 0,'0'3'346'0,"0"-2"186"16,0-1 86-16,0 3 40 0,0 0 24 0,3 0 17 0,-1-1 14 0,2-1 13 15,-4 0 10-15,5 1 12 0,-1 0 5 0,-2-1 7 0,1 1-71 0,3-2-103 16,-1 3-157-16,-1-2-179 0,1 1-84 0,-1-1-38 0,1 2-20 0,1-2-13 16,-3 3-11-16,-1-1-9 0,2 0-7 0,1 1-7 0,-5-1-1 0,4 2 5 15,-4-1-1-15,3 2-4 0,-3-2 3 0,0 3 4 0,0 0 5 0,0 0 8 16,-3 1 7-16,3 0 6 0,0 1 7 0,-4-2 7 0,4 1 2 0,-2-1 4 15,-1-1 1-15,3 2-2 0,0-4-1 0,-4 1-3 0,4-1-6 0,-2 1-4 16,2-2-9-16,0-3-8 0,0 3-8 0,0-2-7 0,2 1-9 0,2-2-8 16,-1 1-7-16,-1-1-6 0,2 0-6 0,1 0-6 0,1 0-5 0,1 0-2 15,-2 0-2-15,4 0-3 0,-3-1-9 0,3-1-9 0,-4 1-18 0,4-1-21 16,0 1-21-16,-3-2-22 0,-1 1-21 0,1-1-23 0,-3 2-35 0,3-2-40 16,-1 1-77-16,-1-1-88 0,-4 2-79 0,3-1-80 0,-1 1-77 15,-2-1-75-15,0 2-75 0,0 0-73 0,0 0-22 0,-5-1 1 0,1-1 12 16,-1-1 15-16,3 3 35 0,-5 0 37 0,-2 3 77 0,3-1 89 0,-3 1 82 15,-2 0 80-15,2 1 84 0,-2 2 84 0</inkml:trace>
  <inkml:trace contextRef="#ctx0" brushRef="#br0" timeOffset="118886.37">6973 15213 178 0,'0'0'468'0,"0"0"181"0,0 0 81 0,0 0 39 0,0 0 16 0,0 0 11 15,0 0 5-15,3 0 7 0,-1-2 4 0,2 2 4 0,-4-2-1 0,5 2 4 16,-5-1-119-16,4 1-170 0,1 0-179 0,1 0-182 0,-3 0-89 0,3-1-49 15,-3 1-52-15,3-2-55 0,-1 1-93 0,1 1-106 0,-3-2-89 0,3 1-80 16,-1-1-88-16,2 2-89 0,-7 0-76 0,6-1-66 0,-1-1-32 0,-5 2-10 16,6 0-1-16,-6 0 9 0,3 3 33 0,-3-3 47 0,0 5 84 0,0-5 101 15,0 5 84-15,0 3 80 0,-3 1 83 0</inkml:trace>
  <inkml:trace contextRef="#ctx0" brushRef="#br0" timeOffset="119036.06">7005 15376 311 0,'-3'6'488'0,"3"0"78"0,-2-1 39 16,2-1 22-16,2 1 21 0,-2-1 25 0,3-2 29 0,-3 1 22 0,2-2 18 15,2 0 14-15,-1-1 8 0,3 2-60 0,-1-2-92 0,1 0-149 0,1 0-176 16,0 0-80-16,2-2-38 0,0 1-40 0,4 0-44 0,-2-2-91 16,-1 0-111-16,3 0-101 0,-2-2-98 0,2 1-100 0,1-1-102 0,-3-1-95 0,2-1-89 15,-3-1-41-15,3 1-18 0,-2-1-8 0,-2 1-1 0,2 0 15 16,2 2 21-16,-4-1 67 0,1 1 83 0,-1 2 80 0,2 0 78 0,2 3 88 0,-2 0 94 16</inkml:trace>
  <inkml:trace contextRef="#ctx0" brushRef="#br0" timeOffset="119355.88">7693 15188 61 0,'0'4'397'0,"0"-1"225"0,0-3 102 0,0 3 47 16,0-2 22-16,3 1 11 0,1-2 8 0,-2 0 6 0,1 1 8 15,-3-1 10-15,6 0 7 0,-3 0 7 0,3 0-80 0,-1-1-117 0,1 1-187 0,3 0-220 16,-4-2-99-16,4 1-45 0,0-2-21 0,4 1-12 0,-6-1-8 16,6 1-5-16,-3-2-10 0,0 1-7 0,2 0-12 0,-5-1-13 0,6 0-7 15,-4 0-4-15,0 1-9 0,-2-1-10 0,2 1-14 0,-5-2-15 0,5 2-20 0,-3 0-20 16,-1 2-55-16,0-2-65 0,-1 1-86 0,0 1-94 0,-3-1-81 15,3 0-75-15,-2 2-90 0,-2 0-98 0,0 0-56 0,0 0-32 0,0 0-8 16,0 0 3-16,0 0 16 0,0 0 19 0,0 0 53 0,0-4 68 0,-2 0 85 16,2 4 93-16,0-6 84 0,0 6 81 0,0-5 94 0</inkml:trace>
  <inkml:trace contextRef="#ctx0" brushRef="#br0" timeOffset="119575.2">8025 14947 103 0,'0'3'551'0,"0"2"138"0,0-1 69 0,-1 2 38 0,1 0 18 16,0 2 19-16,0-1 20 0,0 2 21 0,0 0 21 0,0 0 21 0,0 3 19 16,0 0-10-16,0 2-22 0,0-2-204 0,1 2-290 0,-1 2-134 0,0 0-70 15,0 1-44-15,4-2-29 0,-4 1-42 0,2-1-48 0,-2 0-49 0,3-1-53 16,-3 1-81-16,6-4-91 0,-6 2-119 0,3-1-127 0,3-2-115 0,-1-1-106 16,-1-1-98-16,0-1-90 0,-3-1-35 0,3-3-8 0,1 2 15 0,-1-4 23 15,-4-1 27-15,0 0 29 0,5-1 58 0,1-4 77 0,-1 2 105 0,-1-1 118 16,1 1 112-16,1-3 107 0</inkml:trace>
  <inkml:trace contextRef="#ctx0" brushRef="#br0" timeOffset="119965.1">8253 15075 106 0,'0'0'415'0,"0"0"195"0,0 0 90 0,0 0 41 15,0 1 19-15,6-1 15 0,-6 3 10 0,3-3 11 0,-3 2 11 0,6-1 9 16,-3 1 7-16,-1-2 4 0,7 0-89 0,-3 0-134 0,3 0-171 0,3 0-188 15,-1-2-84-15,2 1-38 0,1-3-20 0,1 2-10 0,1-3-12 0,2 1-10 16,-3-3-11-16,4 2-9 0,0-3-5 0,-1 2-7 0,-4-1-6 16,2-2-9-16,3 1-7 0,-5 1-7 0,0-1-10 0,-5 1-12 0,1-1-10 15,0 2-10-15,-2 0-11 0,-3 2-14 0,0-1-21 0,-1 2-24 0,-2 0-45 16,-2 3-54-16,0 0-63 0,-2-3-64 0,-2 2-53 0,4 1-44 0,-5 0-30 16,1 0-20-16,-1 0-17 0,1 0-12 0,-1 0-4 0,-4 1-4 0,3-1 10 15,-3 0 15-15,4 0 36 0,-4 0 49 0,0 0 57 0,2 0 65 0,-1-1 56 16,-1-1 52-16,4-1 39 0,-4 0 38 0,4-1 35 0,-5-1 35 15,5 1 31-15,-4 1 31 0,4-2 27 0,1 1 29 0,2 1 29 0,-1 0 31 16,-3 0 45-16,6-1 53 0,0 4 51 0,0 0 54 0,0 0 40 0,0 0 39 16,0 0 22-16,0 0 9 0,0 0 2 0,0 0-4 0,0 4-9 0,0 0-9 15,4-1-17-15,-2 3-20 0,-2-1-39 0,0 2-48 0,3 2-54 0,-3 0-60 16,6 2-46-16,-6-1-50 0,3 2-37 0,-1 0-36 0,-2 0-37 0,4 2-38 16,-4-3-71-16,3 3-82 0,-1 0-82 0,-2-1-76 0,4-1-62 0,-3 2-55 15,-1-2-47-15,0 1-45 0,0-2-44 0,0 0-49 0,0 0-49 0,0-2-58 16,0-1-8-16,-1-1 13 0,-3 1 52 0,4-2 74 0,-5-2 74 0,5 0 73 15,-4 1 59-15,2-2 51 0,-1 2 48 0,3-1 47 0,0 1 45 16</inkml:trace>
  <inkml:trace contextRef="#ctx0" brushRef="#br0" timeOffset="120098.98">8443 15249 4 0,'2'4'261'16,"-2"-1"122"-16,4 2 70 0,-4-4 50 0,3 2 47 0,-1-1 44 0,-2-1 48 15,4 1 44-15,1-1 30 0,0-1 26 0,-1 0 17 0,2-1 13 0,-1 1-55 0,4 0-85 16,-4-2-106-16,4-1-111 0,4 1-71 0,-7 1-47 0,3-2-47 16,1 0-49-16,-4 0-53 0,3-1-57 0,0 0-68 0,-4 2-71 0,3-3-93 15,-3-1-105-15,0 1-83 0,1 1-76 0,1 0-84 0,-1-1-84 0,-1 0-82 16,-1 1-79-16,-3-2-35 0,3 2-15 0,-4 1 1 0,5-1 10 0,-1 2 34 15,-4 2 46-15,2-5 75 0,1 2 92 0,-3 0 72 0,6 2 68 0,-2-1 80 16,-3-1 84-16</inkml:trace>
  <inkml:trace contextRef="#ctx0" brushRef="#br0" timeOffset="120546.65">8740 14742 1 0,'3'4'343'0,"-3"-2"222"0,4 1 109 0,-2-2 61 0,1 1 30 0,3-2 20 16,-1 0 19-16,4 0 18 0,0-2 12 0,0 1 15 0,2-2 11 16,2 0 15-16,-2-2-56 0,3-1-83 0,1 0-171 0,3-2-208 0,-4 1-96 15,4-2-48-15,-1 0-25 0,-3 0-16 0,4 0-16 0,-3-1-15 0,3 2-16 16,-4-1-9-16,1 0-14 0,-1 2-13 0,1-1-13 0,-4 1-11 15,1-1-14-15,-1 2-11 0,-2 0-12 0,-4 0-13 0,5 3-14 0,-5-3-14 16,-1 3-21-16,1 2-24 0,-1-2-25 0,-4 3-23 0,0 0-22 0,0 0-27 16,0 0-40-16,0 0-53 0,-4 0-73 0,2 3-81 0,-5 0-66 0,5 0-61 15,-7 1-44-15,4 1-35 0,-1 1-27 0,-3 1-21 0,0 1-20 0,0-1-24 16,0 1-28-16,-2-1-35 0,-1 0 16 0,1 1 39 0,2-2 68 0,-6 2 82 16,6-2 66-16,-2 1 61 0,-1-1 50 0,1 0 48 0,2 2 44 0,0-2 44 15,0 1 43-15</inkml:trace>
  <inkml:trace contextRef="#ctx0" brushRef="#br0" timeOffset="120711.93">8877 14763 16 0,'-3'7'349'0,"1"2"103"0,2 0 65 0,-4-2 55 0,4 3 48 15,4-1 41-15,-4-2 40 0,0 2 29 0,5-1 26 0,-5 1 21 0,6 0 19 16,-3 1-5-16,1 1-14 0,1-1-120 0,-3 2-167 0,5-2-96 0,-1 4-60 16,-1-2-50-16,1 2-44 0,-3-1-42 0,3 1-38 0,-3-1-31 0,-1 2-25 15,5 0-22-15,-5 0-20 0,2-1-20 0,1 1-20 0,-1-1-19 0,-2 0-19 16,1 0-29-16,3-2-29 0,-3 1-59 0,-1-2-74 0,-2-1-83 16,4 1-84-16,-1-4-70 0,-1 1-65 0,-2-1-61 0,4-1-61 0,-4-6-71 0,0 0-77 15,0 0-25-15,0 0-8 0,0 0 13 0,0 0 22 0,-4-6 56 0,4 0 70 16,0-2 80-16,-2 0 87 0,2-2 70 0,-3 2 63 0,3-3 63 15,0 1 64-15</inkml:trace>
  <inkml:trace contextRef="#ctx0" brushRef="#br0" timeOffset="121056.37">9053 14844 219 0,'2'-3'369'0,"1"1"79"0,1-1 60 16,-2 1 60-16,1 2 61 0,3 0 49 0,-6 0 43 0,5 2 31 0,-5-2 23 15,0 0 16-15,0 0 10 0,4 2-49 0,-4-2-77 0,3 1-106 0,-3 1-114 16,2-1-75-16,-2 1-61 0,4-1-57 0,-4 1-59 0,0 1-48 0,1-2-42 15,3 4-28-15,-4-2-22 0,0 0-13 0,4 1-11 0,-2 0-6 0,-2 1-3 16,0 1-3-16,0 0-5 0,3-1 1 0,-3 2-1 0,0-1 1 0,0 0-2 16,0 0 0-16,2 0 0 0,2 2-2 0,-4-2-2 0,0-2-1 0,5 2-1 15,-5 0-1-15,4-1-2 0,1-1-2 0,0 1-1 0,-1-1 0 0,2 1-1 16,-3-1-2-16,6-1-2 0,-3 0 1 0,3 0-1 0,-4-1 2 0,4 1 0 16,-3-3 0-16,3 1 2 0,1 1-2 0,-2-1 1 0,-1-1-1 0,2 2 2 15,-4-1-1-15,4 0 2 0,-5 1 2 0,5-2 2 0,-7 2 4 0,5-2 5 16,-5 3 7-16,2-2 4 0,-3 2 6 0,3-1 3 0,-4 2 6 0,0-1 1 15,0 3 1-15,0 0 1 0,-4-2 0 0,3 4 0 0,-3-2-5 0,-1 3-5 16,1-1-14-16,-2 0-20 0,1 0-20 0,0 1-25 0,-4-1-22 0,0-1-24 16,5-1-36-16,-3 2-39 0,-1-2-75 0,-1-1-91 0,4 2-82 15,0-3-77-15,-5 1-70 0,5 1-66 0,1-3-76 0,-3 1-78 0,0 1-38 16,2-3-17-16,-1 0 0 0,3 0 13 0,-3-1 26 0,6-1 37 0,-4 0 72 16,4 0 91-16,-5-1 81 0,0-1 77 0,5 2 73 0,0 0 68 0,0-4 85 15</inkml:trace>
  <inkml:trace contextRef="#ctx0" brushRef="#br0" timeOffset="121206.97">9257 15040 94 0,'6'-2'398'0,"-3"2"184"0,-1 2 96 0,2 0 52 0,-4-1 35 0,1 2 19 15,3 2 14-15,-4-2 6 0,0 1 1 0,4-1 1 0,-4 0 0 0,0 2-1 16,0-2-106-16,0 0-150 0,0 1-214 0,0-1-241 0,0 2-187 0,-4-2-157 16,4 1-134-16,-4 1-123 0,3-2-111 0,1 0-105 0,-4 0-47 0,-1-2-19 15,5-1-11-15,-4 3-3 0,-2-2 8 0,5 1 14 0,1-2 46 0,-8 0 58 16,3 0 92-16,5 0 105 0,-9 0 106 0,4 0 100 0</inkml:trace>
  <inkml:trace contextRef="#ctx0" brushRef="#br0" timeOffset="124417.73">5578 15607 61 0,'0'-5'312'0,"-2"3"99"0,-1-3 52 0,3 4 30 0,0 1 19 0,0 0 18 15,0 0 28-15,0 0 35 0,0 0 41 0,0-3 46 0,0 3 30 0,0-3 25 16,3 1-71-16,-1 1-107 0,-2-1-97 0,4 1-90 0,1-1-44 0,1 2-24 16,1 0-13-16,-2 0-10 0,6 0-25 0,-2 0-30 0,0 0-37 0,0 3-43 15,6-1-26-15,-4-1-16 0,1 1-12 0,-1 2-11 0,4-1-5 0,-1 2-7 16,-1-1-2-16,-2 1-4 0,3 2-2 0,0-1-4 0,-1 2-2 0,2 0-4 15,-5 2-4-15,3-2-3 0,-2 2-4 0,2 0-5 0,-3 1-2 0,0-1-4 16,-1 1-3-16,1 1-3 0,-1-2-4 0,1 1-5 0,-1 2-9 0,-4-2-11 16,4 1-8-16,-4-2-13 0,1 2-16 0,-1-1-18 0,3-1-34 0,-7-1-40 15,3 0-68-15,0 0-83 0,-3-1-75 0,3-2-68 0,-4 0-68 0,2 0-67 16,1-2-74-16,-3 0-78 0,0-4-49 0,0 0-33 0,0 0-6 0,0 0 9 16,0 0 29-16,0 0 37 0,-5-2 68 0,1-1 82 0,3-3 73 0,-3 1 69 15,0-2 70-15,4-1 67 0,0 1 82 0</inkml:trace>
  <inkml:trace contextRef="#ctx0" brushRef="#br0" timeOffset="124629.01">5940 15534 45 0,'0'-15'305'0,"0"3"118"0,0 3 85 0,-2-1 73 0,2 5 66 15,2 2 63-15,-2 1 42 0,0 2 34 0,0 0 22 0,0 0 17 0,0 0 13 16,0 0 10-16,0 3-68 0,0 0-103 0,-2 1-107 0,-2 3-105 0,1 0-76 0,1 4-63 16,-2-1-56-16,3 4-56 0,-7 1-35 0,3 1-32 0,0 2-20 15,1 3-14-15,-5-1-14 0,3 2-14 0,1 1-11 0,0-1-11 16,-1-1-25-16,-1 2-28 0,1-4-31 0,1 2-30 0,1-3-30 0,-1 0-35 15,5 0-68-15,-4-3-86 0,3 0-98 0,1-1-100 0,0-2-94 0,0-2-88 0,0 1-97 16,1-4-101-16,-1 1-32 0,4-1-2 0,-4-2 12 0,4-1 16 16,-3-1 20-16,-1-3 25 0,0 0 63 0,0 0 83 0,0 0 96 0,9-1 102 0,-3-1 91 15,-2-1 93-15</inkml:trace>
  <inkml:trace contextRef="#ctx0" brushRef="#br0" timeOffset="124778.69">6095 15718 148 0,'-3'8'276'0,"1"1"5"15,-2 0-26-15,1-1-58 0,3 2-76 0,-2 0-50 0,-2-2-39 16,-1 0-17-16,5 2-9 0,-4-3-3 0,2 1-1 0,-1-2-53 0,-1 1-74 16,2-2-74-16,2 1-78 0,-3-2-5 0,3-4 26 0,0 4 63 0</inkml:trace>
  <inkml:trace contextRef="#ctx0" brushRef="#br0" timeOffset="130157.11">14528 10983 192 0,'-4'-3'456'0,"0"1"152"0,3-1 69 0,-3 0 31 16,4 2 14-16,0 1 6 0,0 0 8 0,0 0 11 0,0 0 10 0,0 0 14 15,0 0 13-15,4-2 13 0,-3 1-116 0,7-1-172 0,-3 1-153 0,1-1-144 16,-1-1-63-16,4 0-27 0,0 1-10 0,2 0 0 0,-2 0-5 0,5 1-8 16,-5-1-8-16,6 2-8 0,-2 0-10 0,-3 2-8 0,5-1-5 0,-2 1-2 15,-3 0-1-15,5 2 0 0,-2 2 0 0,-3 0-1 0,5 0-5 0,-6 1-3 16,2 2-3-16,-2 0-3 0,4 1-2 0,-4 3-5 0,-2-1-5 0,2-1-3 15,-4 2-6-15,-1-1-6 0,1 0-12 0,1 0-17 0,1 0-16 0,-5 0-16 16,1-2-19-16,1 1-23 0,-2-2-50 0,1-2-65 0,-1 1-83 16,2-1-92-16,-4-2-72 0,5-3-62 0,-5 2-64 0,4-3-66 0,-4-1-73 15,0 0-76-15,0 0-29 0,2-1-5 0,1-3 11 0,1-1 19 16,-2-3 47-16,-2 1 63 0,0-1 81 0,3-1 95 0,-3-1 71 0,4-2 66 16,-2 1 64-16,-2 2 68 0</inkml:trace>
  <inkml:trace contextRef="#ctx0" brushRef="#br0" timeOffset="130335.48">14868 10891 87 0,'0'-11'367'0,"0"3"153"0,-2 0 89 0,-2 2 59 0,1 3 40 0,3 3 28 16,0 2 24-16,-6-1 19 0,6 2 16 0,-5 2 12 0,1-1 12 0,-1 2 10 16,-1 3-87-16,3 0-124 0,-3 2-141 0,-3 1-146 0,4 3-84 0,-4 0-61 15,0 0-38-15,2 1-29 0,-2 0-26 0,-1 1-23 0,1 0-28 0,0-2-27 16,4 0-39-16,0-2-42 0,-3-1-84 0,6-1-102 0,-1-2-88 0,-3-2-82 16,6-1-73-16,0-3-70 0,0 0-89 0,0-3-99 0,0 0-47 0,4-3-25 15,-2 0-1-15,1-3 8 0,3 0 24 0,-1-1 32 0,-1-3 75 16,1 2 97-16,1-3 81 0,-3-1 81 0,3 0 71 0,-3 0 70 0</inkml:trace>
  <inkml:trace contextRef="#ctx0" brushRef="#br0" timeOffset="130620.39">14904 10694 40 0,'5'-11'267'0,"1"-1"62"0,-1 1 39 0,-1 4 32 0,1-1 36 0,1 4 43 16,-3 0 49-16,3 2 57 0,-1 0 47 0,-1 1 46 0,-1 1 29 0,3 0 19 15,-4 0-61-15,1 1-99 0,3 1-68 0,-3 0-53 0,1 2-33 0,-2-1-26 16,1 1-36-16,-1 1-37 0,-2 1-54 0,4 1-52 0,-4 1-48 0,0-1-46 15,0 4-27-15,0-2-23 0,0 1-17 0,0 1-13 0,-4-1-10 0,4 1-8 16,-5-1-6-16,5-1-3 0,-6 2-2 0,3-2-2 0,-3 0-1 16,3-2 2-16,1 0-1 0,-2 1 1 0,-1-2 1 0,1 0 5 0,-1-1 3 15,5-1 3-15,-6 1 6 0,6-2 0 0,-3-2 3 0,3 0 0 0,0-1 0 16,-2 2-2-16,2-2 1 0,0 0 1 0,0 0-2 0,0 0-1 0,0 0-1 16,0 0-4-16,0 0-2 0,0 0-4 0,0 0-4 0,2-2-4 0,1 2-8 15,1-1-6-15,-2 0-15 0,3-2-14 0,-1 0-38 0,1 1-50 16,-1-1-70-16,1 0-84 0,4 0-69 0,-3-1-62 0,-1 2-63 0,2-1-65 15,-1 0-68-15,-1 0-75 0,1 2-49 0,-3-3-36 0,3 3-5 0,-6 1 7 16,3-1 34-16,-3 1 49 0,0 0 69 0,6 0 83 0,-6 0 70 0,3 2 64 16,-1 3 63-16,2-2 62 0,-2 3 75 0</inkml:trace>
  <inkml:trace contextRef="#ctx0" brushRef="#br0" timeOffset="130814.48">14982 10957 72 0,'-2'6'304'0,"2"-1"64"0,-4-1 36 0,4 1 31 0,0-1 31 16,4-1 37-16,-2 0 38 0,-2 0 51 0,5-1 54 0,-5 0 39 0,7-2 36 0,-5 2-12 15,4 0-32-15,-3-1-89 0,6-1-111 0,-3 2-57 0,-1-1-26 0,2-1-28 16,1 0-26-16,-1 0-36 0,-2 0-39 0,4 0-48 0,-3 0-55 16,3 0-40-16,-4 0-34 0,4 0-22 0,-3 0-18 0,-1 0-12 0,4 0-14 15,-3 0-17-15,1-1-20 0,-2-1-32 0,1 1-35 0,-1 1-62 0,-1-2-67 16,-3 0-69-16,7 1-68 0,-6 0-57 0,1-1-55 0,-3 1-55 0,6 1-55 16,-6 0-70-16,0-2-74 0,0 2-32 0,0 0-15 0,0 0 16 0,0-6 25 15,-2 2 55-15,2 4 71 0,-4-5 68 0,1 2 66 0,3-1 58 0,0 4 57 16,-6-3 52-16,6 3 56 0</inkml:trace>
  <inkml:trace contextRef="#ctx0" brushRef="#br0" timeOffset="130967.7">15116 10891 270 0,'-2'-4'370'16,"-2"1"43"-16,2-1 28 0,2 3 20 0,0 1 27 0,0 0 26 0,0 0 42 15,0 0 44-15,-3 3 46 0,3 0 41 0,0 2 14 0,0-1 0 0,0 4-94 16,3 1-135-16,-3 1-66 0,0 1-37 0,0 1-23 0,2 3-14 0,-2-2-26 16,0 2-28-16,0 2-38 0,0-2-47 0,0 1-49 0,0-1-56 0,0 2-52 15,0-4-52-15,0 2-73 0,4-1-83 0,-4-1-78 0,2-1-78 16,-2-2-73-16,3 0-72 0,1-2-85 0,-2-1-91 0,1-1-60 0,-1-3-48 15,2-1-14-15,-4-2 2 0,5 0 19 0,4-1 27 0,-3-2 55 0,-3 0 72 16,3 0 71-16,-1-1 69 0,-1-2 72 0,1 0 65 0,0 1 86 0</inkml:trace>
  <inkml:trace contextRef="#ctx0" brushRef="#br0" timeOffset="131338.79">15287 10842 51 0,'0'-3'301'0,"4"1"95"0,-4 2 64 0,0 0 50 16,5 0 47-16,-5 3 42 0,4-1 44 0,0 0 47 0,-3 0 26 0,5 1 21 16,-2-1 10-16,-1 1 6 0,-1 0-74 0,3-2-113 0,-1 2-98 0,1 0-94 15,-1 0-61-15,0 0-48 0,1 2-45 0,-3-2-40 0,2 3-45 0,1-3-44 16,-5 3-28-16,4-2-18 0,-3 2-14 0,3 0-5 0,-4 0-5 0,0 0-6 16,0 0-3-16,0 2-5 0,-4 1-1 0,3-2-1 0,-3 2-1 0,2 0-1 15,-1 0 0-15,-3 0 0 0,2 2 0 0,-1-2 0 0,1 0 2 0,-1-2 1 16,1 2 3-16,-1-1 4 0,0-1 7 0,1 1 4 0,-2-2 6 0,5 0 4 15,-3-2 2-15,0-1 3 0,4 0-2 0,0 0 1 0,-1 0-1 0,1-3 1 16,0 0-2-16,0 0 0 0,0 0-3 0,0 0-3 0,0 0-6 0,1 0-5 16,3 0-4-16,0-1-3 0,-3-1-1 0,5 1-4 0,-2-1 1 0,1-1-1 15,0 0-1-15,3 0 0 0,-3-1-4 0,0-1-7 0,5 1-8 0,-5-3-11 16,0 2-26-16,4-3-29 0,-3 1-58 0,3 1-72 0,-6-2-73 16,7-1-76-16,-5 2-69 0,0-1-65 0,1 1-73 0,1-1-78 0,-2 1-64 15,1-1-59-15,-6 1-20 0,5 1-3 0,-1-2 18 0,0 2 26 16,-3 0 59-16,3 2 68 0,-2-2 76 0,-2 3 74 0,3-2 69 0,-3 2 65 15,0 3 75-15</inkml:trace>
  <inkml:trace contextRef="#ctx0" brushRef="#br0" timeOffset="131545.07">15472 10813 198 0,'0'0'356'0,"5"0"53"15,-1 0 53-15,0 2 50 0,1 1 63 0,-3-2 69 0,5 2 46 0,-2 0 37 16,1 2 25-16,-1-2 15 0,4 1 5 0,-3 1-2 0,1-1-95 15,0 2-139-15,0 0-74 0,1 0-49 0,-1 0-46 0,-2 2-49 0,4-1-59 16,-3 1-70-16,-1 1-46 0,1-2-36 0,3 2-25 0,-6 0-16 0,3-1-13 16,-1 1-11-16,-1 0-14 0,1 0-16 0,-1-2-19 0,-2 1-22 0,1-1-37 15,-3-1-42-15,4 2-69 0,-4-4-80 0,2 2-73 0,-2-2-68 16,0 0-68-16,0-1-70 0,0 0-77 0,0-3-81 0,0 0-54 0,0 0-38 16,0 0-9-16,0 0 6 0,0 0 27 0,0 0 41 0,0 0 66 0,-2-6 79 15,-2 2 73-15,4-1 69 0,0 5 70 0,4-8 68 0,-4 3 78 0</inkml:trace>
  <inkml:trace contextRef="#ctx0" brushRef="#br0" timeOffset="131716.5">15649 10777 292 0,'0'-6'468'0,"-2"3"107"0,-1 2 81 15,3 1 50-15,0 2 40 0,-2 2 29 0,-2 0 24 0,1 4 21 16,3-1 16-16,-6 2 12 0,1 0 10 0,1 2-56 0,-1 1-86 0,-1 1-141 16,3 1-167-16,-3 2-104 0,-3-1-79 0,4 2-51 0,-4-1-41 0,0 1-37 15,3-1-34-15,1 1-35 0,-4-1-36 0,5 1-54 0,-1-2-59 16,3-2-100-16,-2-1-118 0,1 0-107 0,1-2-100 0,2 1-114 0,-4-4-119 15,4 1-55-15,0-2-22 0,4-2-5 0,-2 0 4 0,1-3 15 0,-3-1 17 16,6 0 38-16,3-1 51 0,-4-1 92 0,4-2 113 0,0 1 105 0,2-3 96 16</inkml:trace>
  <inkml:trace contextRef="#ctx0" brushRef="#br0" timeOffset="131998.21">15928 10882 261 0,'-8'2'581'0,"3"-1"124"16,3 2 60-16,-1-1 28 0,-1-1 11 0,4-1 5 0,0 2 4 0,0-1 8 16,0-1 5-16,0 0 10 0,0 3 11 0,0-1-48 0,4-1-66 0,-4 1-199 15,5-2-255-15,-1 1-118 0,1 1-61 0,0-1-32 0,1 1-20 0,3-1-5 16,-2-1 5-16,0 0-4 0,2 0-8 0,1 0-14 0,-5 0-16 15,4 0-16-15,0 0-17 0,-4 0-30 0,4-1-35 0,-3-1-71 0,-1 2-89 16,3-1-79-16,-7-1-70 0,7 1-87 0,-7-1-88 0,5 1-99 0,-3-4-103 16,1 2-44-16,-2-1-11 0,2-1-1 0,-3-1 9 0,-1 0 25 0,4-2 29 15,-4 3 70-15,4-3 88 0,-3 1 84 0,-1-1 83 0,4 1 82 0,-4-1 84 16</inkml:trace>
  <inkml:trace contextRef="#ctx0" brushRef="#br0" timeOffset="132400.6">16137 10635 13 0,'2'0'295'0,"-2"0"139"0,0 0 101 16,4 0 76-16,0 1 58 0,-3 0 46 0,5 3 29 0,-6-1 21 0,3 0 17 15,1 0 13-15,-4 0 10 0,2 3 7 0,-2-2-65 0,3 2-99 16,-3 0-126-16,2 0-135 0,-2 2-97 0,0-1-80 0,0 2-54 0,0-2-47 16,0 4-28-16,-2-2-22 0,2 0-14 0,-3 2-15 0,1-1-11 0,-2 1-7 15,1-1-4-15,1 1-4 0,-2-1 1 0,-1 1-2 0,1-1-2 0,4-1 1 16,-5 0-1-16,3 0 1 0,-2-1-2 0,1-1-2 0,3 1-1 0,-2-1 0 15,-2-2 2-15,4 1-2 0,0 0 1 0,0-2 1 0,0 1-1 0,0-1 2 16,4 1 0-16,-4-3 0 0,2 3 2 0,1-2 1 0,-3 2-2 0,6-2-5 16,-1-1 1-16,-1 2 6 0,1-1 1 0,1 0 4 0,-3 0-1 0,6-2 1 15,-3 2-1-15,-1-2 1 0,4 3-1 0,-3-4 1 0,1 1-1 0,0 1 1 16,-3-1 2-16,1 1 7 0,1-1-2 0,1 1-2 0,-2 1-1 0,-1-2-1 16,-2 1 1-16,1 1 0 0,-1 0 1 0,-2-2 2 0,4 4 0 0,-8-1 0 15,4 0 0-15,0 1 0 0,-5 1 0 0,3 1 0 0,-2 1 0 16,1 0-1-16,-3-1-2 0,1 2-3 0,-1-1-5 0,-1 1-2 0,2-2-8 15,-1 2-9-15,1-1-9 0,0-1-11 0,-3 1-25 0,3-1-33 16,-1-1-75-16,1 0-90 0,-2 0-86 0,1-1-83 0,1-1-87 0,1-1-86 16,2 2-87-16,-3-4-83 0,5-1-36 0,-4 1-13 0,4-1 1 0,0 0 7 15,0 0 24-15,0 0 30 0,-3-4 74 0,3 4 93 0,0-4 85 0,3 1 84 16,3-2 84-16,-1 2 89 0</inkml:trace>
  <inkml:trace contextRef="#ctx0" brushRef="#br0" timeOffset="132793.47">16440 10902 49 0,'-2'0'349'0,"2"1"173"0,-4 1 87 0,4-2 47 0,0 3 39 0,0 0 32 0,0 0 24 0,4-2 23 16,-2 1 17-16,-2-2 14 0,3 1 12 0,1-1 11 0,-2 1-72 0,5-1-108 16,-2 0-146-16,1 0-164 0,-1 0-81 0,4 0-43 0,0 0-34 0,2-1-26 15,-2 0-20-15,4-2-19 0,-2 0-14 0,-1 0-11 0,3 0-11 0,2-2-7 16,-5 1-6-16,3-1-7 0,2 1-5 0,-5 1-6 0,3-3-5 0,-2 1-2 15,3 1-5-15,-5 1-3 0,0-3-5 0,1 3-4 0,0-2-3 0,-2 2-1 16,-1 0-5-16,0 1-3 0,-1 0-6 0,-5 0-8 0,7-1-11 0,-7 2-13 16,3-1-11-16,-4 2-13 0,0 0-16 0,0 0-15 0,0 0-22 0,0 0-26 15,0 0-62-15,0 0-76 0,0 0-84 0,0-1-86 0,0 1-67 0,-4-2-60 16,3 2-61-16,-3 2-63 0,4-2-57 0,-9 0-58 0,3 0-17 16,1 0-1-16,0 0 15 0,-3 1 24 0,3 1 60 0,-4-1 76 0,3 2 85 15,1-1 86-15,-4 0 73 0,5 2 64 0,-1-1 70 0,0 0 73 16</inkml:trace>
  <inkml:trace contextRef="#ctx0" brushRef="#br0" timeOffset="133209.29">16514 11044 99 0,'-4'2'492'0,"2"-1"127"0,-1 0 63 0,3-1 35 0,0 2 21 15,0-2 21-15,-4 2 18 0,4-2 10 0,0 0 7 0,0 0 6 16,0 0 7-16,0 0-13 0,0 0-26 0,0 0-181 0,0 0-251 0,0 0-122 0,4 3-63 16,-4-3-37-16,0 0-24 0,3 1-15 0,-1-1-10 0,2 0-7 0,1 0 1 15,-1 0-4-15,-2 0-4 0,3 0-9 0,2 0-7 0,-1-1-4 16,-1 1 2-16,1 0 0 0,-3-2 0 0,3 1 5 0,-1 1 2 0,-1-2 2 15,-1 0-1-15,-1 2-8 0,3 0-12 0,-5-1-6 0,0 1-5 0,4 0-2 16,-4 0-4-16,4 0 1 0,-4 0-1 0,0 0 1 0,0 0-1 16,0 0-2-16,0 0-2 0,0 0-11 0,0 0-13 0,0 0-3 0,0 0 5 0,0 0-7 15,0 0-5-15,0 0-10 0,0 0-8 0,0 0-16 0,-4 1-16 16,4-1-25-16,-4 4-29 0,4-3-47 0,-5 2-50 0,5 0-57 0,-5 0-56 16,1 0-50-16,-1 1-50 0,3 0-43 0,-2 0-46 0,-1 2-45 0,1-3-46 15,-1 2-50-15,1-2-50 0,-1 0-7 0,1 0 17 0,-1-2 37 0,5-1 52 16,-6 2 57-16,3-1 63 0,3-1 55 0,0 0 54 0,0 0 50 0,0 0 53 15,0 0 53-15</inkml:trace>
  <inkml:trace contextRef="#ctx0" brushRef="#br0" timeOffset="136138.71">16886 10560 129 0,'0'-3'344'0,"0"3"73"0,0 0 45 0,0 0 37 0,0 0 31 16,0 0 34-16,0 0 37 0,0 0 41 0,0 0 44 0,0 0 37 0,0 0 29 16,0 0-20-16,0 0-43 0,0 0-98 0,0 3-121 0,0-1-63 0,0 3-39 15,4 0-26-15,-4 2-23 0,0 1-26 0,0 1-29 0,2 3-30 16,-2-1-36-16,0 3-26 0,0 3-22 0,0-1-13 0,0 2-11 0,3 2-9 16,-3-1-5-16,0 4-4 0,0-2-6 0,0 1-9 0,0 1-10 15,0-1-8-15,0 1-7 0,0-1-13 0,0 1-13 0,0-1-21 0,0-1-24 16,0-1-22-16,0-1-25 0,0-1-22 0,0 0-29 0,0-3-35 0,0 2-43 15,0-5-77-15,0 1-95 0,0-3-84 0,0 1-82 0,0-2-79 0,4-1-77 16,-4-2-76-16,0-6-77 0,0 4-23 0,0-4-3 0,0 0 10 0,0 0 16 16,5-2 30-16,-3-2 40 0,2-2 78 0,1 0 99 0,-1-1 83 0,-1-1 82 15,3-1 80-15,-4-1 83 0</inkml:trace>
  <inkml:trace contextRef="#ctx0" brushRef="#br0" timeOffset="136344.64">17085 10797 3 0,'0'0'461'0,"2"1"128"16,-2-1 70-16,0 0 43 0,0 0 32 0,4 3 19 0,-1-3 17 0,-1 2 12 15,2-1 13-15,-2-1 8 0,1 1 6 0,3-1-3 0,-3 2-8 16,3 0-181-16,-1-2-257 0,4 0-127 0,-3 0-68 0,1-2-39 0,-2 0-33 16,4 2-21-16,-3 0-17 0,3-1-17 0,0 0-22 0,-2 1-20 0,0-2-26 15,-1-1-45-15,3 2-56 0,-4-1-72 0,1 1-81 0,-1-1-66 0,2 2-62 16,-5-1-56-16,2-1-58 0,-1 2-59 0,-3 0-59 0,0 0-58 0,0 0-58 15,0 0-14-15,0 0 3 0,0 0 36 0,-3 3 48 0,3 0 68 0,-4 0 82 16,-1 2 65-16,1-3 59 0,-1 3 58 0,-1-2 56 0,2 3 59 0</inkml:trace>
  <inkml:trace contextRef="#ctx0" brushRef="#br0" timeOffset="136483.06">17152 10894 51 0,'-3'5'302'0,"3"-2"100"0,-2 0 44 16,-2 0 21-16,4 0 20 0,0 0 18 0,0 0 30 0,0-1 34 0,4 0 33 15,-2 0 31-15,-2-1 19 0,3-1 14 0,1 0-72 0,-2 2-116 0,1-2-103 16,-1 0-101-16,2 0-73 0,1 0-59 0,1 0-82 0,-3-2-89 15,3 1-97-15,-1-1-104 0,-1-1-114 0,5 2-121 0,-4-4-84 0,0 1-72 16,-1-1-32-16,2 1-15 0,3-2-6 0,-4 0-3 0,4 1 29 0,-4-1 40 16,5 0 60-16,-5 2 72 0,4-2 68 0,0 0 70 0,0 1 83 0</inkml:trace>
  <inkml:trace contextRef="#ctx0" brushRef="#br0" timeOffset="136722.26">17411 10854 100 0,'0'6'339'0,"0"-4"93"0,0 3 61 0,3 1 47 0,-3-3 46 0,4 1 44 15,-2 0 45-15,-2 0 42 0,5-1 30 0,-5 0 26 0,4-1 16 0,0 1 9 16,-3-2-86-16,3 1-133 0,-4-2-101 0,5 1-90 0,-1-1-59 16,-2-1-49-16,1 1-42 0,3-2-44 0,-1-1-43 0,-1 0-43 15,1 0-30-15,-1 0-24 0,0-1-15 0,-3-1-11 0,5 1-8 0,-3-2-8 16,1 1-8-16,-2 1-4 0,-2-1-12 0,0 1-12 0,0-1-34 0,0 2-43 16,-2-1-68-16,-2 1-84 0,1 1-74 0,-3-1-64 0,1 0-62 0,0 2-59 15,-3-1-67-15,-3 2-68 0,2 0-64 0,-1 0-59 0,-3 2-18 0,-2-1 1 16,5 2 26-16,-5 0 40 0,-3 2 68 0,4-1 83 0,-5 1 69 0,0 1 65 15,0 0 63-15,-4 0 60 0,1 1 66 0</inkml:trace>
  <inkml:trace contextRef="#ctx0" brushRef="#br0" timeOffset="137589.48">14824 11818 94 0,'-3'0'318'0,"-3"2"94"0,6-2 51 0,-5 0 27 0,5 0 17 0,0 0 12 0,-4-2 4 0,4 2 4 0,0 0 13 0,0 0 17 16,0 0 32-16,0 0 43 0,0 0-54 0,0 0-96 0,4 0-82 0,0 2-78 15,-3-2-36-15,8 3-16 0,-3 0-8 0,3 1-6 0,0 1-3 0,2 2 3 16,-2 2-9-16,5 2-7 0,-5 0-32 0,6 3-45 0,-3 1-28 0,-1 3-26 16,2 0-16-16,-2 0-13 0,-2 2-13 0,2-1-9 0,-2 1-11 0,0-1-14 15,0 1-5-15,-4-2-2 0,1-2-10 0,1 2-11 0,-2-3-16 16,-3 0-17-16,5-1-46 0,-5-2-60 0,4-1-70 0,-3 0-79 0,-3 0-63 16,6-4-56-16,-6 1-48 0,3-1-46 0,-3-1-53 0,2-1-58 0,-2-5-64 15,0 0-72-15,0 0-16 0,0 0 3 0,0 0 34 0,0 0 49 16,0 0 66-16,0 0 74 0,0-6 61 0,-2 0 57 0,2-2 52 0,0 1 52 15,2-1 52-15,-2-1 57 0</inkml:trace>
  <inkml:trace contextRef="#ctx0" brushRef="#br0" timeOffset="137769.79">15058 11912 244 0,'-4'-7'420'0,"2"0"90"0,-1 0 60 0,3 5 52 0,-2 0 50 16,2 2 36-16,-4 0 31 0,-1 3 26 0,-1 2 23 0,3-1 17 0,-3 2 12 15,1 1-50-15,-2 1-77 0,1 2-126 0,1 1-143 0,-4 1-87 16,3 0-57-16,-3 0-52 0,4 2-50 0,-4-1-38 0,3 1-35 0,-1-1-30 15,2-3-30-15,-1 4-32 0,3-3-31 0,-3-2-43 0,4 0-52 0,-1-2-80 16,-1 0-99-16,4 0-80 0,0-3-70 0,0-1-71 0,0 1-70 16,0-4-85-16,0 0-92 0,0 0-38 0,0 0-14 0,0 0 8 0,7-1 12 15,-1 0 34-15,-4-2 42 0,5-2 80 0,-5 1 91 0,1-2 77 0,-1 0 72 16,5-2 72-16,-5 2 68 0</inkml:trace>
  <inkml:trace contextRef="#ctx0" brushRef="#br0" timeOffset="138367.45">15105 11685 210 0,'0'-2'287'0,"0"1"37"0,0 1 24 0,3-2 18 0,-3 2 15 0,0 0 19 0,2 2 19 0,-2-2 24 0,6 0 28 0,-6 0 32 0,3 0 36 15,1 0-32-15,-2 1-63 0,1-1-47 0,-1 0-40 0,2 2-13 16,-1-1-4-16,-1 0-4 0,2 1-4 0,-3 0-12 0,3-1-13 0,0 2-19 16,-2-1-18-16,1 1-26 0,-3-2-29 0,4 2-26 0,-2 0-24 0,-2-1-22 15,0 2-20-15,3-1-18 0,-3 0-17 0,0 1-13 0,0 0-10 16,-3 0-8-16,3 1-5 0,0 1-6 0,-6-2-7 0,6 2-6 0,-3 0-3 16,1-2-4-16,-2 4-5 0,-1-2-5 0,1 0-2 0,-1 0-2 0,1 0-3 15,2-2 0-15,-1 3 1 0,-3-1 1 0,3-2 1 0,-3 1 1 0,4-1 2 16,-1 1 0-16,-1-2 2 0,4 0-1 0,-2-2 4 0,-1 0-1 0,3-1 1 15,0 2-1-15,0-2-1 0,0 0-2 0,0 0 1 0,0 0-2 0,0 0 0 16,0 0-2-16,0 0-1 0,0 0-1 0,3 0-1 0,-1-2 1 0,-2 1-1 16,4 0 1-16,1 1 1 0,1-3 0 0,-3 1 0 0,3-1 1 0,-1 2 2 15,4-2 3-15,-5 0 3 0,1-2 0 0,4 2 0 0,-3 2 0 0,-1-4 0 16,-1 4 0-16,1-2 0 0,0-1 0 0,3 2-1 0,-6 0-2 0,3-1-3 16,-1 0 0-16,1 2-2 0,-1-1-2 0,1 1-2 0,-1-1-2 15,-3 0-1-15,-1 2-4 0,4-1-10 0,-4 1-19 0,4-1-21 0,-4 1-55 16,0 0-71-16,0 0-85 0,0 0-88 0,0 0-84 0,0 0-81 0,0 0-103 15,0 0-117-15,0 0-53 0,0 0-27 0,0 0-8 0,0 0 2 16,0 0 13-16,0 6 21 0,-4-2 55 0,0-1 69 0,4-3 84 0,0 5 93 16,-1-3 82-16,-3 5 83 0</inkml:trace>
  <inkml:trace contextRef="#ctx0" brushRef="#br0" timeOffset="138511.82">15248 11847 69 0,'0'1'260'0,"0"4"30"0,0-3-1 0,-4 2-25 0,4-1-32 0,0 1-57 0,0-1-63 0,0-3-45 0,-2 3-37 0,2-3-17 0,0 0-7 15,-3 3-39-15,3-3-56 0,0 0-80 0,0 0-94 0,0 0-25 16,0 0-1-16,0 0 25 0,0 5 33 0,0-5 56 0</inkml:trace>
  <inkml:trace contextRef="#ctx0" brushRef="#br0" timeOffset="144331.71">15286 12120 30 0,'-4'-2'268'0,"4"0"76"0,0 2 40 0,0 0 24 0,0 0 22 0,-2-2 15 0,2 2 28 0,0 0 25 15,0 0 32-15,0 0 35 0,0 0 32 0,0 0 32 0,0 0-52 0,0-2-85 16,0 2-72-16,0 0-61 0,0 0-35 0,0 0-18 0,0 0-13 0,0 0-13 15,0 0-14-15,0 0-21 0,0 0-23 0,0 0-31 0,0 0-23 0,0 0-24 16,0 0-20-16,0 0-15 0,0 0-10 0,0 0-6 0,0 0-3 0,0 0 0 16,0 0-2-16,0 0-2 0,0 0-2 0,0 0-5 0,0 0-1 15,0 0-5-15,0 0-4 0,0 0-3 0,0 0-3 0,0 0-3 0,0 0-4 16,0 0-2-16,0 0-3 0,0 0-3 0,0 0-2 0,0 0-1 0,0 0-6 16,0 0-7-16,0 0 1 0,0 0 3 0,0 0 0 0,0 0-3 15,0 0 0-15,0 0 0 0,0 0 0 0,0 0-2 0,0 0-1 0,0 0-1 16,0 0-2-16,0 0-2 0,0 0 5 0,2 0 8 0,-2 0 1 0,4-1-2 15,-3-1 2-15,3 2 0 0,1 0-1 0,-1 0-1 0,1-1 1 0,5-1 1 16,-5 2 0-16,4-1 0 0,-4-1 1 0,4 1-1 0,1 1-3 0,-5-4-7 16,4 4-2-16,0-1-3 0,0 0-1 0,-4-1-2 0,5 1-2 0,-5-1-4 15,4 1-3-15,-4-1-3 0,4 1-3 0,-3-1-3 0,3-1-10 0,-4 1-16 16,1 1-16-16,1 0-19 0,-2-2-24 0,1 0-29 0,-1 1-63 0,-1-1-79 16,1 0-95-16,-1 0-102 0,-2 0-96 0,1 0-92 0,1 0-98 0,-4 3-102 15,2-4-37-15,-2 4-9 0,0 0 5 0,-2-7 17 0,2 5 19 0,0 2 26 16,-4-5 60-16,1 2 76 0,-3 0 98 0,1 2 105 0,5 1 97 15,-4-4 95-15</inkml:trace>
  <inkml:trace contextRef="#ctx0" brushRef="#br0" timeOffset="144526.34">15463 11926 106 0,'0'0'359'0,"0"0"115"0,0 0 84 0,0 0 70 16,0 0 55-16,0 4 47 0,0 1 34 0,0 1 27 0,0 3 19 0,0 0 17 15,0 3 10-15,0 0 10 0,0 2-92 0,0 1-136 0,0 0-119 0,0-1-114 16,0 3-80-16,0 0-71 0,0-1-55 0,0-1-48 0,0 2-39 0,0-3-34 15,0 2-32-15,0-3-32 0,0-1-38 0,0 0-46 0,3-1-73 0,-1-2-87 16,-2 0-83-16,4-2-79 0,-1 1-70 0,-1-4-71 0,2-1-75 0,1 0-75 16,-5-3-56-16,0 0-48 0,6-1-10 0,-3-4 3 0,3 1 23 0,-1-2 31 15,-1 0 68-15,-1-2 84 0,-1 1 79 0,2-2 76 0,1 1 73 16,-1-1 69-16,-2 1 75 0</inkml:trace>
  <inkml:trace contextRef="#ctx0" brushRef="#br0" timeOffset="144810.35">15600 11991 10 0,'6'-11'254'0,"-1"4"55"15,4-1 30-15,-5 1 21 0,5 1 18 0,-4 1 27 0,1 2 30 16,3 0 44-16,-4 0 56 0,2 2 58 0,-1 1 60 0,-1 0 18 0,1 0-3 16,-1 1-62-16,4 2-88 0,-3 0-41 0,-3 1-20 0,3 0-14 0,-3 0-10 15,1 2-23-15,-2 0-26 0,1 2-42 0,-1-1-54 0,-2 2-58 0,0 2-60 16,0-1-43-16,0 0-34 0,-2 4-26 0,-1-2-17 0,-3 1-11 0,3 1-11 16,-3 0-7-16,3 1-7 0,-3-2-5 0,1-1-2 0,-1 2-2 0,1-1-2 15,-2-1-2-15,1-1 1 0,1-1-1 0,1-1 1 0,-1 0-1 0,1-1 1 16,-1-2-1-16,3 0 1 0,-2-2-2 0,1 1-2 0,3-1-1 0,-2-1 0 15,-2-1 0-15,4-2 0 0,0 0 2 0,0 0-1 0,0 0 1 16,0 0 1-16,4 1 1 0,-4-1 2 0,2 0 2 0,1-1-1 0,3-1 2 16,-1 1 0-16,2-1 0 0,-1-1 2 0,5-1 1 0,-4-2-2 15,0 1 1-15,2-1-4 0,0-1-5 0,4-1-7 0,-6-1-16 0,2 0-21 16,4 0-40-16,-6 0-55 0,2-2-72 0,0 1-79 0,0 0-69 0,0-1-60 16,0 1-60-16,-3 1-57 0,3-2-52 0,-4 2-51 0,1 0-59 0,-1 0-63 15,-1 0-15-15,-1 0 5 0,-1 1 34 0,-2 1 48 0,4 1 71 0,-4-1 82 16,0 1 68-16,-4 0 61 0,4 1 58 0,0-1 57 0,0 0 54 0</inkml:trace>
  <inkml:trace contextRef="#ctx0" brushRef="#br0" timeOffset="145020.92">15823 11925 142 0,'0'-2'303'0,"2"-1"54"0,-2 0 33 15,3 3 37-15,3 0 32 0,-1 2 44 0,-1-1 45 0,1 1 49 0,4 1 52 16,-3-2 41-16,3 3 32 0,-4 0-23 0,4 0-49 0,0 2-74 0,-3-2-84 16,3 3-46-16,-4 0-26 0,4-1-30 0,-4 2-31 0,5-1-40 15,-5 1-46-15,2-1-47 0,-1 0-52 0,-1 1-37 0,0 1-36 0,1-1-25 16,-2-1-19-16,1 1-18 0,-1-1-15 0,1-1-21 0,-1 0-22 15,-3 0-29-15,3 0-36 0,-4-2-60 0,4 3-72 0,-3-4-66 0,-1 1-65 16,0-2-59-16,4 0-50 0,-4-2-55 0,0 4-53 0,0-4-56 0,0 0-53 16,0 0-43-16,0 0-36 0,0 0 5 0,0 0 20 0,0-6 53 0,0 1 68 15,0-1 66-15,0-1 65 0,0 1 56 0,2-2 53 0,-2 1 53 0,0-1 55 16,3-1 58-16</inkml:trace>
  <inkml:trace contextRef="#ctx0" brushRef="#br0" timeOffset="145185.73">16020 11920 130 0,'0'-8'403'0,"0"1"106"0,-2 1 74 0,2 2 53 0,0 0 48 16,0 4 33-16,0 0 27 0,0 0 26 0,-4 2 21 0,1 1 17 0,1 0 15 15,-2 3-27-15,-1 1-43 0,1 1-127 0,-1 2-164 0,0 3-93 16,-4-1-64-16,3 1-47 0,-3 2-40 0,4 0-32 0,-4 2-26 0,0-1-25 16,-1 1-22-16,1 1-22 0,2-2-23 0,-2 0-23 0,0 1-27 15,0-2-32-15,0 0-34 0,0 0-73 0,4-2-91 0,-1 0-106 0,-3-3-115 16,5-1-113-16,3 0-107 0,-3-3-92 0,2-3-87 0,2-3-37 0,0 0-6 16,0 0 1-16,0 0 12 0,6-1 18 0,-1-2 25 0,1-2 61 0,1-1 80 15,-2-1 101-15,1 1 114 0,3-2 108 0,-4 1 107 0</inkml:trace>
  <inkml:trace contextRef="#ctx0" brushRef="#br0" timeOffset="145410.28">16154 11952 61 0,'0'0'458'0,"3"-2"116"0,1 0 58 0,-2 2 33 0,1 0 17 15,-1 0 16-15,2 0 11 0,-1 0 13 0,-1 0 12 0,2 0 8 0,1-1 7 16,1 1-17-16,-3-1-26 0,6-1-172 0,-3 2-234 0,-1-1-113 0,1-1-58 15,3 1-29-15,-2-2-21 0,0 1-14 0,-3 1-13 0,5-1-13 16,-4-1-12-16,1 2-13 0,3-1-10 0,0 1-8 0,-4-1-8 0,4-1-48 16,-3 2-66-16,3-1-81 0,0-3-86 0,-4 3-73 0,1 0-71 0,1-1-74 15,-2 0-77-15,-3 0-64 0,2 0-58 0,-4 3-27 0,0-5-6 0,0 5-1 16,0 0 1-16,0-5 47 0,0 0 64 0,0 5 78 0,0-6 83 16,-4 2 77-16,4 4 71 0,0-5 74 0</inkml:trace>
  <inkml:trace contextRef="#ctx0" brushRef="#br0" timeOffset="145757.28">16405 11737 274 0,'0'0'464'15,"0"0"106"-15,0 0 77 0,0 3 54 0,0 0 39 0,0 0 30 0,0 0 23 16,0-3 15-16,0 3 13 0,0 0 9 0,-3 0 6 0,1 0-55 0,2 0-82 16,0 0-139-16,0 2-165 0,-4-2-101 0,4 1-77 0,-2 1-49 0,2-2-39 15,-3 1-28-15,3 1-20 0,0-3-15 0,0 5-11 0,0-4-5 0,0 1-7 16,0 2-4-16,0-1-6 0,0 1-3 0,0 0-4 0,0 0-4 0,0 0-1 15,0 0-1-15,3 0-1 0,-1 0 2 0,-2 0 2 0,4 1-2 16,-4-1 0-16,5 0 1 0,-5 0 2 0,6 0 2 0,-3 0 1 0,3-2 0 16,-1 1 1-16,-1 1 1 0,5-3 1 0,-4 1 1 0,4 0-1 15,2-1 3-15,-2-2 5 0,0 2 1 0,2-3 2 0,2 2 1 0,-2-1-2 16,3-1-2-16,-1 0-2 0,-2 0-3 0,1 0-2 0,-1-1-2 0,-2-1-5 16,4 2 0-16,-6-1 0 0,2-2-6 0,0 1-12 0,0 1-10 0,-3-1-13 15,-1 0-13-15,-1 1-18 0,1 0-17 0,-1-1-16 0,-3 2-13 0,-1-1-15 16,4-1-20-16,-4 2-21 0,0 0-52 0,0-3-67 0,0 3-79 0,0 0-84 15,0-3-64-15,0 2-55 0,-4-3-45 0,4 2-43 0,0 0-52 0,-5 1-56 16,3-4-35-16,-5 2-24 0,5-1 5 0,-5-2 14 0,1 3 48 0,1-2 66 16,1 1 81-16,-3-1 88 0,0 1 71 0,2-2 61 0,3-1 57 0,-2 3 59 15,0-2 68-15</inkml:trace>
  <inkml:trace contextRef="#ctx0" brushRef="#br0" timeOffset="145920.42">16582 11773 39 0,'0'-1'320'0,"0"1"141"0,0 0 84 15,0 0 61-15,0 0 52 0,4 3 47 0,-4 1 38 0,0 2 31 0,0 0 24 16,0 0 17-16,0 3 16 0,0 0 12 0,0 2-62 0,0 0-98 15,0 3-123-15,-4 1-135 0,4 0-79 0,-1 2-56 0,-3-3-49 0,4 4-46 16,-2-1-42-16,-1 0-37 0,-1-1-34 0,4 1-31 0,-2-1-30 0,-1-2-33 16,3-1-39-16,0 1-43 0,0-2-91 0,0 0-106 0,3-3-94 0,-1 0-92 15,-2 0-89-15,4-3-85 0,-4-1-85 0,3 0-81 0,-3-5-30 0,2 2-5 16,-2-2 7-16,5 0 14 0,-1-2 24 0,1-1 28 0,-1-1 80 0,0-1 103 16,-2-1 91-16,3-1 88 0,4 1 86 0,-4-2 86 0</inkml:trace>
  <inkml:trace contextRef="#ctx0" brushRef="#br0" timeOffset="146189.98">16781 11947 54 0,'0'3'302'15,"-3"0"97"-15,3-3 59 0,3 3 42 0,-3 0 44 0,4 0 40 0,-2 0 40 16,1 0 42-16,-3-1 33 0,6-2 26 0,-1 1 22 0,-1-1 17 0,0 0-69 15,1 0-111-15,-3-1-96 0,5-1-89 0,-2 0-55 0,1 1-41 16,-1-2-40-16,3 0-41 0,-3 2-38 0,0-4-41 0,1 2-34 0,-1-1-26 16,4 1-22-16,-5-2-18 0,5 1-8 0,-4-1-5 0,1 2-20 0,-3-3-23 15,3 3-40-15,-3 0-48 0,-1 0-72 0,2 0-85 0,-4 2-79 0,3-1-76 16,-3 2-84-16,0 0-91 0,0 0-78 0,0 0-78 0,0 0-38 0,0 0-21 16,-7 2 5-16,5-1 14 0,-5 1 36 0,5 0 43 0,-3 3 72 0,-2-2 86 15,5 0 76-15,-2 0 77 0,-1 1 84 0,1 1 93 0</inkml:trace>
  <inkml:trace contextRef="#ctx0" brushRef="#br0" timeOffset="146338.94">16866 12028 129 0,'0'5'335'0,"0"-1"61"0,0-1 36 0,0 2 25 0,2-4 19 15,2 2 25-15,-4 0 26 0,3 0 21 0,-1-1 23 0,-2-1 13 0,4 1 8 16,-1-1-38-16,-1 0-62 0,2-1-107 0,-2 2-130 0,-2 0-89 0,0-2-71 16,3 0-71-16,3-2-70 0,-3 2-80 0,-1-2-79 0,2 1-79 0,1 0-79 15,-1-2-82-15,-1 0-84 0,-1-2-39 0,4 1-18 0,-3-2-4 16,3 1 2-16,-1-1 25 0,-1-1 37 0,1-1 46 0,4 0 50 15,-3 0 55-15,3 0 55 0,0-1 57 0,2 0 56 0</inkml:trace>
  <inkml:trace contextRef="#ctx0" brushRef="#br0" timeOffset="146548.1">17149 11878 112 0,'0'6'342'0,"3"-1"79"0,-3 1 56 0,0 0 45 0,0 1 44 16,0 1 41-16,0-2 43 0,4 0 35 0,-4 1 32 0,0 1 20 0,0-3 15 15,2 0-27-15,-2 1-46 0,0 0-105 0,3-1-132 0,-1-1-76 0,-2-1-51 16,4 2-44-16,-4-2-39 0,3-1-43 0,-1 0-41 0,2 0-33 0,-2-1-31 15,1-1-19-15,3 0-19 0,-1-1-13 0,-1-1-9 0,1-1-6 0,-1 0-6 16,1 0-8-16,-1-3-5 0,1 2-7 0,-1-1-8 0,-2-1-12 0,3 2-7 16,-1-1-23-16,-4-1-32 0,0 3-45 0,0-3-54 0,0 1-58 0,-4 3-65 15,-1-3-57-15,3 2-55 0,-6 2-59 0,1-1-65 0,-2 2-75 0,-3 0-81 16,-3 0-35-16,1 0-9 0,-1 3 14 0,-3 2 24 0,-2-2 46 0,2 3 54 16,-7-2 61-16,1 2 62 0,-3 0 58 0,2 2 57 0,-4-1 62 0,-4 2 69 15</inkml:trace>
  <inkml:trace contextRef="#ctx0" brushRef="#br0" timeOffset="146893.34">14681 12945 222 0,'-5'0'492'0,"1"0"167"0,3 0 74 0,-3-2 29 15,0 0 17-15,4 1 8 0,0 1 5 0,-1-1 3 0,1 1 2 0,0 0 1 16,0 0 0-16,0 0-1 0,0 0-128 0,0 0-191 0,0 0-172 0,0 0-165 15,1 1-80-15,3-1-40 0,0 0-34 0,-3 1-35 0,5-1-62 0,-3 0-74 16,3 0-77-16,1 0-76 0,-1 0-64 0,-5 2-60 0,7-2-60 0,-7 2-61 16,-1-2-73-16,6 1-79 0,-6-1-29 0,3 3-8 0,-3-3 13 0,0 5 22 15,0-5 55-15,0 5 73 0,-3 2 72 0,3-1 75 0,-2 0 63 16,-2 0 61-16,3-2 59 0,-3 2 62 0</inkml:trace>
  <inkml:trace contextRef="#ctx0" brushRef="#br0" timeOffset="147059.91">14663 13084 186 0,'-1'5'320'15,"1"-3"46"-15,-4 2 30 0,4-1 21 0,0 0 19 0,0 1 27 0,0-4 28 16,0 3 39-16,0-3 41 0,0 0 46 0,0 0 45 0,0 0-28 0,0 1-56 16,0-1-79-16,4 2-83 0,-3 0-41 0,-1-2-25 0,4 1-20 0,0 1-18 15,-3 1-24-15,3-3-28 0,1 1-47 0,1 1-59 0,-2-1-81 0,1 1-89 16,0-1-89-16,-1 1-90 0,1-1-68 0,-1-1-65 0,-2 2-53 0,5-2-53 16,-5 1-55-16,1 1-53 0,-3-2-71 0,0 0-76 0,0 0-25 15,0 0 1-15,6 3 28 0,-6-3 44 0,0 0 56 0,0 0 68 0,0 0 55 16,0 0 53-16,0 0 49 0,0 0 50 0,0 0 52 0,0 0 54 0</inkml:trace>
  <inkml:trace contextRef="#ctx0" brushRef="#br0" timeOffset="147298.34">14806 12969 37 0,'8'-8'270'0,"-3"2"57"0,0 0 32 16,1 0 31-16,1 2 25 0,-2 1 39 0,1 0 42 0,-1 0 52 0,1 0 56 15,-3 1 43-15,3 0 40 0,-3 1-3 0,3 0-20 0,-1 1-71 0,-1-2-93 16,1 2-46-16,1 0-26 0,-3 0-19 0,3 2-23 0,-3-2-36 0,3 2-40 15,-1 2-51-15,-1-1-54 0,1 0-43 0,1 0-39 0,-3 1-27 0,3 1-23 16,-1-1-28-16,-1 2-28 0,1 0-37 0,-1 2-41 0,-2-1-74 0,1 1-82 16,3-1-77-16,-6 2-68 0,3 0-62 0,1 0-56 0,-2 0-62 15,-2 2-58-15,0-2-71 0,-2 0-75 0,2 1-27 0,-4-1-2 0,4 0 19 16,-3 2 30-16,1-4 63 0,-2 2 79 0,4-1 73 0,-3-1 67 0,3-1 62 16,0 0 57-16,3 0 58 0,-3-2 60 0</inkml:trace>
  <inkml:trace contextRef="#ctx0" brushRef="#br0" timeOffset="147656.99">15492 12918 96 0,'0'-3'414'0,"3"1"120"16,1 1 87-16,-2 1 57 0,1-2 47 0,-1 2 28 0,2 2 22 0,1-1 15 16,1-1 17-16,1 3 14 0,-2-1 10 0,1 1-19 0,3-1-33 0,-4 2-141 15,4 0-188-15,0 1-115 0,-3-1-81 0,3 2-56 0,-4 0-43 0,4 0-29 16,0 3-20-16,-3 0-16 0,3 0-13 0,-4 0-13 0,1 3-10 15,3-2-12-15,-4 1-12 0,2 3-10 0,-5-4-13 0,5 2-11 0,-5 0-13 16,4-1-11-16,-3-1-10 0,1-1-20 0,-2-1-25 0,-2-1-49 0,3 1-61 16,-3-2-82-16,2-2-90 0,-2 1-70 0,0-2-64 0,0-1-59 0,0-2-63 15,0 0-76-15,0 0-81 0,0 0-37 0,0 0-10 0,0 0 11 0,0-4 18 16,0-2 49-16,0-1 60 0,0 1 77 0,0-3 89 0,0 1 74 0,0-1 62 16,4 0 66-16,-4-1 68 0</inkml:trace>
  <inkml:trace contextRef="#ctx0" brushRef="#br0" timeOffset="147837.81">15743 12923 120 0,'0'0'419'0,"-5"0"186"0,1 2 93 16,-1 0 54-16,-1 2 34 0,1 4 23 0,-2-1 18 0,1 2 17 0,-3-1 12 16,0 2 10-16,4 1 8 0,-4 1 7 0,1 1-98 0,-1 1-145 15,0 1-167-15,0 0-183 0,0 1-93 0,-2 2-54 0,2 0-39 0,0-1-30 16,0 1-27-16,0-2-29 0,2 1-25 0,0-2-27 0,1-2-39 0,3-1-43 16,-3 0-83-16,4-3-101 0,-1-2-85 0,3 1-80 0,0-2-77 0,3-2-76 15,-1 1-87-15,-2-2-91 0,0-3-36 0,0 0-9 0,9-1 4 0,-3-1 12 16,3-3 28-16,-4 0 35 0,4-1 79 0,-3-2 98 0,3 1 83 0,-4-3 79 15,4 0 78-15,0 1 77 0</inkml:trace>
  <inkml:trace contextRef="#ctx0" brushRef="#br0" timeOffset="147983.42">15875 13038 201 0,'6'-2'335'0,"-5"0"62"0,3 2 44 16,2 0 47-16,-3 2 44 0,3 0 45 0,-1-2 45 0,-1 1 27 15,1 1 22-15,-1-2 10 0,-3 1 2 0,3 1-57 0,-4-2-83 0,5 0-123 16,-5 0-131-16,0 0-116 0,6 0-105 0,-6 0-101 0,0 0-99 0,0 0-98 15,0 0-101-15,0 0-89 0,0 0-87 0,0 0-68 0,0 0-63 16,0 0-26-16,0 0-7 0,-2 4 17 0,2-4 33 0,-4 5 50 0,3-1 61 16,-3 1 57-16,0-1 51 0,3 1 57 0,-3-1 56 0,2 1 63 0</inkml:trace>
  <inkml:trace contextRef="#ctx0" brushRef="#br0" timeOffset="148122.54">15854 13156 10 0,'-6'8'399'0,"2"-2"113"0,3 0 68 0,-3 0 46 0,2 0 38 15,2-2 29-15,-3 1 27 0,3-1 23 0,0-1 19 0,0 0 14 0,0 0 10 16,0-1-10-16,3 1-17 0,-1-2-152 0,-2 2-210 0,4-3-114 0,1 2-70 15,-1-1-59-15,1 0-55 0,-1-1-89 0,1 0-103 0,-3 0-110 16,5 0-112-16,-1 0-109 0,-1 0-110 0,-1-2-96 0,1 0-92 0,-5-1-42 16,6 0-18-16,-3 0-9 0,-1 0 0 0,2-1 11 0,-1 1 17 15,-3-2 59-15,2 1 78 0,-2 1 87 0,0 3 94 0,4-5 96 0,-3 2 99 16</inkml:trace>
  <inkml:trace contextRef="#ctx0" brushRef="#br0" timeOffset="154279.72">16338 12791 186 0,'0'-1'362'0,"0"1"64"0,0 0 38 0,0 0 26 0,0 0 21 0,0 0 22 0,0 0 27 16,0 0 41-16,0 0 44 0,0 0 38 0,0 0 31 0,0 0-25 0,6-1-52 16,-3-1-95-16,-1 1-113 0,2 1-58 0,-1-2-27 0,-1 1-22 0,2-1-12 15,1 2-21-15,1-1-22 0,-3 1-34 0,3-2-41 0,-1 1-30 0,2 1-30 16,-1-2-24-16,-1 0-20 0,1 2-13 0,3-1-9 0,-4 0-9 0,-1-1-6 15,5 2-4-15,-4-1-5 0,1-1-5 0,1 1-5 0,-2-1-7 16,1 2-7-16,-1-1-13 0,1-1-19 0,1 1-35 0,-2-3-44 16,1 2-96-16,-1 0-123 0,-1-1-108 0,5-1-101 0,-4-1-117 0,1 0-121 15,-1 0-55-15,-1-1-26 0,1-2-8 0,0-1-5 0,3 1 9 0,-6 1 10 16,1-2 32-16,1 2 41 0,-2-1 95 0,-2 2 122 0,0 0 109 0,0 6 101 16</inkml:trace>
  <inkml:trace contextRef="#ctx0" brushRef="#br0" timeOffset="154608.06">16705 12565 265 0,'4'0'399'15,"1"0"90"-15,-1 0 70 0,-2 1 60 0,3 3 48 0,3-1 36 0,-7 1 27 16,3 1 19-16,1-1 18 0,-1 1 14 0,-2 1 13 0,1 0-55 0,1 1-85 16,-2 1-112-16,-2 1-119 0,4-2-87 0,-4 2-73 0,0 2-56 0,0-1-51 15,-4 2-30-15,4 0-27 0,-6 3-20 0,6-2-19 0,-5 4-15 0,1-2-16 16,-1 0-11-16,0-1-8 0,-3 0-5 0,3 0-4 0,-1 0-1 15,3-3-1-15,-3 0-1 0,5 1 1 0,-7-3-1 0,7-1-1 0,-3-1 2 16,2-1-1-16,-1 0 1 0,-1-1 2 0,4-2 1 0,-2 1 1 0,-2-2 0 16,4 0-2-16,0-2 1 0,0 4 1 0,0-4 0 0,0 0 0 0,0 0 0 15,0 0 0-15,0 0 0 0,0 0 0 0,0 0 1 0,0 0 4 0,0 0-1 16,0 0-1-16,0 0 0 0,0 0 0 0,0 1 2 0,0-1-1 0,6 0 2 16,-2 0 3-16,-1-1 0 0,3 1 2 0,-5-4-1 0,7 4-1 15,-3-1 0-15,0 0-1 0,5-1-2 0,-5-1-2 0,4 2-7 0,-4-1-7 16,4-1-22-16,1 0-22 0,-5 0-54 0,4 0-67 0,0 0-87 0,-4-1-94 15,4 1-83-15,1-2-80 0,-3 1-87 0,2-1-90 0,0 1-58 0,-4-4-47 16,4 2-17-16,0-1 1 0,0 1 12 0,-3-2 20 0,3 1 52 0,-4 1 64 16,1-2 85-16,3 0 92 0,-4 3 86 0,2-1 80 0,-1-1 85 0</inkml:trace>
  <inkml:trace contextRef="#ctx0" brushRef="#br0" timeOffset="154997.29">16991 12667 58 0,'0'0'412'0,"-5"0"114"0,5 0 76 0,0 0 43 0,0 0 32 16,0 0 20-16,-4 2 19 0,4-2 17 0,0 0 19 0,0 0 22 16,0 0 23-16,0 0-7 0,4 1-26 0,-4-1-144 0,5 2-201 0,1-1-107 15,-3-1-65-15,6 0-42 0,-3 0-27 0,3-1-20 0,0-1-16 0,0 2-16 16,2-1-19-16,-2-1-20 0,2-1-23 0,-2 0-13 0,0 1-9 0,0 0-6 16,2-1-6-16,-2 1-6 0,-4-1-6 0,4 2-6 0,0-2-6 0,-3-1-10 15,3 3-11-15,-4-2-17 0,2 0-16 0,-1 0-28 0,-1 2-32 0,-1-2-53 16,-2-1-64-16,3 2-70 0,-1 0-71 0,-4-1-54 0,3 0-43 15,-3 2-43-15,0 1-40 0,0 0-24 0,0-5-18 0,-3 3-8 0,3 0-7 16,-4 0 11-16,2 1 14 0,-1-1 43 0,-3 2 56 0,3-1 71 0,-3-1 75 16,1 2 65-16,1-1 61 0,-1-1 61 0,-1 1 62 0,3 1 51 0,-3-2 51 15,1 1 40-15,1-1 44 0,-1 0 32 0,1 1 33 0,-1 0 26 0,5-1 25 16,-6 1 14-16,6-1 10 0,-3 1 4 0,3 1 4 0,0-2 7 0,0 2 6 16,0 0 13-16,0 0 8 0,0 0 15 0,0 0 18 0,0 0 20 0,0 0 18 15,0 3 9-15,-2-1 4 0,-2-1-4 0,4 3-8 0,0 1-14 0,0 1-14 16,0 0-26-16,-3 3-28 0,1 0-39 0,2 2-46 0,-4 0-80 15,2 2-89-15,-1-1-103 0,3 0-105 0,-4 1-83 0,2-1-74 0,-1 0-60 16,3 0-58-16,0 0-57 0,-2-1-54 0,-2-1-63 0,1-1-72 16,-3 2-21-16,6-1-1 0,-5-2 35 0,1 1 49 0,2 0 65 0,-1-2 71 15,-1-1 59-15,-1 2 51 0,3-4 53 0,-2 1 51 0,4 1 51 0,-3-2 51 16</inkml:trace>
  <inkml:trace contextRef="#ctx0" brushRef="#br0" timeOffset="155194.25">17009 12888 132 0,'0'3'333'0,"-3"-2"67"0,1 1 43 16,-2-1 35-16,4-1 32 0,0 5 50 0,4-2 54 0,-4-1 53 0,2 2 50 15,-2-3 32-15,3 1 22 0,-3-1-24 0,6 1-50 0,-1-1-94 0,-1 2-111 16,1-1-59-16,1-1-36 0,1 0-31 0,0 1-30 0,0 0-45 0,-1-1-56 16,-1 1-51-16,4-2-49 0,-3 0-31 0,-1 0-26 0,4 0-21 0,-3-2-17 15,3 1-23-15,-6 1-22 0,6-2-34 0,-3 0-40 0,-1 0-76 0,1 2-94 16,-3-2-83-16,3-1-80 0,-3 2-77 0,1-1-76 0,-4 2-94 16,0 0-104-16,0 0-44 0,2-1-18 0,-2 1-2 0,0 0 10 0,0 0 22 15,0 0 32-15,0 0 74 0,0 0 91 0,-6 0 84 0,6 0 77 0,-5 0 76 16,1 1 76-16</inkml:trace>
  <inkml:trace contextRef="#ctx0" brushRef="#br0" timeOffset="157797.4">21495 9196 79 0,'4'-2'508'0,"-3"0"133"0,-1 2 68 0,0 0 39 0,0 0 20 0,0 0 15 15,0 0 10-15,0 0 14 0,0 0 11 0,0 0 14 0,0 0 12 0,0 2-12 16,0 2-22-16,-1-1-189 0,1 1-261 0,-4 1-128 0,0-1-65 0,3 4-34 16,-3-1-17-16,-2 2-14 0,3 0-9 0,-3 3-14 0,1-2-13 0,0 3-12 15,-3 0-12-15,3 0-6 0,-1 0-6 0,3 0-7 0,-3 1-7 0,5-2-1 16,-7 0-3-16,3-2-1 0,1 1-4 0,3-1-1 0,-3-1-1 16,4 0 1-16,0-1 3 0,0-1-2 0,0 1 1 0,0-2-1 0,4 0 2 15,1 1 3-15,-1-1 5 0,1-1 1 0,0-1 1 0,4 2 1 0,-3-3 1 16,3 2 3-16,2-3 1 0,-2 2 1 0,4-1-1 0,-3-2 2 0,-1 1 0 15,4-2 0-15,-2 1-3 0,0-1-2 0,-2-1-1 0,0-1-3 0,4 2-3 16,-6-1-8-16,2-1-8 0,-4 1-16 0,4 1-17 0,-3-2-16 0,-3 0-19 16,3 1-23-16,-3 0-25 0,3 1-48 0,-6-3-58 0,3 3-82 0,-3 0-92 15,0 0-80-15,2-2-73 0,-2 2-63 0,0 0-58 0,0 0-70 0,0 0-68 16,0 0-25-16,-2-3-1 0,2 3 11 0,-3-4 22 0,-3 0 46 0,3 0 57 16,1 1 81-16,-5 0 94 0,5 0 77 0,-2-2 75 0,-1 3 70 15,1-3 67-15</inkml:trace>
  <inkml:trace contextRef="#ctx0" brushRef="#br0" timeOffset="157961.63">21565 9358 15 0,'0'0'264'0,"0"0"91"16,0 0 49-16,0 0 31 0,0 0 40 0,2 3 41 0,-2 2 55 0,4 1 62 16,-4 0 51-16,0 1 44 0,0 2 28 0,0 0 20 0,0 3-57 0,0 0-91 15,0 2-88-15,-4-1-85 0,4 2-45 0,0 0-31 0,0-1-37 0,-2 1-42 16,-1 0-54-16,3 1-63 0,0-1-56 0,-4 0-54 0,4 0-52 0,-2-1-51 16,-1-1-82-16,3 2-93 0,0-3-89 0,-2 0-82 0,2-1-81 0,2-2-78 15,-2-1-94-15,0-1-102 0,0-1-47 0,3-1-21 0,-1-1-5 0,-2-4 7 16,4 1 23-16,-4-1 28 0,5 0 68 0,4-3 83 0,-3-1 81 0,-3 1 80 15,6-3 78-15,-3-1 77 0</inkml:trace>
  <inkml:trace contextRef="#ctx0" brushRef="#br0" timeOffset="158156.82">21743 9553 247 0,'5'0'355'0,"2"0"72"0,-5-2 57 15,4 2 61-15,1 2 67 0,0-2 47 0,-3 3 45 0,1-3 25 0,1 2 19 16,1-1 14-16,-2 1 10 0,1-1-56 0,-3-1-89 0,3 2-96 0,-1-2-99 15,1 1-71-15,-3 1-55 0,3-2-61 0,-1 0-63 0,2 1-51 0,-1-1-47 16,-1 0-34-16,1 0-29 0,3 0-45 0,-6 0-51 0,3 0-75 0,-3-1-88 16,-1 1-74-16,5 0-67 0,-5-2-73 0,-2 2-77 0,0 0-88 0,0 0-96 15,0 0-42-15,0 0-16 0,0 0 0 0,0 0 5 0,0 0 31 0,0-4 37 16,-2 2 69-16,-5-1 81 0,5 0 73 0,-1 1 67 0,-3 1 72 16,3 0 75-16</inkml:trace>
  <inkml:trace contextRef="#ctx0" brushRef="#br0" timeOffset="158335.85">21819 9432 58 0,'0'0'298'0,"0"0"87"0,0 0 70 0,0 0 59 16,3 4 64-16,-3 4 69 0,0-1 47 0,0 0 43 0,0 3 25 0,0-2 19 15,0 3 14-15,-3 0 8 0,3-1-82 0,0 1-122 0,-4-1-94 0,4 2-84 16,-2-2-68-16,-1 3-63 0,1-1-82 0,2-2-88 0,-4 2-93 0,1-2-101 16,3 1-106-16,-6 0-113 0,6-1-103 0,0 1-93 0,0-2-107 0,0 0-111 15,0-2-56-15,0-1-26 0,0 0-11 0,0-3 1 0,6 2 13 0,-6-5 18 16,7 0 48-16,-5 0 57 0,3-2 82 0,4-1 94 0,0-1 89 0,-3-1 86 15</inkml:trace>
  <inkml:trace contextRef="#ctx0" brushRef="#br0" timeOffset="158748.54">22166 9376 133 0,'0'0'364'0,"0"0"92"0,2-1 70 0,-2 1 67 0,0 1 65 15,3 2 47-15,1 0 39 0,-2 0 28 0,-2 2 26 0,0 1 17 0,3-1 15 16,-3 3-29-16,0 0-48 0,0 1-105 0,0 1-130 0,0 1-84 0,-3 0-61 16,3 2-62-16,-2-1-62 0,-2 1-44 0,1 1-37 0,1-1-28 0,-2 1-25 15,-1-1-20-15,1 1-14 0,3-1-24 0,-3 1-24 0,-2-2-27 16,3 0-32-16,1-2-29 0,-2-1-31 0,4 0-35 0,-1 0-43 0,1-3-68 15,0 0-82-15,0 0-71 0,0-3-69 0,0 2-51 0,0-2-43 0,1-1-39 16,-1-2-35-16,6 2-36 0,-3-4-36 0,-3 2-34 0,6-2-39 0,-1-1 7 16,-1-3 25-16,1 0 63 0,1-2 77 0,3 1 71 0,-2-1 67 15,0-1 54-15,1-1 41 0,-1 1 48 0,2-2 48 0,0 1 51 0</inkml:trace>
  <inkml:trace contextRef="#ctx0" brushRef="#br0" timeOffset="159024.99">22338 9390 201 0,'5'-9'342'0,"1"1"50"0,-3 2 46 0,1 2 47 16,-2 1 59-16,-2 3 68 0,0 0 56 0,0 4 58 0,0 1 37 0,0 1 28 15,0 2 10-15,-2 2 0 0,-2 0-88 0,1 2-129 0,3 2-68 0,-6-1-35 16,1 3-38-16,1 1-35 0,2 0-53 0,-3 1-64 0,1 0-57 0,1-2-51 16,-3 1-36-16,6-2-26 0,-2 0-20 0,2 0-17 0,0-3-12 0,0 0-11 15,2-2-10-15,2-1-10 0,-2 0-11 0,1-1-8 0,3-2-5 0,-1 0-5 16,2-2-5-16,-1-1-1 0,-1 0-1 0,1-1-1 0,1-2 1 16,-2 0-2-16,1 0 0 0,-1-2 1 0,-1 1-1 0,1-3-1 0,-1 2 0 15,1-1-4-15,-3 0 2 0,2 0 2 0,-4-2-4 0,3 2-4 0,-3-1-6 16,0 1-9-16,0-2-9 0,-3 2-12 0,3-2-15 0,-4 3-15 15,-1-1-20-15,3-2-19 0,-5 2-46 0,1 0-56 0,-3 1-83 0,4 0-94 16,-4 2-76-16,-2-2-67 0,2 2-63 0,-6 2-67 0,6-2-70 0,-5 2-69 16,-1 0-26-16,5 1-1 0,-7 2 10 0,6-1 17 0,-3 0 46 0,3 1 53 15,-5 1 84-15,5 0 98 0,-4 0 76 0,6 2 70 0,-1-2 71 0,-3 1 73 16</inkml:trace>
  <inkml:trace contextRef="#ctx0" brushRef="#br0" timeOffset="161134.66">17501 12649 31 0,'0'-1'297'0,"0"-2"66"0,0 1 41 0,0 2 27 0,0 0 23 0,0-2 26 0,0 2 28 15,4 0 41-15,-4 0 46 0,0 0 37 0,4-1 34 0,-3 1-2 0,3 0-19 16,-2-1-87-16,1-1-120 0,-3 2-55 0,6-1-34 0,-3-1-19 0,-3 1-16 16,6-1-22-16,-1 2-22 0,-5-1-37 0,7 1-42 0,-5 0-34 0,4 0-31 15,-6 0-20-15,7 0-18 0,-5 1-14 0,1 1-11 0,-3-1-9 0,6 2-8 16,-6 0-5-16,5 2-4 0,-5 1-3 0,0-2-4 0,0 4-6 0,0-1-3 15,0 2-6-15,0 0-1 0,0 1-4 0,-5 1-2 0,5 0-2 0,-6 1-2 16,3-2 1-16,-3 1-1 0,3-1 1 0,-3 0-2 0,4 0 0 0,-5-2-2 16,2 2 2-16,-1-2 2 0,3 0 1 0,-3 0 0 0,1-3 6 15,1 2 4-15,-1-1 4 0,1-2 2 0,-1 1 2 0,5-2 2 0,-6 0-2 0,6 0 0 16,0-2 0-16,0-1 0 0,0 0-2 0,0 0 1 0,0 0-4 16,0 0-1-16,0 0-3 0,0 0-4 0,0 0-4 0,0 0 1 0,6 0-2 15,-3 0-2-15,-1-1-1 0,6-1-1 0,-3 1-1 0,0-1-1 0,1 1-1 16,3-1-4-16,-4-1-7 0,4 0-9 0,-3 0-18 0,3-1-24 15,-6-1-52-15,6 0-65 0,-3 0-85 0,3-1-90 0,-4 0-80 0,1-2-77 16,-1 1-82-16,2-1-82 0,-1-1-61 0,-1 1-48 0,1-2-15 0,-3 1-4 16,3 0 15-16,-3-2 21 0,3 4 50 0,-6-4 65 0,5 4 83 0,-1-2 89 15,-2 2 82-15,1-1 79 0,1 1 82 0</inkml:trace>
  <inkml:trace contextRef="#ctx0" brushRef="#br0" timeOffset="161569.1">17686 12543 64 0,'0'0'322'0,"0"0"115"0,0-2 89 0,0 2 80 16,5 2 60-16,-1-1 50 0,1 2 33 0,-1-2 24 0,1 1 19 0,1 0 15 16,-1-2 12-16,2 1 8 0,1-1-79 0,1 0-113 0,-4 0-111 0,8 0-108 15,-4 0-83-15,2-1-76 0,-2-1-57 0,5 0-49 0,-1 1-31 0,-2 0-24 16,3-2-16-16,1 0-16 0,-3 1-10 0,-1-2-7 0,4 0-10 16,-1 2-8-16,1-3-7 0,-3 2-1 0,-1-1-6 0,-2 1-4 0,2 0-8 15,-2 0-6-15,0 0-8 0,-4 0-10 0,4 1-10 0,-3-1-13 16,-2 2-19-16,-1-1-19 0,-1 0-34 0,-2 1-41 0,0 1-70 0,0 0-82 15,0 0-67-15,0 0-61 0,0 0-50 0,0 0-41 0,-2 1-32 0,-1 1-26 16,-1 0-20-16,-2-2-14 0,-3 3-12 0,4-2-6 0,-4 1 7 0,0-1 10 16,3 2 42-16,-4 0 52 0,1-1 63 0,-4 1 63 0,2 0 77 0,2-2 81 15,-2 4 82-15,-1-1 83 0,2-1 70 0,0 0 64 0,-1 2 57 0,-2-2 57 16,4 1 49-16,0-1 51 0,2 2 44 0,-2-1 47 0,0 1 29 0,3-1 18 16,-1 1 5-16,2-1-2 0,-1 2 0 0,3-2-2 0,1 3 7 0,-2-1 8 15,2 1 2-15,-1 1 0 0,3-1-1 0,-4 4-5 0,4-1-1 0,0 2-9 16,0 3-11-16,0 0-14 0,0 1-18 0,0 1-26 0,4 1-35 15,-4 2-42-15,0-1-41 0,0 0-45 0,0 3-29 0,-4-3-26 16,4 1-20-16,0-1-14 0,-2-1-14 0,2-2-12 0,-3 2-9 0,3-1-9 16,0 0-8-16,-4-4-8 0,4 2-11 0,0-3-11 0,0 0-13 0,-2-1-15 15,2-1-15-15,-3-2-13 0,3-1-28 0,0-1-32 0,0 0-58 0,0-1-68 16,-2-2-76-16,2-2-77 0,0-1-61 0,0 0-54 0,0 0-51 0,0 0-43 16,0 0-42-16,0-3-35 0,0 3-45 0,0-6-52 0,0-1-3 0,2-1 19 15,-2-1 53-15,0 0 66 0,5-1 74 0,-5-1 77 0,4-1 61 0,-1 2 56 16,3-2 53-16,-3 1 47 0,-1 1 51 0</inkml:trace>
  <inkml:trace contextRef="#ctx0" brushRef="#br0" timeOffset="161898.46">17872 12760 237 0,'4'-5'293'0,"-3"3"34"0,-1-1 29 0,4 1 22 0,-4 1 25 0,0 1 27 0,0 0 43 0,0 0 49 0,0 0 62 0,0 0 67 16,4 1 27-16,-2 1 4 0,-2-1-53 0,0 2-77 0,0 2-41 0,0-1-20 16,0 1-17-16,0 0-15 0,0 2-17 0,-2 0-21 0,-2 1-41 0,4 2-50 15,0-1-56-15,-4 2-61 0,3 1-44 0,-3-2-40 0,2 1-22 0,-1 1-19 16,-1-2-16-16,2 1-16 0,-1-1-17 0,1-1-20 0,-2 0-20 0,1-3-22 15,3 0-28-15,0 0-31 0,-2-2-65 0,2 0-80 0,0-1-80 0,0-3-77 16,2 1-64-16,-2 1-56 0,0-2-55 0,3 0-51 0,1-2-50 16,1 1-41-16,-3-2-44 0,2-2-38 0,-1-1 2 0,-1 0 20 0,3-1 55 15,-1-1 68-15,2 0 74 0,-3 0 75 0,-1-1 62 0,5 1 55 0,-5-1 54 16,2 2 56-16,1-1 54 0</inkml:trace>
  <inkml:trace contextRef="#ctx0" brushRef="#br0" timeOffset="162348.15">17957 12763 60 0,'0'-4'268'16,"0"0"53"-16,4 2 31 0,-3 0 27 0,-1 2 23 0,4 0 34 0,-4 0 34 15,2 0 52-15,-2 2 56 0,4 0 54 0,-4 0 50 0,3 1 1 0,-3 0-22 16,0 0-68-16,2 0-87 0,-2 1-41 0,0 0-24 0,0 0-19 0,0-1-24 16,0 2-30-16,0-1-35 0,4 1-49 0,-4-2-53 0,0 1-53 0,1-1-46 15,-1 2-33-15,0-4-26 0,0 2-19 0,4 0-13 0,-4-1-10 0,0-2-7 16,0 1-3-16,0-1-1 0,4 3-4 0,-4-3 1 0,0 2-2 16,1-2-2-16,-1 0 1 0,0 0-4 0,4 1 1 0,-4-1-4 0,0 0 2 15,0 0 2-15,5-1-1 0,-5 1-1 0,0 0 0 0,0 0 2 0,0 0-1 16,0 0 2-16,0 0 2 0,0 0 1 0,0 0 0 0,0 0 1 0,0 0 2 15,0 0 3-15,0 0 2 0,0 0-1 0,0 0 2 0,0 0 5 16,0 0 1-16,0 0 1 0,0 0 1 0,0 0-2 0,0 0 1 0,0 0 1 16,0 0-2-16,0 0-3 0,0 0-3 0,0 0-3 0,0 0 0 0,0 0-2 15,0 0-2-15,0 0-2 0,0 0-3 0,0 0-3 0,0 0-2 0,0 0-1 16,0 0-3-16,0 0-1 0,0 0-1 0,0 0 1 0,0 0-1 0,0 0 1 16,0 0-7-16,0 0-8 0,0-2-4 0,0 2-2 0,0 0-2 0,-1-1-2 15,1 1-2-15,-4 0-4 0,4 0-4 0,0 0-4 0,-4-2-5 0,4 2-6 16,0 0-6-16,0 0-5 0,-5 0-1 0,5 0 3 0,-4 0-1 0,4 0-2 15,0 0-3-15,0 0 0 0,-5 0-2 0,5 0 1 0,0 0-1 0,0 0 1 16,-5 0 0-16,5 0 5 0,0 0 2 0,0 0 2 0,0 0-1 16,0 0 1-16,-4-1-5 0,4 1-7 0,0 0-5 0,0 0-6 0,0 0-8 15,0 0-10-15,0 0-14 0,0 0-16 0,0 0-25 0,-2 0-22 0,2 0-27 16,0 0-26-16,0 0-23 0,-4 0-21 0,3-2-16 0,1 2-16 16,0 0-12-16,-4 0-12 0,4 0-8 0,-4-1-7 0,4 1-4 0,0-3 1 15,0 3 4-15,0-2 6 0,0-1 7 0,0 0 12 0,0 0 0 0,0 0 0 16,0 0-8-16,0 0-15 0,0 3-10 0,0-6-9 0,0 6 9 0,0-6 15 15,0 2 18-15,0-3 21 0,0 3 18 0,0 0 23 0,4-2 23 0,-4 2 16 16,0-1 29-16,0-1 26 0</inkml:trace>
  <inkml:trace contextRef="#ctx0" brushRef="#br0" timeOffset="162677.79">17972 12696 45 0,'0'-9'244'0,"0"1"48"0,3 2 29 0,-1-1 17 0,-2 0 16 0,0 2 16 0,0 0 17 0,0 1 21 0,-2 0 22 0,2 4 31 0,0 0 37 0,0 0 10 0,0 0-2 0,0 0-34 0,0 0-49 16,0 0-19-16,0 0-7 0,-3 2-5 0,3 0 0 0,-4-2-5 15,4 1-2-15,0 1-7 0,-2 1-10 0,-2 1-22 0,4 0-24 0,0 4-36 16,-5 0-39-16,5-1-34 0,0 2-36 0,-4 2-20 0,4-1-15 15,-1 1-8-15,-3 0-7 0,2 2-8 0,-1-1-11 0,3-2-8 0,0 1-8 16,-4-1-8-16,4-1-6 0,-2 1-6 0,2 0-8 0,0-3-2 0,2 1-2 16,-2-1-3-16,0-1-5 0,4 0-2 0,-1 0-2 0,-1 0-3 0,2 0-5 15,-3 0-1-15,3-1-1 0,1-1-2 0,1 1-1 0,-2-1 1 0,1 1 0 16,0-2-2-16,-1 1-1 0,1-1 0 0,3 0 0 0,-7 0-1 0,5 0-4 16,-2-1 1-16,1-1-1 0,-1 2 0 0,-3-1 0 0,3-2 2 0,-4 1 2 15,0-1 1-15,0 2 3 0,0-2 3 0,0 0 3 0,0 0 3 0,0 0 6 16,0 0 5-16,0 0 0 0,0 3 2 0,0-2 1 0,-4 2-8 0,3-1-12 15,-3 2 0-15,2-1 2 0,-5 2-1 0,1 1-3 0,1 0-7 0,0 1-6 16,-3-1-14-16,1 2-17 0,0-2-22 0,0 0-19 0,-2 0-23 0,0-2-26 16,3 1-15-16,-1-1-14 0,-4-1-25 0,6-1-29 0,-4 1-50 15,0-2-60-15,3-1-88 0,-3 0-99 0,0-1-78 0,4-2-69 16,-4-1-65-16,3 2-66 0,1-4-51 0,-2 0-47 0,-1-2-11 0,1 1 8 16,2-2 13-16,3 0 21 0,-2-2 44 0,1 1 60 0,3-1 86 0,-2 1 106 15,2 1 84-15,2 0 79 0,-2-2 79 0,3 2 83 0</inkml:trace>
  <inkml:trace contextRef="#ctx0" brushRef="#br0" timeOffset="162842.69">17919 12765 171 0,'6'-3'356'0,"-1"0"86"0,2 1 68 0,-5 0 69 0,5 0 71 15,-1 2 46-15,-5 0 37 0,3 1 23 0,1 0 18 0,1 1 12 0,-6-2 5 16,4 2-43-16,1-2-72 0,-1 1-109 0,-3-1-122 0,3 0-89 0,0 2-67 16,-3-2-84-16,3 0-92 0,1-2-118 0,1 2-127 0,-2 0-118 0,1-1-109 15,0 1-114-15,-1-2-112 0,1 0-84 0,-1 1-72 0,1 0-33 16,-5 1-15-16,6-2-6 0,-6 2-3 0,0 0 15 0,4 2 20 0,-4-2 70 15,0 0 94-15,0 4 93 0,0 2 93 0,0 0 102 0,-4-2 107 0</inkml:trace>
  <inkml:trace contextRef="#ctx0" brushRef="#br0" timeOffset="163816.15">16210 13404 34 0,'0'3'312'0,"-4"-1"138"0,2 2 70 0,-1-1 43 0,3 0 39 0,-2 0 39 0,2 0 34 0,2-1 34 15,-2 0 25-15,3 0 19 0,3-2 17 0,-3 3 16 0,3-3-63 0,5 1-101 16,-2 1-118-16,3-1-126 0,3-1-60 0,1 2-34 0,6-1-31 0,-2-1-31 16,5 0-31-16,6-1-35 0,0-1-18 0,1 1-15 0,6-1-12 0,0 1-10 15,6-4-7-15,-1 3-5 0,2-2 1 0,0 3 3 0,6-2 7 0,-2 1 10 16,2 1 7-16,1-1 9 0,0 1 11 0,1 1 16 0,-1-2 8 0,3 0 8 16,-3 2 6-16,0-1 4 0,1 0 4 0,3-1 4 0,-4-1-5 0,-3 0-7 15,2-1-14-15,-2-1-14 0,-2 1-13 0,0-2-16 0,0-1-12 0,-4 0-14 16,-3 0-13-16,2-2-14 0,-1 1-9 0,-1-1-11 0,-4-1-8 0,-1 1-7 15,-1 0-9-15,-1-2-4 0,-1 2-4 0,-3 0-3 0,-4 2-3 16,2-3-1-16,-3 3-7 0,-4 0-7 0,0-1-15 0,-2 1-18 0,-4 2-22 16,1-1-27-16,-6 3-26 0,2-1-32 0,-4-1-26 0,-2 2-27 0,1 2-25 15,-6-1-23-15,0 2-25 0,0 0-27 0,0-1-57 0,-2-1-68 16,-2 2-77-16,-1 0-82 0,-2 2-60 0,-1-1-53 0,1 2-60 0,-4 0-62 16,2 0-31-16,-2 0-22 0,-1 2 3 0,-3-2 11 0,1 3 23 0,-1 0 25 15,-3 1 60-15,2-2 76 0,-6 2 91 0,2 0 100 0,-3 1 82 0,-1 1 77 16,1-1 89-16</inkml:trace>
  <inkml:trace contextRef="#ctx0" brushRef="#br0" timeOffset="164175.59">17429 13588 102 0,'-4'3'372'0,"4"0"141"0,-2 0 76 0,-1-2 48 15,3-1 33-15,3 4 30 0,-1-1 24 0,-2-3 22 0,4 1 18 0,1-1 17 16,-1 2 10-16,1-2 11 0,4 0-89 0,-3 1-130 0,3-1-133 15,0 0-132-15,0 0-73 0,0 2-44 0,-2-1-30 0,2-1-26 0,0 0-22 16,0 2-21-16,-3-2-16 0,3 1-16 0,0 0-10 0,-4-1-7 0,1 4-8 0,-3-3-6 16,3 2-2-16,-1-1 2 0,-5 2-6 0,4-1-4 0,-4 2-7 15,-4 1-1-15,4 0-3 0,-5 0-3 0,1 3 0 0,-1-1 0 16,-1 3-1-16,1 0-1 0,-4-1 2 0,0 1 3 0,-2-1-1 0,2 1-5 16,-4-1 7-16,6 1 11 0,-6-1 9 0,4-1 9 0,0-2 11 0,2 3 13 15,-2-3 10-15,0-1 11 0,5 0 8 0,-5-1 6 0,7-1 1 0,-1-1 1 16,-3-1-1-16,6 1-2 0,0-3-7 0,0 0-10 0,0 0-8 0,0 0-8 15,0 0-11-15,0 0-11 0,0 0-9 0,6 0-7 0,-3 0-9 0,-1 0-7 16,6-2-5-16,-3 1-4 0,4-1-8 0,-4-1-8 0,6 0-20 0,2 0-19 16,-2 0-29-16,1-1-30 0,-1-3-29 0,4 3-30 0,-1-3-53 0,1-1-68 15,-3 1-102-15,3-1-116 0,-1-1-109 0,1 2-105 0,-1-1-94 0,-1 1-91 16,-2-3-25-16,3 3 4 0,1-2 17 0,-3 2 25 0,3-1 27 0,-4 1 27 16,3-1 54-16,-1 0 63 0,1 1 102 0,1 0 119 0,1-1 108 0,0 2 106 15</inkml:trace>
  <inkml:trace contextRef="#ctx0" brushRef="#br0" timeOffset="164459.6">18473 13264 163 0,'0'0'450'0,"0"0"174"0,0 0 82 0,0 0 39 0,3 0 20 0,1 2 16 0,-2-2 10 0,3 1 10 0,-1-1 6 16,-1-1 7-16,3 1 3 0,-1-2 6 0,1 1-111 0,3-3-162 16,0 3-168-16,-4 0-171 0,0-1-79 0,5-1-37 0,-3 2-22 0,0-1-11 15,-3 1-13-15,5-2-10 0,-4 3-7 0,1-4-8 0,3 4-3 0,-4-1-6 16,2-2-6-16,-1 2-6 0,-1-1-11 0,0 2-11 0,1-1-22 0,-2-1-22 16,1 1-46-16,-1 1-55 0,-4-2-80 0,0 2-90 0,0 0-80 0,0 0-75 15,0 0-93-15,0 0-96 0,0 0-66 0,0 3-47 0,-4 0-16 0,-1 2 0 16,1-3 11-16,-2 3 22 0,-3 1 44 0,2-1 55 0,0 1 79 0,-4 0 90 15,2 0 83-15,-2 1 76 0,-1 1 91 0</inkml:trace>
  <inkml:trace contextRef="#ctx0" brushRef="#br0" timeOffset="164639.26">18435 13480 69 0,'0'4'362'16,"3"0"166"-16,-3-1 99 0,4 0 69 0,-2 1 40 0,1-1 28 0,-1-2 21 15,2 3 21-15,-1-3 13 0,-1-1 12 0,2 2 8 0,1-2 7 0,1 0-84 0,-3 0-120 16,1 0-153-16,-2 0-163 0,3 0-99 0,-1-2-68 0,1 2-50 15,-1-1-40-15,1-1-46 0,1 0-53 0,1 2-99 0,-2-1-120 0,1 1-126 16,-1 0-122-16,0-1-125 0,-5 1-128 0,10 0-57 0,-10 0-26 16,3 0-12-16,3 0-5 0,-6 0 7 0,5 1 9 0,-5-1 26 0,4 3 33 15,-1 0 85-15,-1 2 109 0,-2-2 118 0,4 1 116 0</inkml:trace>
  <inkml:trace contextRef="#ctx0" brushRef="#br0" timeOffset="165298.76">19109 13372 235 0,'0'0'568'0,"0"1"121"0,0-1 59 0,0 0 30 0,0 4 17 0,0-4 16 0,4 1 12 0,-2 1 13 0,-2-1 13 0,5-1 11 0,-1 0 16 15,1 0-31-15,1 0-50 0,1 0-185 0,0 0-244 0,0-1-110 0,4-1-49 16,-2 1-22-16,2-3-14 0,-2 2-9 0,6-3-9 0,-3 1-7 15,-1-1-10-15,4 0-12 0,-3 0-15 0,-1-1-15 0,3 1-13 0,-1-1-14 16,-2 0-15-16,2 0-12 0,-6 2-8 0,6-2-20 0,-4 0-23 16,0 2-29-16,-2 0-34 0,2 0-36 0,-2-1-30 0,-1 2-44 0,-1-1-48 15,-1 2-88-15,-3-1-107 0,5 2-91 0,-3-1-81 0,-3 1-86 0,0 1-86 16,0 0-67-16,0 0-57 0,0 0-8 0,0 0 15 0,0 0 20 0,-3-3 26 16,3 3 41-16,-2-2 47 0,-2-1 88 0,-1 0 107 0,5 3 90 0,-4-4 83 15,4 4 86-15,0-5 88 0</inkml:trace>
  <inkml:trace contextRef="#ctx0" brushRef="#br0" timeOffset="165523.14">19482 13005 67 0,'0'0'382'0,"0"0"199"0,0 0 101 0,0 0 61 16,0 1 36-16,3 2 29 0,-3 3 22 0,4-1 20 0,-4 1 20 16,0 1 23-16,0 2 25 0,0 2 31 0,0 1-61 0,0 1-100 0,0 2-152 15,-4 1-176-15,4 3-85 0,0-1-49 0,-3 1-28 0,3 4-24 16,0-2-19-16,-2 1-20 0,2 1-21 0,-4 1-20 0,4-2-32 0,0 2-32 15,0-1-46-15,0-1-47 0,0-1-59 0,0 0-62 0,0-1-57 0,0-1-52 16,0-3-57-16,0 1-59 0,4-3-112 0,-2-1-136 0,-2-1-122 0,3-1-116 16,-3-3-104-16,4 0-95 0,-2-2-30 0,-2-2 3 0,5 3 27 0,-5-4 40 15,0-3 40-15,0 0 37 0,0 0 53 0,8-2 53 0,-3-1 109 0,0-2 138 16,1 3 120-16,1-4 117 0</inkml:trace>
  <inkml:trace contextRef="#ctx0" brushRef="#br0" timeOffset="165794.12">19753 13339 177 0,'0'0'477'16,"-2"2"198"-16,2-2 93 0,0 0 40 0,-3 0 21 0,3 0 12 0,5 3 8 16,-5-2 11-16,4-1 10 0,1 0 11 0,-1 0 9 0,1-1 5 0,1-1-110 15,-1 1-163-15,4-1-185 0,-3 1-194 0,3-3-90 0,0 2-41 0,0 0-19 16,0-1-9-16,0 0-10 0,2 2-8 0,-2-4-11 0,2 2-14 15,-2 0-9-15,0 0-11 0,0-1-17 0,2 1-19 0,-4-1-18 0,0 0-15 16,2 1-17-16,-4 0-14 0,3-1-19 0,-3 2-17 0,-1-1-32 0,1 0-39 16,-3 2-60-16,-2-1-71 0,4 2-67 0,-4 0-68 0,0 0-44 0,0 0-34 15,0 0-27-15,0 0-28 0,-4-3-19 0,2 2-16 0,-1 1-20 0,1-2-19 16,-6 1-18-16,7-2-21 0,-7-1 39 0,3 3 62 0,0-2 64 0,1 0 68 16,-1-1 53-16,-1 1 46 0,3-2 42 0,-3 1 40 0,1-1 33 0,1 1 31 15,4 0 37-15</inkml:trace>
  <inkml:trace contextRef="#ctx0" brushRef="#br0" timeOffset="165919.66">19891 13203 103 0,'0'-3'267'0,"0"-2"54"0,0 1 35 0,0 1 22 0,0-1 19 0,0 4 26 15,0 0 28-15,0 0 43 0,0 0 53 0,0 0 55 0,3 4 58 16,-1-1 7-16,-2 0-19 0,0 3-66 0,0 0-90 0,4 0-44 0,-4 3-24 16,0 0-18-16,0 1-18 0,-4 1-26 0,4 1-32 0,0 0-59 0,-2 1-71 15,2-1-104-15,-3 3-118 0,3-1-113 0,-4-1-109 0,4 1-77 0,-2-1-62 16,-1 1-61-16,1-1-62 0,2 0-61 0,-4 0-62 0,1-1-56 0,3-2-50 16,-2-2-11-16,-2 1 8 0,4-2 44 0,0-1 57 0,-2 0 68 0,2-2 70 15,-3 3 60-15,3-4 54 0,0-3 53 0,0 4 57 0,0-4 59 0</inkml:trace>
  <inkml:trace contextRef="#ctx0" brushRef="#br0" timeOffset="166077.42">19858 13510 25 0,'0'0'285'0,"0"0"101"16,0 3 60-16,0-3 37 0,4 2 41 0,-4-1 44 0,5 1 49 0,-5-1 53 16,0-1 35-16,6 0 26 0,-6-1 15 0,7-1 10 0,-5 2-67 15,3-1-107-15,-1-2-103 0,1 1-105 0,2-1-69 0,-1 0-58 0,-1 0-103 16,1-3-123-16,-1 3-127 0,4-3-132 0,-4 0-113 0,4 2-105 0,-1-2-78 16,-1 0-69-16,2 0-59 0,-4 0-56 0,4-2-26 0,4 1-10 0,-4-1 7 15,2-1 18-15,0 2 60 0,2-2 80 0,-3 0 79 0,-1 0 79 16,6-2 79-16,-6 2 79 0,4 2 64 0</inkml:trace>
  <inkml:trace contextRef="#ctx0" brushRef="#br0" timeOffset="166311.64">20220 13126 4 0,'0'-3'340'0,"0"2"216"0,3-1 111 0,-3 1 63 0,6 1 39 16,-3-2 23-16,3 2 13 0,-1 0 14 0,1-1 10 0,1 1 13 0,0-2 7 15,2 1 8-15,0-3-62 0,4 3-92 0,-2-2-174 0,-2 0-209 0,5 0-102 16,-3-1-55-16,4-1-32 0,1 2-25 0,-2-3-16 0,1 2-10 0,-1-2-13 16,3 0-10-16,-3 0-10 0,2 0-8 0,1 0-8 0,-3 0-7 15,1-1-10-15,-1 3-16 0,-1-2-19 0,-2 0-25 0,-2 2-20 0,0-1-18 16,-4 2-32-16,0-1-35 0,3 0-79 0,-6 2-95 0,-2 0-81 0,0 2-72 16,0 0-63-16,0-1-59 0,-6-1-47 0,2 2-44 0,4 0-49 0,-7 0-52 15,-2 0-14-15,0 0 4 0,0 0 25 0,0 0 33 0,-2 0 78 0,-1 2 97 16,1-1 78-16,-4 1 74 0,3-1 63 0,-3 0 59 0,4 1 57 0</inkml:trace>
  <inkml:trace contextRef="#ctx0" brushRef="#br0" timeOffset="166588.31">20296 13059 271 0,'-2'6'393'15,"-2"2"81"-15,4 0 62 0,0 1 68 0,0 3 65 0,0 0 49 16,0 0 40-16,0 2 30 0,0-1 25 0,0 2 18 0,0 0 16 0,0 0-50 16,4 2-82-16,-4-1-95 0,2 2-108 0,-2 0-67 0,0-1-52 0,3 1-57 15,-1-2-59-15,-2 0-41 0,0 1-34 0,4 0-25 0,-4-2-19 16,0 0-15-16,0 0-11 0,3-2-13 0,-3 1-10 0,2-2-10 0,-2-2-14 15,0 1-7-15,0-1-9 0,4-2-3 0,-4-2-3 0,0-1-4 0,0 0 1 16,0-2 0-16,0 0-1 0,0-3 4 0,0 3 4 0,0-3 3 0,0 0-2 16,0 0-1-16,-4 2-1 0,4-2-3 0,0 0 0 0,-5 1-5 0,1-1-5 15,-1 0-8-15,3 0-9 0,-5-1-7 0,1 1-14 0,1 0-18 0,-1-2-20 16,-1 1-24-16,0-1-25 0,-2 1-29 0,0-2-32 0,3 0-34 0,-3-1-36 16,0 0-34-16,0 1-27 0,0-1-77 0,2-1-98 0,0 1-101 0,0-1-98 15,-1 1-101-15,3-1-98 0,-1 1-57 0,3-2-41 0,-3 0 1 0,6 0 16 16,-3 1 30-16,3-1 32 0,0 0 30 0,3 0 29 0,1 2 78 15,-2-4 103-15,3 2 105 0,3 0 106 0,1 0 111 0</inkml:trace>
  <inkml:trace contextRef="#ctx0" brushRef="#br0" timeOffset="167037.03">20460 13246 279 0,'0'0'569'0,"2"2"127"0,2-1 69 15,-2 2 42-15,-2-1 24 0,3 2 18 0,-3 1 19 0,0-1 20 0,0 2 16 16,0-1 18-16,-3 2 20 0,3-1-39 0,-2 1-62 0,-2 3-184 0,4-2-236 15,-2 0-118-15,-1 2-64 0,-1 0-36 0,4 0-26 0,0-1-17 0,-2 1-18 16,2 1-21-16,2 0-20 0,-2-2-17 0,4 0-18 0,-1 1-12 0,-1-2-13 16,4 1-9-16,-3-1-7 0,3 0-4 0,3-2-1 0,-4 2-4 0,1-2 2 15,3-2 2-15,-2 2 3 0,-2-1 2 0,1-1 5 0,-1 1-1 16,4-3-3-16,-3 3 1 0,-3-3-3 0,3 1 1 0,-3 0 0 0,-1-2 2 16,2 1 0-16,-1-1 2 0,-1-1 4 0,-2 0 1 0,0 0 1 0,0 0 6 15,0 0 4-15,0 0 6 0,0 0 5 0,0 0 3 0,-2 3 0 0,2-2 0 16,-3 1-3-16,-1 1-5 0,2 0-2 0,-3 0-10 0,-2 0-6 0,1 1-16 15,-3 1-17-15,0 0-27 0,2 1-29 0,-6-2-35 0,4 1-37 16,-2-1-37-16,-1 1-37 0,1-3-29 0,2 2-25 0,-6-3-31 0,6 1-35 16,-2-1-63-16,-1 1-75 0,3-2-69 0,1-2-70 0,-1 1-39 0,0-1-30 15,4 1-15-15,-2-3-14 0,5 0 0 0,-4 0 6 0,3-1 2 0,3-2-2 16,-4-1 17-16,4 0 21 0,4-2 71 0,-4 1 93 0,5-1 110 0,-1-1 114 16,1 1 100-16,-1-1 93 0,1 2 79 0,1 0 74 0,-1 2 65 0,4-1 59 15,-3 2 67-15,1 0 67 0,2 0 69 0,-4 3 67 0,1-3 49 0,3 3 39 16,-4 0 7-16,1 0-7 0,3 0-18 0,-4 0-24 0,4 0-22 0,-3 0-19 15,3 2-22-15,-4-2-24 0,4-1-36 0,0 2-37 0,-3 0-48 0,3-1-52 16,-4 0-53-16,4 2-52 0,-3-2-37 0,3-1-32 0,-6 2-30 16,6 0-30-16,-3-1-51 0,-1 2-59 0,-1-2-109 0,1 1-130 0,-1 1-123 15,-2-1-118-15,-2 2-108 0,0 0-104 0,5-3-46 0,-5 3-21 16,0 0-9-16,0 0 1 0,0 0 6 0,0 0 10 0,0 0 38 0,0 0 48 16,-2-4 103-16,2 4 126 0,0 0 116 0,0 0 115 0</inkml:trace>
  <inkml:trace contextRef="#ctx0" brushRef="#br0" timeOffset="167201.03">20728 13321 43 0,'0'3'533'0,"-4"0"141"0,4 0 68 0,0 0 29 0,-1 0 15 0,-3-1 5 0,4 1 4 0,-4 1-1 0,3-2-2 0,-3 1-10 0,2-1-15 0,-1 3-41 0,-1 0-56 0,2-2-280 0,-2 3-384 16,-1-2-218-16,1 2-148 0,3 0-137 0,-3 0-133 0,-1 0-75 0,1 0-50 15,-1-2-21-15,1 1-7 0,-1 0 3 0,-1-1 11 0,1 0 31 0,-1 0 39 16,-6-1 71-16,6-2 87 0,-7 1 81 0,3-1 81 0,1 1 108 0</inkml:trace>
  <inkml:trace contextRef="#ctx0" brushRef="#br0" timeOffset="177653.15">15823 13309 76 0,'0'-1'364'0,"0"-2"162"0,0 3 75 0,-4-2 38 0,4 2 18 0,0 0 17 0,0 0 14 0,0 0 17 0,0 0 19 0,0 0 20 16,0 0 15-16,0 0 17 0,0 0-80 0,0 0-118 0,0 0-144 0,0 0-156 16,0 0-70-16,0 0-35 0,0 0-21 0,0 0-14 0,0 0-13 0,0 0-17 15,0 0-13-15,0 0-11 0,0 0-9 0,4 2-6 0,-2-1-6 0,-2 1-7 16,3-1-2-16,-1 2 1 0,2 0 5 0,-4 0 9 0,3 2 8 0,-1-2 8 16,-2 1 8-16,4-1 6 0,-4 2 5 0,1 1 2 0,3-2 1 15,-4 2-4-15,0 2 4 0,4-4 4 0,-4 3 2 0,0 1 1 0,0-2-5 16,0 2-5-16,0-1-5 0,-4-1-6 0,4 0-8 0,0 0-9 15,0 0-8-15,-4-1-12 0,4 1-10 0,-1 0-7 0,1-3-22 0,0 3-25 0,0-3-37 16,-4 0-38-16,4 0-43 0,0-2-41 0,0-1-100 0,0 2-131 0,0-2-138 16,0 0-139-16,0 0-119 0,0 0-106 0,-5-2-46 0,5 2-23 0,-4-1 3 15,4 1 14-15,-5-3 29 0,5 0 34 0,-6 0 34 0,6-2 37 16,-3 2 100-16,3 3 130 0,0 0 134 0,-2-6 144 0</inkml:trace>
  <inkml:trace contextRef="#ctx0" brushRef="#br0" timeOffset="183630.7">7996 16437 33 0,'0'-5'323'15,"0"2"84"-15,-3-2 46 0,1 3 44 0,2-1 42 0,-4 1 42 0,3 1 44 0,-3-2 44 0,4 1 43 16,-5-1 31-16,5 0 24 0,-4 0-8 0,2 2-22 0,-2-2-104 0,1 0-144 15,1 0-71-15,-2 1-44 0,-1-1-36 0,1 0-38 0,3 2-36 0,-3-2-39 16,-1 3-38-16,1-3-43 0,-2 3-26 0,1-2-20 0,1 1-14 0,-1-1-11 16,0 2-8-16,1 0-7 0,-1 0-5 0,-1 0-5 0,-1 0-5 0,5 2-4 15,-3-1-3-15,1 1-4 0,-1 1-4 0,1 0-4 0,-1-2-10 0,1 2-16 16,-1 2-2-16,1-1 4 0,2 1 3 0,-2 0 1 0,-1 3-1 0,1-2-1 16,3 3-1-16,-3 0-2 0,4 2-1 0,-5-1-1 0,5 2 0 0,-4 0-1 15,2 0 8-15,-1 0 11 0,1 0 0 0,-2 0-9 0,4 0-3 0,-4 0-1 16,4-1-2-16,0-1-2 0,0-1 1 0,-1-1-1 0,1 1 1 0,0-3-1 15,0 1 1-15,0-2-1 0,0 1 1 0,1-2-1 0,-1-1-1 0,0 2 0 16,0-2-1-16,0 0-1 0,4-2 1 0,-4 1-1 0,0-2 2 0,0 1 0 16,4 0 0-16,-4-1-1 0,2 2 1 0,-2-2 0 0,3 0 0 0,-1 2-2 15,-2-2 1-15,4 0 1 0,-1 0 0 0,-1-2 1 0,2 2 4 0,1 0-2 16,-1-2-2-16,-3 1 1 0,3 0-1 0,2-1 2 0,-1 1-1 0,-1-2-2 16,1 0-2-16,-1 1 2 0,1-1 0 0,-1 0 0 0,-3 0 0 0,5 0-3 0,-3-1 0 15,3 1 0-15,-2-1 2 0,-1 2-1 0,-1-1 1 0,2 0 1 0,-3 1 1 16,-1-1 2-16,0 2 2 0,0 1-2 0,0 0 0 0,4-2 0 15,-4 2 0-15,0 0 0 0,0 0 0 0,0 0 0 0,0 0-2 0,0 0-2 0,0 0-1 16,0 0 5-16,0 0 0 0,0 0-1 0,0 0-2 0,0 0-2 0,0 0 2 16,0 0 2-16,0 0-1 0,0 0-1 0,0 0 0 0,0 0 0 0,0 0 2 15,0 0 4-15,0 0-2 0,0 3-1 0,4-1-1 0,-4 1 1 0,1 0 3 16,-1 1 1-16,0 1 2 0,4-1-1 0,-2 2 1 0,1 2 0 0,-3-2 0 16,4 1 1-16,-2 2 1 0,-2-1-1 0,0-1-1 0,4 1 0 0,-4-1 0 15,0-1 0-15,0 0-1 0,0 0-2 0,1-1 0 0,-1-1-2 0,4 1 1 16,-4-2-1-16,0-1-2 0,0 2-4 0,4-1-7 0,-4-2-10 0,0 2-19 15,0 0-22-15,0-1-52 0,0-2-71 0,0 4-95 0,1-1-107 0,-1 0-85 16,0 0-77-16,0-3-109 0,0 0-117 0,4 3-50 0,-4 0-23 0,0-3-2 16,5 3 5-16,-5-3 14 0,0 0 20 0,4-1 53 0,-4 1 72 0,2-3 94 15,5 1 107-15,-5-1 87 0,2 0 78 0</inkml:trace>
  <inkml:trace contextRef="#ctx0" brushRef="#br0" timeOffset="183826.05">8107 16662 307 0,'-6'4'502'0,"1"-1"84"0,1 2 37 0,2-2 9 16,-1 0-4-16,-1 0-24 0,2 0-35 0,-1-1-42 0,3 2-44 0,-6-3-45 0,6 1-45 0,-3 1-121 0,3 0-156 16,0-3-247-16,-2 4-288 0,2-4-129 0,0 3-57 0,0-3-20 0,0 0 1 15,0 6 22-15,0-6 33 0,2 3 42 0,-2-3 44 0,0 0 44 0,9 0 46 16,-6 0 58-16,3 0 64 0</inkml:trace>
  <inkml:trace contextRef="#ctx0" brushRef="#br0" timeOffset="184810.18">8886 16291 1 0,'-3'-3'351'0,"3"3"87"0,-6-1 44 0,6 1 31 0,0 0 21 0,-5 0 30 0,5 0 36 16,-4 0 38-16,2 0 43 0,-1 1 32 0,-3-1 28 0,6 2 3 0,-3 1-8 16,1-2-121-16,-2 2-174 0,1-1-79 0,1 2-40 0,-2 1-22 0,4-1-20 15,-5 2-24-15,5 2-30 0,-4-1-36 0,4 4-35 0,-5-1-27 0,5 2-21 16,-4 2-16-16,2 1-10 0,2 1-6 0,-3 2-3 0,3 0 0 0,-2 2-3 15,-2 1 3-15,4 0-1 0,-3 0-2 0,3 1-2 0,-2-1-1 0,2 1 0 16,0 0-3-16,0 0-4 0,0-1-5 0,0 2-3 0,2-4-3 0,1 2-3 16,-3-3-5-16,4 2-2 0,-2-2-7 0,1-2-2 0,-1-1-7 0,2-1-2 15,1-1-4-15,-1 1-2 0,1-4-11 0,1 1-15 0,-3-2-15 0,3 0-15 16,-1-2-17-16,4 1-20 0,-5-2-31 0,1 0-37 0,4 0-93 0,-3 0-114 16,-1-2-90-16,2 1-83 0,-1-1-105 0,3 1-117 0,-4-1-62 0,4-2-40 15,-3-1-10-15,-1 1 2 0,1-2 9 0,1 0 16 0,-2 0 32 0,1-3 37 16,-1 1 90-16,-1-2 115 0,1 1 95 0,1 0 81 0,-3 1 107 0</inkml:trace>
  <inkml:trace contextRef="#ctx0" brushRef="#br0" timeOffset="188658.16">9329 16579 213 0,'-3'0'550'0,"1"-1"119"0,-2 1 62 0,4 0 33 0,0 0 20 0,0 0 16 0,0 0 15 0,0 0 10 15,0 0 9-15,0 0 11 0,0 0 12 0,0 0-33 0,0 0-52 16,0 0-184-16,0 0-242 0,0 0-114 0,0 0-52 0,0 0-28 0,-5 0-16 15,5 0-11-15,0 0-13 0,0 0-7 0,0 0-6 0,0 0-9 0,0 0-9 16,0 0-10-16,0 0-6 0,0 0-7 0,0 0-4 0,0 0-4 0,4-4-2 0,-3 3 3 16,-1 0 2-16,4-1 2 0,1 2 4 0,-1-1 4 0,-2 1 2 0,1-3 4 15,3 3 4-15,-1-2 4 0,3 1 6 0,-1 1 0 0,-4-2 2 0,3 2 0 16,3-1-2-16,-4-1-4 0,-1 2-5 0,5-2-2 0,-4 2-4 0,1-1-6 16,-3 1-6-16,6 0-9 0,-3 0-4 0,-1 0-6 0,-1 0-4 0,1 0-5 15,-1 0-6-15,1 0-3 0,-3 0-2 0,2 0-2 0,1 0-2 0,-5 0-2 16,4 0-5-16,-2 0 2 0,1 0-2 0,1 1 0 0,-4-1-2 0,2 0 1 15,-2 0-2-15,0 0-2 0,3 2 2 0,-3-2-1 0,0 0-1 0,0 0-7 16,0 0-10-16,0 0-22 0,0 0-30 0,6 0-39 0,-6 0-45 0,0 0-35 16,0 0-35-16,0 2-76 0,0-2-96 0,0 0-109 0,5 0-115 0,-1 0-125 15,-4 0-129-15,0 0-74 0,5-2-52 0,-5 2-3 0,6 0 17 0,1-2 35 16,-5 1 42-16,-2 1 36 0,5 0 34 0,-1-3 76 0,1 2 95 0,-5 1 113 0,4-2 115 16,-4 2 124-16</inkml:trace>
  <inkml:trace contextRef="#ctx0" brushRef="#br0" timeOffset="189436.54">9868 16356 163 0,'0'-2'334'0,"0"2"59"0,-1-1 33 0,1 1 28 0,0 0 22 0,0 0 29 0,0 0 34 0,0 0 39 0,0 0 44 0,0 0 40 0,0 0 40 0,0 0-22 0,0 0-51 16,0 0-86-16,0 0-100 0,0 1-53 0,0-1-26 0,0 0-21 0,0 0-14 15,0 3-24-15,0 0-25 0,0 0-32 0,1 2-37 0,-1 1-34 0,0-2-34 16,4 4-21-16,-4-1-16 0,5 2-10 0,-5 3-6 0,4-2-1 0,-4 3-1 16,6-1 1-16,-6 1-2 0,3 1-2 0,-1 1 1 0,-2-2-1 0,4 1-2 15,-4-1-1-15,0 1-1 0,1-3 2 0,3 3-1 0,-4-3-2 0,0 1-7 16,0-2-3-16,0 0-4 0,4 1-6 0,-4-2-6 0,0 0-8 0,0 0-5 15,0-1-5-15,0-2-5 0,0 1-6 0,0-1-6 0,0 0-8 0,0 0-7 16,0-1-10-16,0-1-10 0,-4-1-16 0,4 1-16 0,0 0-17 0,0-3-14 16,0-1-14-16,0 3-16 0,0-3-20 0,0 0-25 0,0 0-53 0,0 0-66 15,0 0-78-15,0 0-84 0,0 0-67 0,0 0-60 0,0 0-55 0,0 0-56 16,0 0-61-16,0 0-66 0,0 0-21 0,0 0-3 0,4-3 13 0,-3-2 21 16,-1 1 49-16,0 0 70 0,4-1 78 0,-4 0 87 0,4 0 74 0,-3 0 68 15,3 1 71-15,-2-1 72 0</inkml:trace>
  <inkml:trace contextRef="#ctx0" brushRef="#br0" timeOffset="190513.22">10096 16519 51 0,'0'0'296'0,"4"0"95"0,-4 0 63 0,2 0 48 0,1 0 52 0,1 0 51 16,1 0 49-16,-3-1 46 0,7-1 32 0,-5 2 22 0,5 0 18 0,-4-1 15 15,4-1-71-15,0 2-110 0,-1-1-93 0,1-1-89 0,0 1-56 0,0-1-45 16,-4 1-50-16,4-1-53 0,0-1-47 0,-3 1-45 0,3 1-29 0,-4-2-21 16,4 2-18-16,-3-1-12 0,-1 1-10 0,2-1-10 0,-1 1-7 0,-3-1-6 15,-1 1-1-15,4-1-5 0,-3 0 0 0,1 1 1 0,-2 0-4 0,1-1-1 16,-1 1-8-16,2 1-8 0,-1 0-13 0,-1-2-15 0,2 1-30 0,-4 1-40 15,2 0-64-15,-2 0-77 0,0 0-73 0,0 0-73 0,0 0-65 0,0 0-69 16,0 0-68-16,0 0-76 0,0 0-55 0,-2-2-49 0,-4 1-12 0,3-1 4 16,-1 1 26-16,-1-1 37 0,-1 2 65 0,3-3 73 0,-3 2 76 0,1-1 71 15,1 1 66-15,-1-1 65 0,5 2 74 0</inkml:trace>
  <inkml:trace contextRef="#ctx0" brushRef="#br0" timeOffset="190828.11">10239 16400 9 0,'0'4'259'0,"4"3"95"0,-4-1 56 15,0 3 35-15,0-1 42 0,0 2 40 0,0 2 36 0,-4-1 36 16,4 2 30-16,0-2 25 0,0 2 13 0,-2-2 10 0,-1 1-66 0,3-1-98 16,0 0-100-16,-4 1-102 0,4-1-82 0,-2-2-74 0,2 1-83 0,-3-1-87 15,3 0-78-15,0-1-76 0,-4-1-58 0,4-1-51 0,0 2-41 0,-2-2-35 16,2-1-26-16,0 2-20 0,0-3-11 0,0 1-6 0,0-1 18 0,-3 1 27 16,3-2 37-16,0-2 44 0,-2 2 44 0,-2-1 43 0,4-1 39 0,0-1 37 15,-3 2 40-15,1-2 43 0,-2 1 42 0,4-1 39 0,0 0 33 0,-5 0 34 16,5 0 30-16,0 0 31 0,-4 0 30 0,-1 1 33 0,5-1 37 0,0 0 37 15,0 0 32-15,-6 0 29 0,6 0 19 0,0 0 12 0,0 2 1 0,0-2-5 16,0 0-9-16,0 0-12 0,0 0-4 0,0 0-7 0,0 0-12 0,0 0-14 0,0 0-30 16,4 0-36-16,1 2-38 0,-3-2-35 0,5 0-35 0,-1 1-28 15,3-1-18-15,-4 2-17 0,6-1-8 0,-2 1-7 0,0-2-13 0,0 0-16 0,2-2-21 16,-2 1-24-16,0-1-35 0,2 1-36 0,2-1-60 0,-2 0-70 0,-2-2-71 16,3 3-68-16,-1-4-60 0,-2 1-54 0,2-1-65 0,-2 2-69 15,0-3-75-15,0 0-78 0,2-1-29 0,-4-1-6 0,1 0 18 0,1 1 29 0,-4 0 55 16,4-2 67-16,-5 1 70 0,1 1 67 0,4-1 62 0,-3 2 52 15,-1 0 65-15,-1-1 72 0</inkml:trace>
  <inkml:trace contextRef="#ctx0" brushRef="#br0" timeOffset="191337.61">10558 16383 124 0,'0'0'406'0,"0"0"157"0,0 0 82 0,0 0 44 16,3 0 31-16,-1 1 21 0,3-1 19 0,-1 0 16 0,0 0 13 0,1-1 10 16,0-1 7-16,1 1 7 0,3-2-98 0,-4 0-145 0,4-1-152 0,-3 3-153 15,3-2-80-15,-4-1-42 0,4 1-30 0,-1 0-22 0,-1 1-17 0,2-1-16 16,-4-1-13-16,4 1-12 0,-3 0-7 0,3 0-7 0,-2 0-4 0,0-1-3 16,1 2-4-16,-3-1-4 0,0 0-1 0,1 0-1 0,-3 1-5 0,3 1-5 15,-1-1-10-15,-5 0-12 0,4 1-18 0,0 1-16 0,-4 0-40 0,0 0-49 16,0 0-61-16,0 0-66 0,0 0-59 0,0 0-51 0,0 0-39 0,-4 0-32 15,0 0-25-15,-1 1-19 0,-1 1-11 0,3 0-6 0,1-1-3 0,-5 2 4 16,1-1 29-16,1 1 36 0,-4 0 59 0,3-1 62 0,-3 3 59 0,4-3 56 16,-4 2 47-16,0-1 43 0,0 2 43 0,2-1 38 0,-1 2 37 0,-1 0 35 15,2-2 33-15,0 3 30 0,0-1 27 0,-1 1 26 0,3-1 16 0,0 0 19 16,1 2 17-16,2-2 16 0,-2 0 16 0,4 0 15 0,-3 0 30 0,1 1 31 16,2-1 26-16,0 2 23 0,0-1 18 0,0 1 14 0,2 1 10 0,1 0 0 15,-3 1 2-15,0 1-3 0,4-1-8 0,-2 2-7 0,-2 0-19 0,4 0-22 16,-4 0-35-16,0 0-42 0,3 0-38 0,-1 0-33 0,-2 0-32 0,4-1-28 15,-4-1-21-15,1 1-16 0,-1-2-14 0,0 0-11 0,4-2-9 0,-4 1-8 16,0-1-7-16,0-1-6 0,4 0-4 0,-4 0-7 0,0-1-2 0,0-1-5 16,0-1-3-16,0 0-5 0,0 0-1 0,0-3 0 0,0 3-1 0,0-3-2 15,0 0-5-15,0 2-5 0,0-2-7 0,0 0-7 0,0 1-9 0,0-1-10 16,-4 2-20-16,0-2-21 0,3 0-39 0,-3 0-47 0,-1 0-66 0,1-2-75 16,-2 2-62-16,3-1-55 0,1 1-54 0,-2-2-55 0,-1 0-57 0,1 1-57 15,-1-2-53-15,3 0-55 0,-1 0-11 0,-1-1 10 0,2-1 32 0,-1 1 45 16,-1-1 65-16,2-1 76 0,2 2 60 0,0-1 59 0,-4 1 57 0,4 4 58 15,4-7 62-15</inkml:trace>
  <inkml:trace contextRef="#ctx0" brushRef="#br0" timeOffset="191696.61">10677 16512 211 0,'5'-5'328'0,"-1"2"53"0,1 0 36 0,1 0 37 0,-3 2 34 15,6-1 54-15,-3 2 56 0,-1-1 53 0,-1-1 47 0,1 1 31 0,1 1 24 16,-3-2-46-16,3 1-70 0,-1-1-82 0,-1 2-85 0,1-1-50 0,-1-1-31 0,-4 2-35 15,5 0-33-15,-1 0-52 0,-2 0-55 0,1 0-52 0,-1 0-48 16,2 0-29-16,-1 0-21 0,-3 0-16 0,2 2-13 0,-2-1-10 0,4 1-8 0,-4-1-4 16,0 2-1-16,0 0-3 0,0 1-3 0,0 1-1 0,-4 0-2 15,4 1-2-15,-5 1-1 0,5 1-3 0,-6-1-1 0,3 1-2 0,1-1 1 16,-2 1-1-16,-1-1 2 0,5 0-2 0,-4 0-2 0,3 0-1 0,-3-1 2 16,0 0-1-16,4 0 1 0,0-1-1 0,-2-1 1 0,2-1 2 0,0 0 1 15,2 2 1-15,-2-4-2 0,0 2 1 0,4 0-1 0,-4-1 2 0,5-1 0 0,-5 1 2 16,4-1 2-16,-2 1 2 0,1-1 2 0,3 1 1 0,-3-1 3 0,3-1 1 15,-3 2 1-15,3-1 2 0,-2-1 2 0,1 1 5 0,-3 1 1 0,1-2 4 16,3 2 5-16,-3-1 0 0,-1-1 2 0,2 2 1 0,-1-1-2 0,-3-1 2 16,2 2-1-16,-2-1 1 0,0 1-2 0,0-2-1 0,0 4-1 0,0-1-4 15,0 2-4-15,0-2-7 0,-2 1-8 0,-1 1-11 0,-1 1-8 0,2 0-20 16,-1-2-23-16,1 2-55 0,-2 0-67 0,1-1-88 0,-3-1-98 0,6 2-87 16,-5-1-80-16,5-1-107 0,-4 1-114 0,2-1-50 0,2-4-20 0,0 0-5 15,0 0 4-15,0 0 15 0,0 0 19 0,0 0 54 0,0 0 66 0,0 0 88 16,2-6 97-16,6 3 86 0,-1-1 80 0</inkml:trace>
  <inkml:trace contextRef="#ctx0" brushRef="#br0" timeOffset="191847.6">11010 16662 58 0,'0'3'340'0,"2"-2"152"0,1 2 89 16,-3 2 67-16,0-2 38 0,4 3 25 0,-2-2 16 0,-2 1 11 0,0 1 0 0,0-2-7 16,0 2-1-16,-2 0 1 0,2 0-104 0,-4 0-154 0,4-1-202 15,0 2-224-15,-3-2-160 0,1 1-131 0,2 1-118 0,-4-1-108 0,2 0-101 16,-1-1-96-16,-1-1-39 0,2 0-11 0,-1 1-8 0,3-2-4 0,0-3 20 0,0 5 31 15,0-5 64-15,0 0 76 0,0 0 70 0,3 3 68 0,-1-2 77 16,-2-1 83-16</inkml:trace>
  <inkml:trace contextRef="#ctx0" brushRef="#br0" timeOffset="192356.13">11306 16313 114 0,'0'0'422'0,"0"0"199"0,0 0 95 0,0 0 41 0,0 0 30 0,0 0 20 0,4 2 15 0,-4 1 17 0,0-1 18 0,0 2 20 0,4-1 21 0,-4 1 21 0,0 3-79 0,1 0-124 16,-1 1-163-16,0-1-182 0,4 2-77 0,-4 2-30 0,2 1-18 0,-2 0-7 16,3 1-9-16,-3 1-9 0,4-1-15 0,-2 1-16 0,-2 1-19 0,4 0-20 15,-4-2-18-15,1 2-22 0,3-1-14 0,0-1-17 0,-3-1-17 0,-1 2-13 16,4-4-12-16,-4-1-17 0,0 2-16 0,4-4-20 0,-3 2-23 0,-1-3-26 16,0 0-28-16,4 0-33 0,-4-3-29 0,2 2-30 0,-2-2-25 0,0-3-27 15,0 3-34-15,0-3-41 0,0 0-79 0,0 0-97 0,0 0-78 0,0 0-71 16,0 0-64-16,0 0-57 0,0 0-58 0,0 0-58 0,-2-6-14 0,2 1 13 15,-4-2 17-15,4 1 21 0,0-4 34 0,0 2 41 0,0-2 82 0,0 2 99 16,0-3 90-16,0 1 85 0,0-1 82 0,0-1 78 0</inkml:trace>
  <inkml:trace contextRef="#ctx0" brushRef="#br0" timeOffset="192590.18">11525 16191 19 0,'4'-2'461'0,"1"1"145"0,-1-1 93 15,-2 2 51-15,5 0 35 0,-5 0 23 0,3 0 20 0,-1 3 18 0,1-1 16 16,1 1 25-16,1 1 25 0,-2 1 8 0,1-1 7 0,3 2-160 0,-4-1-237 16,4 1-119-16,0 0-68 0,-3 1-32 0,3 1-12 0,-4-1-1 0,4 2 1 15,0 0-2-15,-3 2-10 0,3 1-21 0,-4 0-23 0,4 1-23 0,-3 2-17 16,-1 0-18-16,2 0-18 0,-1 2-21 0,-4-1-24 0,1 1-19 0,1 1-22 16,-2-2-21-16,-2 0-22 0,-2 1-22 0,-2 1-21 0,-1-3-23 0,1 3-24 15,2-1-39-15,-7-1-45 0,4 1-54 0,-2-1-53 0,-4-1-48 0,-2 0-40 0,2 0-88 16,-3 0-112-16,3 2-127 0,-5-3-138 0,1 0-124 0,1 3-118 15,-6-2-39-15,5 0-2 0,1-1 24 0,-4 3 37 0,3-2 48 0,-5 2 51 0,6-2 45 16,-4-2 42-16,3 2 87 0,1-1 113 0,-1-4 127 0,1 2 139 16</inkml:trace>
  <inkml:trace contextRef="#ctx0" brushRef="#br0" timeOffset="193309.69">16591 15931 55 0,'-5'3'388'0,"-4"3"222"0,0-1 99 0,2 1 49 0,0 1 24 0,-3 1 17 15,5-1 13-15,0 4 12 0,-4 2 10 0,3-1 11 0,-3 3 9 0,4 2 11 16,-1 2-78-16,-1 1-110 0,2-1-179 0,3 2-213 0,-2-1-96 0,-1-1-44 16,1 2-22-16,4-3-15 0,0 0-12 0,0-1-12 0,0-2-10 0,4 0-13 15,-2-2-10-15,1 1-7 0,6-2-8 0,-3-2-9 0,3 1-14 0,0-1-13 0,-4 1-16 16,6-4-19-16,2 1-19 0,-4-1-18 0,2-1-28 0,-2 0-35 0,1-1-92 16,-1-2-118-16,1 1-108 0,2-2-104 0,-5-2-118 0,6 1-126 0,-7-2-54 15,3-1-19-15,1-1 1 0,-2-1 7 0,-1-1 15 0,2-1 17 0,-2 0 28 16,-1-1 33-16,-1-1 92 0,4-1 121 0,-4 2 109 0,5-2 102 0</inkml:trace>
  <inkml:trace contextRef="#ctx0" brushRef="#br0" timeOffset="193525.46">16834 16200 160 0,'0'0'572'0,"0"3"136"0,0-3 62 15,0 3 35-15,3-2 23 0,-1 1 17 0,-2-1 19 0,4 2 18 0,1-3 15 16,1 2 14-16,-3-2 12 0,3 0-26 0,3-2-39 0,-4 2-212 0,4-1-283 15,0-2-132-15,0 1-63 0,0-1-40 0,0 0-34 0,-1 0-41 0,1 0-47 16,3 0-51-16,-4 0-59 0,4-1-118 0,-3 0-144 0,2 0-139 0,-2 3-138 16,0-2-111-16,0-2-101 0,-3 2-45 0,5-1-20 0,-4 2-4 0,0-1 5 15,0 2 21-15,-1-2 26 0,-1 1 37 0,1 1 40 0,-3-1 105 0,3 2 134 16,3-2 135-16,-4 2 135 0</inkml:trace>
  <inkml:trace contextRef="#ctx0" brushRef="#br0" timeOffset="193838.95">17382 16113 331 0,'0'-2'596'0,"0"2"115"0,4-3 51 0,-4 3 25 0,3 0 12 0,-3 0 11 16,2 0 15-16,-2 0 9 0,4 0 13 0,-3 2 10 0,-1-2 11 0,4 0-46 0,-4 0-78 15,0 0-186-15,5 0-239 0,-1 0-103 0,-2-2-46 0,1 2-20 0,3 0-9 16,-1-2-11-16,-1 1-13 0,1 0-10 0,3-1-12 0,-3 2-11 0,0-1-11 16,6-2-19-16,-3 0-24 0,-3 0-28 0,4 1-32 0,-4-1-36 0,6 0-36 15,-7 0-88-15,5 0-108 0,-4 0-119 0,1 0-125 0,-3 1-138 0,3 0-142 16,-1 0-67-16,-5 2-28 0,4-3-9 0,1 2 2 0,-5 1 14 0,0 0 21 15,0 0 29-15,0 0 31 0,0 0 82 0,0 0 106 0,0 0 120 0,0 0 126 16</inkml:trace>
  <inkml:trace contextRef="#ctx0" brushRef="#br0" timeOffset="194466.18">17939 16023 48 0,'4'-3'308'0,"-4"3"115"0,0 0 84 0,0 0 68 0,0 0 58 0,5 1 57 0,0-1 36 0,3 2 27 0,-3-2 21 0,1 0 11 0,3-2 11 0,-4 1 9 16,4-1-74-16,2 1-110 0,2-1-109 0,-3-1-108 0,-1 0-81 0,4 0-66 15,-2 0-56-15,3 0-51 0,-5 0-38 0,6 0-28 0,-4 0-19 0,1 0-14 16,-1-1-9-16,2 1-9 0,-2-2-6 0,-2 2-6 0,4 0-5 16,-6 0-2-16,2 0-7 0,0 2-2 0,2-2-8 0,-4-1-8 0,-2 3-16 15,6-2-15-15,-7 0-43 0,5 2-52 0,-4-2-83 0,1 0-98 0,-3 3-79 0,1-2-71 16,-2 0-82-16,-2 1-84 0,0 1-75 0,0 0-68 0,0 0-30 15,0-3-7-15,0 3 8 0,-6-1 13 0,6 1 42 0,-3-3 50 0,-3 0 83 16,3 3 98-16,-3-2 80 0,6 2 72 0,-5 0 79 0,-4 0 85 16</inkml:trace>
  <inkml:trace contextRef="#ctx0" brushRef="#br0" timeOffset="194647.35">18181 15862 102 0,'-1'3'353'0,"-3"0"88"0,4 2 59 0,-4 1 56 0,4 0 55 0,0 3 39 16,0-1 38-16,0 3 23 0,-1-2 18 0,1 2 7 0,0 1 5 15,-4-1-37-15,4 3-52 0,0 0-133 0,-4-1-170 0,4 1-132 0,0-1-117 0,-2 1-118 16,2 1-118-16,-3-2-97 0,3 1-89 0,0-2-76 0,0 1-69 0,0-1-65 16,0-1-61-16,0-1-55 0,-2-1-50 0,-2 0-8 0,4 0 8 15,0-1 44-15,-3-2 55 0,1 1 63 0,-2-1 62 0,3 0 56 0,-3-1 54 0,0-1 51 16,4 1 56-16,-1-1 53 0</inkml:trace>
  <inkml:trace contextRef="#ctx0" brushRef="#br0" timeOffset="194761.11">18120 16228 159 0,'0'0'342'0,"0"0"75"0,0 0 52 0,3 2 48 0,-1-1 51 0,2 1 46 16,1-1 44-16,-1-1 34 0,1 0 25 0,1 0 18 0,-3 0 11 0,6-1-37 15,-3-1-63-15,-1 1-103 0,4-2-121 0,-3 0-71 0,3 1-50 0,-4-1-54 16,4-1-56-16,0 1-78 0,0-2-89 0,2 1-100 0,-2-1-113 0,0-1-89 16,0 0-86-16,2 0-83 0,-2-1-85 0,0-1-85 0,0 1-83 0,0-1-37 15,-3-1-21-15,5 2-2 0,-4-1 4 0,0 1 30 0,2-1 42 0,-3 1 70 16,3 1 84-16,-2 0 76 0,0-2 71 0,0 4 77 0,1-2 79 0</inkml:trace>
  <inkml:trace contextRef="#ctx0" brushRef="#br0" timeOffset="195277.4">18480 15918 308 0,'0'0'444'0,"-4"-2"69"0,4 2 59 0,0 0 61 0,0 0 50 0,4 0 43 0,-2-1 30 15,1 1 24-15,3-2 16 0,-3 1 13 0,3-1-2 0,-1 1-5 0,4-2-123 16,-3 1-177-16,3-1-99 0,0 0-63 0,0-1-58 0,0 1-56 16,-2-3-49-16,2 2-45 0,0-1-32 0,0 0-22 0,2 1-15 0,-2-1-12 15,0 1-10-15,-4-2-10 0,5 3-8 0,-5-2-8 0,2 1-8 0,0 1-5 0,-3 0-11 16,1 1-11-16,-1-1-8 0,-2 1-13 0,2 1-16 0,-4 0-16 15,0 1-35-15,0 0-42 0,0 0-65 0,0 0-74 0,0 0-64 0,0 0-61 16,0 0-43-16,-4-2-37 0,4 2-31 0,0 0-27 0,-6 0-22 0,5 0-14 16,-3 0-14-16,0 2-9 0,-1-2-3 0,0-2 6 0,-1 2 28 0,-1 0 39 15,1 0 50-15,-3 0 52 0,2 0 42 0,0 0 38 0,-4 2 39 0,6-1 34 16,-3 2 29-16,1 0 31 0,0 0 36 0,2 0 40 0,-4 2 119 0,3-1 149 16,2 1 96-16,-1-2 64 0,3 3 43 0,-1-2 29 0,-1 2 22 0,-1 0 13 15,5 0 23-15,-2 2 22 0,-2-1 24 0,4 2 34 0,0 0 31 0,0 2 34 16,0-1-32-16,0 2-61 0,0 2-23 0,4-2-1 0,-4 1-4 0,2 4-7 15,-2-2-6-15,0 0-9 0,3 1-12 0,-3-1-17 0,0 0-23 0,2 0-22 16,-2 0-38-16,0 0-44 0,0 0-47 0,0-1-45 0,4-1-36 0,-4 0-27 16,0 0-17-16,3-1-8 0,-1-2-8 0,-2 1-5 0,0-1-2 0,0-2-2 15,0-2-2-15,4-1 2 0,-4 2 2 0,0-4 1 0,0 1 1 0,0-4 4 16,0 2 4-16,0-2 4 0,0 0 4 0,0 0 4 0,0 0 1 0,0 0 2 16,0 0 0-16,0 0-1 0,0 0-8 0,-4 1-3 0,2-1-6 0,-1 0-6 15,-1 0-4-15,2 0-9 0,-1 0-7 0,-3 0-8 0,3 0-10 0,-3 0-10 16,1-1-15-16,-4-1-15 0,5 2-15 0,-1-1-16 0,-4-2-15 0,3 1-14 15,1 1-13-15,-1-1-14 0,-1-1-16 0,2 0-20 0,-4 2-34 0,3-2-46 16,1 0-73-16,1 0-85 0,-1 0-71 0,-1-1-59 0,6 0-56 0,-3 0-49 16,3-2-62-16,0 0-70 0,0-2-39 0,3-1-27 0,-3 0-4 0,6 0 9 15,-3-1 33-15,3-2 43 0,-1 0 76 0,4 0 91 0,0 1 77 0,0-2 72 16,0 2 68-16,2 1 63 0,0-2 77 0</inkml:trace>
  <inkml:trace contextRef="#ctx0" brushRef="#br0" timeOffset="195531.9">18624 15976 51 0,'4'3'295'0,"-4"-3"91"0,0 3 59 0,0 2 45 0,0-2 55 0,-4 1 60 0,4 1 59 0,0 1 58 16,0 0 35-16,-1 0 26 0,-3 1 18 0,4-1 16 0,0 2-73 0,-4-1-109 16,4 2-93-16,-1-1-84 0,-3-1-53 0,4 2-42 0,-2-1-53 0,-1 1-57 15,3-2-55-15,0 1-55 0,0-1-34 0,0 1-22 0,3-1-15 0,-1 1-10 16,-2-1-1-16,5 1 5 0,-1-2 0 0,1 1-1 0,1-1-4 0,1 0-2 0,-1 0-2 16,-1 0-2-16,0-1-1 0,-1-1-4 0,1 1-2 0,1-2 0 15,1 0 1-15,-5 0 1 0,3 0-10 0,-1-1-9 0,0 0-6 0,-3 0-2 16,3 1-2-16,0-2 1 0,-3 1 1 0,-1-2-1 0,0 0 2 0,0 0 2 15,0 0-2-15,0 0-2 0,0 0-4 0,0 0-7 0,0 0-16 0,0 0-17 0,-5 0-20 16,5 0-20-16,-4 0-19 0,-1 0-15 0,1 0-36 0,-1 0-41 16,0 0-91-16,-5 1-114 0,5-1-90 0,-4 0-80 0,4 0-77 0,-4 0-75 0,-1-1-68 15,5-1-70-15,-4-1-20 0,0 0 0 0,2 0 11 0,0-3 13 0,1 2 31 16,-3-2 39-16,4 0 89 0,-1-2 115 0,3 0 90 0,-3 3 78 0,6-3 78 16,-3-1 80-16</inkml:trace>
  <inkml:trace contextRef="#ctx0" brushRef="#br0" timeOffset="195651.97">18599 16081 99 0,'2'-1'335'0,"2"-2"93"0,1 3 59 0,-1-2 44 15,-3 1 32-15,3 2 26 0,1 1 16 0,1-2 12 0,-2 0 4 16,-1 0 4-16,3-2 1 0,-3 1 0 0,3-1-104 0,-1-1-156 0,0 2-153 16,1-2-156-16,3 1-126 0,-4-1-117 0,3 0-123 0,1 2-129 0,-2-1-80 15,0-1-61-15,0-1-25 0,6 2-12 0,-2-1-5 0,2 0-6 0,1 0 11 16,0 0 17-16,1 0 48 0,-1 2 66 0,1-1 68 0,3 1 71 0,-4 1 95 0</inkml:trace>
  <inkml:trace contextRef="#ctx0" brushRef="#br0" timeOffset="195936.53">19218 16242 192 0,'-4'-2'483'0,"4"2"191"16,0 0 89-16,-3 0 43 0,3 2 25 0,-2 2 13 0,-2-1 13 0,4 0 9 0,0 0 10 16,-2 2 6-16,-1-2 4 0,-1 1-2 0,2 2-123 0,-1 0-176 15,-1 0-186-15,2 2-188 0,-1-2-98 0,-3 3-56 0,3-2-45 0,-3 2-41 0,4-2-71 16,-1 3-92-16,-1-4-111 0,-1 1-123 0,5-1-116 0,-4 0-113 16,4-2-87-16,-5 0-78 0,5-4-36 0,0 0-17 0,0 0 5 0,0 0 7 0,0 0 20 15,0 0 24-15,0 0 63 0,5-5 80 0,-1-2 104 0,-1-1 113 0,3 1 114 16,-1-2 115-16</inkml:trace>
  <inkml:trace contextRef="#ctx0" brushRef="#br0" timeOffset="196326.07">19520 15766 37 0,'3'-4'343'0,"-3"-1"85"0,0 0 50 16,4 1 37-16,-2 3 35 0,-2-1 44 0,3 1 49 0,-3 1 48 0,0 0 43 15,2 0 31-15,-2 0 25 0,0 0-5 0,0 0-15 0,4 0-107 0,-4 0-145 16,4 1-70-16,-3 1-31 0,-1 1-18 0,4-1-11 0,-2 3-22 0,-2 0-23 16,0 2-22-16,3 1-19 0,-3-1-11 0,0 4-3 0,4-1-2 15,-4 4-2-15,0-1 2 0,0 2 3 0,0 0-1 0,0 2-3 0,0-1-10 16,0 2-12-16,0 0-14 0,0-1-15 0,0 1-16 0,0 0-17 0,2 0-15 15,-2 0-17-15,0 0-166 0,0 0-3 0,0-2 0 0,0 2 0 0,3 0 0 0,-1-1 0 16,-2-1 0-16,0 1 0 0,4-2 0 0,-4-2 0 0,0 2 0 16,3-1 0-16,-3-1 0 0,2-1 0 0,-2-1 0 0,0 1 0 0,0-2 0 0,4-1 0 15,-4 0 0-15,0-1 0 0,0-2 0 0,4 1 0 0,-4-2 0 0,1-1 0 16,-1-1-166-16,0 0-196 0,0-3-57 0,0 0-53 0,0 0-111 0,0 0-141 16,0 0-118-16,0 0-110 0,0 0-79 0,0 0-69 0,-9-1-7 0,7-2 18 15,-1 0 36-15,-1 1 46 0,-1-1 52 0,-1-1 57 0,3-1 50 0,-3-1 52 16,1 0 113-16,1 0 147 0,2 0 134 0,-3 0 128 0</inkml:trace>
  <inkml:trace contextRef="#ctx0" brushRef="#br0" timeOffset="197702.76">17733 15684 214 0,'-4'-3'314'0,"4"1"45"0,0 2 25 0,0-3 21 16,0 3 22-16,0 0 24 0,0 0 30 0,0 0 37 0,0 0 47 0,0 0 46 16,0 0 48-16,0 0-23 0,0 0-57 0,0 0-61 0,0 0-63 0,0 0-27 15,0 3-14-15,0 0-13 0,0 3-9 0,0 0-16 0,0 2-23 16,0 2-29-16,0 2-37 0,0 2-36 0,0 0-39 0,0 4-26 0,-2 0-21 15,2 4-12-15,-3 2-9 0,3 0-3 0,0 1-3 0,-4 1-3 0,4 1-1 0,0 1-8 16,-2 2-6-16,-1-1-9 0,3 1-7 0,-2 0-8 0,-2 0-9 0,4-2-11 16,0 1-12-16,-3-2-9 0,3-2-10 0,-2-1-12 0,2-1-15 0,0-2-19 15,0-2-25-15,0-1-22 0,0-3-22 0,0-1-21 0,0-2-18 0,0-2-29 16,0-1-31-16,2 0-65 0,-2-1-82 0,0-1-89 0,0-2-92 0,0-1-83 16,0 2-79-16,0-6-87 0,0 0-91 0,0 0-29 0,0 0-1 0,0 0 11 15,0 0 12-15,0 0 26 0,0 0 28 0,0 0 66 0,0-6 82 0,-2 2 89 16,2-1 90-16,-4 0 86 0,4 0 85 0</inkml:trace>
  <inkml:trace contextRef="#ctx0" brushRef="#br0" timeOffset="198586.63">17149 16020 69 0,'-2'1'299'0,"-5"1"72"0,1 1 38 0,4 0 19 0,-5 1 17 0,7 2 15 0,-5 0 18 0,3 2 18 0,-2-1 17 0,1-1 16 0,3 2 14 0,-2-2 15 0,2 1-78 0,0 1-115 0,0-2-83 16,2-1-66-16,-2 2-33 0,7-1-18 0,-2-3-14 0,1 1-13 0,-1 1-16 0,4-2-16 15,0-2-16-15,2 1-14 0,2-2-10 0,-2 0-8 0,1-2-10 0,-1 1-12 16,4-4-6-16,-3 2-7 0,-1-3-2 0,2 2-2 0,-2-4-1 0,-1 2-3 15,3-1 0-15,-4-1-2 0,0 1-2 0,-2-1-5 0,2 1-2 16,-3 1 2-16,1 0 11 0,-5 0 13 0,5 0 15 0,-5 1 14 0,-2-1 13 0,4 3 12 16,-4-1 10-16,0-1 11 0,-4 0 10 0,4 1 11 0,-2 0 7 0,-5 1 11 15,5 0-2-15,-5-1-4 0,1 2-5 0,-3-1-12 0,4 1-8 0,-4 1-12 16,-2 1-11-16,2 0-10 0,-2 0-11 0,-1 0-8 0,2 1-7 0,0 1-9 16,-3-1-9-16,2 2-5 0,0 0-2 0,-1 2-1 0,3-1-1 0,0 1-3 15,-2 1-1-15,2 0-2 0,0 0-2 0,3 1 1 0,-3 1-4 0,0 1-1 16,4 0 0-16,-4-2-3 0,3 4 0 0,1-3-3 0,-1 2-1 0,3 0-2 15,-1-2-2-15,2 1-1 0,-1-2-1 0,3 1 1 0,0-1-2 0,3-1-2 16,-1 0-2-16,2 0 0 0,1-1 0 0,-1-1 0 0,1-1 1 0,4 0 1 16,-3-2 1-16,-1 1-2 0,4-2 4 0,0 0-1 0,0 0 1 0,0-2-4 15,0 1 4-15,-1-3 1 0,1 1 0 0,0 0 0 0,-4-2 0 0,4 1-2 16,-4-1 2-16,3 1 0 0,-3-1 0 0,-3 1 0 0,5-1 1 0,-5 1 1 16,2-1 1-16,-4 2 0 0,3-1 0 0,-3 2-2 0,-3-1 1 0,3 0 2 15,0 0 4-15,-4 2-1 0,-1-3 2 0,1 2-1 0,-1 0 1 0,-1 1 1 16,1-2 1-16,-1 0 1 0,-1 1 1 0,-2 1 4 0,4-1-1 0,-4-1 2 15,-2 2-1-15,2-1-1 0,0 2-2 0,3-1-2 0,-3-1 0 0,0 1 0 16,-2-1-2-16,2 1-2 0,0 1-1 0,0-2-2 0,-2 1-1 0,2-1-2 16,-2-1-1-16,2 3 1 0,-3-1-2 0,4-1 0 0,-1 1 1 0,0-1-1 15,0 2 0-15,0 0 0 0,0 0 0 0,4 0-1 0,-4 0-1 0,3 2-1 16,1-1-1-16,-4 2 1 0,5-2-2 0,-1 3-1 0,-1-1-1 0,1 1 1 16,-4 2 0-16,5-1 0 0,-1 2-2 0,-1-1 2 0,1 3 0 0,-2-1-1 15,1 1-1-15,4 0 4 0,-5 0-2 0,5-2 0 0,-1 0 0 0,-1 0 0 16,2 0 1-16,2-1 4 0,0-3-4 0,0 2-1 0,0-2-1 0,0-3 1 15,0 1 0-15,0-1 3 0,0 3-2 0,0-3-1 0,0 0 0 0,0 0 2 16,0 0 1-16,0 0 0 0,0 0-2 0,0 0-2 0,0 0 1 0,0 0 4 16,0 0 1-16,0 0-2 0,0 0 0 0,0 0 1 0,0 0 1 0,0 0 1 15,0 0-2-15,0 0 1 0,0 0 1 0,0 0-2 0,0 0 2 0,0 3 3 16,0-3-1-16,0 3-2 0,0 2-5 0,0-1-7 0,0 1-19 0,2 1-23 16,2 0-60-16,-4 1-78 0,3 2-90 0,-1 0-101 0,5 0-102 0,-1 0-104 15,-1 0-87-15,4-1-82 0,-3-1-38 0,6-1-16 0,-1 0-3 0,4-3 5 16,3 0 15-16,-2 0 24 0,2-3 59 0,2 0 74 0,2-1 94 0,1-1 103 15,3 0 99-15,3 1 107 0</inkml:trace>
  <inkml:trace contextRef="#ctx0" brushRef="#br0" timeOffset="199244.76">19601 15534 162 0,'0'-7'311'0,"0"3"49"0,0 1 32 0,4-1 26 0,-4 1 21 0,5 0 34 0,-5 1 37 0,7 1 44 0,-7-1 45 0,2 2 46 0,2-1 46 0,-2-1-22 0,1 1-49 16,1 1-71-16,-2 0-81 0,3 0-39 0,-5 0-20 0,4 0-17 0,1 0-16 15,1 0-25-15,-3 0-30 0,1 0-36 0,-2 1-37 0,5-1-39 0,-2 2-34 16,1-1-22-16,-1 2-15 0,1 2-6 0,1-2-5 0,-2 1 2 0,1 2 5 15,3 2 2-15,-4-1 5 0,4 2 6 0,-3 0 5 0,3 2 1 0,-4-1 3 16,2 2 5-16,1 0 0 0,-1 0 3 0,-2 4 3 0,1-2-2 0,-1 1-4 16,4 1-7-16,-3 1-11 0,-3 1-9 0,3 0-9 0,-1 2-10 0,-1-1-8 15,-1 0-9-15,-1 1-6 0,-2-1-10 0,0 3-10 0,0-3-10 0,0 1-12 16,0 1-9-16,-2 0-6 0,-1-2-4 0,-1 1-5 0,2-1-2 0,-1 1-5 16,-3-1-7-16,1-2-9 0,-2 1-17 0,-1-2-16 0,1-1-28 0,-4 0-31 15,6 0-38-15,-8-1-45 0,4-1-37 0,-5 0-35 0,3 1-35 0,-4-2-41 16,1 0-89-16,-4 2-111 0,3-2-91 0,-5 1-81 0,0-1-69 0,-1 2-68 15,-3-2-58-15,1 0-53 0,-3 0 0 0,3-1 25 0,-4 2 27 0,1-1 31 16,-1 0 35-16,2-2 40 0,-2 0 87 0,5 1 114 0,-1-2 94 0,-1 2 87 16,2-4 84-16,3 2 84 0</inkml:trace>
  <inkml:trace contextRef="#ctx0" brushRef="#br0" timeOffset="199388.85">19319 16323 337 0,'0'3'478'0,"-4"-2"47"16,4 2 21-16,-1 2 8 0,-3-2-14 0,2 0-22 0,-1 0-39 0,-1 0-44 16,-1 1-48-16,-1-1-54 0,2 2-79 0,-1-1-92 0,0-1-218 0,-1 0-274 15,-1 2-126-15,0-2-59 0,0 0-26 0,-3 1-10 0,0-1 12 0,1 2 22 16,0-2 38-16,-6 0 43 0,4 0 50 0,-1-2 53 0,-3 2 74 0</inkml:trace>
  <inkml:trace contextRef="#ctx0" brushRef="#br0" timeOffset="205213.74">25537 6442 160 0,'0'-1'265'0,"-3"-1"30"0,3-1 15 0,0 3 10 0,0 0 6 0,0 0 8 0,0 0 7 0,0 0 8 0,0 0 8 16,0 0 9-16,0 0 6 0,0 0-48 0,0 0-76 0,0 0-64 0,0 0-59 15,0 0-27-15,0 0-13 0,0 0-8 0,0 0-6 0,0 0-6 0,-2 2-8 16,2-2-5-16,0 0-5 0,0 0-7 0,0 0-1 0,0 0-2 0,-4 1 2 16,4-1 3-16,0 0 7 0,0 0 11 0,0 2 18 0,0-2 16 15,0 3 17-15,0-3 17 0,0 3 16 0,0-3 14 0,0 1 12 0,0 2 13 16,-1 0 16-16,1-3 14 0,0 2 13 0,0 1 12 0,0-2 6 0,0 2-1 16,0-3-8-16,-4 3-12 0,4-1-12 0,0 1-12 0,-4 0-12 15,4 0-10-15,0-2-13 0,-1 2-12 0,1 0-15 0,-4-1-15 0,4 1-16 16,0 0-16-16,-4 0-17 0,4 1-7 0,-1-1-11 0,-3 2-2 0,4-1-4 15,-2 0-1-15,-2 3 0 0,1-1-3 0,1 0-3 0,-2 0-2 0,3 1-2 16,-3 0-4-16,0 3-2 0,-1-3-2 0,3 2-2 0,-5-1 1 0,5 1-1 16,-2 0 1-16,1-2-2 0,-3 4 0 0,5-2 0 0,-7 1 0 0,7 1-2 15,-3-1 1-15,2 1-1 0,-5-1 2 0,2 2 3 0,1-1 0 0,2 1 1 16,-2-2 2-16,-1 2 2 0,5-1-2 0,-4 1-3 0,3-2-2 0,-3 2-1 16,2-2-1-16,-1 3-1 0,-1-1 1 0,4 0-1 0,-5 0-1 0,5-2 0 15,-2 2-1-15,-2 0-1 0,0 0-1 0,4-1-1 0,-5 1-2 0,5 0 0 16,-4-2 1-16,4 0 1 0,-5 1-1 0,5 0 1 0,-2-1 1 15,-1-1 0-15,3 0 1 0,-4 0-1 0,2-1-3 0,-1-1-3 0,1 1-1 16,2-1 1-16,-4-3-2 0,1 3 1 0,3-1-2 0,-2-3-2 16,-2 1-2-16,4-1-1 0,0 0-5 0,-4 0-8 0,4-1 0 0,0-2 3 15,0 3 4-15,0-3 1 0,-1 3-1 0,1-3 1 0,-4 1-5 0,4-1-5 16,0 0-7-16,0 0-12 0,0 0-15 0,0 0-18 0,0 0-43 0,0 0-52 16,0 0-85-16,-2 0-104 0,2 0-82 0,0 0-71 0,0 0-78 0,0-1-73 15,0 1-73-15,0 0-69 0,0 0-27 0,2-6-5 0,-2 1 9 0,4 1 17 16,-3-1 43-16,3 1 59 0,2-1 84 0,1 1 98 0,-2-1 80 0,1 2 73 15,3-1 74-15,-4 2 76 0</inkml:trace>
  <inkml:trace contextRef="#ctx0" brushRef="#br0" timeOffset="205797.91">25543 6691 37 0,'0'-5'248'0,"-2"4"61"0,2-2 33 0,-4 2 21 0,4-2 15 0,0 3 14 0,0-2 12 0,0 2 10 0,0 0 21 16,0 0 22-16,0 0 24 0,0 0 25 0,0 0-44 0,0 0-81 0,0 0-54 15,0 0-40-15,0 0-15 0,0-3-3 0,0 3 0 0,-3-1 2 16,3 1-3-16,0 0-2 0,0 0-8 0,0 0-9 0,0 0-14 0,0 0-15 16,0 0-11-16,0 0-7 0,0 0-7 0,0 0-8 0,0 3-10 0,0 3-8 15,0-2-11-15,0 2-11 0,0 2-6 0,0-1-8 0,0 4-8 0,-2-1-7 16,-2 1-7-16,4 1-6 0,-1 1-12 0,1-1-14 0,-4 2-10 0,0-1-10 15,3-1-8-15,-3 2-5 0,4-2-4 0,-4 1-1 0,4-1-1 0,-1 0-1 16,-3 1-1-16,4 0-2 0,-2-1-2 0,-2 0-1 0,1-2 2 0,3 2-1 16,0-1 2-16,-2-1 0 0,-2 1 0 0,4-1 0 0,-1 1-1 0,1-1-2 15,-4-1-2-15,0 0-2 0,4 0-2 0,-1 0 0 0,1-1 0 0,-4 1 0 16,4-2 0-16,0-1-5 0,-2 2 4 0,2-2 5 0,0-1-2 16,0 2-7-16,0-1-2 0,0-2-4 0,-3 2-1 0,3-1 0 0,0 1 0 15,0-2-1-15,0 1-1 0,-4-1-1 0,4 1-3 0,0-1-3 0,0-1-4 16,0 2-8-16,0-2 1 0,0 0 4 0,-2-2 2 0,2-1 2 0,0 3-1 15,0-3-1-15,0 3-2 0,0-3 2 0,0 3-4 0,0-3-4 0,0 0-7 16,-4 2-8-16,4-2-13 0,0 0-14 0,0 0-17 0,0 0-18 16,0 0-39-16,0 0-47 0,0 0-88 0,0 0-106 0,0 0-93 0,0 0-84 15,4-2-96-15,-2 2-97 0,-2 0-61 0,7-6-42 0,-5 3-12 0,3-1 1 16,3-1 14-16,-1-1 16 0,0 2 37 0,0-1 47 0,-3-1 88 0,5 2 111 16,-4-1 90-16,4 2 86 0,-3 0 97 0</inkml:trace>
  <inkml:trace contextRef="#ctx0" brushRef="#br0" timeOffset="206007.84">25713 6972 232 0,'0'0'346'0,"0"0"38"0,0 0 30 0,0 0 29 0,0 0 44 16,0 0 49-16,0 0 57 0,0 0 61 0,0 1 41 0,0 2 34 16,0 0 11-16,-4 2-5 0,4-2-89 0,0 1-130 0,-2 1-61 0,-1-1-28 15,-1 2-28-15,2 0-25 0,-1-1-41 0,-1 0-48 0,4 2-55 0,-5-3-60 16,5 2-43-16,-2 0-34 0,-2-1-21 0,1-1-18 0,3 2-18 0,-2-3-20 15,-2 2-31-15,4-2-39 0,0 0-82 0,-1 0-108 0,1-2-99 0,0 2-96 16,0-3-126-16,0 0-140 0,0 0-64 0,0 0-29 0,-8 2-15 0,8-2-8 16,0 0 5-16,0 0 4 0,0 0 23 0,-2 3 33 0,2-3 80 0,0 0 101 15,0 0 99-15,0 0 95 0</inkml:trace>
  <inkml:trace contextRef="#ctx0" brushRef="#br0" timeOffset="207385.52">23863 6213 127 0,'0'0'223'0,"-2"1"20"0,2-1 9 0,0 0 7 0,0 0 7 0,2 0 7 0,-2 2 2 0,3-1 3 0,1 1 4 0,1-1 2 0,-3 2-13 0,5-1-21 16,2-1-60-16,-3 1-74 0,3 1-34 0,-2-2-15 0,2 2-7 0,4-2 1 15,-2 1-2-15,1 1-3 0,3-3 3 0,-1 2 5 0,2-1 0 0,-1 1 5 16,3-1-2-16,2 1 0 0,-2-2-4 0,0 1-2 0,2 1-1 0,-2-1 1 16,2 0-1-16,0 1-2 0,-2 0-2 0,0 1-4 0,2-2-6 0,-2 1-4 15,-2-1-2-15,2 1-5 0,0 1-5 0,-1-2-2 0,1 0-4 0,-4 1-2 16,6 1-1-16,-5-1-4 0,3-1-2 0,0 1-3 0,-2-1-1 0,2 1-3 15,2 1-2-15,-2-2-2 0,0-1 1 0,-1 2-2 0,1 1-2 0,2-2 1 16,-2 1-1-16,-4-1 1 0,6 1-1 0,-6 1 1 0,3-2-1 0,-1 1-1 16,-1 1 0-16,-1-2 0 0,0 2-1 0,-1 0 1 0,2-1 0 15,-5 1 0-15,3 0 1 0,-2 0 1 0,3-2-2 0,-5 2 0 0,6 0 1 16,-2-1-1-16,-3 1 0 0,5 0 0 0,-1 0 0 0,1-2 0 0,-1 2 0 16,1 0 2-16,1 0-2 0,0 0-2 0,4 2 1 0,-2-2 1 15,2 1 0-15,2-1 0 0,-2 0 0 0,7 2 0 0,-5-2 1 0,1 1-1 16,1 1 2-16,3-2-2 0,-2 1 1 0,2 0 1 0,-1 1-1 0,-3 0 2 15,1-1-1-15,3 0-1 0,-6 1 1 0,3 0-1 0,-6-2 1 0,6 1-1 16,-6 1 1-16,-2-1-1 0,2 1 2 0,-4-2 0 0,1 1-1 0,-1-1-2 16,1 2 0-16,-1-2 1 0,1 0-1 0,-2 0 0 0,-3-1 0 0,3 2-1 15,-2-3-1-15,-2 2 1 0,2-1-1 0,1 1 1 0,-3-2-2 0,2 1 0 16,-2-1 0-16,2 0 0 0,2 1 0 0,-2-2 1 0,-2 3-1 0,5-1 2 16,-1-1-1-16,-2-1 4 0,3 2-2 0,1-1 0 0,-1 1 0 0,1-2 0 15,-1 1 1-15,2 1 1 0,-1-2-1 0,-1 0-1 0,-3 1 0 16,4-1 0-16,-3 1 0 0,-1 1 2 0,2 0-2 0,-6-1-2 0,6-1 1 15,-4 2 2-15,2-1-1 0,-2 1 0 0,2-1 2 0,1 1-2 0,-1 1 0 16,-2-2 0-16,6 1 1 0,-3-1-2 0,3 2 1 0,-1-3 1 16,1 2-1-16,-1-1 0 0,1 1 0 0,-1-1 0 0,0 1-1 0,5-1 2 15,-3 1-2-15,2-2 1 0,-4 1 0 0,5 1 0 0,-1-2 0 0,-2 1 1 16,2-1-1-16,0 0-1 0,-2 0-1 0,2 1 2 0,-3-1 0 0,3 0 2 16,-2 2-2-16,2-2-2 0,0 0 1 0,-1 2-1 0,-3-2 2 0,4 1-1 15,2 1 1-15,-2-2-2 0,2 1 2 0,-2-1 2 0,2 2-2 0,-2-2 1 16,6 1-1-16,-4 1 2 0,3-1-1 0,1 1 2 0,-1-2 0 0,1 1 0 15,1-1 0-15,-1 0 0 0,-1 1-1 0,1-1 1 0,3 0 0 0,-6 0 0 16,3 0 0-16,-1 0-2 0,1 0 2 0,-4 0-1 0,3 0 1 16,-1 0 0-16,0 0-2 0,-4 0 2 0,2 0-1 0,1 0-1 0,-1 0 2 15,-2 0 0-15,-1 0 0 0,1 0-1 0,0 0 1 0,-2 0-2 16,-1 0 2-16,3 0 0 0,-4 0 3 0,4 0 6 0,0 0 1 0,-3 0 4 16,1-1 2-16,-1 1 1 0,3 0-1 0,0 0 1 0,-2 0-1 0,2 0-1 15,0-1 1-15,-2 1 2 0,3 0 0 0,-1-2 0 0,-2 2-1 0,2-1-6 16,2-1-3-16,-6 1-4 0,4 1 1 0,2 0-1 0,-2-2 1 0,1 2 4 15,-3-1 3-15,2 1 1 0,2-2 2 0,-2 2 2 0,2-1 0 0,-2-1-2 16,5 2 2-16,-3-2-1 0,4 2 1 0,-1-1 2 0,1 0 2 0,-1 1-2 16,1 0 1-16,-1-3-1 0,3 3-1 0,-3 0-1 0,1-2-1 0,1 2 0 15,-1-1-1-15,-1 1 2 0,1 0-1 0,-1-2 4 0,1 2 1 0,-1-1 1 16,1 1 2-16,-1 0 0 0,1-2 0 0,-3 2 0 0,3 0-2 16,-2 0-3-16,1 0-1 0,-7 0 0 0,6 0-1 0,-6 0-1 0,2 0-2 15,-3 0-4-15,-1 0 0 0,1 0-5 0,-3 0-2 0,-1 0-3 16,-2 0 0-16,2 0 0 0,-2 0 0 0,0 2 0 0,0-2 0 0,0 0 1 15,-1 1 7-15,1-1 4 0,0 2 7 0,0-2 10 0,0 1 5 0,0-1 0 16,-2 2 5-16,2-2 6 0,0 0 3 0,0 3 6 0,2-3 10 0,-2 0 8 16,0 1 10-16,0-1 6 0,2 1 6 0,-2 1 2 0,4-2-8 0,-2 0-3 15,1 0-4-15,-4 0 0 0,6 0-5 0,-5 0-3 0,4 0-4 0,-2-2-5 16,1 1-7-16,-1 1-9 0,2 0-7 0,-2 0-10 0,-1 0-10 0,3 0-8 16,-2 0-2-16,-2 0-2 0,0 0-2 0,2 0-2 0,-2 0-1 0,-2 0 1 15,0 0-4-15,1 0-1 0,-3 0-1 0,0 0-2 0,-1 0 0 16,-2 0 0-16,5 0-2 0,-7 0-2 0,0 0-14 0,2 0-20 0,-2 0-26 15,0 0-32-15,4-1-37 0,-4 1-36 0,0 0-37 0,0 0-41 16,0 0-53-16,0 0-62 0,0 0-81 0,-4-3-89 0,-1 1-37 0,-1 1-15 16,-1 1 4-16,0 0 14 0,-6 0 28 0,4 0 29 0,-6-2 37 0,-1 1 36 15,-2-1 40-15,0 1 40 0,-2-1 54 0,-7 0 61 0</inkml:trace>
  <inkml:trace contextRef="#ctx0" brushRef="#br0" timeOffset="208945.67">22119 8212 144 0,'0'0'283'0,"0"0"23"0,0-1 15 0,0 1 6 0,0-2 4 0,0-1 6 0,0 3 5 0,4-1 8 16,-3-1 8-16,3 0 8 0,0 2 1 0,-3-1-7 0,5 0-79 0,-3-1-112 16,3 1-49-16,3-1-20 0,-4 1-9 0,1 1-3 0,3-2-3 0,0 2-1 15,0 0-3-15,0 0-4 0,0 0-4 0,0 0-5 0,2 0-6 0,0 0-6 16,3 0-4-16,-1 0-1 0,1 0-3 0,1 2 0 0,3-2-1 0,-2 0 0 16,2 0-1-16,2 0-4 0,-2 0-2 0,2-2-2 0,2 2-3 0,1-3-3 15,-3 3-4-15,0-3-2 0,0 1-4 0,4 1-4 0,-1 0-3 16,-3-2-5-16,4 1-1 0,-1-1-3 0,1 3 3 0,-1-1 5 0,1-1 2 15,1 1 7-15,-2 1 2 0,5-2 5 0,-3 2 1 0,6-2 5 0,-6 2 5 16,4-1 2-16,3 0 3 0,-3 1 1 0,6-2 2 0,-3 1 2 16,1 1-3-16,-1-2-2 0,-1 1-6 0,5 1-2 0,-1-2-5 0,-3 2-1 15,3 0-3-15,-3 0-5 0,3 0-3 0,-3 0-2 0,1 0-2 0,-3 0-1 16,7 0 2-16,-5 0-3 0,2 0-2 0,1 0 1 0,-3 0-2 0,6 2 0 16,-3-2-2-16,3 0-1 0,-2 0 0 0,2 0 3 0,0 0 0 0,-2 0 0 15,2 0 0-15,-2 0-2 0,-1 0 1 0,3 0-2 0,-4 0 0 0,-2 0 0 16,5 0 1-16,-7 0-1 0,3 0 2 0,0 0 2 0,-3 0 1 0,-3 0-2 15,6 0 0-15,-4 0 0 0,0 0 1 0,0 0 0 0,0 0-1 0,0 1 2 16,1 1-2-16,-4-1 0 0,3 1-2 0,-2-2-5 0,-2 1 1 0,4 0 0 16,-5 1 0-16,3 1-3 0,-2-3 0 0,-1 2 0 0,-1-1 0 15,4 1-2-15,-5-1 1 0,1 1-1 0,1-1 1 0,-1 1-1 0,-3 0 1 16,2 0 2-16,-2 0 1 0,0 1-2 0,-2 0-2 0,0-2 2 0,-2 2 0 16,2 0-1-16,-3-2-4 0,-1 3 1 0,1-1-1 0,-1 0 1 15,1 0-1-15,-1 1 1 0,-1-1-2 0,-2 2 0 0,3-2 0 0,-1 1 0 16,-2-1 1-16,1 1 1 0,-1 1-2 0,4-2 1 0,-3 2 1 0,3-1-1 15,-1 1 1-15,3-1-1 0,-1 1 1 0,0-2-1 0,4 1 4 0,-2-1-1 16,6 2 10-16,-4-2 10 0,3 0 11 0,1 1 10 0,3-3 3 0,-2 3 2 16,4-3 2-16,0 2-1 0,2-1 1 0,-2 1 3 0,1-2 4 0,3 1 5 15,-1 0 5-15,1 0 1 0,-2 0-4 0,5 1-8 0,-5-2-10 0,1 2-6 16,4 0 0-16,-5-1 3 0,2 0 6 0,-1 2 1 0,-1-1 7 0,2 0 3 16,3 0 3-16,-7 0 2 0,1 1 2 0,3-1-2 0,3 0 4 0,-7 2 1 15,2-2 4-15,1 1-4 0,3-1-2 0,-3 2 0 0,1-2-4 16,1 0-4-16,-1 0-5 0,1-1-5 0,4 3-7 0,-2-3-5 0,-1 1-4 15,3 0-3-15,0-2-6 0,-4 2-3 0,4 0-4 0,0-1-5 16,0-1 0-16,0 1 4 0,0 1 2 0,0-2 1 0,0 1 2 0,0-1-1 16,0 1 2-16,3 0 2 0,-3 0 3 0,2-2 2 0,-2 3 1 0,0-1 1 15,4-1 6-15,-2 1 1 0,-2-1-2 0,0 1-5 0,3-1-1 0,-3 1-3 16,0-1 0-16,0 1 0 0,-4-1-4 0,1 2-4 0,1 0-2 0,-2-1-2 16,-1-1-2-16,-2 2 1 0,1-1-1 0,1 1 1 0,-4-1-1 0,3 0 3 15,-3 1-1-15,0 0 2 0,4-1-1 0,-4 1-1 0,0 0 0 0,0-1 0 16,3 2 2-16,-3-1 2 0,4-2-2 0,-4 2-2 0,-1 0-2 0,5 0-1 15,-2 0-3-15,1 0-3 0,-3 0 2 0,4-1 4 0,-4 1-2 0,0 0-4 16,0-2-1-16,1 2-2 0,-1 0-3 0,-3 0-2 0,1 0-1 16,-2-1 0-16,2 1 2 0,-1 0-1 0,1-1 4 0,-2 2-1 0,2-1 1 15,-2 0-2-15,4 0 3 0,-1 0 3 0,-3-1 4 0,2 0 5 16,2 3 5-16,0-4 1 0,3 2 3 0,-3 0 0 0,4-1 1 0,0 0 1 16,-3 0 2-16,8 0-1 0,-5-1-3 0,5 2-2 0,0-1 1 0,0-1-1 15,-4 1-2-15,8 1-7 0,-4-3-1 0,0 3 0 0,0-2-1 0,0 1-2 16,0-1 1-16,0 2 1 0,0 0-4 0,0-1 1 0,0 1-1 0,-4 0 2 15,0-1-1-15,2 2-2 0,-5-1-2 0,2 0 1 0,-4 0-1 0,3 0-2 16,-3-1 1-16,-2 2 0 0,-1-1 0 0,1 0-2 0,-6 0 1 0,3 0-1 16,-6-1 1-16,2 0-4 0,-2 1 1 0,-3 2-1 0,-1-2-1 0,-1-2-3 15,-6 2-13-15,2-1-14 0,0-1-36 0,-4 1-47 0,-1-1-74 0,0 1-84 16,-4-2-83-16,0 0-80 0,0 0-96 0,0 0-104 0,0 0-74 0,0 0-57 16,-8-3-22-16,-1 1-8 0,2-1 5 0,-6-1 15 0,-1-1 34 0,0-1 44 15,-6-1 74-15,-2-2 86 0,0-2 82 0,-5 0 78 0,2 0 97 0</inkml:trace>
  <inkml:trace contextRef="#ctx0" brushRef="#br0" timeOffset="209799.28">28124 8416 19 0,'-5'5'251'0,"1"-1"63"0,2-1 37 0,-2 0 24 0,3 0 25 0,1-1 29 0,0 1 29 15,0 0 31-15,1 0 35 0,3 1 36 0,-2 1 42 0,2-1 41 0,1 1-40 16,2-1-80-16,-1 1-56 0,-1-1-47 0,0 1-25 0,5-3-14 16,2 2-17-16,-5-1-19 0,2 0-23 0,0-2-21 0,2 1-32 0,-2-2-30 15,4 0-34-15,-4 0-40 0,2 0-22 0,-2-2-21 0,-4 1-14 0,4-1-14 16,-3-1-4-16,-1 0-6 0,3 1-3 0,-7 0-2 0,5-1-5 0,-6 1-5 15,3-1-5-15,-3 0-2 0,0 2-4 0,-3-3-4 0,3 2-4 0,0-1-4 16,-2 0-4-16,-2 0-1 0,3 0-5 0,-7-2-5 0,6 4-4 0,-3-2-6 16,1 0-3-16,-5 0-3 0,6 1-3 0,-4-1-3 0,-1 0-1 0,3 1-2 15,-4 1-2-15,3 0-1 0,-3-1-3 0,4 1-1 0,0 1-2 16,-5-2 0-16,7 2 0 0,-4 0-2 0,-1 0 1 0,7 0 1 0,-3 2-2 16,-1-2 1-16,1 0-1 0,4 0-1 0,0 0 0 0,0 0 0 0,0 0 2 15,0 0-1-15,0 0 1 0,0 0-2 0,0 0 0 0,0 0 0 0,0 0 0 16,0 0 1-16,0 0 1 0,0 0 1 0,0 0 0 0,0 0 3 0,0 0 1 15,0 0 1-15,0 0-4 0,0 0 1 0,0 0-1 0,0 0 1 0,0 0 2 16,0 0 2-16,0 0 0 0,4 0-3 0,-4 0-7 0,0 0-10 16,0 0-14-16,0 0-20 0,0 0-62 0,0 0-80 0,0 0-109 0,0 0-119 15,0 0-144-15,0 0-159 0,-4-2-75 0,-1-2-36 0,1 1-17 0,2 1-5 16,-7-1 4-16,5 0 4 0,-3 2 17 0,-5-2 18 0,2 0 61 0,0 0 81 16,-3-1 110-16,-2 2 123 0,-1-1 145 0</inkml:trace>
  <inkml:trace contextRef="#ctx0" brushRef="#br0" timeOffset="210728.28">24948 8147 162 0,'-9'10'329'0,"3"-3"36"0,-3 2 25 0,4-1 17 0,-1-2 15 0,3 0 12 0,-3 0 19 0,3 0 16 16,1-2 24-16,-2 1 26 0,4-1 22 0,-1-1 20 0,1 2-73 0,0-4-114 15,0-1-47-15,1 3-14 0,-1-1-8 0,0-2-3 0,4 1 1 0,-2 1 6 16,-2-2-9-16,0 0-14 0,3 0-14 0,3 0-17 0,1-2-23 0,-5 1-24 15,3-1-24-15,3-1-22 0,-1 0-20 0,-4 0-17 0,6-1-13 0,-3 1-9 16,-1-2-11-16,3 1-11 0,-7-1-2 0,5 1 0 0,-3-1-4 0,1 1-6 16,-2-2-1-16,-2 3-1 0,3-2-1 0,-3-1-3 0,0 2-4 0,0-1-4 15,-3 1-4-15,3-3-3 0,-2 3-6 0,-2-2-6 0,1 2-6 0,1-1-6 16,-2-1-3-16,-1 2-4 0,1-1-5 0,-1-1-9 0,1 2-11 16,-1-1-13-16,3 2-13 0,-2-2-16 0,-1 3-34 0,1-3-40 0,-1 2-80 15,5 0-99-15,-4 0-93 0,2 1-86 0,2 1-103 0,-3-2-116 0,3 3-66 16,0 0-45-16,3-4-15 0,-1 1-4 0,-2 0 11 0,4 1 12 15,1-1 32-15,1 0 39 0,-3 0 82 0,6-1 98 0,0 2 93 0,1-1 88 16,-3-2 105-16</inkml:trace>
  <inkml:trace contextRef="#ctx0" brushRef="#br0" timeOffset="211599.93">25499 6399 28 0,'-5'-2'252'0,"1"1"52"0,-1 1 26 0,1 0 16 0,-1 0 10 0,5 0 11 0,-2 1 10 0,-1 1 14 15,-1-2 14-15,2 3 18 0,-2-2 20 0,1 2-5 0,3 2-20 16,-6-1-56-16,6 2-78 0,-1 0-26 0,-3 2-5 0,0-2 7 0,4 3 10 16,-1-2 8-16,-3 2 5 0,4-1-5 0,0 1-3 0,-2-2-12 0,2 2-16 15,0-1-16-15,0-1-20 0,0 1-17 0,0-2-13 0,0 0-16 0,0-2-16 16,0 1-17-16,0-1-20 0,2 1-13 0,-2-3-12 0,0 0-5 0,0 1-8 15,0-3-2-15,4 3-3 0,-4-3-1 0,1 2-2 0,-1-2-3 0,0 0-1 16,0 0-2-16,0 0 1 0,0 0 0 0,0 0 1 0,0 0-1 0,0 0-1 16,0 0 0-16,0 0-3 0,0-2-1 0,0 2-1 0,0-3-4 0,0 0-5 15,0-1-5-15,0 1-8 0,0-2-5 0,-1-1-5 0,1 0-4 16,0 2-5-16,0-4-5 0,-4 2-3 0,4 0-2 0,0 0-2 0,0 0-10 16,0 0-10-16,0 2-19 0,-2-1-23 0,2 1-53 0,0 1-68 15,-3 1-72-15,3 1-80 0,0 1-59 0,0 0-50 0,0 0-50 0,0 0-47 0,0 0-87 16,0 3-101-16,3 1-40 0,-3 1-13 0,0 1 9 0,2 0 18 15,2 0 53-15,-3 1 66 0,3-1 73 0,1 2 78 0,1-1 61 0,3-1 50 16,0 2 49-16,5 1 50 0</inkml:trace>
  <inkml:trace contextRef="#ctx0" brushRef="#br0" timeOffset="212348.36">27865 6636 124 0,'2'-9'280'0,"-2"0"33"0,0 0 26 0,4 1 24 0,-4 1 21 0,3 1 25 0,-3-2 26 0,2 4 29 0,-2-1 38 0,0 2 37 15,0 3 42-15,0-4 41 0,0 2-51 0,0 2-89 0,-2-3-41 16,-1 2-18-16,3 1-17 0,0-2-17 0,0 2-21 0,-4-2-20 0,4 2-25 16,0 0-28-16,0 0-31 0,0 0-34 0,0 2-41 0,-5-2-47 15,5 3-32-15,-2-1-26 0,-2 1-14 0,1 1-10 0,3-1-6 0,-6 2-6 16,6-1-2-16,-2 2 1 0,-1 0-2 0,-1-1 0 0,4 1-3 0,0-2-4 15,-2 0-6-15,2 1-5 0,0 0-6 0,0-1-3 0,0-1-3 0,2 0 0 16,-2 0-3-16,0 0-2 0,4 0-1 0,-4-1-1 0,3-1-1 0,-3-1 1 16,0 2-1-16,2-1 1 0,2-1-2 0,-4 0 0 0,2 0 0 0,1 0 1 15,1 0 1-15,-2 0-1 0,3-1-1 0,-5 1 2 0,4-3-1 0,1 1-1 16,-1-2 0-16,-2 2-3 0,1-3-7 0,-3 1-10 0,0 0-10 0,4-1-12 16,-4-1-21-16,-4-1-30 0,4 1-55 0,-3-1-63 0,3 2-72 0,-6-3-75 15,1 2-65-15,1 0-62 0,-1 0-71 0,-4 0-75 0,3 2-63 0,-3-1-57 16,0 1-19-16,-2-1-4 0,2 2 17 0,0 0 25 0,0 2 51 15,-2-2 63-15,2 0 74 0,-2 0 73 0,-1-1 66 0,3 3 60 0,1 0 74 16</inkml:trace>
  <inkml:trace contextRef="#ctx0" brushRef="#br0" timeOffset="214009.54">29253 5856 193 0,'7'-5'346'0,"-5"2"60"0,1 0 35 0,-1 0 24 0,-2 0 24 0,4 0 25 0,-4 3 28 16,0-1 44-16,0 1 49 0,0 0 43 0,0 0 42 0,0 0-26 0,0 0-59 15,0 0-87-15,0 0-103 0,0 0-51 0,0 0-31 0,0 0-23 0,0 0-18 16,0 0-24-16,-4 0-28 0,4 0-43 0,0 0-47 0,0 0-42 0,0 0-39 16,0 0-27-16,-2 1-18 0,-1 1-12 0,1-1-9 0,-2 2-6 0,1 0-3 15,-3 2-2-15,1 1-1 0,-1 1 0 0,-1 1 0 0,0 2-1 0,0 1-5 16,-1-1 0-16,1 2 0 0,2-1-3 0,-1 2-2 0,3-1 1 0,1 0-4 15,2 0 2-15,2 2 0 0,1-2 0 0,1 1 0 0,3 1 2 16,2-1 1-16,6 1 3 0,-3-1 1 0,5 1 5 0,1-2 0 0,2-1 2 16,1 2 1-16,3-3-2 0,-2-1-1 0,1-1 2 0,1-1 4 0,-1 1 0 15,1-4-2-15,-1 1-1 0,-3-1-3 0,3 1 0 0,-3-4 0 16,-2 0 0-16,1 1-1 0,-3-2 1 0,-2 0 1 0,3 0 2 0,-10 0 5 16,5 0-2-16,-2 0-5 0,-1 0-1 0,-2 0 0 0,0 0-1 0,0 0-1 15,-3 0 1-15,1 0-1 0,-1 0-1 0,-2 0-3 0,1 0-1 0,-3 0-2 16,4-2-8-16,-2 2-11 0,-2 0-14 0,0 0-17 0,3-1-22 0,-3 1-27 15,0-1-55-15,4-2-68 0,-4 1-92 0,0-1-104 0,0 2-85 0,0-2-74 16,0-1-98-16,-4 0-108 0,1 1-50 0,-3-1-28 0,3-2-2 0,-3 1 8 16,1 1 17-16,-4 1 26 0,0-2 54 0,2-1 70 0,-1 2 92 0,-1-2 103 15,2-1 83-15,-6 2 77 0,4-1 96 0</inkml:trace>
  <inkml:trace contextRef="#ctx0" brushRef="#br0" timeOffset="214186.77">29600 5920 64 0,'0'-3'303'0,"0"3"82"0,0 0 40 15,-2-1 17-15,2 1 20 0,0 0 26 0,-4 2 44 0,4 3 55 0,0-2 58 0,-3 2 54 16,-3 0 39-16,5 2 27 0,-7 2-66 0,3 1-109 0,0 2-86 16,-5 0-76-16,5 2-31 0,-4-1-16 0,0 2-18 0,0 2-23 0,0-1-45 15,3 1-58-15,-3 1-55 0,2 0-54 0,0 0-35 0,0 1-27 0,-2-1-21 16,1 2-17-16,1-2-23 0,0 0-25 0,0 1-56 0,-1-2-74 16,3 1-100-16,0-2-110 0,1-1-109 0,-1 0-106 0,1-1-94 0,-1-2-86 15,3-2-42-15,-2 1-21 0,0-1-5 0,4-2-1 0,0-1 10 0,0-1 18 16,0-6 54-16,0 6 68 0,0-3 98 0,4 2 109 0,-4-5 111 0,0 0 108 15</inkml:trace>
  <inkml:trace contextRef="#ctx0" brushRef="#br0" timeOffset="214367.48">29504 6420 36 0,'-4'2'362'15,"3"0"214"-15,-5 1 94 0,3-1 43 0,-1-1 17 0,4-1 4 0,0 2-22 0,-2-1-31 16,-2 1-56-16,3-2-65 0,-3 1-69 0,0 1-70 0,-1-1-165 15,1 2-205-15,-1 0-268 0,0 0-290 0,-4-1-131 0,3 2-61 16,-3 1-23-16,4-1-9 0,-4-1 19 0,0 2 31 0,-1-2 56 0,3-3 65 16,-2 1 69-16,0-1 69 0,0-1 89 0,0-2 99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2-02T07:59:59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26491 7170 148 0,'0'2'186'0,"-6"2"16"0,6-3 9 0,-3 2 7 0,-3 0 3 0,4-1 0 16,-5 1 3-16,5-1 4 0,-1 0 4 0,-3 1 1 0,1 0-24 0,1-1-34 15,1 1-47-15,-3 0-50 0,1 0-27 0,1-2-14 0,-1 2-6 0,3 0-5 16,-2-1-2-16,-1-1-3 0,1 2 1 0,2-1-4 0,-5-1-2 0,2 1-1 15,1-1-1-15,4 0-2 0,-5 1 0 0,5 0 0 0,-2-1 0 0,-2-1-2 16,4 0-4-16,0 0-3 0,0 0-5 0,-3 2-4 0,3-2-7 0,0 0-3 16,0 0-13-16,0 0-11 0,0 0-29 0,0 0-31 0,0 0-48 0,0 0-56 15,0 0-25-15,0 0-11 0,0-5-4 0,0 5-1 0,0-4 2 0,0 4 1 16,0-8 6-16,0 4 4 0,0 4 12 0,0-6 12 0,0 0 27 16</inkml:trace>
  <inkml:trace contextRef="#ctx0" brushRef="#br0" timeOffset="2735.9">29012 7354 150 0,'0'0'472'0,"-4"-1"117"0,4-1 74 0,0 2 47 0,0 0 35 0,-3 0 24 0,-3 2 10 16,3-1 16-16,1 2 13 0,-2 0 14 0,-1-1 11 0,1 1-26 0,-1 0-41 16,3 0-155-16,-2 1-203 0,-1-1-100 0,0 2-57 0,-3-1-34 0,3 1-23 15,-1-1-8-15,1 2-2 0,-2 2-1 0,0-3-3 0,-1 2-1 0,3 0 3 16,0-1-2-16,-5 2 2 0,7 1-6 0,-3 0-6 0,5 0-6 0,-7 0-6 16,7 1-6-16,-5 1-9 0,3 1-6 0,-1 0-7 0,-2 1-12 0,6-1-10 15,-3 2-10-15,1-1-13 0,-2 2-9 0,3 0-11 0,1-1-8 0,-4 1-8 16,4-2-10-16,-4 1-7 0,4 1-11 0,0-3-6 0,0 1-10 0,0-2-13 15,0 1-22-15,4-4-29 0,-4 2-41 0,5-3-48 0,-1-1-43 16,-2 0-43-16,1-1-41 0,3-1-39 0,1 1-80 0,0-4-98 16,2 2-96-16,0-3-90 0,1-1-85 0,0-2-81 0,3-1-63 0,-2 0-61 15,2 0 0-15,-3-4 29 0,5 1 35 0,-2 1 39 0,-3-2 39 0,5 2 39 16,-2 0 81-16,-3 2 99 0,1 0 95 0,5 0 93 0,-5 3 90 0,4 1 88 16</inkml:trace>
  <inkml:trace contextRef="#ctx0" brushRef="#br0" timeOffset="3063.97">29229 7497 108 0,'0'0'411'0,"0"0"193"16,0 0 97-16,0 1 53 0,0 2 30 0,-2 2 21 0,2-1 18 0,-3 4 17 16,1 1 13-16,-2 0 16 0,1 1 17 0,3 1 14 0,-6 2-75 15,6-1-117-15,-2 2-158 0,-5-1-175 0,2-1-86 0,3 2-43 0,-2-1-25 0,1-1-20 16,-3-1-14-16,3 2-15 0,1-2-14 0,-2 1-16 0,2 0-16 0,2 0-18 16,-3-2-29-16,-1 1-36 0,4-1-41 0,0-1-44 0,0 2-43 15,-2-4-41-15,2 1-44 0,0-2-45 0,0-1-84 0,0 0-104 0,2-2-98 16,-2 0-94-16,0-1-95 0,4-1-95 0,-4-1-74 0,0 0-68 15,5-3-11-15,-1 0 13 0,-2 0 26 0,5-2 30 0,-5 3 37 0,5-4 39 16,-5 1 83-16,3 0 102 0,2 1 98 0,-5 0 97 0,4-1 95 0,1 2 94 16</inkml:trace>
  <inkml:trace contextRef="#ctx0" brushRef="#br0" timeOffset="3330.49">29388 7758 70 0,'2'1'354'0,"2"-1"154"0,-3 2 97 0,-1 1 71 0,4-2 46 0,0 1 32 15,-4 1 26-15,2-1 19 0,-2 2 14 0,0 0 12 0,3-1 8 0,-1 2 9 16,-2-1-79-16,0 2-120 0,0-1-142 0,0 0-153 0,0 0-93 0,0 1-72 16,-2 0-47-16,-1 0-32 0,3 0-31 0,-2-1-28 0,2 0-27 0,-4 2-28 15,4-4-46-15,-4 1-55 0,4 0-94 0,-1-2-112 0,1 1-96 0,0-3-92 16,0 0-116-16,0 0-129 0,0 0-59 0,0 0-27 0,-4 3-7 15,4-3 3-15,0 0 9 0,0 0 17 0,0 0 36 0,0 0 45 0,4-3 89 16,-3-2 106-16,7 3 96 0,-6-4 89 0</inkml:trace>
  <inkml:trace contextRef="#ctx0" brushRef="#br0" timeOffset="3719.15">29562 7737 316 0,'0'4'531'0,"-6"-1"105"15,6 2 59-15,-3-1 35 0,3 2 20 0,0 2 15 0,0-1 13 16,-2 1 8-16,2-2 8 0,-4 1 6 0,4 1 6 0,0-1-60 0,0 1-88 15,0-1-167-15,0 1-202 0,4-2-103 0,-4 0-57 0,2 0-31 0,1 0-21 16,-3-2-16-16,4 0-11 0,-2 1-11 0,2-2-9 0,-1 2-6 0,-1-4-5 16,3 1-2-16,3-1-5 0,-7 0-2 0,5-1-4 0,-3-1-1 0,3 0-2 15,-1-2 0-15,-1-2-2 0,5 2 2 0,-5-3 0 0,1 0 2 0,0 2-1 16,1-4-1-16,-3 2-6 0,-1 0 0 0,2-1 3 0,1 1 3 0,-5-2 5 16,4 2-2-16,-4-1-2 0,0 1 1 0,0 0-2 0,-4 0-2 0,4 0-1 15,-5 0-4-15,1 1-7 0,4-1-5 0,-5 3-7 0,3-1-20 0,-5-1-26 16,1 1-45-16,1 1-56 0,0 0-63 0,-3 1-70 0,3-1-61 0,-1 2-55 15,1-2-63-15,1 1-64 0,3 1-80 0,-7-1-90 0,7-1-39 0,1 3-19 16,-4-3 3-16,4 3 18 0,0-6 37 0,0 2 52 0,4-1 65 0,-3 2 69 16,7-3 62-16,-7 2 59 0,5-1 61 0,3-1 66 0</inkml:trace>
  <inkml:trace contextRef="#ctx0" brushRef="#br0" timeOffset="3908.3">29884 7547 61 0,'9'0'298'0,"-7"2"84"0,7 0 60 0,-6 2 46 0,3-1 62 0,-4 4 62 15,5 1 59-15,-2 1 52 0,-3 0 34 0,5 0 26 0,-1 2 18 0,-1-1 11 16,1 1-70-16,1-1-114 0,0 1-85 0,0-1-74 0,-1 2-45 0,-1 0-41 16,1-2-47-16,1 1-59 0,-5 1-52 0,3-1-46 0,-1-1-32 0,-1 1-23 15,-3 1-14-15,2-2-11 0,-2 1-12 0,-2-2-9 0,-1 1-11 0,3-1-10 16,-4 2-19-16,-1-4-25 0,3 2-26 0,-7 0-29 0,0-1-36 0,0 0-39 16,0 0-98-16,-2-2-124 0,-2 2-121 0,2-2-122 0,-1 0-117 0,-5-2-117 15,-1 2-50-15,0-3-26 0,2 0 0 0,-6 0 6 0,2-1 16 0,-3-1 22 16,-1-1 29-16,-1 0 34 0,-4-1 95 0,2-1 123 0,-2 1 120 0,0-4 120 15</inkml:trace>
  <inkml:trace contextRef="#ctx0" brushRef="#br0" timeOffset="4721.31">29200 4996 124 0,'0'-6'401'0,"-2"2"155"0,-1-1 85 0,1 1 55 16,-2 1 36-16,1 3 22 0,-3 0 20 0,3 0 13 0,1 0 14 0,-2 0 11 15,2 0 11-15,-1 0 7 0,-1 1-97 0,2 2-141 0,-1 0-146 0,1 2-151 16,-2-1-78-16,-1 4-52 0,-2 1-28 0,1 2-20 0,1 3-17 0,-4 3-13 16,0 1-12-16,3 1-10 0,-3 2-10 0,0 1-8 0,4 3-5 0,-1-3-5 15,3 2-4-15,-3-1-4 0,6-1-5 0,0-1-5 0,0-1-8 0,4-2-13 16,-2 1-14-16,1-2-16 0,3-1-22 0,3-2-25 0,-4-1-73 0,4 1-91 15,0-2-96-15,0-2-95 0,0-1-88 0,2 0-84 0,2-1-95 0,-6-2-99 16,2-2-39-16,4-1-12 0,-2-1 1 0,3-2 10 0,1-2 19 0,-3-1 22 16,-1-1 71-16,4-2 94 0,-1 0 94 0,1-2 94 0,-3 1 88 15,3-2 87-15</inkml:trace>
  <inkml:trace contextRef="#ctx0" brushRef="#br0" timeOffset="5140.7">29471 4999 367 0,'0'-3'480'0,"0"3"54"0,0-3 28 0,0 0 18 0,0 3 16 0,0 0 19 16,0 0 26-16,0 0 31 0,0 0 26 0,0 0 19 0,0 0 5 0,4 2-4 16,0-2-136-16,-3 1-198 0,3 1-93 0,-2-2-49 0,2 1-23 0,-1-1-17 15,-3 2-16-15,2-1-13 0,-2 2-27 0,4-1-29 0,-3-1-23 0,-1 1-22 16,4 1-14-16,-4 0-11 0,4-2-10 0,-4 2-5 0,0 0-8 0,0 2-6 15,-4-2-2-15,0 1-1 0,4 2 0 0,-5 0-3 0,3 2-1 16,-5-1 0-16,1 1-2 0,-3-1-1 0,4 2-1 0,-4-1-1 0,4 1-1 16,-4-2-2-16,7-1 0 0,-6 0 0 0,3 0 0 0,3 0 0 0,-5-3 0 15,7 2 0-15,-2-2 0 0,-1 0 0 0,3 0 0 0,0-2 1 0,3 2 1 16,-1-1 1-16,-2 1 1 0,7 0 2 0,-5 0 2 0,3-2-1 16,3 2 2-16,-6 2 0 0,3-2 0 0,4 0 0 0,-4 0 0 0,4 0 0 15,-1 1 0-15,-1-1 2 0,0 0-1 0,0 2 1 0,-3-2-1 0,1-1 4 16,1 2-1-16,-3-1 4 0,3 0 2 0,-2 0 5 0,-1 1 2 0,-1-1 4 15,-2 0 1-15,0 0 2 0,-2 2 2 0,2-2-1 0,-3 1-1 0,-1 2-1 16,-2 0-4-16,-3 0 1 0,4 2-4 0,-4-1 1 0,0 1-7 0,2 1-5 16,-6-3-7-16,4 1-7 0,0 1-10 0,2-1-13 0,-2 1-14 0,0-4-20 15,0 2-44-15,3-1-52 0,1-2-84 0,-3 0-101 0,7 0-86 0,-3-2-78 16,2 2-92-16,2-3-96 0,0 0-64 0,0 0-52 0,0 0-18 0,2-4-2 16,3 1 10-16,3-2 14 0,-3 2 43 0,1-2 50 0,-1 1 87 15,4-2 101-15,0 2 83 0,-3-1 79 0,3 2 91 0</inkml:trace>
  <inkml:trace contextRef="#ctx0" brushRef="#br0" timeOffset="5328.19">29647 5284 148 0,'0'2'358'0,"4"1"84"0,-4 0 63 0,0 0 51 16,1-2 43-16,-1 3 38 0,4 0 28 0,-4 0 22 0,4-1 14 0,-4 0 9 15,0 0 3-15,0 0-43 0,1 2-62 0,-1-2-113 0,0 0-137 0,0 0-86 16,0-1-64-16,4 2-80 0,-4-1-86 0,0-2-96 0,0-1-106 15,0 5-89-15,2-4-85 0,-2 2-89 0,0-2-93 0,0-1-76 0,0 0-70 0,0 0-30 16,0 0-15-16,0 0-6 0,0 0 2 0,7-1 30 0,-5 0 37 0,3-2 65 16,-1 0 72-16,-1 0 71 0,5 1 71 0,-5-1 81 0</inkml:trace>
  <inkml:trace contextRef="#ctx0" brushRef="#br0" timeOffset="5647.17">29866 5131 349 0,'0'2'474'0,"-4"1"65"0,2 3 41 0,-1-2 29 15,3 0 21-15,-2 3 23 0,2 0 18 0,0-1 14 0,-4 2 13 0,4-1 9 16,-3 1-4-16,3-2-11 0,3 1-132 0,-3 1-189 0,4-2-103 0,-2-1-62 16,-2 2-40-16,5-3-26 0,-1 1-21 0,1-1-18 0,1-1-16 0,-3 0-13 15,6 0-9-15,-3-1-9 0,-1-2-8 0,4 0-4 0,0 0-9 0,-3-2-9 16,3-1-3-16,0 0-1 0,-4 0 1 0,8-3-2 0,-6 2-1 0,0-2-2 15,2 0-2-15,-3 0-1 0,-1 0 1 0,-1-1-1 0,1 2-1 0,-3-1 0 16,-2-1-1-16,0 2 1 0,0 0 0 0,0 1-3 0,-5-2-2 0,5 1-1 16,-2 1-9-16,-5-3-12 0,1 3-36 0,4 0-46 0,-5-1-63 0,2 1-75 15,1-2-62-15,-1 3-58 0,3-3-50 0,-5-1-49 0,5 3-48 0,-2-2-50 16,2 0-72-16,2-1-80 0,0-1-29 0,0-1-5 0,0 0 26 0,2 0 39 16,4-1 63-16,1-1 73 0,-5 1 59 0,7-1 57 0,0-1 52 0,0 2 47 15,2-1 50-15,-2 1 52 0</inkml:trace>
  <inkml:trace contextRef="#ctx0" brushRef="#br0" timeOffset="5825.87">30200 4867 219 0,'4'0'311'0,"1"0"47"0,3 1 29 0,-7 3 41 0,5-1 44 16,1 3 50-16,-1-2 55 0,-1 2 49 0,0 2 50 0,1-1 37 0,1 2 33 15,2 0-38-15,-7 0-68 0,3 1-66 0,3 0-67 0,-3 0-37 0,0 1-24 16,-1 1-31-16,-2-2-42 0,1 2-48 0,-1 0-52 0,-2-1-49 0,0 1-50 16,0-1-37-16,0 2-31 0,0-1-25 0,-2 1-24 0,-1-1-21 0,1 0-24 15,-2 0-31-15,-1 0-35 0,0 2-89 0,-4-2-109 0,3 1-113 0,-7-1-115 16,3 3-126-16,-3-1-132 0,-2 1-61 0,1-2-30 0,3 2-12 15,-3 0-4-15,-4 0 4 0,-1 0 9 0,3 0 21 0,-5 0 28 0,-3 0 84 0,4 0 109 16,-3 0 109-16,-3 2 112 0</inkml:trace>
  <inkml:trace contextRef="#ctx0" brushRef="#br0" timeOffset="6468.63">24391 5967 160 0,'-6'3'445'0,"1"-1"176"0,-4 2 83 0,5 0 41 0,-3-1 23 0,0 5 16 0,1-1 14 0,3-1 16 0,-3 0 8 0,4 2 14 0,-5 1 6 0,7 0 6 0,-5 0-107 16,3 0-160-16,-2 1-167 0,1 1-176 0,3-2-80 0,-2 1-41 15,-2-1-24-15,4 2-18 0,0-3-15 0,0 3-14 0,4 0-16 0,-2-1-15 16,-2 1-16-16,7-1-16 0,-5 1-20 0,3-1-19 0,-1-1-47 0,1 0-59 15,1 0-95-15,1 0-110 0,2-3-105 0,-2 2-104 0,2-2-102 0,-3-2-97 16,3-1-41-16,0-1-16 0,3-2-2 0,-1 0 3 0,0-2 12 0,-2-1 16 16,4 0 45-16,-2-1 59 0,-2-1 96 0,2-1 111 0,1 2 107 0,-3-1 105 15</inkml:trace>
  <inkml:trace contextRef="#ctx0" brushRef="#br0" timeOffset="6657.75">24615 6104 172 0,'0'4'482'0,"0"-3"107"0,0 2 60 0,0-3 34 0,0 0 20 16,4 2 16-16,-4-1 11 0,5 1 7 0,-1-2 1 0,1 0 2 15,1 0 2-15,3 0-39 0,0 0-57 0,-4 0-167 0,8-2-218 0,-4 1-109 16,2-1-62-16,-1 1-48 0,3-2-42 0,-2-1-64 0,-2 3-74 16,4-2-78-16,-6 0-76 0,6 0-71 0,-4 0-70 0,0 0-96 0,-2 1-107 15,0 0-52-15,0-3-31 0,-3 2-13 0,5 0-3 0,-5 0 12 0,1 0 21 16,-3-1 49-16,1 1 62 0,1-2 73 0,-2 2 70 0,-2 3 72 0,4-6 70 15</inkml:trace>
  <inkml:trace contextRef="#ctx0" brushRef="#br0" timeOffset="7033.36">24886 5874 13 0,'0'0'309'0,"0"0"83"0,0 0 60 0,0 0 49 0,4 1 45 0,-4-1 38 0,5 2 36 16,-5-1 30-16,6 0 24 0,-3 1 23 0,-3 1 19 0,6-1-9 15,-3 1-22-15,1 0-102 0,-2-2-140 0,1 2-81 0,-1 0-56 0,2 0-47 16,0 2-45-16,-3-2-38 0,-1 1-35 0,4 2-29 0,-2-1-26 0,-2 2-22 16,0-1-17-16,0 2-16 0,0-1-10 0,0 1-7 0,0 1-7 15,-2-2-1-15,-2 2 0 0,4-2 0 0,-5 3-3 0,5-3-1 0,-4-1-1 16,-1 2 2-16,5-1 0 0,-2-1 0 0,-2 0-1 0,1-2-2 0,1 3 2 16,-2-4 0-16,4 3-1 0,0-3-2 0,0 1-3 0,0-1-1 0,0 0 1 15,0 0 1-15,4 0 1 0,-2 0 1 0,1 0-2 0,1 2 0 0,-2-2 1 16,3 1 4-16,-1-1-2 0,1 0 1 0,1 2 1 0,1-2-1 0,-2 1 2 15,1-1 0-15,-1 3 2 0,3-1 1 0,-3-2 2 0,0 3 1 0,-1-2 2 16,1 1 1-16,-3 1 4 0,2-2 5 0,1 2 3 0,-5 0 5 0,4-1 4 16,-4 1 4-16,0 0 4 0,0 0 2 0,0 0 4 0,-4 0-2 15,2 1-3-15,-1-1 1 0,-1 2-1 0,-1-2-3 0,-1 1-6 0,3 1-6 16,-3-1-12-16,-3 1-18 0,4-2-24 0,1 1-53 0,-3-1-65 0,0 0-86 16,1 0-95-16,1-3-91 0,1 2-87 0,-1-1-107 0,3-1-110 0,-5-2-50 15,7-1-23-15,0 0-6 0,0 0-1 0,0 0 13 0,0 0 18 16,3-4 49-16,1 0 61 0,-2-1 85 0,3 1 94 0,-1-1 88 0,5 1 89 15</inkml:trace>
  <inkml:trace contextRef="#ctx0" brushRef="#br0" timeOffset="7350.51">25105 6220 54 0,'0'0'337'0,"0"0"150"0,0-3 84 0,0 3 49 0,0 0 35 0,0 0 29 0,0 0 26 0,0 0 25 0,0 0 19 0,0 3 15 16,0-3 9-16,0 3 9 0,4-1-79 0,-4 1-114 0,0 0-136 15,0-2-148-15,0 2-80 0,0 0-50 0,0 0-33 0,0 2-30 0,0-2-27 16,0 0-27-16,0-1-26 0,0 2-26 0,0-1-38 0,0-3-38 0,0 3-64 15,0 0-76-15,0-3-74 0,0 3-71 0,0-3-68 0,3 1-64 0,-3-1-71 16,0 0-73-16,0 0-64 0,0 0-59 0,0 0-21 0,0 0 1 16,2-3 20-16,2-1 31 0,-2 1 56 0,1-4 72 0,3 2 73 0,-3 0 69 15,3-1 66-15,-1-1 63 0,2-1 72 0</inkml:trace>
  <inkml:trace contextRef="#ctx0" brushRef="#br0" timeOffset="7673.36">25248 5904 1 0,'-2'0'258'0,"-1"1"101"0,1 1 47 0,2-2 28 0,-4 3 23 0,4 0 21 16,0 0 29-16,-3 1 30 0,3 1 39 0,0-1 40 0,-2 2 31 0,2 0 25 16,-4 0-49-16,4 1-87 0,0 1-91 0,-3 1-92 0,3-1-46 0,0 1-26 15,0-2-24-15,0 2-17 0,0-2-29 0,0 1-32 0,3 0-36 0,-3-1-39 16,4-1-29-16,-2 0-25 0,1-1-16 0,1-1-7 0,-2 1-8 15,3-2-2-15,-1-2-1 0,-1 2-1 0,-1-2 0 0,4 1 2 0,-3-2-1 16,1 0 4-16,-2 0 1 0,3 0 1 0,-1-2 2 0,-4 1 3 0,3-2 3 16,-1 2 7-16,2-2 1 0,-4 0 1 0,3 1 1 0,-3-1 2 0,0-2 0 15,0 3 0-15,0-3-1 0,0 2-2 0,-3-1-1 0,-1-1-3 0,4 1-4 16,-5-1-4-16,5 1-10 0,-4-1-14 0,-1 1-24 0,3 1-32 16,-5-2-45-16,5 0-49 0,-2 1-64 0,-1-2-66 0,-1 3-56 0,3-3-53 15,1 2-52-15,-5-1-56 0,7-1-55 0,-6 0-51 0,6 0-56 0,-3-1-54 16,1-2-10-16,-2 1 15 0,4-1 37 0,0 0 47 0,0-1 59 0,0 1 64 15,0-2 57-15,4-1 50 0,-2 2 54 0,1-2 55 0,1 0 54 0</inkml:trace>
  <inkml:trace contextRef="#ctx0" brushRef="#br0" timeOffset="7917.69">25319 5653 9 0,'5'-1'247'0,"-5"1"75"16,5 0 45-16,-1 0 34 0,0 0 35 0,1 1 33 0,-1 0 45 0,1 3 53 15,1-3 51-15,-3 2 46 0,4 0 35 0,-3 2 27 0,1-2-44 0,5 1-78 16,-5 1-66-16,-1 1-59 0,5-2-36 0,-4 4-27 0,0-1-27 0,1 1-31 15,1 1-39-15,-1 0-48 0,-3 3-46 0,3-2-44 0,-5 2-31 0,3 2-26 16,0-1-22-16,-3 2-22 0,-1 2-16 0,0-1-13 0,0 1-7 16,-1 1-5-16,-3-2-6 0,0 2-6 0,-1 0-9 0,0 0-9 0,-4-1-12 15,3 1-14-15,-3-2-19 0,0-1-18 0,4 0-37 0,-6 2-44 0,-2-4-77 16,4 1-90-16,0-1-82 0,2 1-82 0,-6-2-85 0,4-2-92 0,0 1-75 16,2-2-68-16,-2-2-25 0,0 1-5 0,0-4 7 0,3 2 13 0,1-3 36 15,-2 2 43-15,1-4 76 0,-3 1 91 0,4-1 81 0,3 0 79 16,2-1 87-16,0 0 93 0</inkml:trace>
  <inkml:trace contextRef="#ctx0" brushRef="#br0" timeOffset="8061.52">25333 6121 64 0,'-4'8'372'0,"-1"-2"185"15,0 0 70-15,-4 0 14 0,3-2-31 0,3 2-53 0,-3-3-60 0,4 3-59 16,-5-3-68-16,2 2-66 0,1-2-100 0,2-1-111 0,-1 2-136 0,1-1-146 15,2-3-175-15,-4 3-190 0,4-3-71 0,0 4-16 0,0-4 31 0,-3 4 54 16,3 1 57-16,0-5 63 0,0 0 65 0,0 5 70 0</inkml:trace>
  <inkml:trace contextRef="#ctx0" brushRef="#br0" timeOffset="11668.22">25894 1836 94 0,'0'-3'482'0,"0"0"111"0,0 3 50 0,0-2 21 0,0 2 10 0,0 0 5 15,0-3 3-15,2 2 11 0,-2-2 12 0,3 1 16 0,1 1 13 0,-2-1-15 0,1 0-25 16,3 2-170-16,-1-1-241 0,1 0-105 0,-3-1-45 0,6 2-22 16,-3-1-6-16,3-1-5 0,-4 2-2 0,4-1-13 0,-3 1-9 0,3 0-16 0,-4-2-15 15,4 2-10-15,0-1-11 0,0 1-17 0,-3 0-16 0,3 0-49 0,-4 0-64 16,4-2-78-16,-3 1-85 0,3 1-77 0,-4 0-78 0,4-2-93 16,-4 0-100-16,5 1-62 0,-5-2-47 0,4 0-21 0,-4-1-10 0,4-1 5 0,-3-1 12 15,-3 2 44-15,3-2 59 0,1-2 77 0,-5 1 84 0,3 1 78 0,-1 1 76 16,0-1 93-16</inkml:trace>
  <inkml:trace contextRef="#ctx0" brushRef="#br0" timeOffset="11987.58">26219 1588 150 0,'0'0'336'16,"0"0"56"-16,0 0 29 0,0 0 17 0,0 0 7 0,0 0 11 0,0 0 8 15,0 0 16-15,4 3 20 0,-4-3 23 0,0 3 27 0,0-1-26 0,0 2-46 16,-4-1-91-16,4 2-107 0,0-2-53 0,0 3-25 0,-1-3-14 0,1 3-8 15,-4-2-11-15,4 2-8 0,0 0-16 0,0 0-19 0,0-1-23 0,0 1-28 16,0-1-21-16,0 0-18 0,4 1-15 0,-3 0-12 0,-1-1-6 0,4 1-2 16,0 0 1-16,-3-1-4 0,-1 2 1 0,6-1-1 0,-3-1 4 0,1 2 2 15,1-1 10-15,-3-1 10 0,2 3 3 0,1-2 0 0,-1 0 6 0,0 0 13 16,-3 0 9-16,5 0 11 0,-3 0 13 0,1 0 11 0,-2 1 12 0,1 0 9 16,-1-1 7-16,2-1 3 0,0 2-1 0,-3 0-8 0,-1-1 5 0,4 0 7 15,-4 0-2-15,2 0-4 0,-2 2-9 0,0-4-5 0,0 3-9 0,0 0-11 16,0 0-7-16,-2-1-8 0,-2 2-9 0,3-2-6 0,-3 0-6 0,0 1-5 15,-1-1-4-15,3 2-9 0,-5-4-3 0,5 4-5 0,-3-2-10 0,-3 0-13 16,7-2-23-16,-7 0-27 0,6 0-54 0,-1-1-60 0,-3 0-73 0,3-2-77 16,3 1-66-16,-6-1-60 0,6-1-66 0,0 0-69 0,0 0-79 0,0 0-85 15,0-3-33-15,-1 0-7 0,1-3 12 0,1 0 23 0,-1 2 46 0,6-4 60 16,-3 1 72-16,1-2 78 0,1 1 66 0,1 1 57 0,-1-2 67 0,4 1 69 16</inkml:trace>
  <inkml:trace contextRef="#ctx0" brushRef="#br0" timeOffset="12220.46">26357 1828 4 0,'0'0'260'16,"0"0"57"-16,0 0 29 0,3-1 17 0,-3 1 15 0,2-2 17 0,2 2 17 16,-1 0 24-16,-1 0 27 0,2 0 30 0,-2 0 34 0,5 0 9 0,-5 0-5 15,3 0-65-15,2 0-88 0,-1 0-38 0,-1 0-13 0,1 0-7 0,1 0-3 16,0 0-10-16,0 0-11 0,1 0-20 0,-1 0-23 0,2-1-30 0,-2 1-34 16,0 0-32-16,1 0-30 0,1-2-21 0,0 2-19 0,-4-1-18 0,4 1-15 15,-3 0-18-15,3-2-18 0,-4 1-30 0,2 1-36 0,-5-2-46 0,5 0-54 16,-5 2-52-16,4 0-51 0,-6-1-41 0,3 1-35 0,-3 0-46 0,0 0-50 15,4 0-47-15,-4 0-44 0,0 0-60 0,0 0-66 0,0 0-15 0,0 0 9 16,-4-6 35-16,4 3 47 0,-3-1 48 0,3 0 52 0,0 0 38 0,-2 0 39 16,-2-1 39-16,4 0 45 0,0 5 44 0,-2-4 51 0</inkml:trace>
  <inkml:trace contextRef="#ctx0" brushRef="#br0" timeOffset="12374.94">26534 1690 81 0,'0'-4'290'0,"0"-1"56"0,-2 2 29 0,2 0 18 0,0 3 10 0,0 0 9 15,0-1 11-15,0 1 11 0,0 0 14 0,0 0 21 0,0 0 26 0,0 0-2 16,0 0-15-16,2 3-48 0,-2 1-65 0,0-1-23 0,0 2-1 0,-2 1 0 15,2 1 2-15,0 1-2 0,-3 2-3 0,3 1-8 0,0 1-11 16,-2 0-20-16,-2 1-26 0,4 1-35 0,0 0-42 0,-3 0-46 0,3 1-53 0,-2-1-55 0,2-1-57 16,-4 2-69-16,4-3-74 0,0 0-67 0,0 0-69 0,0-1-57 15,0-1-56-15,0-1-62 0,0-1-68 0,4-1-77 0,-2-2-84 0,-2 1-32 16,3-3-12-16,1 1 16 0,-2-2 27 0,3 1 52 0,-5-3 60 0,7 0 58 16,-1 0 62-16,-1-2 56 0,1 1 51 0,3 1 64 0,-4-2 66 0</inkml:trace>
  <inkml:trace contextRef="#ctx0" brushRef="#br0" timeOffset="12653.75">26843 1726 57 0,'0'-5'506'0,"-1"3"133"0,1-1 69 15,-4 0 33-15,4 3 19 0,0 0 8 0,4-3 6 0,-4 3 7 0,0 0 10 16,0 0 7-16,0 0 10 0,0 0-12 0,0 0-18 0,0 0-189 0,0 0-269 15,0 0-129-15,0 0-64 0,0 4-33 0,-4 1-16 0,4-1-9 0,0 2-4 16,0 0-10-16,0 5-10 0,0-2-7 0,0 1-10 0,-2 2-8 0,2 0-11 16,0 2-14-16,0-3-16 0,0 3-19 0,0 0-20 0,-3-3-47 0,3 2-55 15,0-1-71-15,0-2-76 0,-4 1-66 0,4-2-62 0,0 0-58 0,0-2-59 16,0 1-68-16,0-1-78 0,0-1-45 0,-2-1-29 0,2-5-3 0,0 6 11 16,-4-3 40-16,4 1 52 0,0-4 71 0,-1 3 76 0,-7 0 68 0,7-1 59 15,-7-1 60-15,7 1 58 0,-5-1 75 0</inkml:trace>
  <inkml:trace contextRef="#ctx0" brushRef="#br0" timeOffset="12967.85">25972 2080 147 0,'-15'5'523'0,"1"-1"118"0,5 1 58 16,0-3 26-16,-2 0 11 0,5 1 8 0,3-1 1 0,-3 1 4 0,3-3-2 15,1 1 4-15,2-1 2 0,0 0-26 0,0 0-40 0,0 0-181 0,2 0-245 16,5 2-110-16,-2-2-49 0,4 1-20 0,2-1-10 0,4 0-4 16,3 2-4-16,2-2 2 0,3 0-1 0,4 0-1 0,2 0 0 0,0-2-4 0,2 1-3 15,5-2-7-15,-2 0-10 0,3 0-5 0,1-1-7 0,-4 0-4 0,0 0-4 16,2 1-1-16,-1-4-2 0,-1 3-1 0,-1 1 1 0,-1-1-2 0,-1-1-3 16,2 0-2-16,-4 1-2 0,0 1-2 0,-2-1-2 0,-2-1-2 0,-2 2-5 15,1-1-6-15,0-1-5 0,-5 1-14 0,-1-1-14 0,-3 2-29 0,-1-1-32 16,1 1-64-16,-2-2-80 0,-4 2-72 0,-2 0-67 0,0 0-75 0,-2 2-77 15,-5 1-96-15,0 0-102 0,0 0-43 0,0 0-18 0,0 0 4 0,-3-2 10 16,-6 1 25-16,3 2 31 0,-3 2 65 0,2-1 80 0,-7 1 71 0,1 1 69 16,-1 1 73-16,3 2 78 0</inkml:trace>
  <inkml:trace contextRef="#ctx0" brushRef="#br0" timeOffset="13267.36">26453 2175 54 0,'7'-4'284'0,"-5"3"68"16,1 0 42-16,-1-1 30 0,2 2 26 0,1 2 28 0,1-1 27 0,-3-1 29 16,3 1 24-16,1-1 18 0,0 2 22 0,0 0 21 0,-1-1-64 0,-1 1-105 15,1-2-70-15,-1 3-57 0,2-2-34 0,-1 1-24 0,-3 1-23 0,-1-1-25 16,2 0-26-16,-2 1-23 0,1 0-21 0,-3 0-13 0,0 2-17 0,0-1-18 16,0 1-15-16,0-1-11 0,0 2-15 0,0-2-10 0,-3 3-4 0,1-3-4 15,-2 2-1-15,2 0-2 0,2 0-4 0,-7 0-1 0,5-1-4 0,-1 1-4 16,-1-2-4-16,2 0-4 0,-1 1-4 0,3-2-1 0,0-1-5 0,-2 1-2 15,2-3-1-15,0 0-1 0,0 0-2 0,0 0-2 0,0 3 1 0,0-3-2 16,2 1 0-16,1-1-2 0,-1 2-11 0,2-2-14 0,1 0-38 0,2 0-48 16,-1-2-63-16,-1 1-71 0,4-1-68 0,2-2-67 0,-2 1-77 0,4-2-84 15,-2-1-72-15,0-3-62 0,5 0-27 0,-5 0-10 0,-1 0 4 0,5-1 11 16,-2 1 36-16,-3 0 49 0,3-3 65 0,-2 3 72 0,2-2 69 0,-2 4 66 16,1-1 80-16</inkml:trace>
  <inkml:trace contextRef="#ctx0" brushRef="#br0" timeOffset="13491.96">27107 1941 93 0,'-3'-2'390'0,"3"2"175"0,0 0 78 0,0 0 35 16,0 0 16-16,0 0 8 0,0 0 3 0,0 0 5 0,0 0 1 0,0 0 5 0,0 2 3 15,0-2 4-15,3 1-92 0,-3-1-136 0,2 0-159 0,2 0-173 0,-2 0-79 16,1 0-34-16,1 0-17 0,-2 0-6 0,3 0-19 0,-1-1-22 0,-1 1-46 15,3-2-58-15,-4 2-67 0,1 0-68 0,3-1-57 0,-3-1-48 0,1 2-50 16,-4 0-53-16,2 0-53 0,-2 0-54 0,0 0-56 0,0 0-57 0,0 0-12 0,-2 5 7 16,-5-2 39-16,5-1 51 0,-2 3 60 0,-1 0 67 0,-1-2 54 15,-1 1 49-15,2 2 49 0,3 0 52 0,-5 0 53 0</inkml:trace>
  <inkml:trace contextRef="#ctx0" brushRef="#br0" timeOffset="13625.96">27033 2052 25 0,'-5'4'268'0,"1"1"81"15,2-2 36-15,-1 0 22 0,3-2 12 0,0 2 9 0,3 0 17 0,-1-3 18 16,-2 3 19-16,4-3 22 0,-1 1 20 0,-1-1 18 0,4 0-64 0,-3 2-102 15,3-2-87-15,-3 2-79 0,3-2-40 0,-1 0-17 0,2 0-20 0,-1 0-21 16,-1-2-48-16,1 0-61 0,3 1-72 0,0 0-80 0,-4-2-99 0,4 1-105 16,2-1-81-16,-7-1-66 0,5-3-34 0,-4 3-14 0,4 0-5 0,-3-2-4 15,3 1 6-15,-4-1 9 0,4 2 34 0,-3-1 42 0,1 1 54 0,0 1 58 16,0 0 80-16</inkml:trace>
  <inkml:trace contextRef="#ctx0" brushRef="#br0" timeOffset="15858.54">26491 2514 202 0,'0'0'334'0,"0"-3"38"0,0 1 18 0,0 2 7 0,0-2 6 16,3 1 5-16,-3 1 13 0,4-1 15 0,-4 1 25 0,2-2 28 15,3 2 18-15,-1 0 14 0,-1-1-71 0,3 1-109 0,-1 0-44 0,1 0-11 16,-1 0 1-16,2 0 6 0,2 0 7 0,-3 0 9 0,3 1 3 0,-2-1 1 16,2 2-14-16,-3-1-16 0,3 2-23 0,0 0-20 0,3 0-23 0,-4 0-22 15,1 3-20-15,3-1-22 0,-3 1-14 0,2 1-12 0,-2-1-10 0,2 2-10 16,-2-1-12-16,0 2-12 0,0-1-11 0,-3 1-11 0,6-2-7 0,-6 1-6 16,3 1-6-16,-4-2-6 0,1 1-4 0,-1-2-4 0,-1-1-2 0,1 3-5 15,0-2-2-15,-1 0-4 0,0-1-1 0,-3-1-1 0,3 1-2 0,-2-1-1 16,2 1-2-16,-4-2-2 0,3 1-2 0,-1-1-1 0,-2 1-6 0,0 0-6 15,4-1-10-15,-3-2-11 0,-1 2-18 0,0-3-18 0,0 3-41 0,0-3-44 16,0 2-63-16,0-2-68 0,0 0-61 0,0 0-59 0,0 0-54 0,0 0-50 16,0 0-52-16,0 0-55 0,0 0-63 0,0 0-67 0,-1-3-21 0,-3 0 2 15,2 0 32-15,-1-2 44 0,3 1 57 0,-4-1 68 0,2-1 62 0,-2 0 60 16,3 0 55-16,1 2 52 0,-4-4 55 0,0 1 61 0</inkml:trace>
  <inkml:trace contextRef="#ctx0" brushRef="#br0" timeOffset="16063.1">26813 2496 255 0,'0'-3'412'0,"1"-1"77"0,-1 4 47 0,0 0 44 0,0 0 41 16,0 0 44-16,0 0 47 0,0 2 34 0,0-2 29 0,0 3 22 0,0 2 16 16,-1-2-50-16,-3 1-84 0,0 2-118 0,3-1-134 0,-3 2-74 15,-1 1-46-15,-5 2-43 0,9-1-39 0,-8 3-48 0,0-1-48 0,0 1-41 16,0-2-37-16,3 4-37 0,-3-4-38 0,4 2-53 0,-4-1-56 0,5-2-82 16,-1 0-93-16,-1-2-73 0,2 0-62 0,3 0-60 0,-3-1-55 0,4-2-63 15,4-1-69-15,-4-3-50 0,0 0-43 0,0 0-7 0,1 0 8 0,7 0 37 16,-3-1 49-16,1-1 76 0,-1-2 88 0,2-1 72 0,-1 1 61 0,3-1 59 15,-4-1 57-15,4 0 64 0</inkml:trace>
  <inkml:trace contextRef="#ctx0" brushRef="#br0" timeOffset="16220.38">26880 2563 162 0,'1'0'296'0,"3"0"49"0,-4 0 24 0,4 0 26 0,-3 1 24 16,3-1 32-16,-2 4 32 0,1-3 38 0,-3 1 42 0,4-1 38 0,-2 1 35 15,-2-1-25-15,3 2-53 0,-1-1-71 0,-2-1-77 0,4-1-41 0,-4 1-23 16,4 1-25-16,-3 0-26 0,-1-1-29 0,4 1-35 0,0-2-52 0,-4 3-59 15,1-2-73-15,3 1-80 0,-4-1-84 0,2 1-87 0,-2-1-62 0,0 2-57 16,3-1-54-16,-3-1-52 0,4 1-57 0,-2 1-57 0,-2-3-61 0,0 0-58 16,-2 4-18-16,2-4 6 0,-4 5 32 0,1-1 43 0,3 2 54 0,-2-1 63 15,-2-1 51-15,3 2 45 0,-3-1 51 0,0-1 49 0,3 2 56 0</inkml:trace>
  <inkml:trace contextRef="#ctx0" brushRef="#br0" timeOffset="16362.14">26874 2712 196 0,'-4'1'344'0,"4"-1"34"0,-3 1 15 0,3-1 8 16,0 0 6-16,0 0 3 0,3 4 3 0,1-4 4 0,-4 1 0 0,2 1 4 15,2-2-9-15,-3 0-10 0,3 0-108 0,1 0-155 0,-1-2-79 0,-2 2-45 16,5-1-40-16,0-1-39 0,-3-1-50 0,5 0-59 0,-4 0-80 0,1 0-90 16,1-1-41-16,-2-1-21 0,1 1-9 0,3-1-3 0,-4-1-1 0,1 1 3 15,1 0 9-15,0-1 14 0,-3 1 25 0,1-1 29 0,1 3 48 16,3-1 53-16</inkml:trace>
  <inkml:trace contextRef="#ctx0" brushRef="#br0" timeOffset="16562.64">27028 2621 31 0,'-4'2'277'0,"2"-2"90"0,2 0 45 0,0 0 30 0,0 0 29 0,0 0 29 0,2 5 38 15,-2-4 38-15,4 1 40 0,-4-1 40 0,5-1 26 0,1 2 19 0,-3-2-64 16,3 0-102-16,1 0-92 0,-2 0-85 0,4 0-46 0,-3-2-27 0,-1 2-28 16,4-1-33-16,-3-1-38 0,3 1-39 0,-4-1-57 0,4-1-62 0,-3 0-68 15,3 2-73-15,-4-4-66 0,1 4-62 0,3-2-53 0,-2-2-47 0,-5 2-49 16,3 0-53-16,-1 0-58 0,1 0-60 0,-1 0-59 0,-4 3-54 15,2-4-9-15,-2 4 8 0,0-5 39 0,0 5 49 0,0 0 54 0,0-4 55 0,0 4 49 16,0 0 45-16,0-5 51 0,0 5 49 0,0 0 59 0</inkml:trace>
  <inkml:trace contextRef="#ctx0" brushRef="#br0" timeOffset="16930.43">27348 2379 99 0,'0'-3'340'0,"0"-2"78"0,0 4 48 0,0 1 32 0,0 0 23 15,0 0 24-15,0-2 32 0,0 2 38 0,0 0 44 0,0 0 36 0,0 0 35 16,0 0-14-16,0 0-32 0,0 0-101 0,0 0-133 0,0 0-68 0,4 2-43 16,-4-2-21-16,0 0-14 0,0 1-18 0,0 1-20 0,3 1-35 0,-1-2-36 15,-2 1-32-15,0 2-23 0,4 1-16 0,-3-1-11 0,-1 4-4 0,4-2 2 16,-4 2 3-16,4 3 2 0,-4 0-4 0,2 2-1 0,-2 1-3 0,0-1-3 15,3 2-1-15,-3 1-1 0,0 1-5 0,0 1-3 0,0-1-5 0,2 1-6 16,-2 0-9-16,0 0-6 0,0-2-3 0,0 2-2 0,0-1-4 0,0-1-3 16,0 0-6-16,0 1-4 0,4-2-5 0,-4 0-5 0,0 0-5 0,0-2-5 15,0 0-4-15,0-1-2 0,0-2-5 0,0-1-5 0,0 0-16 0,0-1-17 16,0-1-24-16,0-1-24 0,0-1-24 0,0 1-24 0,-4-2-22 0,4-1-21 16,0 0-42-16,0 0-54 0,0 0-100 0,0-3-121 0,-2 2-110 0,2-2-107 15,0 0-93-15,0 0-89 0,0 0-27 0,0 0 1 0,0 0 12 0,0 0 20 16,-3-3 18-16,3 3 20 0,0-7 45 0,0 3 57 0,3-2 99 0,-1-2 122 15,2 3 111-15,1 0 110 0</inkml:trace>
  <inkml:trace contextRef="#ctx0" brushRef="#br0" timeOffset="17077.45">27547 2785 43 0,'-4'3'361'0,"-1"-2"195"0,3 3 85 0,-7-1 34 0,5-2-3 0,3 2-21 16,-7 2-43-16,3-4-55 0,1 2-55 0,-1-1-58 0,0-1-57 0,-1 1-57 15,1-2-153-15,-3 3-195 0,7-3-237 0,-7 1-250 0,3-1-111 0,0 2-45 16,1-1-2-16,-2 1 18 0,5-1 42 0,-3 0 53 0,4-1 57 16,0 0 56-16,-5 2 59 0,5-2 56 0,0 0 76 0</inkml:trace>
  <inkml:trace contextRef="#ctx0" brushRef="#br0" timeOffset="19156.89">14177 2413 55 0,'-4'5'354'0,"2"-1"169"0,-1 1 82 0,1-1 42 0,2-1 22 0,2 2 12 16,-2-2 13-16,0-2 16 0,0-1 13 0,0 0 17 0,0 0 10 0,0 0 9 16,0 0-76-16,0 0-116 0,0 0-151 0,0 0-170 0,0 0-81 0,3 0-38 15,-3 0-21-15,2-1-13 0,2-1-12 0,-1 1-14 0,-1-1-13 0,2-1-15 16,1 0-12-16,-1 0-9 0,1-1-4 0,1-1-4 0,-1-1-2 0,2 2 2 16,-1-2-1-16,-1-2-3 0,1 2 0 0,1 0 0 0,-5 0 0 0,3 0 0 15,-1 2-1-15,-1-1-1 0,-1 2 1 0,2 0-1 0,-4 0 1 0,0 3-1 16,0 0-4-16,0 0-4 0,0 0-1 0,0 0 2 0,0 0 2 0,0 0 2 15,0 0 2-15,0 3-1 0,0 2-1 0,0-2 2 0,-4 1 0 0,4 2-1 16,-2 0-1-16,2 2 1 0,-3-1 1 0,3 1 3 0,-4-1 0 0,4 1-3 16,0-1-3-16,0-2-5 0,0 1-1 0,0-2-4 0,0-1-4 0,4 0-5 15,-4 0-4-15,5-1-5 0,-1-1-2 0,-2-1-2 0,1 0-4 0,3 0-3 16,1-1-8-16,-2-1-7 0,1-1-8 0,3-1-5 0,-4-1-4 16,4 2-1-16,2-3-2 0,-4-1 2 0,1-1 1 0,1 1 4 0,0-3 1 0,0 2 3 15,0-3 5-15,0 2 4 0,-2 0 7 0,0 0 6 0,-1 2 9 0,-1-1 8 16,1 2 6-16,-3 0 6 0,-3 2 8 0,6-1 4 0,-6 4 6 15,3-2 7-15,-3 3 10 0,0 0 8 0,0 0 11 0,0 0 9 0,0 0 7 16,0 0 7-16,0 0 5 0,0 0 6 0,0 0-1 0,0 0-1 0,0 0-4 16,0 0-1-16,0 0-6 0,0 0-3 0,0 0-6 0,0 3-6 0,0 0-6 15,0 1-5-15,0 4-4 0,0-1-3 0,0 2-6 0,2 2-2 16,-2 1 1-16,0 0 5 0,0 3 4 0,0 0 4 0,4 1 1 0,-4-1 4 16,0 2-1-16,0-4 4 0,0 2 1 0,0 0 1 0,0 0-1 0,0-1 1 0,0-1 4 15,-4 1 1-15,4-2 3 0,-2 0-2 0,-1 0 2 0,3-2 2 16,-6 1-1-16,6-3 2 0,-3 3-1 0,-3-4-1 0,1 3-2 0,1-3-2 15,-1-1-2-15,1 0-1 0,-1 1-3 0,-1 0-4 0,1-1-4 0,-4-2-1 16,3 2-4-16,-3-1-5 0,6-1-3 0,-6-1 0 0,3 1-8 0,1 0-10 16,-1-1-10-16,1-3-13 0,-2 3-11 0,1-3-13 0,3 0-19 0,1 0-24 15,-4-3-60-15,3 3-78 0,-1-3-88 0,4-1-96 0,-5 0-84 0,5 1-84 16,0-1-74-16,0-4-75 0,0 1-51 0,3-4-40 0,-1 1-11 0,2-1-1 16,1-1 13-16,1 0 22 0,-3 0 57 0,6 0 77 0,-3 2 88 0,3-1 98 15,-4 2 83-15,4 3 77 0,0 0 80 0</inkml:trace>
  <inkml:trace contextRef="#ctx0" brushRef="#br0" timeOffset="19336.48">14490 2538 141 0,'2'-3'284'0,"1"3"48"0,-1-2 27 0,2 2 22 0,-1 0 17 0,3 2 25 0,-3-2 27 16,-1 0 35-16,3 0 36 0,-1 0 45 0,0 0 45 0,-2 0-14 0,3 0-39 16,-1 0-66-16,1 0-73 0,-1 0-41 0,-1-2-25 0,3 2-19 0,-5 0-20 15,3-1-23-15,2 1-26 0,-1 0-43 0,-1 0-52 0,1-2-84 0,-1 2-97 16,-3-1-100-16,3 1-101 0,1 0-81 0,-1 0-69 0,0 0-71 0,-4 0-72 15,0 0-74-15,0 0-73 0,0 0-34 0,0 0-17 0,0 0 2 0,0 0 12 16,0 0 37-16,-4 3 51 0,4 3 65 0,-4-3 73 0,4 1 63 0,-1 2 59 16,-3 0 64-16,0 0 72 0</inkml:trace>
  <inkml:trace contextRef="#ctx0" brushRef="#br0" timeOffset="19470.48">14558 2637 145 0,'0'0'297'0,"-1"1"43"0,1-1 22 0,0 0 13 15,1 5 10-15,-1-4 11 0,4 1 12 0,0-1 11 0,-2-1 15 0,-2 0 9 16,3 2 8-16,-1-2-46 0,2 0-67 0,1 0-89 0,-1-2-96 0,1 2-63 15,0-1-43-15,-1 1-53 0,5-2-55 0,-3 1-87 0,4-3-103 0,-1 3-76 16,0-3-65-16,4 1-32 0,-6 0-18 0,6-2-9 0,-2 3-2 16,-2 0-1-16,0-1 3 0,2 1 18 0,1 1 25 0,-2 1 39 0,0 1 45 15,-1 1 77-15</inkml:trace>
  <inkml:trace contextRef="#ctx0" brushRef="#br0" timeOffset="19814.36">15005 2526 222 0,'-3'0'514'0,"1"0"111"0,-2 0 56 0,4 0 27 15,0 0 13-15,-2 0 14 0,2 0 7 0,-3 1 8 0,3-1 10 0,0 0 4 16,0 0 7-16,0 0-42 0,0 0-65 0,0 0-173 0,0 0-221 16,0 0-107-16,0 0-52 0,0 0-24 0,0 0-15 0,5 0-9 0,-1 0-6 15,-2 0-8-15,1 0-8 0,3 0-8 0,-3 0-5 0,3 0-4 0,-1 0-3 0,2 0-3 16,1 0-6-16,-5-1-8 0,3 1-7 0,3-2-16 0,-4 2-24 16,-1 0-50-16,1-1-63 0,1-1-76 0,1 1-83 0,-5-1-74 0,3 1-71 15,2 1-88-15,-1-2-98 0,-3-1-61 0,3 0-48 0,-1 0-21 0,-1-1-4 16,-2 1 11-16,3-3 17 0,-1 2 49 0,-1 0 61 0,-1 0 76 0,-2-1 82 15,4 2 74-15,-4 3 71 0,1-4 89 0</inkml:trace>
  <inkml:trace contextRef="#ctx0" brushRef="#br0" timeOffset="20108.57">15220 2341 207 0,'0'-2'409'0,"0"2"73"0,0-2 33 0,0 0 35 0,4 2 29 16,0 0 44-16,1 0 43 0,-3 2 35 0,2-2 29 0,5 1 16 0,-4 0 16 16,0-1-42-16,4 2-62 0,1 1-120 0,-1-1-147 0,0-1-62 0,1 2-28 15,0 0-27-15,0 0-28 0,-1 0-36 0,0 2-42 0,4-2-31 0,-2 1-26 16,-2 1-15-16,2 1-12 0,2 0-9 0,-3-2-10 0,-1 4-10 0,0-2-4 16,2 0-6-16,-2 1-6 0,0-1-3 0,0 1-3 0,-3 1-3 0,-1 0-3 15,4-2 3-15,-3 3 2 0,-3-2-2 0,1 2-8 0,1-1-2 0,-3 1-4 16,2 0-1-16,-4 0-1 0,0 0-2 0,3 0-2 0,-3 0-5 0,2 0-5 15,-2-2-9-15,0 2-11 0,0-1-16 0,-2-2-19 0,2 0-28 0,0 0-29 16,-3-2-65-16,3 1-80 0,0-2-75 0,0 0-74 0,0 0-63 0,-4 0-57 16,4-2-65-16,0 1-63 0,0-2-65 0,0 0-66 0,0 0-19 0,-5 0-2 15,5 0 21-15,-6-2 32 0,3 1 64 0,-3-2 80 0,6-2 74 0,-5 1 75 16,5-2 63-16,0 0 59 0,0-1 66 0,4 0 69 0</inkml:trace>
  <inkml:trace contextRef="#ctx0" brushRef="#br0" timeOffset="20292.97">15524 2427 94 0,'4'-6'385'0,"-2"3"166"0,-2-2 90 15,0 2 60-15,0 3 35 0,0 0 29 0,0 0 21 0,0 0 16 0,0 0 12 16,0 0 12-16,-2 0 12 0,-2 2 8 0,-1 0-85 0,1 3-129 0,-1 0-151 16,-1 1-157-16,-3 1-90 0,4 2-57 0,-4-1-36 0,0 2-30 0,0 1-26 15,0-2-22-15,2 1-25 0,-2-1-26 0,-1 0-41 0,1 0-46 0,6-1-97 16,-3-2-121-16,1 1-104 0,1-3-100 0,4 1-116 0,-1 0-122 0,1-5-67 16,0 0-38-16,0 0-16 0,0 0-1 0,0 0 8 0,1-5 11 15,-1 0 28-15,4-2 37 0,1 0 89 0,-1-2 113 0,-2 0 100 0,1 0 96 16,3-2 114-16</inkml:trace>
  <inkml:trace contextRef="#ctx0" brushRef="#br0" timeOffset="20565.71">15568 2209 82 0,'3'-3'355'0,"-3"3"141"0,0-1 76 0,0 1 50 0,0-2 32 0,0 2 23 0,0 0 23 15,0 0 19-15,0 0 14 0,0 0 13 0,0 0 12 0,0 0 5 16,0 0-81-16,0 0-127 0,0 0-135 0,0 0-134 0,4 3-76 0,-4-3-45 15,0 3-33-15,-4 0-26 0,4 2-19 0,-3-2-20 0,3 3-14 0,-2 0-14 16,-5 1-11-16,5 0-8 0,-2 1-8 0,-1-2-5 0,1 2-1 0,-1-1-3 16,3-1-1-16,-2 2-4 0,1-4-1 0,-3 2 2 0,6-1-1 0,-5-2-1 15,1 1 2-15,4-1-1 0,-2 0 1 0,-1-1-1 0,3-2-2 0,0 1-1 16,0-1-1-16,0 0-1 0,0 0-1 0,0 0 2 0,0 0-1 0,0 0-2 16,0 0 1-16,0 0 1 0,3 1-1 0,-1-1-2 0,2 0-2 0,-2 0-5 15,1 0-14-15,3 0-20 0,-3 0-49 0,3 0-56 0,-3 0-67 0,3-1-72 16,-1 1-60-16,1 0-55 0,1-1-72 0,-2 1-78 0,-1-2-75 0,1 1-77 15,-3-1-29-15,5 1-14 0,-5-1 11 0,4 1 18 0,-6 1 45 0,7-2 61 16,-2 1 66-16,-5 1 73 0,6 0 61 0,-1 1 57 0,2 2 72 0,-1 0 78 16</inkml:trace>
  <inkml:trace contextRef="#ctx0" brushRef="#br0" timeOffset="20801.28">15720 2451 67 0,'-2'3'538'16,"-2"0"135"-16,4-2 61 0,0-1 26 0,0 2 12 0,0-2 6 0,0 0 4 16,0 3 2-16,0-3 4 0,0 0 1 0,0 1 4 0,4 1-13 0,-4-2-20 15,2 1-209-15,1-1-290 0,-1 0-132 0,2 2-60 0,-1-2-35 0,3 1-23 16,-4-1-43-16,1 1-52 0,3 1-85 0,-1-2-104 0,-1 2-97 0,1-2-94 16,2 1-112-16,-7-1-123 0,6 2-53 0,-6-2-28 0,5 0-11 0,-5 0-9 15,6 0 7-15,-6 0 12 0,0 0 34 0,0 0 48 0,5 0 85 16,-5 0 100-16,4 1 96 0,1 1 90 0</inkml:trace>
  <inkml:trace contextRef="#ctx0" brushRef="#br0" timeOffset="21369.76">16134 2359 40 0,'0'-3'279'0,"5"3"78"0,-5 0 50 0,4 0 33 0,0 1 31 0,-3 1 28 0,3 0 29 0,-2-1 25 0,1 1 34 0,-3-1 33 0,6 1 37 0,-6-2 34 16,3 1-53-16,-1 1-91 0,2-1-76 0,-4-1-68 0,0 0-41 0,3 3-30 15,-1-1-27-15,-2-1-25 0,0 2-24 0,4 0-24 0,-4-1-28 0,0 1-32 16,0 1-30-16,0 0-40 0,0 1-25 0,0 1-22 0,0 0-13 15,-4 2-10-15,4-1-4 0,-2 1-4 0,-1-1-4 0,-1 2-4 0,-1-1-2 16,3 1-1-16,-2-2-1 0,1-1-8 0,-3 1 1 0,5 0 1 0,-3-3 3 0,0 1 3 16,4-1 1-16,-5 1 2 0,5-2 5 0,-6-2 2 0,6 2 4 15,-3 0 2-15,1 0 4 0,2-1 1 0,-4-1 1 0,4-1 2 16,0 2 2-16,0-2 1 0,0 0 0 0,0 0-2 0,0 0-1 0,0 0-4 0,0 0-4 16,0 0-4-16,0 0-4 0,0 0-5 0,0 0-2 0,0-2-1 0,6 2-4 15,-6-1-5-15,3 1-2 0,3-3 2 0,-1 1-1 0,-1 1-1 16,1-2 1-16,1 0 2 0,3 0 1 0,0-2 1 0,-4 2-2 0,4-3-1 15,0 2-4-15,0-3-4 0,-3 3-4 0,3-2-4 0,0 0-17 0,-4 0-23 16,4 0-41-16,-3 2-52 0,3-2-77 0,-4 0-92 0,1 1-73 0,1 1-64 16,-5-1-69-16,3 1-69 0,-1 1-78 0,1-2-83 0,-5 2-37 0,4-1-18 15,-2-1 7-15,-2 5 12 0,0-4 40 0,0 4 49 0,0-7 77 0,0 7 91 16,0-4 71-16,0 4 66 0,0 0 70 0,0 0 70 0</inkml:trace>
  <inkml:trace contextRef="#ctx0" brushRef="#br0" timeOffset="21582.62">16362 2284 10 0,'5'-3'249'0,"-5"3"74"0,6-1 49 0,-3 1 32 16,1 0 36-16,1 1 41 0,-3 0 48 0,5 1 49 0,-5 0 48 0,4-1 49 15,1 2 33-15,-2-1 29 0,1 2-53 0,-1-1-87 0,2 2-69 0,-1-2-66 16,-1 3-38-16,1 0-31 0,1-2-34 0,-2 2-38 0,-3 0-46 0,5 0-51 16,-1 2-46-16,-1-1-51 0,1-1-31 0,-3 2-27 0,3-1-17 0,-3-1-14 15,-1 0-14-15,2 1-12 0,1 1-17 0,-1-2-19 0,-2 2-40 0,1-2-50 16,-3-2-69-16,0 2-80 0,4-1-68 0,-2-1-62 0,-2 1-65 0,0-2-62 15,0 0-88-15,0 0-96 0,0-3-50 0,0 0-24 0,0 0-2 0,0 0 10 16,0 0 35-16,0 0 47 0,0 0 69 0,0-3 79 0,0 3 69 0,-2-5 63 16,2 5 62-16,0-6 63 0</inkml:trace>
  <inkml:trace contextRef="#ctx0" brushRef="#br0" timeOffset="21765.88">16557 2299 138 0,'0'-1'359'0,"-3"-1"79"0,3 2 52 0,-2 0 51 16,-2 3 53-16,4 0 54 0,-5 0 56 0,1 2 38 0,2-1 31 0,-5 2 17 0,2 2 17 15,-1-1-34-15,1 1-56 0,-4 1-114 0,3 0-136 0,-3 0-79 0,0 0-51 16,4 1-53-16,-4 1-54 0,0-1-64 0,3 1-69 0,-3-2-67 16,4 1-66-16,-1-1-91 0,-1 0-104 0,2 0-86 0,3 0-83 0,-2-1-81 15,1-3-83-15,1 3-90 0,-2-3-97 0,1-1-38 0,3-4-20 0,0 5 2 0,0-5 9 16,0 0 26-16,0 0 37 0,0 0 71 0,0 0 87 0,7-2 81 16,-2 0 75-16,1 0 80 0,-1-3 80 0</inkml:trace>
  <inkml:trace contextRef="#ctx0" brushRef="#br0" timeOffset="21967.35">16662 2401 67 0,'5'-1'301'0,"-1"-1"76"0,-2 0 47 0,1 2 30 0,3 0 21 16,-2 0 18-16,-1 2 12 0,-1-2 10 0,3 0 7 0,-1-2 8 0,0 2 6 15,1-1 5-15,0 1-83 0,-1-1-121 0,2-1-93 0,-5 1-75 0,7-1-46 16,-7 1-29-16,7 1-24 0,-7-2-16 0,5 1-27 0,-3 1-30 0,3 0-36 15,-2-2-42-15,-3 1-34 0,7 1-36 0,-7-2-34 0,3 2-38 0,1 0-34 16,-5 0-39-16,4 0-39 0,-4 0-41 0,0 0-56 0,0 0-61 0,0 0-16 16,0 0 8-16,0 0 22 0,-4-1 29 0,-1-2 32 0,1 0 27 15,3 1 34-15,1 2 34 0,-4-3 34 0,0 0 37 0,3 0 41 0</inkml:trace>
  <inkml:trace contextRef="#ctx0" brushRef="#br0" timeOffset="22161.3">16695 2284 211 0,'0'-2'325'16,"0"2"42"-16,0 0 25 0,0 0 14 0,0 0 15 0,0 0 23 0,0 2 29 15,0-2 44-15,0 5 54 0,0-2 50 0,0 1 49 0,-4 1-25 0,4 1-59 16,0 1-67-16,0 0-75 0,-2 3-34 0,2-2-18 0,-3 2-12 0,3 2-9 16,0-2-25-16,-4 2-26 0,4 0-46 0,0 0-54 0,-2 2-51 0,2-1-53 15,-4 1-47-15,4-1-41 0,0 1-47 0,0-1-50 0,0-1-66 0,0 2-73 16,0-2-68-16,0-2-68 0,0 0-66 0,0 0-63 0,4-3-69 0,-2 1-70 16,-2-2-63-16,0-2-59 0,0-4-17 0,4 5 0 0,-4-5 23 0,3 3 31 15,-3-3 53-15,0 0 68 0,6-3 65 0,-5-2 66 0,3-1 64 0,1 2 62 16,1-4 71-16</inkml:trace>
  <inkml:trace contextRef="#ctx0" brushRef="#br0" timeOffset="22532.45">16915 2282 183 0,'4'-2'381'0,"-4"0"73"0,0 2 38 0,0-3 19 0,0 3 10 0,3 0 11 15,-3 0 5-15,0 0 21 0,0 0 26 0,0 0 28 0,2-1 29 16,-2 1-29-16,4 1-61 0,-4-1-110 0,2 0-135 0,1 2-64 0,-3-1-34 15,4 1-17-15,-2-1-5 0,-2-1-7 0,3 3-5 0,-3-1-20 0,0 1-21 16,0-3-28-16,0 3-27 0,0 1-21 0,0-1-12 0,-3 2-9 0,3-2-6 16,-2 3-6-16,-2-2-5 0,4 2-3 0,-3 0-4 0,3-1-3 0,-2-1-3 15,-2 1-1-15,4-1-4 0,0 1-1 0,-2-1 2 0,-1-1-4 0,3-1-1 16,0 1-1-16,0-3-1 0,0 3-1 0,0 0 2 0,0-3-1 0,0 3 1 16,0 0-2-16,3-2 3 0,-3 2-1 0,2 0-1 0,-2-1 1 0,4 1-2 15,-2-2 3-15,1 2 1 0,1-1 4 0,-2 0-1 0,1 2 1 0,-1-3 1 16,2 2 1-16,-1-1 4 0,-1 1 6 0,4 0 3 0,-3-2 11 0,1 4 13 15,-2-2 5-15,1-2 2 0,1 2 6 0,-2 0 9 0,1 1 6 0,-1 0 10 16,-2 0 5-16,4-1 6 0,-4 2 1 0,3-1 1 0,-1 1-1 0,-2-2-2 16,0 1-7-16,0 1-7 0,0 1-8 0,0-2-2 0,0 2-7 0,0-2-7 15,-5 3-9-15,5-1-9 0,-4 1-9 0,-1 1-10 0,-1-1-13 0,3 1-14 16,-3-1-26-16,3 0-27 0,-5 1-59 0,1 0-74 0,2-1-75 0,-1-1-80 16,1 1-71-16,-4 0-69 0,5-1-87 0,-5-2-95 0,4 1-58 0,-1-2-47 15,-3 0-11-15,4 0 2 0,1-2 12 0,-1-1 23 0,-1 2 56 0,6-2 72 16,-5-2 76-16,5 2 79 0,-4-1 71 0,4 1 69 0,0 0 87 0</inkml:trace>
  <inkml:trace contextRef="#ctx0" brushRef="#br0" timeOffset="22700.49">16933 2544 150 0,'0'1'220'0,"-3"0"-20"0,3 1-44 16,0-2-52-16,0 0-57 0,-6 2-25 0,6-2-12 0,0 0-5 0,-5 0-4 15,-1-2 1-15,-1 0-2 0,5 2-57 0,-3-1-80 0,5 1-49 0,-4-3-32 16,-1 3 17-16</inkml:trace>
  <inkml:trace contextRef="#ctx0" brushRef="#br0" timeOffset="23716.15">16548 2439 79 0,'-5'0'292'0,"5"0"57"0,0 1 32 0,-4 1 26 0,4-2 21 0,0 1 26 0,0-1 28 15,0 3 42-15,0-3 45 0,0 0 47 0,0 2 50 0,0-2-1 0,0 0-24 16,0 0-71-16,0 0-96 0,0 0-49 0,0 0-26 0,0 0-20 0,0 0-20 15,0 0-24-15,0 0-27 0,0 0-39 0,0 0-45 0,0 0-46 0,0 0-49 16,0 1-34-16,0-1-26 0,4 0-15 0,-4 0-9 0,1 0-2 0,7 0-1 16,-6 0 1-16,5 0 2 0,0 0 0 0,-3 0 2 0,5 0 1 0,-4-1 3 15,4 1 1-15,2-2-1 0,-4 1 0 0,0-1-3 0,2 2-3 0,1-1-6 16,-5-1-6-16,2 1-6 0,0-1-4 0,1 1-4 0,-3 1-2 0,0-2-2 16,1 0-5-16,1 2-4 0,-1-1 0 0,-5 0 0 0,7-1-1 0,-7 2-2 15,5-1-5-15,-3-1-1 0,-3 2-9 0,4 0-9 0,-4 0-18 0,2-1-22 16,-2 1-55-16,0 0-68 0,0 0-89 0,0 0-99 0,0 0-95 0,0 0-96 15,0 0-100-15,0 0-103 0,0 0-43 0,0 0-21 0,-6 1-2 0,3 1 5 16,1 1 16-16,-3-1 21 0,1 2 52 0,-1-1 71 0,-1 0 90 0,3 1 97 16,-1-1 98-16,-2 2 96 0</inkml:trace>
  <inkml:trace contextRef="#ctx0" brushRef="#br0" timeOffset="23940.5">16673 2346 241 0,'-2'-2'386'0,"-2"1"53"0,3-3 29 15,1 4 11-15,0 0 5 0,0 0 8 0,0 0 5 0,0 0 11 0,0 0 16 16,0 0 20-16,0 0 18 0,0 0-42 0,0 0-72 0,0 0-101 0,0 0-112 16,0 0-54-16,0 4-21 0,0-1-14 0,0 1-7 0,0 2-31 0,0 0-39 15,0 3-65-15,0 2-71 0,-4 2-77 0,4 1-81 0,0 1-100 0,-4 3-113 16,4 0-76-16,-1 0-63 0,-3 1-27 0,4 1-14 0,-2 1-4 0,-1-3-2 15,3 1 27-15,-4-1 32 0,4 0 51 0,0-1 57 0,-2-2 60 0,-1-1 59 16,3 0 85-16</inkml:trace>
  <inkml:trace contextRef="#ctx0" brushRef="#br0" timeOffset="37907.69">27042 6513 93 0,'0'-5'257'0,"4"4"39"0,-4-2 21 0,2 1 12 0,-2 1 4 0,7-1 5 0,-7 2 7 0,0-2 6 0,0 1 8 16,2 1 9-16,-2 0 10 0,0-3-29 0,0 2-48 0,0 1-62 16,3-3-68-16,-3 3-26 0,0-3-7 0,0 3 1 0,0 0 6 0,0 0 4 0,0 0 7 15,0 0 5-15,0 0 3 0,0 0 8 0,0 0 8 0,0 0 11 16,0 0 9-16,0 0 11 0,0-2 7 0,0 2 5 0,0 0 4 15,0 0-1-15,0 0 1 0,0 0-2 0,0 0-2 0,0 0-6 0,0 0-8 16,0 0-8-16,-3-1-13 0,3 1-16 0,0 0-19 0,0 0-17 0,0 0-16 16,-2-2-16-16,2 2-21 0,0 0-15 0,-4 0-13 0,1-2-8 0,1 2-10 15,-5 0-5-15,5 0-8 0,-2 0-8 0,-1 0-5 0,-1 0-5 0,1 2-5 16,-2-2-5-16,1 2-10 0,-3-1 2 0,4 2 6 0,-4 0 2 0,3 2-1 16,-3-1 1-16,0 1-1 0,0 1 2 0,2-1 0 0,-2 3 0 0,0 1 0 15,0 0 2-15,0 2-2 0,0-1 0 0,-2 2 1 0,2-1-1 0,0 1 0 16,3 0 0-16,-3-2 0 0,4 0 5 0,0 3 2 0,1-3 1 0,-1 1-4 15,1-1-2-15,2-1-2 0,-2 0-2 0,4-1-1 0,-1-1 0 0,1 2 0 16,1-2 0-16,-1 1 2 0,4-3-1 0,-2 2 1 0,5-1-4 0,-5-1-4 16,3 1 3-16,-1-2 5 0,5-1 2 0,-4 2 7 0,8-2 4 0,-6 0 4 15,2-2 2-15,0 0 0 0,6 1 5 0,-2-2 1 0,-3-2 1 0,1 1 1 16,6-2 1-16,-3-1 4 0,-3-1-1 0,3 0 0 0,-1 0-3 0,-2-1 1 16,3-2-1-16,-1 1-1 0,-6 1-1 0,6-2 2 0,-4 1 0 15,-2-1-3-15,2 1 2 0,0-1 1 0,0 1 3 0,-3-1 0 0,-1 1 1 16,-1 1 2-16,1-2 2 0,1 2 2 0,-3-1-1 0,-3 1 3 0,6-1-2 0,-6 2 1 15,0 0-2-15,0-1 3 0,0 2-3 0,0-1-2 0,0 1-2 16,0-1-5-16,-2 2-2 0,-2-1-1 0,1 1-3 0,3-2-3 0,-6 1-3 16,4-1-3-16,-1 2-6 0,-1-1-4 0,-1 1-10 0,-1-2-10 15,3 2-16-15,-3-1-17 0,-3 1-26 0,4 1-29 0,-4-1-47 0,3 0-52 16,-3 0-62-16,0 2-58 0,2-1-49 0,-6 1-47 0,4 1-37 0,0 0-34 16,2 1-32-16,-6 1-29 0,4-1-24 0,4 0-28 0,-4 3-29 0,0-3-31 15,3 2 18-15,-3-1 41 0,4 1 52 0,1 0 59 0,-1-2 49 0,-1 2 43 16,6-3 41-16,0 3 42 0,0-3 35 0,0 0 38 0,0 0 42 0</inkml:trace>
  <inkml:trace contextRef="#ctx0" brushRef="#br0" timeOffset="44581.57">28417 6313 108 0,'-4'-2'266'0,"1"2"45"0,-3 0 27 0,4 2 19 0,2 0 16 0,-7-1 19 0,7 1 18 0,-5-2 28 16,5 1 33-16,-4 1 45 0,-1-1 49 0,5 1 4 0,-6-1-19 16,6 1-45-16,0-2-59 0,-3 0-28 0,3 0-13 0,0 0-10 0,0 0-7 15,0 0-13-15,0 0-13 0,0 0-24 0,0 0-29 0,0 0-41 0,0 0-45 16,0 0-43-16,0 0-38 0,0 0-22 0,0 0-18 0,3 0-12 0,3 0-9 15,-3 0-5-15,3 0 2 0,-1 0-6 0,4 0-3 0,4-2-3 0,-6 1-2 16,8-2 1-16,-3 1-2 0,3 1-5 0,-1-2-2 0,1-1-8 0,-1 2-6 16,1-1-3-16,3 0 0 0,0-2-6 0,-7 2-9 0,7 0-2 0,-4-1-1 15,-3 1-1-15,4 0-4 0,-3 1-1 0,-1-1 0 0,-2 0-3 0,2 0-4 16,-2 2-2-16,-2-2 0 0,1 1-3 0,-1 1-6 0,0 1-6 0,-3-2-6 16,1 1-8-16,0 1-10 0,-5-2-15 0,4 1-15 0,0-1-28 0,-4 2-38 15,1 0-63-15,-1 0-77 0,0 0-75 0,0 0-76 0,0 0-69 0,0 0-65 16,0 0-64-16,-1 0-64 0,1 0-53 0,-8 0-46 0,1 2-14 0,0 1 4 15,0-2 23-15,-6 2 33 0,4 2 63 0,-5-3 79 0,3 3 75 0,-2 0 77 16,-1-1 69-16,3 2 67 0,-2 0 70 0</inkml:trace>
  <inkml:trace contextRef="#ctx0" brushRef="#br0" timeOffset="44910.55">28500 6360 201 0,'4'0'303'15,"-1"0"31"-15,-1 0 21 0,4 0 16 0,-3 0 14 0,3 1 18 0,-3 1 17 16,3-1 24-16,-1 1 23 0,2-1 26 0,-5 2 19 0,4 0 11 15,1-1-58-15,-5 1-87 0,3 0-36 0,-1 0-13 0,-1-2-10 0,-1 2-8 16,2 0-14-16,-2-1-11 0,-2-1-20 0,3 2-17 0,-3 0-22 0,0 0-27 16,0 2-32-16,-3-2-33 0,3 3-32 0,-2-1-27 0,-2 2-23 0,-1-1-17 15,1 1-12-15,-1 1-6 0,-4 1-5 0,3-2-1 0,-3 1-3 0,0 1-2 16,2-2-2-16,-2 0-1 0,0 1-1 0,0-2-1 0,0 0-2 0,3 0 0 16,-3-1-2-16,7-1 1 0,-5-1-2 0,2 0 0 0,3 0 0 0,-2-1-2 15,1-1-2-15,3-1 0 0,0 0-1 0,0 0-1 0,0 0 5 0,0 0 5 16,3 2 7-16,1-1 7 0,-2 1 7 0,3-2 5 0,2 0 4 0,1 0 5 15,-1 0 6-15,0 1 5 0,2-1 4 0,0 0 5 0,4-1 3 0,-6 1 2 16,6-2-2-16,-2 1-5 0,-2-1-4 0,0 1-5 0,2-1-6 0,-2-1-4 16,0 1-5-16,-4 0-3 0,4 0-5 0,-3-1-5 0,3 2-8 15,-2-2-11-15,-5 1-28 0,3 1-36 0,-1-1-66 0,-1-1-77 0,-3 1-74 16,2 1-70-16,-2-2-74 0,0 3-76 0,0 0-87 0,-2-6-92 0,2 0-42 16,-7 2-19-16,5-2-2 0,-3 0 4 0,1 0 22 0,1 1 35 0,-3-1 63 15,3 0 76-15,-3 2 71 0,1-2 71 0,1 0 74 0,-1 1 74 0</inkml:trace>
  <inkml:trace contextRef="#ctx0" brushRef="#br0" timeOffset="45358.33">28582 5947 202 0,'0'-4'365'0,"0"2"61"0,0-1 34 0,0 0 15 0,0 2 8 0,0 1 9 0,0 0 4 0,0 0 14 0,0 0 15 0,0 0 21 0,0 0 23 0,0 0-32 0,0 0-58 16,0 0-96-16,0 0-112 0,0 0-53 0,0 0-30 0,3 1-14 0,-3-1-7 15,0 0-5-15,0 0-7 0,0 0-9 0,0 0-10 0,4 3-15 0,-4-3-21 16,2 2-13-16,-2 1-14 0,0 0-8 0,0 0-4 0,3 0-3 16,-3-1 1-16,4 2 1 0,-4 0 1 0,2-1-1 0,-2 2 0 0,0-3-2 15,3 2 2-15,-1 0-6 0,-2-1-5 0,4 2-4 0,-4-2-9 0,3-1-4 16,-1 2-3-16,-2-1-2 0,4 0-3 0,-2 0-1 0,-2 1-2 0,3-1 1 15,-3-1 1-15,4 1-1 0,-2 0-1 0,-2 0 3 0,0 0 3 0,3-2 3 16,-3 2 4-16,4-1 4 0,-4 1 1 0,0 0 3 0,0 0 1 0,0 0 2 16,0-1 0-16,0 2 0 0,-4-3 3 0,4 2 1 0,-3 2-4 15,3-4 0-15,0 2-3 0,-2 0-3 0,-2 0-4 0,4-1-5 0,0 1-5 16,-3 0-4-16,3-2-4 0,0 1-2 0,0-2 0 0,0 3-3 0,0-3-5 16,-2 2-1-16,2-2 0 0,0 0-1 0,0 0-2 0,0 2 0 0,0-2 1 15,2 3-1-15,-2-3-1 0,0 0 1 0,0 3 1 0,0-3 1 0,0 2-1 16,0-2 1-16,0 3-1 0,0-3 1 0,0 0 0 0,-2 3 0 0,2-3-1 15,0 1-1-15,0-1-1 0,0 0-4 0,0 0-4 0,0 0-14 0,0 0-18 16,0 0-35-16,0 0-44 0,0 0-65 0,0 0-75 0,0 0-67 0,0 3-65 16,0-3-63-16,0 0-63 0,2 2-82 0,-2-2-92 0,0 0-45 0,0 0-27 15,0 0-1-15,7 0 9 0,-2-2 32 0,-1 2 40 0,1-2 67 0,-3 1 75 16,5 0 67-16,-1 1 64 0,-1-2 64 0,1 1 64 0</inkml:trace>
  <inkml:trace contextRef="#ctx0" brushRef="#br0" timeOffset="45524.25">28714 6106 12 0,'0'0'235'0,"0"0"43"0,-4 2 18 0,4-2 6 0,0 0 0 0,0 0-5 16,0 0-1-16,0 0-5 0,4 1-4 0,-4-1-6 0,0 0-4 0,0 0-36 15,0 0-54-15,0 2-92 0,0-2-111 0,0 3-69 0,-4 0-50 0,4-3-55 16,0 3-62-16,0-3-23 0,-5 1-9 0,5-1-2 0,-2 3 2 0,-5-1 2 16,7-2 5-16,-2 3 11 0,2-3 11 0,-6 1 16 0,6-1 19 15,0 3 27-15</inkml:trace>
  <inkml:trace contextRef="#ctx0" brushRef="#br0" timeOffset="47632.65">25805 1083 9 0,'-2'0'243'0,"2"0"69"0,-3 0 35 0,3 0 17 0,0 1 11 0,0 0 9 15,0-1 8-15,0 0 9 0,0 4 7 0,0-4 12 0,0 0 11 0,0 0 13 16,0 0-57-16,0 3-84 0,0-3-68 0,0 0-60 0,0 0-27 0,0 0-11 16,0 0 5-16,0 1 9 0,0-1 12 0,5 2 16 0,-1-2 10 0,-1 1 8 15,-1-1 6-15,4 0 1 0,1 2-2 0,0-1-3 0,0-1 2 0,2 2 3 16,-1-1-1-16,1 0 1 0,0-1-7 0,2 2-7 0,-2 0-9 0,3 1-10 16,-1-2-15-16,4-1-10 0,-3 2-11 0,3-1-9 0,-1 1-9 0,4-1-7 0,-3 1-9 15,1-1-8-15,6-1-5 0,-2 1-4 0,0-1-9 0,3 2-9 0,1-2-8 16,1 2-10-16,-2-2-6 0,5 0-4 0,-3 0-5 0,6 0-3 0,-6 0-3 15,4 0 0-15,0 0-2 0,-2 0-3 0,2 0 2 0,0 0 5 0,0 0 2 0,0 0 4 16,0 0 2-16,1 0 4 0,-4 0 1 0,3 0-2 0,3 0-1 0,-3 0-3 16,0 0 2-16,4 0-1 0,-4 0 2 0,-1 0 2 0,1-2-5 0,0 2-5 15,2-2-2-15,-2 2-5 0,-4-1-3 0,4 1-5 0,-2 0-1 0,-1 0 2 16,1 0-1-16,-2 0 4 0,-1 0-4 0,-1-1-2 0,-3 1-2 0,2 0-2 16,-2 0 1-16,0 0-2 0,-6 0-2 0,4 0-1 0,-3 0-1 0,-1 0-1 15,1 0 1-15,-3 0-4 0,-1 0 1 0,2 0-2 0,-6 0-2 0,2 0 2 16,0 0 0-16,-3 0 2 0,3 0-1 0,-6 0-1 0,3 0 2 0,-3 0-1 15,-1 0-1-15,3 0 0 0,-5 0 0 0,0 0 2 0,0 0-5 0,0 0-5 16,0 0-10-16,0 0-13 0,0 0-19 0,0 0-22 0,0 0-58 0,0 0-74 16,0 0-86-16,0 0-87 0,0 0-80 0,0 0-76 0,-5 0-96 0,3 0-104 15,2 0-54-15,-7 0-33 0,2 0-5 0,-4 1 4 0,-1-1 16 0,3 3 18 0,-5-1 59 16,3 1 74-16,-2 0 85 0,-2-2 90 0,2 2 78 0,2 2 78 0,0-2 95 16</inkml:trace>
  <inkml:trace contextRef="#ctx0" brushRef="#br0" timeOffset="48201.22">27408 1383 238 0,'-4'0'380'0,"4"0"58"0,-4-2 31 0,4 2 13 0,0 0 10 0,0 0 5 0,0 0 8 0,0 0 16 0,0 0 26 0,4 2 40 0,-4-2 51 0,0 1-19 0,5 0-53 15,-1-1-86-15,-2 0-103 0,5 0-42 0,-1 0-16 0,-1 0-8 0,8 0 3 16,-6 0-2-16,2 0-4 0,0 0-14 0,4 0-20 0,-2 0-39 0,3 0-48 16,-1 0-37-16,1 0-32 0,-3 0-23 0,3 0-16 0,-1-1-13 0,-2 0-10 15,3 1-7-15,-1 0-2 0,-2-2-7 0,0 1-8 0,-2 1-4 0,3-2-4 0,-1 2-3 16,-2 0-4-16,2-1-4 0,-2 1-1 0,-3 0-1 0,3 0-5 16,0-2-2-16,0 2-2 0,0 0-7 0,-4-1-7 0,4 1-7 0,-3-2-10 0,-1 1-26 15,2-1-35-15,-5 1-75 0,4 1-99 0,-3 0-87 0,1-2-82 0,-2 0-91 16,-2 2-97-16,0 0-81 0,0 0-78 0,0 0-34 0,0 0-12 0,-2-4 2 15,-2 1 9-15,4 3 27 0,-3-1 33 0,-3-1 78 0,-3 2 98 0,4 2 87 16,-4-1 83-16,3 2 90 0,-3-1 99 0</inkml:trace>
  <inkml:trace contextRef="#ctx0" brushRef="#br0" timeOffset="48545">27574 1489 57 0,'2'2'281'0,"-2"-2"63"0,0 1 33 0,4 1 17 15,-3-1 17-15,3-1 10 0,0 1 11 0,-3-1 11 0,5 2 17 0,-3 0 20 16,1-1 17-16,-2 2 19 0,5-1-61 0,-5-1-96 0,3 2-61 16,-1 0-47-16,0-2-24 0,-3 4-13 0,3-3-10 0,-2 1-8 0,-2 0-9 0,3 0-7 15,-3 0-17-15,0 3-21 0,0-2-17 0,-3 1-17 0,3 0-21 16,-6 2-24-16,5-1-18 0,-7 1-15 0,3 1-8 0,3-1-7 0,-7 2-5 0,2-1-2 16,0-1-4-16,-2-1-1 0,-1 2 2 0,1-1-1 0,0-1-1 0,0 0 0 15,4-1-1-15,-4-1-2 0,3-1 1 0,1 2 1 0,1-3 1 0,-1 0 1 16,1 0 4-16,3-1 2 0,1-1 1 0,0 0-2 0,0 0 1 0,0 0-1 15,0 0 9-15,0 0 12 0,1 2 13 0,3-1 13 0,0-1 10 0,-3 2 10 16,7-1 5-16,-3-1 1 0,0 0 6 0,1 2 2 0,3-2 4 0,2 0 4 16,-2 0-1-16,0 0 0 0,0 0-8 0,2 0-13 0,-2-2-7 0,0 1-12 15,4 1-11-15,-6-2-8 0,2 1-8 0,0-1-8 0,0 1-20 0,0-1-29 16,0 0-53-16,-7 1-65 0,7 0-62 0,-4-2-67 0,1 1-67 0,1-1-67 16,-5 0-80-16,5 0-80 0,-5 0-68 0,1-1-57 0,-1-2-25 0,-2-1-9 15,0 3 8-15,4-3 22 0,-4 1 47 0,0-2 63 0,0 1 66 0,0-1 62 16,0 2 66-16,0-1 69 0,0-1 75 0</inkml:trace>
  <inkml:trace contextRef="#ctx0" brushRef="#br0" timeOffset="48979.44">27643 1060 15 0,'0'-3'267'0,"-2"2"96"0,-2-2 40 0,4 1 19 0,0 2 6 0,0 0 1 16,0 0-2-16,0 0 0 0,0 0-1 0,0 0-2 0,0 0 0 0,0 0 1 16,0 0-71-16,0 0-103 0,0 2-96 0,-3-1-92 0,3 2-42 0,0 0-17 15,-2-1-5-15,-2 1-1 0,4 1 2 0,-1 1 3 0,-3-1 2 0,0 1 2 16,3-1 4-16,-3 1 2 0,2-1 5 0,2 1 3 0,-4-3 3 0,1 3 4 16,3-2 1-16,-2 2 2 0,2-4 1 0,-4 2 0 0,4 0 0 0,0-3-1 15,0 0-1-15,0 2 0 0,0-2-2 0,0 3 2 0,0-3 2 0,0 3 1 16,4-2 2-16,-2 2 0 0,-2-1 1 0,3-1 1 0,1 1 3 0,-2-1 1 15,2 1 7-15,-3 1 10 0,7 0 3 0,-7-2 8 0,3 2 6 0,1 0 8 16,-1 0 9-16,1 0 8 0,1 0 4 0,-3 0 6 0,3 2 5 0,-2-2 4 0,-3-1 8 16,5 3 7-16,1-2 5 0,-7 0 6 0,2 0 6 0,1 1 7 15,-1-2 4-15,-2 1 1 0,4 0-3 0,-4-1 2 0,0 1 1 0,3-2 1 0,-3-1-3 16,0 4-3-16,0 0-3 0,-3-1-1 0,3-2-6 0,0 2-10 0,0 0-8 16,-4-1-7-16,2 1-12 0,-1-2-14 0,1 4-13 0,-5-2-10 0,5 0-10 15,-3 1-10-15,-3-1-6 0,3 2-5 0,1-2-7 0,-1 1-7 0,-1-1-13 0,3 1-10 16,-3-2-16-16,5 1-20 0,-7-1-39 0,8-1-48 0,-5 1-72 0,3-1-79 15,-2-1-81-15,1 2-79 0,3-1-93 0,0-1-100 0,0 0-78 0,0 0-62 16,0 0-25-16,0 0-11 0,0 0 8 0,0 0 11 0,0 0 36 0,0 0 46 16,0 0 71-16,0 0 80 0,0 0 81 0,0 0 79 0,0 0 92 0</inkml:trace>
  <inkml:trace contextRef="#ctx0" brushRef="#br0" timeOffset="50423.78">24714 1548 7 0,'-1'3'255'0,"-3"-2"86"0,4 0 40 0,0-1 19 0,0 4 8 0,0-4 6 16,0 3 4-16,0-2 9 0,4 1 14 0,-3-1 16 0,-1-1 24 0,4 0 30 15,-2 0-34-15,5 0-58 0,-5-1-54 0,5 1-48 0,-1-2-12 0,-1 2 1 16,4-1 7-16,0-1 7 0,-2 1 0 0,6-3 2 0,-2 3-8 0,-2-2-13 16,5 2-20-16,-1-2-25 0,2 1-37 0,-5-1-37 0,5 0-35 0,-2 2-36 15,-3-2-26-15,5 1-17 0,-3-1-16 0,-1 3-10 0,2-1-9 0,-2-1-6 16,-2 1-8-16,2-1-5 0,-2 1-7 0,0 1-8 0,0-2-17 0,-4 1-23 16,4 1-39-16,-3-2-46 0,-1 2-57 0,4 0-66 0,-5 0-52 0,1 0-49 15,-1 0-48-15,1 0-45 0,-1 0-49 0,-2 2-49 0,-2-2-71 0,0 0-81 16,0 0-23-16,0 0 3 0,0 0 29 0,0 0 43 0,0 0 54 0,-2 4 62 15,-2-1 53-15,-1 2 50 0,1-2 47 0,-1 0 45 0,-1 0 50 0,-1 1 50 16</inkml:trace>
  <inkml:trace contextRef="#ctx0" brushRef="#br0" timeOffset="50777.74">24908 1657 84 0,'2'2'257'0,"-2"-2"44"0,0 1 19 0,7 1 13 0,-5-1 12 16,1 0 6-16,-1-1 6 0,2 0 6 0,1 2 6 0,-1 0 7 0,1-2 11 15,-1 1-30-15,-2 1-49 0,3-1-68 0,-1 1-77 0,-1-2-28 0,-1 1-10 16,6 2-2-16,-7-1-2 0,3 1-3 0,-2-2-2 0,1 4-4 0,1-2-4 0,-2 0-8 16,-2 1-10-16,5-1-8 0,-5 2-10 0,0-1-8 0,4 2-10 15,-4-2-11-15,0 3-10 0,0-1-9 0,0-1-9 0,0 3-5 0,-4 0-4 16,4-2-1-16,0 0-1 0,-2 1 1 0,-1-1-2 0,3 0 0 0,-2-1-2 16,-2 0 1-16,1-1-2 0,1 0 0 0,-2-1 1 0,4 2 1 0,-1-3-1 15,-3 2-1-15,0-1 0 0,4-2-1 0,-2 2-1 0,2-1 1 0,0-2-1 0,-3 1-1 16,3-1 0-16,0 0 0 0,0 0 0 0,0 0 0 0,0 0-1 15,3 3-1-15,-3-3 1 0,2 3 1 0,2-3 0 0,0 0 1 0,-3 2 4 0,3-2 1 16,-2 1 1-16,5-1 2 0,-5 2 2 0,3-2-1 0,4 1 1 16,-3-1-1-16,-3 0 4 0,6-1-4 0,-3 1-1 0,-1 0-12 0,2 0-18 0,-1 0-24 15,-1 0-25-15,-1 0-27 0,1 0-35 0,1 0-38 0,-3 1-41 0,-1 1-65 16,2-1-75-16,-4-1-53 0,0 0-42 0,0 0-19 0,0 0-7 0,0 0 8 16,0 0 14-16,0 0 23 0,0 0 24 0,0 0 26 0,0 0 31 0,0-6 38 15,0 6 43-15,-4-3 66 0</inkml:trace>
  <inkml:trace contextRef="#ctx0" brushRef="#br0" timeOffset="51257.11">25085 1121 28 0,'0'-10'265'0,"-3"1"72"0,3-1 40 0,-2 2 30 0,-2 1 21 0,2 1 20 15,-1 1 24-15,-1 1 26 0,-1 1 25 0,3 0 28 0,-2 0 14 0,-1 0 10 16,1 1-65-16,1 0-101 0,-3 2-71 0,1 0-60 0,1 0-34 0,-1 0-21 16,3 0-21-16,-5 0-20 0,1 0-25 0,3 2-25 0,-3 1-29 0,1-1-22 15,1 1-18-15,-1 0-12 0,-1 0-7 0,3 1-9 0,-3 1-13 0,6-1-14 0,-1 2-8 16,-3 0-5-16,0 0-1 0,4 0-1 0,-2 0-4 0,2 0-1 0,-3 0-10 15,3-2-15-15,3 3-10 0,-3-3-11 0,2 2-11 0,-2-1-13 16,4-1-10-16,0-1-9 0,-3 2-8 0,3-2-5 0,1-1-6 0,-1 2-5 0,-2-1-2 0,3-2 1 16,-1-1 5-16,1 2 12 0,-1-1 9 0,1-1 11 0,-1 0 12 15,-2 0 12-15,5 0 11 0,-7 0 11 0,0 0 9 0,2-1 5 0,-2 1 7 0,0 0 5 16,3 0 4-16,-3 0 9 0,0 0 8 0,0 0 14 0,0 0 9 0,0 0 9 16,0 0 4-16,0 0 9 0,0 0 7 0,0 0 10 0,0 0 17 0,0 0 20 15,0 0 20-15,0 3 18 0,0 0 13 0,0-1 7 0,0 2 5 0,0 0 5 16,0 2 2-16,0-2 5 0,-3 4 0 0,3-2 2 0,0 2-7 0,0 1-4 15,0-1-15-15,0 2-19 0,-2-2-18 0,2 3-20 0,0-2-12 0,0 0-10 16,-4 2-12-16,4-1-12 0,0 1-19 0,-3-2-23 0,3 0-41 0,0 1-46 16,-2-1-65-16,2 0-72 0,0 0-63 0,0 0-57 0,0-2-72 0,0 1-78 15,0 1-81-15,-4-3-85 0,4 0-39 0,4 0-17 0,-4-1 0 0,2-1 7 16,-2-1 31-16,0-3 41 0,3 5 61 0,-3-5 69 0,0 0 59 0,4 2 57 16,-4-2 72-16,0 0 75 0</inkml:trace>
  <inkml:trace contextRef="#ctx0" brushRef="#br0" timeOffset="62719.08">26908 6004 4 0,'0'0'270'0,"-3"-1"62"0,3 1 33 0,0-2 17 0,0 2 12 16,0 0 10-16,0 0 8 0,0 0 12 0,0 0 14 0,0 0 19 0,0 0 22 15,0 0 2-15,0 0-10 0,0 0-71 0,0 0-98 0,0 0-40 0,0 0-16 16,0 0-6-16,0 0-3 0,0 0-3 0,0 0-3 0,0 0-9 0,0 0-11 16,0 0-13-16,0 0-15 0,0 0-21 0,0 0-17 0,0 0-17 0,0 0-15 15,0 0-13-15,0 0-13 0,0 0-7 0,0 0-5 0,0 0-3 0,0 0-3 16,0 0-2-16,0 0 1 0,0 0-4 0,0 0-3 0,0 0-5 0,0 0-7 15,0 0-4-15,0 0-7 0,0 0-5 0,0 0-2 0,0 0-3 0,0 0-4 16,0 0-1-16,0 0-2 0,0 0-2 0,0 0-2 0,0 0-1 0,0 0 1 16,0 0 1-16,0 0-2 0,0 0 1 0,0 0 1 0,3 0-2 0,-3 0-1 15,2 0-2-15,-2 0 1 0,4 0-2 0,-4 0 0 0,4 0 0 16,-3-1-2-16,3 1 1 0,-4 0-4 0,0 0-1 0,4 0 2 0,-4 0-2 16,0 0 0-16,1 0 0 0,-1 0 0 0,4 0 0 0,-2 0 0 0,-2 0 0 15,0 0 0-15,0 1-2 0,0-1 1 0,0 0-1 0,0 0 1 0,0 0-1 16,0 0 1-16,0 0-1 0,0 0 1 0,0 0 1 0,0 0 1 0,0 0 4 15,0 0 2-15,0 0 4 0,0 0 4 0,0 0 4 0,0 0 7 16,0 0 5-16,0 0 6 0,0 0 4 0,0 0 1 0,0 0 3 0,0 2 1 16,-2-1-1-16,2-1-1 0,-4 0-2 0,3 2-5 0,-3-2-3 0,0 0-5 15,-1 1-4-15,1-1-2 0,-1 0-7 0,-1 3-2 0,3-3-5 0,-3 1-3 16,1 1-3-16,0 0-2 0,1-1-1 0,2-1 2 0,-5 2-1 0,5-2 1 16,-2 1-1-16,4-1 4 0,-3 2-4 0,3-2 1 0,0 0-1 0,0 0 2 15,0 0-1-15,0 0-2 0,0 0-2 0,0 0-1 0,0 0-1 0,0 0-4 16,0 0 2-16,0 0 2 0,0 0-2 0,0 0-2 0,0 0-1 0,0 0 0 15,0 0-1-15,0 0-2 0,0 0 1 0,0 0 2 0,3 0 0 0,1-2 0 16,-2 2 3-16,1 0 3 0,1 0 0 0,-2 0-1 0,2 0-1 0,1 0 1 16,-1 0-1-16,-3 0 1 0,5 0 1 0,-3 0 0 0,3-1 0 0,-3 1 0 15,-1 0-2-15,2-2-4 0,0 2 3 0,-3 0 6 0,-1 0 2 0,4-1-4 16,-4 1 1-16,4 0-1 0,-4 0 1 0,0 0-1 0,0 0 2 0,1 0 0 16,-1 0 2-16,0 0-1 0,0 0 5 0,0 0 3 0,0 0-3 0,0 0-7 15,0 0 1-15,0 0 4 0,0 0 1 0,0 0-2 0,0 0-2 16,0 0 1-16,0 0-4 0,0 0-2 0,0 0-13 0,0 0-11 0,0 0-26 15,0 0-30-15,0 0-57 0,0 0-70 0,0 0-74 0,0 0-82 0,0 0-67 16,0 0-62-16,0 0-71 0,0 0-69 0,0 0-70 0,0 0-65 0,0 0-23 16,0 0-3-16,0 0 16 0,0 0 28 0,0 0 56 0,6 1 68 0,-3-1 75 15,3 3 77-15,-1-1 69 0,-1 1 66 0,1 1 68 0,3 1 72 16</inkml:trace>
  <inkml:trace contextRef="#ctx0" brushRef="#br0" timeOffset="64825.53">26905 8640 301 0,'0'0'468'0,"0"0"86"0,0 3 53 0,0-3 27 0,0 1 16 0,0-1 13 0,0 0 8 16,3 2 13-16,-3-2 14 0,0 0 14 0,0 0 17 0,2 0-53 16,-2 0-83-16,0 0-131 0,4 0-158 0,0 0-78 0,-3 0-47 15,3 0-23-15,0 0-9 0,-3-2-9 0,5 2-8 0,-3-1-7 0,1-1-12 16,1 1-14-16,-3-1-13 0,6 2-12 0,-7-3-8 0,7 3-8 0,-3-3-5 16,-3 2-3-16,5-1 0 0,-2 1-3 0,-3 1-3 0,5-2 0 0,-5 1 0 15,4 1 3-15,-3 0 0 0,1-2 0 0,-2 2 0 0,-2 0 1 0,0 0-1 16,7-1 2-16,-7 1-1 0,0 0-1 0,0 0-4 0,2 0-2 0,-2 0-3 15,3 0-2-15,-3 0-1 0,2 0-1 0,-2 0-4 0,4 0-1 0,-4 0-4 16,3 0-2-16,-3 0-2 0,2 0-4 0,2 0-4 0,-4 0-4 0,2 0 1 16,-2 0-1-16,3 0 4 0,1 0-5 0,-4 0-2 0,2 0-1 0,-2 0-1 15,3 0-1-15,-3 0 2 0,0 0-1 0,4 0-4 0,-4 0-4 0,0 0-4 16,0 0-10-16,2 0-8 0,-2 0-11 0,0 0-11 0,0 0-10 0,0 0-10 16,0 0-16-16,0 0-19 0,0 0-28 0,0 0-37 0,0 0-52 0,0 0-61 15,0 0-57-15,0 0-59 0,0 0-42 0,0 0-38 0,0 0-41 0,0 0-39 16,0 0-45-16,0-3-47 0,0 3-42 0,-2-5-39 0,2-1 4 0,0 2 23 15,-4-2 48-15,4 0 61 0,0 1 62 0,-3-2 62 0,3-1 51 0,0 1 46 16,3-1 51-16,1 1 50 0,-4-1 56 0</inkml:trace>
  <inkml:trace contextRef="#ctx0" brushRef="#br0" timeOffset="66578.95">27001 6093 55 0,'0'-2'198'0,"0"2"26"0,0-5 11 0,0 4 12 0,0 1 7 0,0-4 6 0,0 2 8 0,0-1 6 0,0 2 7 16,0 1 8-16,0-3-5 0,0-1-9 0,0 4-50 0,-2-1-69 0,2 1-31 15,0-3-14-15,0 3-7 0,-4-1-1 0,4 1 0 0,0-3-2 16,0 3 0-16,0-2 2 0,0 2-1 0,-2-1-2 0,2 1-2 0,0 0 0 15,-3-2-3-15,3 2-1 0,0 0-1 0,0 0-2 0,0 0 0 0,0-1-1 16,0 1-3-16,0 0 2 0,0 0 1 0,0 0 0 0,0 0 2 0,0 0 2 16,0 0-1-16,0 0 3 0,0 0-1 0,0 0 4 0,0 0-2 0,0 0 2 15,0 0-1-15,-4-2 0 0,4 2 0 0,0 0 1 0,0 0-2 0,0 0 2 16,0 0-4-16,0 0-2 0,0 0 0 0,0 0-5 0,0 0-1 0,0 0-6 16,0 0-4-16,0 0-5 0,0 0-3 0,0 0-5 0,0 0-5 0,-2 0-3 15,2 0-6-15,0 0-4 0,0 0-3 0,0 0-5 0,-3 2-5 0,3-2-2 16,0 0-2-16,0 0-5 0,0 0-2 0,0 0-3 0,0 0-2 0,0 1-4 15,0-1 1-15,0 2-1 0,-2 2-1 0,2-1 0 0,0 0-1 0,0 2-2 16,0-1 3-16,0 2 3 0,-4 0 4 0,4 2 5 0,-3 0 1 0,3 0 4 16,0 1 7-16,0 2 7 0,-2-1 8 0,2 1 4 0,-4-1 2 0,4 2 2 15,-1 0 5-15,1 2 3 0,0-1 1 0,-4 1 0 0,0-1-2 16,4 2-3-16,0 1 1 0,-1 1-1 0,-3 0-3 0,4 1-6 0,0 0-7 16,-4 1-6-16,4-1-3 0,-2 2-1 0,2 1-1 0,-3-2-1 15,3 2-4-15,-2 2-1 0,2-1 1 0,-4 2-1 0,4-1-3 0,0 1-6 16,0 0-1-16,0 0-1 0,-3 1-1 0,3-1 0 0,0 2-1 0,0-1-4 15,0-1-1-15,-2 2-1 0,2-3-4 0,-4 3 1 0,4 0 1 0,0-3 0 16,0 2 1-16,-1-1 2 0,1 0 0 0,0 0-4 0,0-2 0 0,0 1 0 16,0 1-1-16,0-3 2 0,0-1 0 0,-4 2-1 0,4-3-1 0,-4 2 1 15,4-3-1-15,0 2 2 0,-5-1-1 0,5-1-1 0,-4-1 5 0,4 1 3 16,-2-2 2-16,-1 2 2 0,1-1 1 0,-2-1-1 0,1 1 2 0,3 1 2 16,-6-2-2-16,6 1-5 0,-1-1 4 0,-3 2-1 0,0-1 2 0,-1 0-1 15,5 0-3-15,-2 1 0 0,-5-1-4 0,5-2-1 0,-2 1 0 0,1-1-1 16,1 0-2-16,-2-1 0 0,3 1 1 0,-3 0 4 0,4-2-1 0,-4 1-1 15,4-1 0-15,-1-1 2 0,1 2-2 0,-4-1-3 0,4-1-2 0,0 1 1 16,0-2-1-16,-2 0-1 0,2 1 0 0,0-3 0 0,0 0-1 0,0 1-1 16,0-2 1-16,0 1-2 0,0 0-3 0,0-2-3 0,0 1 0 0,0-2 3 15,0 1 1-15,0-1 1 0,0-1-1 0,0-1 1 0,0 2-2 16,0-3 0-16,0 2 0 0,0-2 0 0,0-1-2 0,0-2 1 0,0 4-1 16,0-3 4-16,0 2-2 0,0-3 0 0,0 0-5 0,0 3-5 0,0-3-7 15,0 0-11-15,0 0-25 0,0 0-29 0,0 2-57 0,0-2-65 0,0 0-67 16,0 0-69-16,0 0-67 0,-3 0-68 0,-1-2-85 0,2 1-90 0,2 1-54 15,-4-5-34-15,3-1-9 0,-7 0 1 0,8 0 20 0,-5-1 30 16,1-1 55-16,3 1 66 0,-5-1 68 0,3-1 69 0,-3 0 66 0,1 2 68 16,-3-2 85-16</inkml:trace>
  <inkml:trace contextRef="#ctx0" brushRef="#br0" timeOffset="67218.89">26071 7086 258 0,'-4'0'315'0,"-1"0"32"0,5 0 17 0,0 0 10 0,0 0 10 0,-5-2 10 0,5 1 8 0,0 1 10 0,0 0 9 0,-4-2 14 16,4 2-14-16,0 0-21 0,0 0-83 0,0 0-106 0,0 0-54 0,0 0-24 15,0 0-15-15,4-2-9 0,-4 2-7 0,0 0-1 0,0-1-1 0,3 1-1 16,-3 0 0-16,2 0-4 0,3 0 4 0,-1 0 1 0,1 0 11 0,3 0 8 16,-6 0 11-16,7-1 12 0,-4 1 8 0,0 0 10 0,4 0 3 15,0-3 0-15,1 3-3 0,-1-2-6 0,0 2-9 0,-2-1-7 0,2-1-12 16,0 1-14-16,0-1-16 0,2 2-16 0,-2-1-17 0,0-1-13 0,-4 2-28 15,4-1-29-15,-3 1-52 0,3-2-59 0,-4 2-62 0,4 0-60 0,-1-1-60 16,-3 1-62-16,-3 0-77 0,5 0-85 0,-7 0-60 0,5-3-45 0,1 1-23 16,-2 1-11-16,-3-2 12 0,-1 3 17 0,6-2 42 0,-3-1 55 0,3 0 55 15,1 0 56-15,-5 0 62 0,3 0 61 0,2 0 76 0</inkml:trace>
  <inkml:trace contextRef="#ctx0" brushRef="#br0" timeOffset="67722.91">27408 6745 174 0,'5'-1'239'0,"-3"-1"20"0,2 0 5 0,1 1 1 0,-1 0-4 16,1 1-2-16,-1 0-6 0,-3-2-5 0,7 1-4 0,-7 1-4 0,5-2-4 15,-2 1-62-15,-1 1-89 0,-1-2-61 0,3 1-47 0,-1-1-26 0,0 2-18 16,-3-1-11-16,-1 1-13 0,0-2-12 0,8 2-14 0,-8 0-17 0,0-2-24 16,0 2-25-16,0 0-27 0,0 0-13 0,0 0-1 0,0-4 3 0,0 4 5 15,0 0 9-15,0-6 9 0,0 6 12 0,0-6 14 0,0 2 17 0,0 4 20 16</inkml:trace>
  <inkml:trace contextRef="#ctx0" brushRef="#br0" timeOffset="70094.66">27670 5325 88 0,'0'0'156'0,"0"-2"15"0,2-1 7 0,-2 3 4 0,0-2 3 15,0 2 3-15,0-1-1 0,0 1 3 0,3-3 0 0,-3 3-5 0,0-3-9 16,0 3-37-16,4-1-57 0,-4 1-27 0,0-3-19 0,0 3-10 0,0-2-6 16,0 2-6-16,0-1-2 0,0 1-2 0,0-2-1 0,0 2-1 0,2-3-1 15,-2 3 1-15,0-3 1 0,0 2-2 0,0 1-1 0,0-3-3 0,0 3-4 16,0-3-10-16,0 1-8 0,3-1-11 0,-3 3-13 0,0-3-14 0,0 3-16 15,0-3-19-15,0 2-24 0,0 1-27 0,0 0-25 0,-3-5-14 16,3 5-8-16,0 0-2 0,0-4 2 0,0 4 5 0,-2-5 8 0,2 5 11 16,0 0 12-16,0 0 14 0,0 0 15 0</inkml:trace>
  <inkml:trace contextRef="#ctx0" brushRef="#br0" timeOffset="70437.09">27666 5235 33 0,'0'0'129'0,"0"0"14"0,0 0 13 16,0 0 8-16,0 0 7 0,0 0 2 0,0 0 6 0,0 0 1 0,0 0 2 15,0 0-4-15,0 0-7 0,0 0-30 0,0 0-41 0,0 0-25 0,0 0-19 16,0 0-12-16,0 0-11 0,0 0-8 0,0 0-10 0,0 0-5 0,0 0-7 16,0 0-4-16,0 0-4 0,0 0-7 0,0 0-10 0,0 0-11 0,0 0-7 15,0 0-17-15,-1-2-18 0,1 2-32 0,-4-1-37 0,4 1-20 0,0 0-11 16,0 0-5-16,0 0 2 0,0 0-1 0,-4-2 4 0,4 2 4 0,0 0 10 15,-5-1 7-15,5 1 9 0,0 0 16 0</inkml:trace>
  <inkml:trace contextRef="#ctx0" brushRef="#br0" timeOffset="73141.92">25861 5325 6 0,'0'0'241'0,"-3"0"70"0,3 0 30 0,0-2 15 0,0 2 8 0,0 0 0 0,0 0 2 0,0 0 2 0,0 0 1 15,0 0 4-15,0 0 6 0,0 0 7 0,0 0-65 0,0 0-92 0,0 0-73 16,0 0-64-16,0 0-27 0,0 0-9 0,0 0-4 0,0-1 0 16,0 1 6-16,3 0 5 0,1-2 4 0,-4 2 4 0,2 0 5 0,3 2 5 15,-1-2 8-15,1 1 8 0,1-1 13 0,1 2 14 0,-2-2 12 0,1 0 13 16,3 1 18-16,-4 1 16 0,4-1 17 0,0 1 20 0,0-1 10 0,0-1 14 15,-1 0 3-15,4 2 2 0,-1-1-3 0,-2-1-5 0,6 0-9 0,-3 0-9 16,3 0-11-16,-1 0-11 0,1 0-14 0,3-1-20 0,-7 1-17 0,7 0-20 16,-2-2-17-16,-2 2-16 0,4 0-11 0,-3 0-9 0,3-1-6 0,-3 1-4 15,3 0-4-15,-8-2-3 0,5 2-3 0,3 0-1 0,-4-1-1 0,3 1-3 16,1-2-2-16,-4 2-2 0,6-1-3 0,2 1 0 0,-2-2-3 0,3 2-5 16,1-1-2-16,1-1-5 0,-1 0-3 0,5 2-5 0,-6-1-2 15,6 1-5-15,2-1-2 0,-9-1-2 0,5 1-4 0,-2 1 1 0,2-2-2 16,-3 1-2-16,-1 1-1 0,1 0 0 0,-4-2-1 0,-1 2-2 15,3 0 0-15,0 0-2 0,-4 0 1 0,2 0-4 0,3 0 2 0,-5 0 3 16,6 2 2-16,-4-2-1 0,3 1 4 0,1-1 5 0,-1 2 2 0,1-1 3 16,-1-1 2-16,1 2 1 0,-2-1 1 0,1-1 4 0,1 0 2 0,-3 1 4 15,1-1-1-15,0 0-1 0,-2 0 0 0,3 0-1 0,-3 0-2 0,-2 0-2 16,2-1-1-16,-2 1 0 0,0-1 0 0,-2 1 0 0,6-2 0 0,-6 1-4 16,-1-1-1-16,7 1-1 0,-11 1 0 0,7-2 0 0,-2 1-1 0,-3-1-1 15,1 1-1-15,-3-1 0 0,2 2-1 0,-3 0-4 0,-4-2-1 0,3 2-1 16,-2-1-2-16,-1 1 1 0,-1-1-1 0,-1 1 0 0,-3 0-1 0,5 0-1 15,-6 0 1-15,3-2-1 0,-3 2 1 0,4 0-2 0,-2 0 0 16,-2 0 0-16,3 0-2 0,-3 0-1 0,0 0-4 0,2 0-8 0,-2 0-8 16,0 0-10-16,0 0-12 0,0 0-12 0,0 0-18 0,0 0-18 0,0 0-31 15,0 0-40-15,0 0-67 0,0 0-83 0,0 0-67 0,0 0-62 0,-2-1-53 16,2 1-44-16,-3 0-53 0,-3-2-50 0,6 2-57 0,-5-1-59 0,0-1-15 16,-4 1 3-16,3-2 25 0,-7 1 37 0,8 1 67 0,-8-1 80 15,6-1 71-15,-6 2 63 0,3-1 56 0,-3-1 54 0,2 2 58 0,-3-1 60 16</inkml:trace>
  <inkml:trace contextRef="#ctx0" brushRef="#br0" timeOffset="73753.6">26776 4789 25 0,'-1'-1'251'0,"-7"1"66"0,7 0 31 0,-3 0 13 0,2 0 10 0,-1 0 5 0,-1 1 11 0,-1 1 7 0,3-1 18 0,-2 2 16 16,0 2 21-16,-1 1 22 0,3-1-48 0,-5 3-77 0,5 1-50 0,-1-1-36 15,-1 2-10-15,-1 1 1 0,-1-1 0 0,2 1-3 0,4-1-4 0,-5 1-11 16,5-1-10-16,-2 1-17 0,2-2-16 0,0 0-21 0,0-2-21 0,0 1-23 15,0-1-22-15,0-1-22 0,2 2-16 0,-2-4-14 0,5 2-3 0,-5-1 0 16,4-1 3-16,2-1 3 0,-3 1 1 0,3 0 1 0,-3-3 3 0,-1 2 4 16,5-1 3-16,-5-1 4 0,3-1 4 0,-1 2 1 0,0-2 8 15,-2-2 6-15,3 2 4 0,-1-1 5 0,-1-1 3 0,-1 1 2 0,3-2 8 16,-1 1 3-16,-4-1 3 0,5 0 1 0,-5 2-4 0,0-4-5 0,4 2-4 16,0 0-3-16,-4-2-5 0,0 3-4 0,-4-3-6 0,0 2-6 15,4-1-6-15,0 0-7 0,-1 0-7 0,-3 1-7 0,0 0-6 0,4 0-6 16,-5 2-3-16,5-3-4 0,-5 3-5 0,5-2-2 0,-4 2-7 0,-1-1-10 15,3 1-11-15,-2-1-14 0,0 1-14 0,3 1-16 0,-3-2-28 0,2 1-34 16,-5 1-76-16,7-2-95 0,-5 2-86 0,5 0-77 0,-4 0-78 0,2 0-75 16,2 0-90-16,-5 2-94 0,1-1-35 0,0 1-13 0,4-2 4 0,-5 4 11 15,3-1 22-15,2-3 32 0,-3 3 78 0,3-3 94 0,0 0 84 0,0 0 80 16,0 0 76-16,3 3 76 0</inkml:trace>
  <inkml:trace contextRef="#ctx0" brushRef="#br0" timeOffset="76696.24">26836 6073 42 0,'-3'-1'275'0,"-1"1"72"0,2-2 36 0,2 2 16 0,0 0 8 0,-4 2 3 0,4-2 3 0,0 1 1 16,0-1 3-16,0 0 0 0,0 0 5 0,0 0 4 0,0 0-72 0,0 0-107 15,0 0-80-15,0 2-65 0,0-2-32 0,6 0-13 0,1 0-6 0,-5-2 1 16,2 1 0-16,1-1 5 0,0 0-2 0,1 1 2 0,1-2 3 0,-2 0 0 16,1 0-1-16,-1 0 0 0,-1 0 5 0,1 0 3 0,1 0 14 0,-3 0 7 15,3-1 15-15,-1 1 15 0,-1 0 15 0,-4-2 14 0,5 2 13 0,-5 0 12 16,4-1 9-16,0 1 7 0,-4-2 5 0,0 2 3 0,0 0-1 0,0-1-4 16,0 2-4-16,0-1-6 0,-4-1-10 0,0 1-10 0,4 1-11 0,0-1-9 15,-5 0-11-15,5 2-9 0,-4-1-10 0,4 1-9 0,-2 1-6 0,2 0-8 16,-3-2-7-16,3 2-6 0,-2 0-8 0,-2 2-8 0,4-2-8 0,-3 0-6 15,3 1-9-15,0-1-12 0,-6 2-5 0,6-1-5 0,0-1-5 16,0 2-5-16,0-2-2 0,0 3-4 0,0-3-1 0,0 3 0 0,0-2 0 16,0 1 2-16,4 0-1 0,-2 0-1 0,1 0 0 0,-3-1 2 0,6 1-1 15,-3 1 4-15,-1-2 2 0,2 1 2 0,1-2 0 0,-1 0-1 0,0 0 2 16,1 0 5-16,-3 0 2 0,1-2-1 0,3 1 2 0,-3 1 2 0,-1-3 2 16,2 1 4-16,1 1 1 0,-5-1-1 0,8 0 3 0,-8 1 1 0,1 0 3 15,-1 1 1-15,0-2 2 0,0 2 0 0,0 0 2 0,0 0 2 16,0 0 1-16,0 0-1 0,0 0 1 0,0 0-1 0,0 0 1 0,0 0-1 15,0 0-2-15,0 0-4 0,0 0-2 0,0 0-1 0,0 0-5 0,0 0-4 16,0 0-4-16,-1 0-3 0,1 0-1 0,0 0-2 0,-4 0-3 0,4 0-3 16,0 0-3-16,0 0-3 0,0 0-2 0,0 0 1 0,0 0-1 0,0 0-1 15,0 0 0-15,0 0 0 0,0 0-1 0,0 0-4 0,0 0 1 0,0 0-2 16,0 0 0-16,0 0 0 0,0 0 1 0,0 0 2 0,0 0-1 0,0 0-5 16,0 0 3-16,0 0 3 0,0 0 3 0,0 0 1 0,0 0 2 0,0 0 0 15,0 0 2-15,0 0 4 0,0 0 1 0,4-1-1 0,-4 1 0 0,0 0 0 16,0 0 2-16,0 0 2 0,0 0-2 0,0 0-4 0,0 0 1 0,0 0-1 15,0 0 1-15,0 0-1 0,0 0-2 0,0 0-4 0,0 0 2 0,0 0 2 16,0 0-1-16,0 0 2 0,0 0 0 0,0 0 2 0,0 0-1 0,0 0 1 16,0 0-4-16,0 0-2 0,0 0 1 0,0 0 1 0,0 0 2 15,0 0 0-15,0 0-1 0,0 0-2 0,0 0 0 0,0 0 0 0,0 0 0 16,0 0-3-16,0 0 0 0,0 3 0 0,0-3 1 0,0 1 2 0,1 2 2 16,-1-1-1-16,0-2-1 0,0 1-1 0,0-1-1 0,0 3 1 0,0-3-2 15,0 3 0-15,0-3 1 0,4 2 4 0,-4-2-1 0,0 1 2 0,0-1-1 16,2 2-4-16,-2-2-1 0,0 0 0 0,0 1 0 0,0-1 3 15,0 0 2-15,0 0-1 0,0 0 1 0,0 0-1 0,0 0 2 0,0 0 0 16,0 0-1-16,0 0-2 0,0 0 1 0,0 0 4 0,0 0 1 0,0 0-2 16,0 0 2-16,0 0 2 0,0 0-2 0,0 0 1 0,0 0-1 0,0 0 0 15,0 0 0-15,0 0 0 0,0 0-1 0,0 0 1 0,0 0-2 0,0 0 1 16,0 0-1-16,0 0 1 0,0 0-1 0,0 0-2 0,0 0 1 0,0 0 1 16,0 0 1-16,0 0 1 0,0 0 0 0,0 0-2 0,0 0 1 0,0 0 1 15,0 0-2-15,0 0 2 0,0 0 0 0,0 0-1 0,0 0-2 0,-2 1-2 16,2-1-1-16,-4 2 2 0,4 0-1 0,0-1 1 0,-1 1-1 0,1-2 1 15,0 3-2-15,0-3 1 0,0 3-1 0,0 0 0 0,0-3 0 0,0 1 0 16,0-1 2-16,0 3-1 0,0-3-1 0,0 0 0 0,0 2 0 0,0-2-1 16,1 1 1-16,-1-1 0 0,0 0-2 0,0 2 1 0,0-2-1 0,0 0 1 15,0 0-1-15,0 0-1 0,0 0 2 0,0 0 2 0,0 0 4 0,0 0 2 16,0 0 1-16,6-2-2 0,-6 2-2 0,0 0 2 0,0 0-1 0,0 0-1 16,0 0 2-16,0 0 2 0,0 0-1 0,0 0 1 0,0 0-1 15,0 0-1-15,0 0-1 0,0 0-7 0,0 0 2 0,0 0 2 0,0 0 2 16,0 0 1-16,0 0-1 0,-2-1 2 0,2 1 0 0,0 0-1 0,-4-2 1 15,4 2-2-15,0 0 2 0,0 0-1 0,0 0 1 0,0 0 0 0,0 0 0 16,0 0-2-16,0 0 1 0,0 0-1 0,0 0 1 0,0 0-1 0,0 0-2 16,0 0-1-16,0 0-1 0,0 0 2 0,0 0-2 0,0 0 0 0,0 0 0 15,0 0 1-15,0 0-1 0,0 0 2 0,0 0-1 0,0 0 1 16,0 0-1-16,0 0 1 0,0 2-1 0,0-2 1 0,0 3 1 0,0-3-2 16,0 3 1-16,0-3 1 0,0 0-3 0,4 1-6 0,-4-1 1 0,0 0 5 15,0 0 0-15,0 0 0 0,0 0 0 0,0 0 2 0,0 0-1 0,0 0-1 16,0 0 2-16,0 0-1 0,0 0 1 0,0 0-1 0,0 0 5 0,0 0 3 15,0 0 0-15,0 0-4 0,0 0-1 0,0 0-1 0,0 0 2 0,0 0 1 16,0 0 0-16,0 0 0 0,0 0 0 0,0 0 1 0,0 0-1 0,0 0 0 16,2-1 0-16,-2 1 0 0,0 0 0 0,0 0-1 0,0 0 1 0,0-3 0 15,0 3-2-15,0 0-2 0,0-2-2 0,-2-1 1 0,2 3 1 0,0-3 1 16,0 3 1-16,-4-1 2 0,4 1 0 0,0-2 3 0,0 2 2 0,-1-1-1 16,1 1 4-16,0 0 1 0,0 0-2 0,0 0-1 0,0 0 2 0,0 0-1 15,0 0-1-15,0 0 0 0,0 0-1 0,-4 0-4 0,4 0-1 0,-4 3-1 16,4-2-2-16,0 2 0 0,-1-1-2 0,1 1 2 0,-4 0-1 15,4-2 1-15,0 4-3 0,0-4 0 0,0 2 0 0,4 0 1 0,-4-1 1 0,1 1-1 16,-1-3 1-16,0 3-1 0,0-3 1 0,4 1-2 0,-4-1-2 0,0 2-1 16,4-1 2-16,-4-1 1 0,0 0 3 0,0 0 1 0,0 0-1 15,0 0-1-15,1 2-1 0,-1-2 2 0,0 0 2 0,0 0-2 0,0 0 3 16,0 0 1-16,0 0 1 0,0 0-4 0,0 0 1 0,0 0-1 0,0 0 1 16,0 0 1-16,0 0 0 0,0 0 0 0,0 0 0 0,0 0-2 15,0 0 1-15,0 0 1 0,0 0 0 0,0 0 0 0,0 0 0 0,0 0 1 16,0 0-1-16,0 0 0 0,0 0-1 0,0 0-1 0,0 0 1 0,0 0-1 15,0 0 1-15,-1-2 1 0,1 2-2 0,0-1-1 0,0 1-1 0,0 0-4 16,-4 0 1-16,4 0 1 0,-4-2 0 0,4 2 0 0,0 0-2 0,0-1 1 16,0 1-2-16,0 0 1 0,0 0-1 0,-5 0-3 0,5 0-1 0,0 1-4 15,0-1-1-15,-4 0-3 0,2 2-3 0,2-2-3 0,-3 1-4 0,3-1-4 16,0 2-4-16,-2-1-4 0,2-1-10 0,0 1-8 0,0-1-13 0,-4 4-13 16,4-4-20-16,0 3-25 0,0-3-33 0,0 1-40 0,0-1-43 0,0 2-47 15,0-2-40-15,0 1-39 0,0-1-35 0,0 0-32 0,0 0-32 0,0 0-35 16,0 0-36-16,0 0-36 0,0 0-36 0,0 0-32 0,0 0 8 0,0 0 31 15,0 0 40-15,0 0 49 0,0 0 43 0,0 0 43 0,0 0 39 0,0 0 38 16,0 0 43-16,0 0 45 0,0 0 48 0</inkml:trace>
  <inkml:trace contextRef="#ctx0" brushRef="#br0" timeOffset="76876.06">26932 6099 198 0,'-4'3'275'16,"3"-2"22"-16,-7 4 8 0,7-2-3 0,-3 1-6 0,0 1-15 0,4-3-11 0,-5 3-22 0,5-3-23 0,-2 1-36 16,-2 0-42-16,4-3-111 0,0 0-142 0,0 0-92 0,-3 1-68 15,3-1-27-15,0 0-12 0,0 0 4 0,0 0 6 0,0 0 14 0,0 0 12 16,0 0 21-16,0 0 23 0,0 0 37 0</inkml:trace>
  <inkml:trace contextRef="#ctx0" brushRef="#br0" timeOffset="79312.41">18257 4050 34 0,'0'-5'343'0,"0"2"183"0,-3 2 85 0,3-2 42 15,0 3 21-15,3-2 7 0,-3 2 6 0,0 0 5 0,0 0 11 0,0 0 12 16,4 0 14-16,-2 0 16 0,1 0-65 0,3 0-102 0,-3 0-147 0,3 0-173 15,-1 0-79-15,4 0-36 0,0 2-12 0,2-2-3 0,-2 1-2 0,6 1-1 16,-3 0-9-16,3 2-11 0,1-1-12 0,-1 3-11 0,-3-2-13 0,3 4-11 16,-1-1-7-16,1 0-9 0,-1 3-6 0,-1 2-4 0,-2-2-5 0,1 2-8 15,-1 2-8-15,-2-1-8 0,0 1-14 0,-2-1-11 0,1 2-22 0,-3-1-25 16,1-1-43-16,-1 1-54 0,-1-2-65 0,-1 0-72 0,-1-2-59 0,2 1-55 16,-3-2-53-16,-1-2-52 0,0-1-48 0,4 0-50 0,-4-6-56 15,0 0-63-15,0 0-14 0,0 0 8 0,0 0 35 0,0 0 52 0,0 0 65 16,0-3 70-16,4-3 58 0,-2-1 55 0,-2-1 54 0,3-1 51 15,1-1 52-15,-2-2 55 0</inkml:trace>
  <inkml:trace contextRef="#ctx0" brushRef="#br0" timeOffset="79476.75">18614 4050 9 0,'0'-12'419'15,"-4"1"130"-15,4 4 80 0,0-2 46 0,0 3 33 0,-2 0 23 0,2 3 21 16,0 0 13-16,-3 1 12 0,3 2 8 0,0 0 7 0,-4 0-7 0,2 2-10 16,-1 1-155-16,-3 1-220 0,1 2-122 0,-3 2-74 0,1 2-45 0,-2 1-30 15,-3 4-23-15,1 0-17 0,-2 1-14 0,2 2-9 0,-3 0-14 0,1 3-16 16,2-3-25-16,2 1-31 0,0-1-49 0,0 0-63 0,2-1-84 15,0-2-97-15,1-1-84 0,6-3-79 0,-2 2-84 0,4-3-92 0,-2-2-74 16,4-2-65-16,-2-2-25 0,5 1-1 0,0-2 11 0,0 0 18 0,2-3 44 16,2-2 51-16,-2-1 82 0,2-1 93 0,-2 0 83 0,6 0 75 15,-3 1 86-15</inkml:trace>
  <inkml:trace contextRef="#ctx0" brushRef="#br0" timeOffset="79864.95">18995 4161 96 0,'-5'0'389'0,"-1"1"170"0,3-1 86 0,-3 0 47 0,3 2 25 0,-3-2 19 15,6 1 12-15,-3 1 13 0,3-2 10 0,0 0 8 0,0 0 7 16,0 0 5-16,0 0-90 0,0 0-135 0,0 0-156 0,0 0-170 0,0 0-83 16,0 0-48-16,0 0-23 0,0 0-16 0,3 0-11 0,-3 0-10 0,6 0-10 15,-3 0-9-15,-1-2-14 0,5 2-13 0,-1 0-1 0,-1-1 4 0,1 1 4 16,3 0 2-16,-4-2 0 0,4 2 0 0,0-1 0 0,-3 1-1 0,3 0-7 15,-4-2-4-15,2 0-13 0,-1 2-19 0,-1-1-31 0,-1 1-35 16,-2-1-75-16,3 1-95 0,-1-2-75 0,-1 2-72 0,-3 0-67 0,2 0-70 16,-2 0-87-16,0 0-97 0,0 0-41 0,0 0-14 0,0 0 1 0,0 0 15 15,0 0 34-15,0 0 45 0,0 0 72 0,-5 0 87 0,1 2 73 0,-1-1 65 16,-1 0 70-16,3 3 70 0</inkml:trace>
  <inkml:trace contextRef="#ctx0" brushRef="#br0" timeOffset="80791.12">17637 4375 123 0,'-7'6'316'0,"1"0"59"0,1 0 25 0,1-1 14 0,-1-3 4 16,5 2 3-16,-4-1-1 0,4-2 0 0,0-1 7 0,0 3 8 0,4-1 11 0,-4-1 10 0,5-1-86 0,-1 2-130 0,-1-2-75 16,-1 1-52-16,4-1-21 0,1 0-4 0,-2 0 1 0,1-1 3 0,-1-1 4 15,4 1 1-15,0-2-1 0,-3 0-2 0,3 0-4 0,-4-2-5 16,1 1-7-16,3-1-4 0,-6 1-3 0,3-1-3 0,-1 1 0 0,-1 1 0 15,1 0 1-15,-5 0 4 0,6 1 1 0,-6-1 2 0,0 3 0 0,0 0 3 16,0-2 1-16,0 2 1 0,0 0-1 0,0 0 0 0,0 0-3 0,0 0-3 16,0 0-7-16,0 0-10 0,0 0-8 0,0 0-10 0,0 0-6 0,0 0-9 15,0 0-5-15,0 0-5 0,0 4-8 0,0-1-5 0,3 1-4 0,-3-1-1 16,0 2-4-16,4-3 1 0,-2 3 1 0,1 0 3 0,-1-1 0 0,2 0 3 16,-1 1 1-16,-1 0-2 0,2-2-1 0,1 0-1 0,1-1-1 0,-3 2 1 15,3-3-2-15,-1-1 1 0,2 2-4 0,-1-2-2 0,-1-2-6 0,1 1-5 16,3-3-11-16,-4 0-11 0,4 1-13 0,0-3-9 0,0-1-10 15,0 1-9-15,-3-4-4 0,4 2-8 0,0-3-1 0,-5 1-3 0,4-1 2 16,0 1 3-16,-4-2 2 0,5 1 6 0,-5-1 10 0,-1 0 14 16,1 2 12-16,-1-1 9 0,1 1 11 0,-1-1 10 0,-3-1 6 0,-1 3 6 15,4-2 6-15,-4 3 9 0,0-3 7 0,0 4 8 0,0-3 9 0,0 3 12 16,0 0 9-16,-4 2 13 0,4-1 17 0,0 2 12 0,0-1 14 0,0 4 11 16,-1-2 8-16,1 3 3 0,0 0-1 0,0 0-4 0,0 0-7 0,0 0-8 15,0 0-6-15,0 0-2 0,0 3-3 0,-4 0-3 0,4 3-5 0,0 1-4 16,0 2-5-16,0 3-3 0,0 0-2 0,0 5 5 0,0-1 6 0,0 5 7 15,0 0 9-15,4 1 8 0,-4 3 5 0,0-1 0 0,0 1-6 0,1 1-4 16,-1-1-7-16,0 2-5 0,0-1-4 0,0-1-3 0,0-1-3 0,0 2-2 16,0-2-4-16,0-2-6 0,-1-1-4 0,-3 0-3 0,4-1-5 15,-2-1-3-15,-1-2-1 0,3-1-5 0,-6-1 1 0,3 2 2 0,-1-4 2 16,-1 2-1-16,-1-3-1 0,-3 2-3 0,4-4-1 0,-1 2-1 16,-3 0 1-16,0-1-2 0,0-1 0 0,0 0-2 0,-2 0-2 0,2 0-2 15,0-1-3-15,-2 0-2 0,-1-1-2 0,1 1-4 0,-2-2-1 0,-1-1-1 16,3 0-2-16,-2 0-5 0,-1 0-1 0,3-1-1 0,-4-1-7 0,3-1-4 15,-3-1-4-15,4-1-7 0,-3-1-7 0,1 0-7 0,-1-1-10 0,-1-1-7 16,1-1-7-16,3 0-8 0,-2 0-11 0,-1-3-10 0,5 2-16 0,-2-2-23 16,0 0-29-16,2-2-32 0,0 2-46 0,0-1-51 0,5-1-49 0,-1 1-48 15,-1-1-39-15,3 1-31 0,-3 1-31 0,6-2-31 0,-1 2-24 0,1 0-21 16,0 0-18-16,0 0-11 0,1 2-14 0,-1-2-10 0,4 1 7 0,-2-1 11 16,1 0 36-16,3 0 46 0,-1 2 39 0,-1-2 38 0,5 0 34 15,-4 1 37-15,4-1 36 0,2 0 31 0,-2 0 33 0,4 2 34 0,1-2 43 16</inkml:trace>
  <inkml:trace contextRef="#ctx0" brushRef="#br0" timeOffset="81987">18201 4285 10 0,'0'0'260'0,"0"-1"89"0,0 1 47 0,0 0 26 0,0 0 18 0,0 0 17 0,0 0 15 0,0 0 18 15,0 0 23-15,0 0 24 0,0 0 25 0,0 0 28 0,0 0-44 0,0 0-77 16,0 0-76-16,0 0-77 0,0 0-40 0,0 0-19 0,0 0-17 0,0 0-14 16,0 0-15-16,0 0-17 0,0 0-20 0,0 0-25 0,0 0-26 15,0-2-27-15,0 2-24 0,0 0-23 0,0 0-12 0,0 0-14 0,0 0-8 16,0 0-5-16,0 0-2 0,0 0-2 0,0 0-2 0,0 0 1 0,0 0-2 15,0 0 0-15,0 0-2 0,0 0 1 0,0 0-1 0,0 0-2 0,0 0 1 16,0 0 1-16,0 0 2 0,0 0-1 0,0 0-1 0,0 0 2 16,0 0 0-16,0 0 2 0,0 0-1 0,0 0 2 0,0 0-1 0,0 0-1 15,0 0 2-15,0 0 2 0,0 0-1 0,0 0 4 0,0 0 1 0,0 0 3 16,0 0 0-16,0 0 4 0,0 0 0 0,0 0 2 0,0 0 2 0,0 0-1 16,0 0 1-16,0 0 1 0,0 0 1 0,0 0 1 0,0 0-4 0,0 0-1 15,0 0-3-15,0 0 0 0,0 0-5 0,0 0-1 0,0 0-3 0,0 0-4 16,0 0-4-16,0 0-2 0,0 0-13 0,0 0-18 0,0 0-28 0,0 0-38 15,0 0-44-15,0 0-47 0,0 0-43 0,0 0-43 0,0 0-33 0,0 0-33 16,0 0-36-16,4 2-36 0,-1-1-41 0,-1-1-46 0,-2 0-59 0,0 0-62 16,6 1-8-16,-3 1 19 0,3-2 38 0,-6 0 44 0,7 0 41 15,0 0 42-15,-3-2 35 0,5 2 32 0,-4-1 33 0,4 1 40 0,-3 0 44 16,3 0 48-16</inkml:trace>
  <inkml:trace contextRef="#ctx0" brushRef="#br0" timeOffset="82614.46">18977 4114 169 0,'0'0'322'0,"0"0"47"0,-5 0 26 0,5 0 15 0,0 0 7 0,0 0 6 0,0 0 7 0,0 0 4 0,0 0 4 0,0 0 6 0,0 0 4 15,0 0-48-15,0 0-74 0,0 0-91 0,0 0-102 0,0 0-51 0,0 0-31 16,0 0-20-16,0 0-15 0,0 0-20 0,0 0-21 0,0 0-20 0,0 0-23 15,0 0-27-15,0 0-32 0,0 0-35 0,0 0-36 0,0 0-46 16,0 0-49-16,0 0-53 0,0 0-55 0,0 0-18 0,0 0-3 0,0 0 6 16,0 0 13-16,0 4 16 0,-6 0 16 0,6-1 23 0,-3 1 26 15,1-1 33-15,-2 0 35 0,1 0 44 0</inkml:trace>
  <inkml:trace contextRef="#ctx0" brushRef="#br0" timeOffset="82862.41">18919 4215 183 0,'0'0'285'0,"0"0"35"0,0 0 21 0,0 3 19 0,4-2 18 16,-2 1 21-16,1-1 23 0,3-1 31 0,-1 0 29 0,-1 0 40 0,5 0 38 15,-4 0-18-15,4 0-44 0,2 0-51 0,-2-1-50 0,4 1-20 0,-2 0-11 16,-2-2-8-16,2 1-10 0,1 1-17 0,-1-2-22 0,2 1-24 0,-2-1-26 16,-2 0-33-16,2 1-35 0,-2 1-35 0,0-1-38 0,3-1-25 15,-4 1-21-15,1-1-12 0,0 1-11 0,0 1-8 0,-4-2-8 16,4 1-2-16,-3-1-1 0,3 1-6 0,-4-1-6 0,-1 2-7 0,1-2-8 0,1 1-15 15,-6 1-17-15,3-1-20 0,1 1-28 0,-4 0-34 0,0 0-40 16,2-2-45-16,-2 2-48 0,0 0-49 0,0 0-46 0,0 0-47 0,0 0-47 16,0 0-41-16,-2-1-39 0,-2-1-43 0,1 1-41 0,1-2-26 0,-2 0-18 15,-1-1 12-15,-1 2 30 0,-1-1 39 0,2-2 46 0,-1 1 48 0,1 0 45 16,-1 0 48-16,-1 0 44 0,2 1 45 0,1-2 43 0,-1 1 55 0</inkml:trace>
  <inkml:trace contextRef="#ctx0" brushRef="#br0" timeOffset="83152.3">19147 3961 132 0,'-3'-1'307'0,"3"1"56"0,0 0 30 0,0 0 19 15,0 0 20-15,0 0 20 0,0 0 19 0,0 0 28 0,0 0 32 0,0 0 41 16,0 0 47-16,0 0-9 0,0 0-32 0,0 1-68 0,0 2-86 16,0 3-41-16,-2 0-18 0,2 0-13 0,0 2-8 0,-4 1-11 0,4 1-12 15,0 1-22-15,0 1-25 0,0 1-34 0,-3 2-42 0,3 2-34 0,0-1-30 16,-2 4-23-16,-2-2-16 0,4 1-14 0,-2 1-9 0,-1-1-10 0,3 1-8 15,-4-1-8-15,4-1-7 0,-2 0-9 0,-1-1-7 0,3-2-5 0,0 0-5 16,-2-2-1-16,-2 1-4 0,4-2-7 0,0-2-5 0,0 1-5 0,0-2-3 16,0 0-18-16,0-2-27 0,0-1-36 0,0 0-41 0,0 0-60 0,0-2-70 15,0 1-63-15,0-2-58 0,4 0-56 0,-2-1-52 0,-2-1-57 0,3 1-62 16,-3-2-70-16,6-2-73 0,-3-1-15 0,3-1 10 0,-1-1 28 16,1-2 37-16,3-1 59 0,0-1 72 0,-4-1 62 0,4-1 58 0,2-1 56 15,-2-1 51-15,0 1 61 0,0-2 69 0</inkml:trace>
  <inkml:trace contextRef="#ctx0" brushRef="#br0" timeOffset="83488.25">19608 3865 117 0,'0'0'399'0,"0"0"163"0,0 0 82 0,-3 2 46 0,-1-1 31 0,4 2 25 15,-5 0 17-15,5 2 16 0,-6-1 14 0,3 2 16 0,-3 3 7 0,1 2 11 16,1 1-95-16,-5 1-139 0,2 3-151 0,-2 2-154 0,0 2-79 0,0 1-45 15,-2 2-31-15,2-1-23 0,-4 1-17 0,6 0-17 0,-2 2-13 0,2-3-16 16,0 1-10-16,-1-4-10 0,3 2-6 0,3-3-7 0,-2-1-5 0,4-1-6 16,0-2-2-16,0-1-2 0,4-1-4 0,-2 0 1 0,2-1-2 15,1-2-2-15,-1-2 1 0,1 2-1 0,0-3 1 0,1-1-2 0,1-1-2 16,0 1 1-16,1-2-2 0,-3 0 1 0,0-2 1 0,4 1 1 16,-3-2 0-16,-1 0 0 0,3-2 3 0,-3 2 0 0,0-1 1 0,1-1-1 15,-1 1 2-15,-1-2 1 0,1 0 1 0,-1-2 4 0,1 2-1 0,-5-1 1 16,6-1-1-16,-6-1 2 0,3 2 0 0,-3-2 2 0,0-1-1 0,4 0-1 15,-4 0 0-15,-4 2 0 0,4-2 0 0,0-1-3 0,-3 2-3 0,1-1-6 16,-2 1-9-16,-1-2-12 0,1 2-27 0,-1 0-34 0,-1 0-67 0,-3-1-82 16,4 2-79-16,-4-1-78 0,0 0-75 0,0 2-77 0,-2 1-97 0,-2-2-107 15,2 4-45-15,-3-2-20 0,1 3 1 0,-1 0 4 0,-2 0 24 0,-3 1 36 16,1 2 66-16,-1-2 82 0,0 3 78 0,-4 0 80 0,3 1 75 0,-4-1 79 16</inkml:trace>
  <inkml:trace contextRef="#ctx0" brushRef="#br0" timeOffset="84173.64">19323 3795 262 0,'1'-2'378'0,"-1"1"51"0,4-2 25 0,-4 3 11 0,2 0 7 0,2-3 7 0,-1 3 8 0,-3 0 23 0,2 0 33 0,2 0 41 0,1 0 46 0,-5 1-36 0,5 1-73 16,-1-1-94-16,1 2-104 0,-1 0-45 0,2 0-20 0,-3 0-16 15,3 2-16-15,-1-2-3 0,-1 1-2 0,1 0-20 0,0 1-29 0,1 0-40 16,-3-1-46-16,3-1-27 0,-2 3-20 0,1-1-11 0,-5-1-5 15,5 2-4-15,-5 2-2 0,0-2 5 0,0 1 6 0,0 2 1 0,-1 0-7 16,-3 0-1-16,0 2-3 0,-1-1-1 0,-1 2-2 0,1 0-2 0,-4 0-1 16,4-1 0-16,-1 2-1 0,-6-2-4 0,6 0 2 0,-3 0 2 0,4-2-1 15,-4 2 1-15,5-4-1 0,-1 2-1 0,1-1-1 0,-2-2 0 0,1 1 3 16,1-1-1-16,4-1-2 0,-1 1 1 0,-3-2 0 0,4-1 1 0,0 2 2 16,4-1 2-16,-3 1 1 0,3-1 3 0,0 1 3 0,1-1 3 0,1 2 4 15,3 0 1-15,-4-1-1 0,8 1 2 0,-6 1 2 0,6-1 1 0,-3 2 5 16,-1-1 0-16,6-1-2 0,-6 0 0 0,5 0-3 0,-5 2-2 15,6-2-2-15,-4 0-5 0,-2 0 0 0,0 0 0 0,4-1-2 0,-6 2 4 16,2-1 1-16,-2-1 0 0,-2 0-2 0,1 1 2 0,-1 0 4 0,-1 0 2 16,-2-1 3-16,1 1 2 0,-3 0 1 0,0 0 3 0,0 0 3 15,-3 1 1-15,3-1 1 0,-6 2-2 0,5-1-5 0,-7 1-1 0,3 1-3 16,-4 0-6-16,3 0-6 0,-3 0-9 0,0 1-9 0,-2 1-13 0,2-2-16 16,-5 1-25-16,5-1-28 0,-6 0-61 0,5 2-74 0,-3-1-81 0,-2-1-83 15,1 0-74-15,0 0-74 0,-1 0-84 0,-3 0-92 0,3-1-53 0,-4-1-40 16,4-1-12-16,-3 0 3 0,2 0 18 0,-2 0 24 0,0-1 57 0,1-1 73 15,-1-1 78-15,0 0 87 0,0-1 75 0,4 1 72 0,-6-2 85 0</inkml:trace>
  <inkml:trace contextRef="#ctx0" brushRef="#br0" timeOffset="84659.7">18134 4276 114 0,'-5'0'286'0,"1"-1"43"0,-1 1 20 0,-1 0 10 0,3 0 7 0,-3 1 6 0,5-1 7 16,-3 0 8-16,0 0 7 0,3 0 14 0,1 0 7 0,-4 0-29 0,4 0-53 16,-2 0-75-16,2 0-83 0,0 0-36 0,0 0-11 0,0 0-4 0,0 0-4 15,0 0 0-15,0 0-4 0,0 0-2 0,0 0 1 0,0 0-5 0,0 0-6 16,0 0-4-16,0 0-3 0,0 0-4 0,0 0 1 0,0 0-2 0,0 0-3 15,0 0 2-15,0 0-1 0,0 0 4 0,0 0 6 0,0 0 3 16,0 0 8-16,2 0 5 0,2-1 6 0,-3 1 3 0,3 0-1 16,0-2-4-16,-3 2-2 0,5-1-4 0,-3-1-6 0,3 2-4 0,-1-2-5 15,3 1-8-15,-3 1-10 0,0-1-12 0,1-1-12 0,-3 1-29 0,3 1-29 16,-1 0-49-16,-1-2-56 0,0 2-55 0,1-1-56 0,-1 1-50 0,-3 0-45 16,5 0-50-16,-3 0-49 0,3 1-63 0,-3 1-75 0,-3-2-49 0,0 0-43 15,2 3-4-15,2-1 9 0,-4-2 35 0,3 5 47 0,-3-5 49 0,-3 5 51 16,3-1 48-16,-4 0 43 0,4 1 49 0,-2 0 48 0,-1 1 68 0</inkml:trace>
  <inkml:trace contextRef="#ctx0" brushRef="#br0" timeOffset="84871">18109 4423 231 0,'-4'3'347'0,"4"-3"52"0,0 0 28 0,4 3 28 0,-2 0 28 0,-2-1 37 15,3-1 44-15,-3 0 43 0,4 1 44 0,-4-2 29 0,2 0 24 0,3 0-48 16,-5 0-81-16,8 0-92 0,-7 0-97 0,3 0-48 0,5 0-29 15,-4 0-28-15,1 0-28 0,3 0-54 0,0 0-69 0,2-2-97 0,-2 1-112 16,0 1-105-16,2-3-98 0,1 3-99 0,-1-1-101 0,2-1-95 0,-4-1-86 16,0 0-41-16,-2 0-16 0,0 1-11 0,1 0-4 0,-5 0 17 0,3 1 22 15,-6 1 56-15,0 0 70 0,0 0 74 0,0 0 74 0,5 1 89 0,-5-1 90 16</inkml:trace>
  <inkml:trace contextRef="#ctx0" brushRef="#br0" timeOffset="89307.71">18409 5248 106 0,'4'-1'352'0,"-4"1"110"0,2-2 47 0,-2 2 23 0,3-2 15 0,-1 2 11 16,2 2 23-16,1-2 26 0,1 0 23 0,-3 0 25 0,6 0 17 15,-3 2 19-15,3-1-83 0,2 1-126 0,-2-1-108 0,3 2-97 0,-3 2-38 16,2-3-18-16,0 3-8 0,-2 1-6 0,0 0-17 0,4 0-24 16,-6 2-22-16,2-2-23 0,0 1-19 0,4 1-17 0,-6-1-13 0,2 1-12 15,0-1-11-15,-4 1-8 0,1-2-8 0,3 1-6 0,-5-2-9 0,1 1-6 16,0 0-17-16,-1-2-17 0,1 2-43 0,-1-1-53 0,-2-1-65 0,2-1-73 16,-1 0-61-16,-1 0-56 0,-2 0-54 0,4-1-53 0,-3 1-60 0,3-2-61 15,-4-1-61-15,0 0-63 0,0 0-18 0,5-3 4 0,-1-1 34 0,1-1 49 16,-1-1 64-16,-2 0 70 0,5-3 62 0,-5 0 56 0,3 0 53 0,-1 0 54 15,1 0 57-15</inkml:trace>
  <inkml:trace contextRef="#ctx0" brushRef="#br0" timeOffset="89456.99">18767 5243 25 0,'0'-7'379'0,"0"1"105"0,0 0 62 0,0 3 33 0,0 0 23 0,0 3 24 15,0 0 19-15,0 0 24 0,0 2 26 0,-1-1 22 0,-3 3 20 0,0 1-6 16,3 3-20-16,-5-1-131 0,-1 2-180 0,1 0-99 0,1 3-59 0,-4 0-29 16,4 1-24-16,-4 0-20 0,-1 0-22 0,5 1-37 0,-4-2-44 15,4 0-70-15,-1-2-86 0,-1 1-91 0,1-1-93 0,1-2-87 0,5-1-81 16,-4-1-86-16,4 0-88 0,0-6-68 0,0 0-60 0,0 0-26 0,4 2-13 15,1-2 7-15,1-3 15 0,3-2 50 0,-4-1 63 0,3 0 80 0,1-3 85 16,-2 0 74-16,2 2 73 0,0-2 80 0</inkml:trace>
  <inkml:trace contextRef="#ctx0" brushRef="#br0" timeOffset="89621.37">18901 5241 60 0,'7'-2'284'0,"-1"2"62"15,-1-1 39-15,-1 1 32 0,-2 0 31 0,1 1 32 0,3-1 29 16,-3 2 26-16,-1-2 26 0,5 1 26 0,-1-1 15 0,-1 1 11 0,1-1-76 15,-3 2-117-15,3-2-77 0,3 0-61 0,-4 2-40 0,1-1-33 0,-3-1-55 16,3 2-69-16,3-1-79 0,-4 1-83 0,-1-2-80 0,5 1-77 16,-4 1-74-16,1 1-74 0,-3-2-83 0,3 0-91 0,-3 1-39 0,-1 0-19 15,-2-2-9-15,7 3-3 0,-5 0 27 0,-2-3 36 0,4 4 49 0,-4-4 56 16,0 6 54-16,0-1 52 0,-4 1 59 0,4-2 62 0</inkml:trace>
  <inkml:trace contextRef="#ctx0" brushRef="#br0" timeOffset="89771.42">18970 5389 40 0,'-4'3'327'0,"1"0"72"0,3 0 31 15,-2-1 18-15,2-2 9 0,2 1 8 0,-2 1 8 0,3-1 16 0,-3-1 16 16,0 2 20-16,6-2 21 0,-6 0-8 0,5 0-24 0,-5 0-108 16,4 0-146-16,1 0-68 0,-1 0-31 0,-2 0-25 0,1-2-19 0,3 2-50 15,-1-1-56-15,-1-1-68 0,5 1-72 0,-4-1-92 0,1 2-97 0,1-3-98 16,-2 0-92-16,1 0-48 0,-1-1-19 0,2 1-11 0,1 1-4 16,-5-1 6-16,3-1 14 0,-1 1 38 0,2-2 48 0,-1 2 54 0,-1 2 55 15,1-1 70-15,1 1 78 0</inkml:trace>
  <inkml:trace contextRef="#ctx0" brushRef="#br0" timeOffset="90069.93">19238 5268 87 0,'0'0'364'16,"0"0"84"-16,0 0 43 0,1-2 35 0,3 2 31 0,-4 0 32 0,6 0 34 15,-6 2 32-15,3-2 31 0,1 0 25 0,-2 1 19 0,3 1-19 0,-1-2-35 16,1 1-118-16,4 1-154 0,-4-1-76 0,5-1-42 0,-5 2-30 0,4-2-30 16,0 1-30-16,2-1-36 0,-2 0-29 0,0 0-30 0,0 0-23 15,0 0-18-15,0 0-13 0,0 0-13 0,-2 0-7 0,2-1-7 0,0 1-7 16,-3 0-1-16,3-2-1 0,-4 1-4 0,3 1-1 0,-3-2 2 16,-3 2-2-16,5-1-2 0,-5 1-1 0,2 0-1 0,-3 0-14 0,-1 0-15 15,0 0-38-15,4 0-47 0,-4 0-78 0,0 0-88 0,0 0-80 0,0 0-77 16,0 0-93-16,0 0-101 0,0 0-68 0,0 0-52 0,0 0-22 0,0 0-11 15,0 0 7-15,0 0 12 0,0 0 37 0,0 0 49 0,0 0 78 0,0-6 87 16,0 1 80-16,4 2 78 0,-3 0 93 0</inkml:trace>
  <inkml:trace contextRef="#ctx0" brushRef="#br0" timeOffset="90280.27">19771 5017 308 0,'-3'3'557'0,"-3"0"112"15,4 2 55-15,-1-2 35 0,-1 2 22 0,-1 2 18 0,1 2 14 0,-1-2 12 16,-1 4 11-16,3-2 9 0,-3 4 10 0,1 1-53 0,-1-1-80 16,-1 2-179-16,5 1-221 0,-3 1-108 0,1 1-52 0,-1 0-33 0,1 0-22 15,-1 3-19-15,1-2-13 0,-1 3-18 0,5-1-16 0,-2 0-20 0,-2 0-24 16,1-2-29-16,3 1-31 0,-2-1-67 0,2 1-85 0,-4-4-104 0,4 1-116 16,0-1-110-16,4-1-111 0,-4 0-88 0,0-4-79 0,0 1-29 0,2-2-11 15,-2-1 2-15,0 0 10 0,3 0 18 0,-3-3 24 0,0 2 62 0,0-4 83 16,0 2 103-16,0 0 110 0,0 0 112 0,0-3 112 0</inkml:trace>
  <inkml:trace contextRef="#ctx0" brushRef="#br0" timeOffset="92833.79">27010 5997 76 0,'0'1'304'0,"-6"-1"64"0,3 2 40 0,3-1 27 0,-2 1 26 15,-2-1 26-15,4 1 28 0,-2-2 30 0,-1 1 31 0,3-1 33 0,0 2 32 16,0-2-9-16,0 0-31 0,0 0-84 0,0 0-108 0,0 0-57 0,0 0-33 16,0 0-24-16,0 0-21 0,0 0-22 0,0 0-24 0,0 0-26 0,0 0-27 15,0 0-25-15,0 1-29 0,0-1-17 0,5 0-15 0,-5 0-11 0,0 0-7 16,0 0-4-16,4 1 1 0,-4-1 0 0,2 0 0 0,-2 0-1 16,3 2-1-16,-3-2 0 0,0 0-1 0,0 0-2 0,0 0-2 0,0 0-4 15,0 0-3-15,0 0-9 0,0 0-11 0,0 0 1 0,0 0 5 0,0 0 2 16,0 0 0-16,0 0 3 0,0 0 0 0,0 0 0 0,0 0 0 0,0 0 0 15,0 0 2-15,0 0 1 0,0 0-2 0,0 0 8 0,0 0 11 0,0 0-2 16,0 0-9-16,0 0-5 0,0 0-1 0,-3-2-4 0,1 2-5 16,2 0-3-16,-4-1-5 0,4 1-2 0,0 0-4 0,0 0-4 0,0 0-4 15,0 0-10-15,-5 0-13 0,5 0-3 0,0 0 2 0,0 1-5 0,0-1-8 16,0 0-8-16,0 0-8 0,0 0-6 0,0 0-8 0,0 0-5 0,0 0-7 16,0 0-5-16,0 0-8 0,0 0 0 0,0 0 1 0,0 0-11 0,0 0-19 15,0 0-23-15,0 0-28 0,0 0-52 0,0 0-65 0,0-1-68 0,3 0-66 16,-1-1-69-16,-2-1-65 0,0 3-90 0,0 0-103 0,4-4-38 0,-4-1-14 15,0-1 2-15,0 2 9 0,0-1 23 0,0-1 32 0,-4 0 62 0,2 2 69 16,-1-2 75-16,-1 0 77 0,-1 0 71 0,3 0 76 0</inkml:trace>
  <inkml:trace contextRef="#ctx0" brushRef="#br0" timeOffset="98539.72">19451 6693 97 0,'-4'-2'406'0,"1"1"192"0,3-1 93 0,-6 2 49 0,5 0 29 0,1 0 16 0,0 3 13 0,-4-1 12 15,0-1 11-15,-1 1 8 0,1 1 7 0,3 0 7 0,-3-1-89 0,-2 3-129 16,3 0-170-16,1 1-184 0,-2 1-86 0,-1 2-41 0,1 2-20 0,3-1-8 15,-3 4-7-15,4 1-5 0,-2 1-4 0,-1 1-2 0,3 0-1 0,-4 3 1 16,4 1-4-16,0 0-1 0,0 0-5 0,0 2-6 0,4-1-7 0,-1 1-4 16,-3-1-10-16,2-1-8 0,2 0-9 0,-3 0-5 0,3-1-20 0,1-1-25 15,1-1-28-15,1-1-30 0,-1-1-29 0,-1-1-27 0,4-2-47 0,-4 0-55 16,4-1-88-16,2-3-107 0,-2 1-93 0,0-2-88 0,4-3-100 0,-2 0-104 16,0-2-54-16,1-1-29 0,3-4 1 0,-4-1 14 0,1 0 19 0,-1-1 22 15,2-2 46-15,-2-2 51 0,-2 1 91 0,3-2 105 0,-4 0 97 0,1 1 86 16,0-1 101-16</inkml:trace>
  <inkml:trace contextRef="#ctx0" brushRef="#br0" timeOffset="98764.61">19715 6993 96 0,'-5'0'407'0,"1"3"194"0,2-3 98 0,-1 3 53 0,1-2 28 0,2 1 21 16,-4 0 14-16,4-2 10 0,0 4 11 0,0-4 7 0,0 0 8 0,0 0 8 15,0 1-85-15,0-1-130 0,4 3-172 0,-2-1-189 0,1-2-89 0,-1 1-47 16,2 1-26-16,1-1-13 0,2 1-12 0,-1-1-10 0,-1-1-8 0,4 1-9 15,0 1-8-15,0 0-7 0,-1-2-9 0,1 0-6 0,0 0-7 0,0 0-4 16,0-2-13-16,-4 2-16 0,6-2-19 0,-2 1-20 0,-3 0-23 0,3-2-24 16,0 0-48-16,-4 1-59 0,4-1-91 0,-3 0-106 0,1 1-99 0,-2 0-93 15,1-1-113-15,-1 1-117 0,-1-2-49 0,1 1-14 0,-1-2 0 16,-2 1 14-16,1-1 16 0,3 1 22 0,-6-1 47 0,5 1 56 0,-5-2 93 16,4 0 110-16,-1 1 96 0,-1 1 92 0</inkml:trace>
  <inkml:trace contextRef="#ctx0" brushRef="#br0" timeOffset="99272.76">20057 6807 299 0,'0'0'549'0,"0"0"110"0,0 0 50 16,0 0 29-16,0 0 15 0,0 0 12 0,0 0 7 0,0 0 7 0,0 0 7 16,0 0 9-16,0 0 4 0,0 0-49 0,0 0-78 0,0 0-175 0,5 0-218 15,-5 0-104-15,0 0-49 0,6 1-26 0,-6-1-11 0,3 0-10 0,3 2-5 16,-2-2-7-16,-1 0-5 0,-1 1-5 0,3-1-6 0,-1 0-5 0,1 0-5 15,1 2-4-15,-3-2-2 0,1 0 1 0,2 0 1 0,-5 0 2 16,3 0-1-16,1 1-1 0,-1-1-1 0,0 0 3 0,-3 0 2 0,3 0 2 16,-2 1 4-16,1-1-2 0,-3 0 0 0,6 0-3 0,-6 2-2 0,0-2 1 15,5 0 1-15,-1 0 0 0,-4 0 0 0,5 2 4 0,-5-2 2 16,8 0 2-16,-7 0-1 0,3 0-2 0,-2 0 1 0,1 0 0 0,3 0 3 16,-3 1 3-16,3-1 3 0,-6 0 3 0,5 0-1 0,-1 0 4 0,-2 0 0 15,1 0 0-15,1 0-2 0,-4 0 2 0,2 0-2 0,-2 0 1 0,0 0-2 16,3 2 3-16,-3-2-1 0,0 0 0 0,4 0-3 0,-4 0 1 0,0 0-2 15,0 0 0-15,0 0-1 0,0 0-3 0,0 0 2 0,0 0-5 0,0 0-1 16,2 1-5-16,-2-1 0 0,0 0-5 0,0 0-1 0,0 0-3 0,0 0-6 16,0 0 0-16,3 0-1 0,-3 0-5 0,2 0 0 0,-2 0-1 0,4 2-3 15,-4-2-1-15,0 0-1 0,5 1 0 0,-1-1 2 0,-2 2-3 16,1-2-1-16,1 0 1 0,-2 0-2 0,3 1-1 0,-1-1-1 0,-1 0-2 16,-1 2-1-16,2-2 1 0,1 0-4 0,-5 0 2 0,6 0-2 0,-3 0 0 15,-3 0 1-15,6 0-2 0,-6 0 1 0,0 0-1 0,0 0 0 0,5 0 0 16,-5 0 2-16,0 0 0 0,0 0 1 0,0 0 1 0,0 0 2 15,0 0 3-15,0 0 4 0,0 0 2 0,0 0 3 0,0 0 2 0,0 0 2 16,0 0 1-16,0 0 1 0,0 0-1 0,0 0 1 0,0 0-2 0,0 0-1 16,0 0-7-16,0 0-5 0,0 0-26 0,0 0-33 0,0 0-51 0,0 0-62 15,0 0-54-15,0 0-54 0,-5-2-103 0,5 1-124 0,-2-1-125 0,-2 1-122 16,4 1-129-16,-5-5-133 0,1 2-55 0,-1-1-24 0,-1-1 9 0,3 2 20 16,-1-3 50-16,-1 3 58 0,-1-1 53 0,1-1 49 0,1 1 103 0,-1-1 124 15,-1 1 124-15,1-1 124 0</inkml:trace>
  <inkml:trace contextRef="#ctx0" brushRef="#br0" timeOffset="99562.53">20133 6549 25 0,'-4'-3'466'0,"-1"-2"132"0,1 2 75 0,3 0 44 0,-3-1 27 0,2 2 19 0,-2-1 13 0,1 2 11 0,3-1 10 16,-2 1 8-16,2 1 7 0,0 0-7 0,0 0-10 0,0 0-177 0,0 0-246 15,-4 3-126-15,4 1-68 0,0 2-37 0,0 2-20 0,0 1-8 0,0 3-10 16,0 3-2-16,0 1-4 0,0 5 1 0,0 2-2 0,0 1 1 0,0 4 1 16,0 1-4-16,-1 1-1 0,-3 1-1 0,0 1-2 0,4-2-6 0,-5 1-8 15,5-1-3-15,-5 2-1 0,5-3-8 0,-4 2-5 0,-2-3-10 0,3-1-7 16,3-1-7-16,-6-1-6 0,6-2-5 0,-1-2-3 0,-3 0-5 0,4-3-4 16,-4-2-7-16,4-1-13 0,0 0-19 0,0-3-22 0,0 0-22 0,-1-3-22 15,1 0-27-15,0-1-31 0,0-1-72 0,0-2-89 0,0 1-96 0,1-2-98 16,-1-1-95-16,4 0-95 0,-4-3-88 0,0 0-77 0,0 0-24 15,5 0-3-15,1-3 12 0,1 1 19 0,-1-2 25 0,-1 0 32 0,0-1 70 16,-1 1 92-16,1-2 95 0,4 0 99 0,-3 0 95 0,3 1 98 16</inkml:trace>
  <inkml:trace contextRef="#ctx0" brushRef="#br0" timeOffset="99766.03">20263 7147 141 0,'0'0'434'0,"0"0"180"15,0 3 89-15,0-3 49 0,0 3 30 0,0 2 22 0,0-2 13 0,0 1 15 16,0-1 8-16,0 1 8 0,0 1 3 0,0-2 4 0,0 2-107 0,0-2-153 16,0 1-171-16,0-1-180 0,0 2-89 0,0-2-49 0,0 1-37 0,0-1-31 15,0 2-40-15,0-2-38 0,0 0-79 0,0 0-97 0,4 0-103 16,-4-2-110-16,3 2-117 0,-1 0-121 0,-2-3-81 0,0 0-60 0,0 0-29 16,0 0-10-16,4 0 2 0,-4 0 6 0,5-3 22 0,-1 1 26 15,-2 0 70-15,1-1 89 0,1 0 102 0,-2 0 104 0,3 1 116 0</inkml:trace>
  <inkml:trace contextRef="#ctx0" brushRef="#br0" timeOffset="100185.13">20677 6811 316 0,'0'-3'541'0,"0"3"99"0,0-1 44 15,4-1 21-15,-4 1 16 0,5 1 12 0,-5 0 13 0,0 0 17 0,4 1 16 16,0-1 12-16,1 2 12 0,-3 1-56 0,2 0-86 0,1-1-173 0,0 3-213 16,-1-2-94-16,1 2-42 0,-1 1-22 0,-2-2-12 0,5 2-15 0,-5 0-14 15,2 0-13-15,1-1-16 0,-5 2-14 0,4-1-12 0,-3 2-6 0,-1-1-5 16,4 1-1-16,-4-1-1 0,-4 1-2 0,4 1-2 0,-1-1 2 16,-3 2 0-16,-1-2-1 0,1 2-1 0,-2-2-1 0,1 2 2 15,-4-1-1-15,4 0 2 0,-4 0 2 0,3-2 2 0,1 1 2 0,-3-1 3 0,3 1 6 16,0-1 6-16,-1-1 5 0,-1-1 1 0,5 1 6 0,-1-2 3 15,-3-1 0-15,2 0-2 0,4 0 1 0,0-1-2 0,0-2-3 0,0 0-6 16,0 0-2-16,0 0 1 0,0 1-2 0,4-1-6 0,2 0-2 0,-3 0-4 16,3 0-1-16,-1 0-4 0,0-1 1 0,4 1-1 0,0-2-1 0,-3 1 0 15,3-1 3-15,0-1 3 0,2 0-1 0,-4 0-4 0,2-1-4 0,-2 1-3 16,1 0-6-16,-1-2-10 0,0 1-13 0,-1-1-14 0,-1 2-26 0,0-1-27 16,3-1-63-16,-3 1-77 0,0 1-92 0,-1-3-99 0,1 1-99 0,-3 1-99 15,2-2-93-15,0 1-88 0,-3-1-36 0,-1-1-10 0,4 1 3 0,-4-2 9 16,0 2 23-16,4 0 25 0,-4 0 63 0,1-1 78 0,-1 0 95 0,0 2 98 15,4-1 99-15,-2-2 98 0</inkml:trace>
  <inkml:trace contextRef="#ctx0" brushRef="#br0" timeOffset="100423.71">21137 6636 99 0,'5'4'411'0,"-3"1"202"0,2-1 103 0,1 2 53 16,-1 2 31-16,-1 1 22 0,3 0 16 0,-4 1 15 0,1 1 17 0,3-1 14 15,-3 2 13-15,-1 2 16 0,2-1-77 0,-1 2-120 0,-1 2-164 0,2-1-180 16,-1 0-89-16,-1 4-44 0,-2-1-29 0,4 4-15 0,-4-2-17 0,0 2-17 16,0-1-11-16,0 0-15 0,-4 3-14 0,4-3-19 0,-2 1-15 0,-5-1-19 15,5 0-21-15,-5 1-28 0,2-2-26 0,-1-1-31 0,-3-1-27 0,0 1-31 16,0-1-24-16,-2-2-26 0,0 1-27 0,-1-2-30 0,-3 1-71 0,1-3-88 16,-1 2-100-16,-3-1-108 0,2 1-100 0,-2-1-95 0,-2 0-72 0,-2-3-64 15,2 2-13-15,-3-3 10 0,3 2 15 0,-4-3 20 0,6-1 25 16,-2 0 27-16,1-3 71 0,0 0 90 0,1-3 102 0,4 2 107 0,-1-4 105 15,1-1 103-15</inkml:trace>
  <inkml:trace contextRef="#ctx0" brushRef="#br0" timeOffset="100588.12">20958 7306 111 0,'0'5'407'0,"0"-2"180"0,0 3 63 0,-2-2 6 0,-2 1-32 0,4-1-55 16,0 1-61-16,-3-1-62 0,1 1-62 0,-2-1-62 0,-1 1-103 0,1-1-119 15,2-1-153-15,-1 2-167 0,-3-2-180 0,3 1-183 0,1-2-65 0,-2 0-8 16,1 0 33-16,3-2 54 0,-6 0 61 0,-3-2 62 0,4 1 63 0,-1-2 61 16</inkml:trace>
  <inkml:trace contextRef="#ctx0" brushRef="#br0" timeOffset="105924.86">26561 5532 33 0,'0'-3'283'0,"-3"-2"97"0,3 2 53 0,0 2 36 0,-2-2 27 0,2 0 21 15,0 3 25-15,0 0 27 0,0 0 34 0,0 0 40 0,0 0 34 0,0 0 33 16,0 0-51-16,0 0-91 0,0 0-80 0,0 0-79 0,0 0-42 0,-4 4-24 15,4-1-20-15,0 3-13 0,-2 2-21 0,2-1-24 0,-3 2-31 0,-1 1-36 0,2 3-34 16,-5 0-32-16,5 2-22 0,-1 0-20 0,-3 2-17 0,3-1-16 16,-3 1-12-16,4 1-9 0,-5-3-9 0,2 1-6 0,3 1-4 0,-2-3-5 15,1 0-6-15,-3 0-3 0,6-3-6 0,-3 2-8 0,1-3-7 0,-2-1-10 16,4 0-13-16,-2-3-13 0,-1 0-22 0,3-2-28 0,0 0-41 0,0-1-50 16,0-3-61-16,0 0-65 0,0 0-53 0,0 0-50 0,0 0-43 0,0 0-39 15,0-3-35-15,0-2-34 0,0 1-35 0,3-4-38 0,-1-1-29 0,-2-1-24 16,4 1 18-16,-2-5 41 0,1 2 53 0,1 0 65 0,-2 0 55 0,5-1 52 15,-7 1 44-15,2 1 47 0,1 2 42 0,-1 0 44 0,2 0 46 0</inkml:trace>
  <inkml:trace contextRef="#ctx0" brushRef="#br0" timeOffset="106250.06">26547 5602 58 0,'3'-4'188'0,"-3"-1"20"0,2 1 14 0,2-1 5 0,-2 0 6 16,1 3 2-16,-3-3 6 0,0 2 2 0,4 0 2 0,-2 0 4 15,-2 1-8-15,0 0-16 0,0 0-50 0,3 1-61 0,-3-2-29 0,0 3-15 16,2-2-7-16,-2 1-1 0,0 1 0 0,0-3 2 0,0 3-1 0,0 0 2 16,0 0 1-16,0 0 1 0,0 0-3 0,0 0-2 0,0-2-3 0,0 2-5 15,0 0-3-15,0 0-3 0,0 0-9 0,0 0-5 0,0 0-3 0,0 0-7 16,0 0-4-16,0 0-7 0,0 0-5 0,0 0-7 0,0 0-7 0,0 0-7 15,0 0-11-15,0 0-14 0,0 0-9 0,0 2-10 0,0-1-12 0,-2 1-11 16,2 1-12-16,-3 0-15 0,3-2-16 0,0 2-14 0,0 0-21 0,0 2-17 16,-2-2-30-16,-2 0-31 0,4-3-18 0,0 0-13 0,0 4 0 0,0 1 4 15,0-5 9-15,-3 4 9 0,3 1 13 0,0-5 14 0,0 4 18 0,0-4 17 16,-2 6 20-16,2-6 25 0</inkml:trace>
  <inkml:trace contextRef="#ctx0" brushRef="#br0" timeOffset="107385.85">26628 5532 126 0,'0'0'275'0,"0"0"42"0,0-3 22 0,0 3 12 0,0 0 9 0,0 0 6 0,0 0 8 15,0 0 8-15,-3-2 9 0,3 2 11 0,0 0 15 0,0 0-33 0,-2-1-50 16,2 1-57-16,0 0-64 0,0 0-21 0,0 0-4 0,-4 0 2 0,2 1 1 15,-1-1 5-15,3 2 0 0,-4-2 1 0,2 3 3 0,-1 0-2 16,3 0-4-16,-2-2-1 0,2 3-3 0,-4 1-8 0,1 0-7 0,3-2-4 16,-2 1-7-16,-2 2-1 0,4-1-2 0,-3-1 0 0,3 0-1 0,-6 1-3 15,6 0-2-15,-2-1-3 0,-1-1-2 0,3 2-9 0,-4-1-8 0,2-1-12 16,-1 2-7-16,3-1-11 0,-6 1-8 0,6-1-7 0,-3 2-3 0,1 0-5 16,-2 2-5-16,2-1-3 0,-5 2-6 0,7 0-3 0,-5 2-6 0,1 0-2 15,4 2-4-15,-5 0-5 0,5-1-1 0,-6 3-3 0,6-1-3 16,-3-1-3-16,3 0-4 0,-2 3-4 0,2-4-4 0,0 1-1 0,0-2-1 15,2 1-2-15,-2-2-2 0,3-1-2 0,-3 0-1 0,6-1-1 0,-1 1-1 16,-1-3 2-16,1 0 0 0,2-2 0 0,1 1 0 0,-1-1 0 0,0-1-1 16,0-1 1-16,1-2 0 0,1 1 0 0,0-1 1 0,-4-1 2 0,4 1 2 15,-3-3 1-15,3-1 1 0,0 2 2 0,-4-3 0 0,2 1 3 0,0-1 2 16,-3 0-1-16,5 0 2 0,-3-1 2 0,-1-2-1 0,2 1 2 0,-5 1 2 16,3-2-1-16,-1 1-1 0,2-2 0 0,-3 1 0 0,-1-1-1 0,2-1-1 15,-4 0-7-15,5 2-7 0,-5-2-1 0,0 2 5 0,4-2 0 0,-4 2-1 16,3-1-4-16,-3 0-1 0,0 1-1 0,0 1-2 0,0-1-3 0,0 0-3 15,-3 3 0-15,3-3-3 0,-4 2 1 0,4 0 2 0,-2 0-10 0,-1 0-17 16,-1 2-17-16,2-2-16 0,-1 0-21 0,-3 0-22 0,2 1-44 0,-1-1-50 16,-4 0-85-16,4 2-100 0,-1-2-81 0,-3 1-72 15,0 2-68-15,0 0-68 0,2 2-69 0,-2-1-71 0,-4 1-25 0,4 1-2 0,2 1 11 16,-2 1 21-16,0 1 39 0,0-1 51 0,0 3 87 0,3-2 101 0,1 2 80 16,-1-1 72-16,6 1 71 0,-7-1 71 0</inkml:trace>
  <inkml:trace contextRef="#ctx0" brushRef="#br0" timeOffset="107579.94">26599 5749 253 0,'4'6'374'0,"-2"-1"59"0,-2-1 41 0,0 2 41 0,5 0 45 0,-1 0 50 0,-1 0 54 0,-1 2 43 0,-2-1 38 0,4 1 28 0,-2-1 22 0,-2 1-47 0,3 1-81 16,1-2-96-16,-2 1-104 0,-2-1-58 0,3 2-36 0,1-1-42 0,-4-1-43 16,2 1-52-16,-2-1-57 0,3 1-52 0,-1-2-47 0,-2 1-47 0,4 1-45 15,-1-1-77-15,-1-1-85 0,3 0-104 0,-1 0-111 0,0-2-106 0,1 1-106 16,-3 0-90-16,-2-5-88 0,4 3-35 0,-4-3-14 0,5 0-1 0,-5 0 7 15,7-2 15-15,-5-1 24 0,2-1 58 0,-3-1 76 0,3-1 94 0,0 2 105 16,-2-1 103-16,1-1 104 0</inkml:trace>
  <inkml:trace contextRef="#ctx0" brushRef="#br0" timeOffset="107729.38">26822 5935 118 0,'-8'6'331'0,"7"0"61"0,-3-1-7 0,0-1-29 0,-1 2-52 16,5 0-60-16,-2 0-81 0,-1-1-89 0,-1-2-41 0,2 0-18 0,2-3-7 16,-4 3-5-16,4-3-102 0,-1 1-147 0,1-1-86 0,-8 2-59 15,8-2 5-15,-1 1 32 0,1-1 50 0,-8 3 62 0</inkml:trace>
  <inkml:trace contextRef="#ctx0" brushRef="#br0" timeOffset="121855.2">5119 3111 91 0,'0'0'360'0,"-4"-2"136"0,4 2 70 0,0-3 40 0,0 3 31 0,0 0 24 0,0 0 25 0,0 0 22 16,-4 0 17-16,4 0 20 0,0-1 10 0,0 1 12 0,0 0-88 0,0 0-134 16,0 0-132-16,0 0-133 0,0 0-70 0,0 0-40 0,0 0-29 15,0 0-25-15,0 0-28 0,0-2-28 0,0 2-18 0,4 0-14 0,2-1-11 16,-3 1-13-16,-1 0-20 0,2-2-29 0,1 2-58 0,-1 0-70 0,1 0-68 15,0 0-69-15,1 2-52 0,1-1-48 0,-5-1-38 0,5 2-35 16,-1 0-43-16,-5 2-50 0,7-1-62 0,-7 0-73 0,-1 1-16 0,4 0 9 16,-4 1 50-16,0 1 68 0,-4 0 65 0,4 2 69 0,-5-1 54 0,1 0 46 15,3 1 42-15,-3 1 40 0,2 0 44 0,-1 0 44 0</inkml:trace>
  <inkml:trace contextRef="#ctx0" brushRef="#br0" timeOffset="122404.92">5126 3270 265 0,'-5'7'332'0,"-1"1"33"0,2-1 16 0,3-1 13 0,-3 0 8 0,-1 0 10 15,5 0 9-15,-4-1 14 0,4-1 16 0,-2 1 15 0,2-1-3 0,0 1-9 16,0-2-79-16,0 1-107 0,0-1-50 0,0-3-25 0,0 3-14 15,0-1-8-15,0-2-10 0,0 0-7 0,0 3-10 0,0-3-14 0,2 1-17 16,-2-1-17-16,0 0-33 0,0 2-36 0,4-1-39 0,-3-1-38 16,3 0-35-16,1-1-30 0,-1-1-29 0,2 1-26 0,-1-2-21 0,4-2-22 15,-4-1-15-15,4-1-16 0,0-4-13 0,-3 2-10 0,3-1 2 0,0-4 11 16,0 1 16-16,2-1 22 0,-2-1 23 0,-4 0 27 0,4 0 24 0,-3 0 29 16,1 2 28-16,-1-1 29 0,-1-1 25 0,0 3 25 0,-1-1 24 0,1-1 24 15,1 2 16-15,-3 0 20 0,3 3 14 0,-3-1 12 0,-1-1 14 0,2 4 13 16,0-1 12-16,-3 2 14 0,3 0 14 0,-4 2 14 0,4 1 15 0,-3-1 20 15,-1 3 16-15,0 1 15 0,0 0 9 0,0 0 6 0,0 0-6 0,0 0-7 16,0 0-13-16,0 0-14 0,0 0-15 0,0 0-16 0,0 0-23 16,0 0-24-16,0 3-44 0,0 0-48 0,0 0-56 0,0 0-59 0,0 2-51 15,0 1-47-15,0-2-33 0,-1 2-24 0,1 2-21 0,0-2-16 0,0 1-18 16,-4-1-17-16,4 2-7 0,0-4-7 0,0 2 8 0,0-1 16 0,4-2 25 16,-4 1 28-16,0-1 31 0,0 0 29 0,0-3 24 0,1 2 22 15,-1 1 19-15,0-3 18 0,0 3 16 0,4-2 18 0,-2 1 12 0,-2-1 10 16,0 1 10-16,3-1 10 0,-3 2 7 0,4-1 9 0,-2 1 9 0,-2 0 11 15,3 0 7-15,-1 0 3 0,2 1 6 0,0-1-2 0,-3 2 4 0,3-1 5 16,-2-1 2-16,1 1 2 0,-3 0 1 0,6 0 4 0,-6-1-1 0,3 2 3 16,-3-1-3-16,6-2-4 0,-6 2 1 0,0-1 3 0,3-1 3 0,-3 1 8 15,2 0 5-15,-2-2 2 0,4 2 4 0,-4-1 2 0,0-2-3 0,0 3-2 16,0 1-6-16,-4-1-3 0,4 1-5 0,-2 0-4 0,-1 2-15 0,3-2-10 16,-6 2-21-16,3 0-21 0,-3 0-27 0,3 0-21 0,-3 2-16 15,1-2-15-15,-1 0-8 0,3 0-6 0,-3-2-5 0,1 2-2 0,0-1-2 16,-3-2-2-16,7 1 8 0,-7-1 9 0,3 0 16 0,3-2 18 0,-2 1 20 15,-1 0 22-15,1-2 12 0,4 1 14 0,0-1 7 0,-5 0 11 16,5 0 6-16,0 0 6 0,0 0 1 0,0 0 5 0,0 0 0 0,0 0-3 16,0 0-3-16,0 0 1 0,0 0-4 0,0 0-3 0,0-3-1 0,0 3 1 15,4-2-1-15,-3 1-2 0,3 1 1 0,-2-1-1 0,1-1-2 0,3 1-1 16,-1-1-2-16,3 1-5 0,-3-2-16 0,0 1-19 0,4 1-32 0,-3-1-37 16,3-1-60-16,0 0-66 0,-4 0-74 0,4 2-79 0,0-4-35 0,1 2-18 15,-5 0-6-15,6 0-5 0,-2-1 2 0,0 1 3 0,0-2 12 0,-4 2 18 16,4-1 31-16,2 1 35 0,-2 0 52 0,0 0 64 0</inkml:trace>
  <inkml:trace contextRef="#ctx0" brushRef="#br0" timeOffset="122765.67">5649 3010 69 0,'0'0'292'0,"0"3"59"0,-4 0 35 0,2-1 27 0,2 4 27 0,0-2 33 0,0 4 38 0,0-1 43 0,0 4 45 15,-3-1 39-15,3 1 36 0,-6 2-14 0,6 2-35 0,-3 0-84 0,-3 0-103 16,1 2-55-16,1-1-30 0,2 0-27 0,-5 1-26 0,5-2-34 0,-1 3-43 15,-3-1-40-15,3-2-49 0,1 1-44 0,-2-1-43 0,4-1-38 0,-2 1-36 16,-1-3-45-16,3 1-52 0,0-2-50 0,0-1-51 0,0 1-46 0,0-4-43 16,0 1-33-16,3-2-27 0,-1-1-31 0,-2 0-35 0,0-2-34 0,4-1-35 15,-4-2-50-15,0 0-54 0,2-3-3 0,1-2 22 0,1-1 38 0,-2-1 44 16,1-2 45-16,3 0 44 0,-3-3 32 0,3 1 29 0,-4-1 33 16,1 0 36-16,3 2 39 0,-3-4 44 0</inkml:trace>
  <inkml:trace contextRef="#ctx0" brushRef="#br0" timeOffset="123080.58">5649 3127 106 0,'3'-13'288'15,"-1"-1"48"-15,-2 5 24 0,4 0 15 0,-2 2 11 0,1 1 12 0,-3 1 10 16,6 4 21-16,-6-2 23 0,0 3 29 0,0 0 29 0,3 1 2 0,-3 1-10 16,4-1-45-16,-2 2-59 0,-2 0-23 0,5 2-4 0,-5-1-3 0,4 1-2 15,-1 2-7-15,-1-1-9 0,2 3-19 0,1-1-26 0,-1 2-26 0,-2-1-31 16,1 2-41-16,3-1-49 0,-3 0-42 0,-1 1-40 0,2 0-29 0,1-1-26 16,-1 1-26-16,-3-1-22 0,3 1-24 0,-4-2-27 0,6 0-24 0,-6-2-26 15,3 1-30-15,-1-1-32 0,2-1-34 0,-4 0-37 0,0-1-26 0,3-1-27 16,-3-1-17-16,0 0-10 0,0 0-4 0,0-3-1 0,0 2 10 15,0-2 11-15,0 3 18 0,-3-2 20 0,3-1 28 0,-4 0 33 0,2 0 35 16,-1 0 37-16,-3-1 32 0,2-1 29 0,3 1 29 0,-5-1 24 0,3 1 28 16,-3-2 30-16,3 1 31 0,-3-1 32 0,3 0 40 0,-3 2 47 15,1-2 46-15,1 0 46 0,-1 1 40 0,1-1 34 0,-1 0 24 0,3 2 15 16,-2-1 8-16,1 1 0 0,3-1-4 0,-2 1-7 0,2 1-17 0,0 0-24 16,0 0-31-16,0 0-41 0,0 0-45 0,0 0-46 0,0 0-40 0,0 0-38 15,2-2-22-15,-2 1-24 0,3-1-12 0,1 2-11 0,-2-3-7 0,3 2-4 16,-1-2-10-16,5 1-11 0,-4-2-47 0,1 1-66 0,3-1-75 0,0 0-83 15,-4 0-80-15,4-1-72 0,0 1-99 0,0-1-111 0,-3 1-59 0,3-2-38 16,-4-1-17-16,1 2-8 0,3-1 4 0,-4 1 10 0,-1 1 46 0,1-1 61 16,0 1 80-16,-1-1 83 0,0 1 77 0,-3 1 75 0,3 0 100 0</inkml:trace>
  <inkml:trace contextRef="#ctx0" brushRef="#br0" timeOffset="123563.37">6095 2874 87 0,'-3'-2'340'0,"1"1"113"0,-2 1 62 0,4-2 32 0,0 2 25 0,-3 2 19 0,1-2 23 0,-2 1 22 0,4-1 25 0,0 2 26 0,0-2 20 0,0 0 18 0,0 0-79 16,0 0-124-16,0 0-114 0,0 0-108 0,0 0-58 0,0 0-32 0,0 0-26 15,0 0-20-15,0 0-24 0,0 0-25 0,0 0-22 0,0 0-27 0,0 0-18 16,0 0-18-16,0 0-9 0,0 0-6 0,4 3-2 0,-2-2-1 15,1 1 2-15,-3 0 2 0,4 2 4 0,-2-1 2 0,3 1 3 0,-5-1 2 0,4 1-1 16,1 0-1-16,-1 2 1 0,-4-3-1 0,5 1-1 0,-1 0-4 0,-2 0-4 16,1 0-2-16,-3-1-4 0,2 2-4 0,2-3-1 0,-4 2-1 15,3-1-1-15,-1 0 2 0,-2 0-1 0,0-2 1 0,4 1-2 0,-4 0 0 16,0-2-2-16,0 0 2 0,0 2-1 0,0-2 1 0,0 0 1 0,0 0 2 0,0 2 2 16,0-2 2-16,0 0-1 0,0 4 0 0,0-1 3 0,0 0 2 15,0 0 2-15,0 0 4 0,-4 3 2 0,4 0 2 0,0 0 3 0,-2 2 0 16,-1-1 0-16,3 1 1 0,-4 2-1 0,2-1 0 0,2 2 0 0,-3-1 2 15,1 1-1-15,-2 1 1 0,4-2-2 0,-3 2-5 0,1-1-1 0,2-1-1 16,0 2-4-16,-4-1 1 0,4 1-1 0,-2-2-2 0,2-1-1 0,-3 2 1 16,3-4-2-16,-4 1-2 0,4-1-4 0,0 1-3 0,0-2 2 0,0 0-1 15,0-2 1-15,0 0-2 0,-2 0 0 0,2 0 0 0,0-1 0 0,0-3-2 16,0 3-2-16,0 0 1 0,0-3-2 0,0 0-1 0,0 3-3 16,0-3-4-16,0 0-7 0,0 0-7 0,2 2-9 0,-2-2-9 0,0 0-21 0,0 0-25 15,0 0-56-15,0 0-69 0,0 0-69 0,0 0-74 0,0 0-68 16,0 0-59-16,0 0-74 0,0 0-74 0,0 0-66 0,4-5-58 15,-4-1-21-15,0 2-2 0,3-3 14 0,-1 0 25 0,2 0 53 0,-4-1 68 16,0-1 74-16,2 0 72 0,1-1 67 0,1 1 63 0,-2 0 77 0</inkml:trace>
  <inkml:trace contextRef="#ctx0" brushRef="#br0" timeOffset="123977.59">6153 2884 225 0,'0'0'335'0,"0"-3"50"0,0 3 31 0,4-3 36 0,-4 3 40 0,2 0 35 0,1 0 36 0,-1 0 28 0,2 0 26 0,1 0 24 0,-1 0 27 16,-2 0-43-16,5 0-75 0,-5 0-80 0,1 0-85 0,3-1-41 0,-3 1-26 16,3 0-31-16,-1 0-36 0,-1 0-31 0,-2 0-31 0,1 1-27 0,3-1-23 15,-3 0-24-15,-3 2-22 0,6-1-12 0,-6-1-11 0,3 3-5 0,-3-3-2 16,2 2-5-16,-2-1 2 0,0 2-6 0,0 0-5 0,-2 0-2 0,-1 3-1 16,3-1-2-16,-2 1-4 0,-2 1-1 0,1 1-4 0,-3-1-5 0,1 1-8 15,1 1-4-15,-1-2-4 0,1 1-6 0,-1-1-5 0,3 1-1 0,-2-2 1 16,1 0-5-16,3-2-2 0,-2 1-2 0,-2-1-1 0,4-1 2 0,0 1-1 15,0 0 0-15,0-1-1 0,0 0-1 0,0-2 2 0,4 4 0 0,-2-4 0 16,1 2 0-16,-3 2 0 0,6-2 2 0,-3 0 1 0,3 1 1 16,-3-1-1-16,3 2 0 0,-4-2 2 0,5 1 1 0,-2-1 1 0,1 2 1 15,-1-2-4-15,-1 1 1 0,1 1-1 0,-1-1 4 0,-2-1-1 0,5 2 1 16,-5-1 2-16,1 1 5 0,-3-3 5 0,2 3 2 0,2 0 2 16,-4-1 4-16,0 0 2 0,0 1 3 0,0 0 3 0,0-1 2 0,0 2-1 15,-4-1 1-15,2 1 1 0,-1 0-2 0,1 0-2 0,-2 1-7 0,-1-1-4 16,1 2-7-16,-1-2-13 0,1-1-19 0,-1 2-21 0,-1-1-48 0,3-2-58 15,1 2-78-15,-2-1-86 0,-1-2-80 0,5 1-80 0,-4-1-101 0,4 0-112 16,0-3-60-16,0 0-40 0,0 0-15 0,0 0 1 0,0 0 11 0,0 0 18 16,0-6 44-16,0 0 54 0,4 0 77 0,-2-1 87 0,1-2 81 0,1 1 78 15,-2-2 101-15</inkml:trace>
  <inkml:trace contextRef="#ctx0" brushRef="#br0" timeOffset="124201.76">6495 2799 34 0,'0'0'348'0,"0"0"191"0,-3 0 89 0,3 0 39 0,0 0 17 0,0 0 9 15,0 0 2-15,0 1 4 0,0-1-1 0,0 0 3 0,0 2 0 0,0-2 5 16,0 0-72-16,0 0-104 0,0 0-162 0,0 1-187 0,3 2-82 0,-1-3-39 16,2 3-18-16,-4-1-8 0,5-1-13 0,0 2-15 0,-1-1-36 0,1 2-46 15,-1-2-62-15,2 0-67 0,-1 2-61 0,-1-3-52 0,1 2-48 0,-1-1-46 16,-3 1-42-16,3-2-41 0,1-1-51 0,-5 2-53 0,0-2-39 0,0 0-29 15,0 0 15-15,0 0 36 0,0 0 55 0,0 0 62 0,0 0 54 0,-1 4 47 16,-3-3 44-16,0 3 44 0,3-1 41 0,-3 0 38 0,0-2 51 0</inkml:trace>
  <inkml:trace contextRef="#ctx0" brushRef="#br0" timeOffset="124605.52">6482 2895 1 0,'-5'1'264'0,"1"2"56"0,-1 0 28 0,5-1 15 0,-2 1 9 16,2-3 8-16,0 0 6 0,0 0 4 0,0 0 5 0,0 0 3 0,0 3 3 15,0-3-19-15,0 0-28 0,0 0-85 0,2 0-106 0,-2 1-48 0,0-1-16 16,4 2-4-16,-3-1 2 0,3-1-4 0,0 3-2 0,-3-3-1 15,3 2-2-15,-4-1 3 0,6-1 3 0,-6 1 1 0,5-1 2 0,-5 4 4 0,4-4 8 16,-4 0 8-16,0 0 12 0,0 0 14 0,0 3 17 0,1 0 15 0,-1 0 19 16,0-2 8-16,-1 2 6 0,1 2 0 0,0-1-2 0,-4 2-5 15,2 2-4-15,-1-1-11 0,-3 2-15 0,2 3-19 0,-5-1-22 0,4 1-26 16,-4 0-28-16,-2 0-18 0,2 0-22 0,4 0-13 0,-4-2-13 0,3 1-19 16,-3-3-22-16,6 0-33 0,-3 0-37 0,1-2-42 0,1-2-43 0,2-1-40 15,-1 0-36-15,3 0-21 0,0-3-19 0,0 0-12 0,0 0-9 16,3 0-7-16,3 0-7 0,-5 0 5 0,3-3 10 0,2 2 24 0,3-2 29 15,-4-2 36-15,4 0 42 0,0 0 34 0,0-1 33 0,0-2 25 0,-3 1 16 16,4-1 13-16,-1 1 11 0,-3-1 11 0,3 0 11 0,0 1 13 0,-4 1 12 16,3 0 15-16,-3 0 14 0,1 3 13 0,-1-1 14 0,0 0 10 0,-1 0 13 15,1 3 8-15,-1-1 10 0,1 1 6 0,1-1 4 0,-3 1 8 0,1 1 7 16,-2 0 4-16,2 0 2 0,1 0 1 0,0 0-2 0,-1 1-5 0,-2 1-5 16,1-2-3-16,1 1-4 0,-2-1-4 0,1 2-5 0,3-1-6 0,-2 1-6 15,1-1-6-15,-1 0-8 0,-3 1-8 0,3 1-8 0,-2 0-8 0,1-1-6 16,3-1-4-16,-6 2-5 0,3-1-4 0,-1-1-10 0,2 0-13 0,-4 1-13 15,0-2-25-15,4 0-27 0,-4 0-31 0,1 2-28 0,-1-2-46 0,0 3-49 16,0-3-57-16,0 1-63 0,0-1-57 0,-5 3-55 0,1 0-24 0,2 0-11 16,-1 0 5-16,-3 0 9 0,1 2 20 0,1-2 23 0,-1 1 32 15,1-1 29-15,3 2 45 0,-5-1 48 0,2 1 60 0</inkml:trace>
  <inkml:trace contextRef="#ctx0" brushRef="#br0" timeOffset="124938.47">6573 3148 178 0,'0'0'292'0,"0"0"31"0,0 0 23 0,4 2 19 0,-3 1 20 0,3-2 23 0,-4 1 28 0,4 1 33 0,-3 0 39 0,-1-1 36 0,4 2 25 0,-2-1 18 16,1 0-49-16,-3 0-81 0,4 0-35 0,-2 1-20 0,-2-1-10 0,0 2-12 15,0-2-15-15,0 2-17 0,0 0-24 0,0 1-27 0,0 0-35 0,-6 2-36 16,6-1-40-16,-3 2-38 0,1-1-34 0,-3-1-33 0,1 2-22 0,-1-1-16 16,1 1-18-16,-2-2-17 0,-3 1-26 0,4 1-30 0,1-2-33 0,-5 1-36 15,4-1-46-15,-4 1-48 0,3-2-44 0,-3 1-40 0,4 1-32 0,-4-2-28 16,4 0-17-16,-5-3-17 0,5 3-3 0,0-3-3 0,-1 0 15 0,-1 0 17 15,2-2 30-15,1-1 28 0,2 0 44 0,-1 0 45 0,1-1 43 0,-2-1 40 16,4-1 33-16,0 2 28 0,-4-2 26 0,4-2 21 0,0 2 17 0,4-3 14 16,-4 3 15-16,0-1 10 0,0-1 11 0,6-1 9 0,-6 2 9 0,3-1 13 15,-3 0 11-15,6 3 14 0,-6-3 16 0,5 2 16 0,-1 0 15 0,-1 0 15 16,-1 1 14-16,3 1 15 0,-1-2 8 0,0 3 9 0,-3-1 4 0,5-1 5 16,-2 2-6-16,1 0-4 0,-1 0-12 0,1 0-14 0,0 0-16 15,4 0-21-15,-5 2-47 0,2-1-56 0,3 2-72 0,-4-2-75 0,0 1-73 16,3 1-72-16,-1 0-85 0,-4 0-89 0,3 0-74 0,3 0-68 0,-4 0-29 15,1 2-15-15,3-2-2 0,-2 3-5 0,0-2 29 0,2 1 38 16,4 1 50-16,-2-3 59 0,-2 1 57 0,2-1 54 0,1 0 74 0</inkml:trace>
  <inkml:trace contextRef="#ctx0" brushRef="#br0" timeOffset="125557.35">6996 3089 256 0,'-5'-1'387'0,"5"0"72"0,-4-1 51 0,4 2 38 0,0 0 31 0,0 0 26 0,0 0 22 0,0 0 13 0,0 2 11 0,0-2 5 0,0 0 3 16,0 0-58-16,0 0-88 0,0 0-103 0,0 0-112 0,0 0-60 0,4 0-39 16,1-2-29-16,-1 1-23 0,1-1-20 0,1 2-15 0,-1-1-10 0,4-2-6 15,0 0-5-15,0 1 2 0,0 1-2 0,-2-2-4 0,3 1-7 0,-1-1-9 16,0 3-8-16,-4-1-9 0,4-1-4 0,-3 2-2 0,-3 0-5 0,3 0-2 15,-1 2-1-15,-1-2 2 0,-1 1-2 0,-1 2 2 0,2 0 5 0,-4-1 2 16,1 2 4-16,3 1 4 0,-4 1-2 0,0 1-1 0,0 1-3 16,0 1-5-16,0 1-4 0,-4 1-3 0,3-1-3 0,-3 2-4 0,2 0-4 0,-1 0-2 15,-1 2-7-15,-1-4-8 0,-1 1-14 0,3 1-12 0,1-3-18 0,-2 0-23 16,-1 0-38-16,1-2-50 0,-1 1-64 0,1-1-77 0,2-1-61 16,-1-1-58-16,-3 1-54 0,3-2-50 0,-3 1-44 0,2-2-44 0,3 0-47 15,-5-2-49-15,6-1-27 0,-3 0-16 0,-3-1 24 0,1-2 39 16,1 0 65-16,1 0 73 0,-3-3 63 0,1 0 60 0,1 1 51 0,2-1 49 15,-1-1 48-15,-3 1 45 0</inkml:trace>
  <inkml:trace contextRef="#ctx0" brushRef="#br0" timeOffset="125713.47">6982 3213 9 0,'-4'-6'265'0,"4"1"104"16,-2 2 50-16,2 0 27 0,0 3 17 0,0 0 11 0,0-3 7 0,0 3 7 15,0 0 11-15,0 0 12 0,0 0 22 0,0 0 26 0,0 0-42 0,2 2-71 16,2-2-74-16,-1 1-81 0,-1-1-38 0,-2 3-18 0,4-2-15 0,1 3-9 16,-1-3-8-16,-2 4-6 0,1-2-18 0,3 0-22 0,-1 0-54 0,-1 0-70 15,1 0-75-15,1 0-82 0,1 0-68 0,-2 0-64 0,1-2-49 0,-1 2-42 16,-1-2-40-16,1 1-41 0,1-2-41 0,3 0-45 0,-6-2-48 0,3 0-54 15,-1 0 4-15,-1-2 29 0,1 1 44 0,1-2 51 0,1 1 43 16,-2-2 41-16,-3 1 36 0,5 1 36 0,-1-1 37 0,-1-1 40 0,0 0 41 16</inkml:trace>
  <inkml:trace contextRef="#ctx0" brushRef="#br0" timeOffset="126078.16">7188 3151 204 0,'7'-3'294'0,"-1"0"29"16,-1 2 21-16,0-1 13 0,3 1 10 0,-3-1 11 0,0 2 8 0,1-1 8 0,-2-1 8 16,5 1 7-16,-4-2-12 0,0 3-19 0,4-3-79 0,-3 1-108 15,3-1-49-15,-4 2-30 0,1-1-16 0,1-1-14 0,-2 0-9 0,1 2-13 16,-2-2-5-16,1 1-10 0,0-1-9 0,-1 2-12 0,1-1-20 0,-1-1-19 15,-2 2-20-15,1-2-21 0,1 1-20 0,-2-1-18 0,-2 1-23 0,0 2-17 16,0-1-15-16,0-2-14 0,-2 0-11 0,2 2-14 0,-4-1-3 0,1-1-3 16,3 0 7-16,-6 2 9 0,3-2 17 0,1 0 17 0,-2 1 25 0,-1-1 26 15,0 0 28-15,5 0 27 0,-4 0 26 0,-2 0 26 0,3 0 20 0,3 0 23 16,-6 2 16-16,6-2 17 0,-3 1 11 0,3 2 10 0,-2-1 5 16,2 1 4-16,0 0-4 0,0 0-4 0,0 0-1 0,0 0-1 0,0 0 1 15,0 0 6-15,0 3 5 0,2 0 7 0,1 1 2 0,-3 2 3 0,6 0 4 16,-6 3 8-16,3-1 8 0,1 2 8 0,-2 1 2 0,2 0 2 15,1 2-5-15,-5-1-7 0,4 0-12 0,-3 0-15 0,3 0-16 0,-2 0-15 16,1 0-11-16,1 0-10 0,-2 0-14 0,1-2-19 0,1 1-12 0,-2-2-11 16,-2 1-5-16,0-2-7 0,3-2 1 0,-1 1-2 0,-2-2 0 0,0-1 0 15,0 1 4-15,0-2 2 0,0-3 1 0,0 3 4 0,-2-2 5 0,-1 1 10 16,3-1 5-16,-2-1 5 0,-2 2 3 0,4-2 3 0,-3 0 1 0,1 0 3 16,-2-2 1-16,1 2-2 0,1-1-2 0,-2-1-4 0,3 1-6 0,-3-2-8 15,0 0-12-15,3 0-19 0,1 0-26 0,0-2-28 0,0 0-30 0,0 0-31 16,0 0-30-16,5-1-29 0,-5-1-29 0,5-1-30 0,-1 1-36 15,1-2-38-15,1 1-45 0,-3 1-47 0,6-2-53 0,-3 1-54 0,-1-1-11 16,1 0 8-16,3 2 19 0,-4-1 22 0,4 1 26 0,0-1 27 0,0 2 27 16,-3 0 30-16,3 0 36 0,0 1 39 0,2 1 50 0</inkml:trace>
  <inkml:trace contextRef="#ctx0" brushRef="#br0" timeOffset="126955.16">7687 2853 195 0,'0'-3'323'0,"4"3"52"0,-4 0 31 0,0 0 32 0,2 0 31 0,1 1 43 0,1 1 51 16,-4-1 57-16,2 1 60 0,-2-2 37 0,0 4 30 0,0-1-40 0,-2-2-70 15,2 4-85-15,-4 0-91 0,1-1-51 0,-3 2-30 0,4 0-32 0,-5 2-32 16,2 1-45-16,-4 1-49 0,3 1-56 0,-3-1-59 0,0 2-40 0,-2 0-28 16,6 0-19-16,-4 0-13 0,0 0-8 0,0 0-7 0,3-1-7 0,-3-2-9 15,4 0-9-15,-1 0-7 0,-1 0-11 0,5-3-12 0,-3 1-15 0,1-1-13 16,-1 0-22-16,5-1-23 0,-4-3-23 0,4 3-20 0,-2-2-13 0,2 0-12 15,0-3 1-15,0 0 4 0,0 3 4 0,2-3 7 0,-2 2 8 0,0-2 13 16,4 1 11-16,1-1 15 0,1-1 20 0,-3-1 23 0,3 2 23 16,-1-3 25-16,-1 2 13 0,1-1 15 0,1-1 7 0,1 0 4 0,-2 0 4 15,1 2 2-15,-1-2 2 0,-1 0 2 0,-2 0 2 0,1 1 4 0,1 1 1 16,-2-1 6-16,1 1 3 0,-3 1 6 0,0 0 7 0,0 0 11 16,0 0 12-16,0 1 18 0,0 1 22 0,4-1 19 0,-4 2 15 0,2 0 11 15,-2 3 7-15,0-3 8 0,0 3 4 0,0 2 2 0,0-2-2 0,-2 3-2 16,2-2-8-16,-4 2-7 0,4 0-14 0,0 0-13 0,0 0-23 0,0-1-23 15,0-1-15-15,0 1-11 0,0-2-10 0,0-2-11 0,0 2-14 0,0-3-16 16,0 2-21-16,0-2-22 0,0-3-27 0,0 1-23 0,0-1-25 0,0 0-20 16,0 0-21-16,0 0-16 0,0 0-18 0,0 0-19 0,4-1-20 0,-2-1-21 15,1 1-9-15,-1-2-5 0,2-2 4 0,-1 2 10 0,-1-3 12 0,2 0 17 16,-2 0 15-16,1 0 12 0,3-1 13 0,-3-1 12 0,1 1 17 16,-2-2 16-16,3 1 21 0,-1-1 18 0,1 0 16 0,-1 0 18 0,-2 0 11 15,5 0 13-15,-5-1 8 0,3 1 9 0,-1 1 8 0,1-1 11 0,-1 2 12 16,1 1 11-16,1-2 7 0,-6 2 4 0,3 2 8 0,3-1 8 0,-6 2 9 15,3 0 9-15,-3 0 10 0,2 3 14 0,-2 0 11 0,0 0 12 16,0 0 11-16,0 0 13 0,0 0 12 0,4 0 9 0,-4 0 13 0,0 3 8 16,0 0 2-16,0-1-4 0,0 1-5 0,0-3-8 0,0 3-9 0,0 1-11 15,0 0-13-15,0 0-16 0,0 0-21 0,0-1-29 0,-4 2-34 0,4-1-39 16,0-1-34-16,0 2-36 0,0-2-24 0,4 0-17 0,-4-2-16 0,0 2-15 16,0-3-7-16,3 0-13 0,-3 0-6 0,2 0-9 0,2 0 1 0,1-3 4 15,-5 0 8-15,5-1 15 0,-1-1 11 0,2 0 14 0,-3 1 12 0,3-2 10 16,-3 0 12-16,3-1 9 0,-1-1 8 0,-1 2 8 0,1-1 8 0,-1 1 12 15,1-2 10-15,-3 1 12 0,2 1 11 0,1 1 13 0,-5-1 12 0,4 2 11 16,-3 1 11-16,-1-2 9 0,4 2 10 0,-4 2 11 0,0 1 11 0,0 0 8 16,0 0 10-16,0 0 9 0,0 0 8 0,0 0 5 0,0 0 7 15,0 0 2-15,0 1 1 0,4 2 3 0,-4-3-2 0,0 5-3 0,0-2-8 16,0 1-8-16,0 1-6 0,0-1-12 0,0 1-7 0,0-1-11 0,0 1-8 16,0-1-11-16,0 1-13 0,0-2-10 0,0 1-10 0,0 1-13 0,0-1-10 15,1-2-7-15,-1 1-8 0,0 0-6 0,0-2-7 0,0 2-3 16,0-3-9-16,0 0-8 0,0 3-12 0,0-3-13 0,0 3-15 0,0 0-16 15,0 0-20-15,-1-1-24 0,-3 1-27 0,0 0-32 0,3-2-42 0,-3 4-40 16,-1-2-15-16,5 0-5 0,-6 1 3 0,3-1 7 0,-3 0 12 0,2 2 13 16,4-2 20-16,-5 1 21 0,1-1 25 0,3 1 30 0,-3 0 37 0</inkml:trace>
  <inkml:trace contextRef="#ctx0" brushRef="#br0" timeOffset="127476.58">7790 3136 61 0,'0'0'222'0,"0"0"32"0,2 0 17 0,-2 0 8 0,4 0 7 0,-4 0 3 15,0 0 4-15,1 0 6 0,-1 0 4 0,4 0 2 0,-4 0 4 0,4 0-37 16,-3 0-50-16,-1 0-59 0,4 0-64 0,0 0-26 0,-2 0-13 16,1 0-4-16,-1 0-5 0,2-1 1 0,-4 1-2 0,5 0 0 0,-5 0-2 15,0 0-1-15,4-2 2 0,-3 1-3 0,3 1 3 0,-4 0-2 0,5 0-5 16,-5 0-1-16,0 0-2 0,4 1-1 0,-2 1-1 0,-2-2-6 0,4 0-2 16,-4 0-2-16,3 1-5 0,-1 1 2 0,-2-2-5 0,0 0-4 0,4 1-1 15,-4-1-2-15,0 3-2 0,0-1-2 0,0 1-2 0,0-3 0 0,0 3 0 16,0 0 1-16,0 0 1 0,0 1 3 0,0-1 0 0,-4 2 1 0,4-2 1 15,0 0 2-15,-2 0 0 0,-1 0 2 0,3-1-1 0,-4 2 4 0,2-3 2 16,2 2 0-16,-4 0 2 0,4-1 2 0,0-1 1 0,-1 2 1 16,1-2-1-16,-4 1 0 0,4 0 0 0,0-2-2 0,0 0 0 0,-4 0-1 15,3 0 0-15,-3 1-1 0,4-1-4 0,0 0-2 0,0 0-1 0,-2-1-4 16,2 1-5-16,0 0-2 0,0 0-4 0,0 0-2 0,0 0-4 0,0 0-1 16,2 0-1-16,-2-2-1 0,0 2 1 0,4-2-2 0,-4 1 2 15,0-2-1-15,1 2 2 0,3-1 0 0,-4 1 2 0,4-2 1 0,-3 1 1 16,-1 1 1-16,4-1 1 0,-2-1 1 0,2 2 2 0,-1-2 3 0,-1 1 3 15,2-1 2-15,1 2 2 0,-1-2-1 0,-3-1 3 0,7 3 1 0,-7-2 2 16,5 0 2-16,-3 2-1 0,3-2 2 0,-2 0 4 0,1 1 1 0,-5 1 1 16,5-1 1-16,-1 2 2 0,0-1 4 0,-3-1 5 0,-1 2 6 0,0 0 12 15,0 0 6-15,4 2 8 0,-2-1 9 0,1 1 9 0,-3-1 10 0,0 2 9 16,0 0 5-16,0 0 7 0,0 0 1 0,0 0 1 0,0 2 0 0,0-2 2 16,0 1-5-16,-3 1-7 0,3-1-10 0,-2-1-6 0,2 2-12 15,-4-2-8-15,4 1-13 0,0-3-13 0,-1 3-18 0,1-3-20 0,-4 2-27 16,4-3-33-16,0 2-34 0,-4 1-39 0,4-3-36 0,0 0-35 15,0 0-35-15,0 0-39 0,0 0-44 0,0 0-47 0,0 0-60 0,0 0-67 16,0 0-36-16,0 0-22 0,0 0 3 0,0 0 19 0,0 0 28 0,0 0 31 16,4-5 29-16,-4 5 33 0,0-4 33 0,5-1 36 0,-5 1 43 0,6 1 49 15</inkml:trace>
  <inkml:trace contextRef="#ctx0" brushRef="#br0" timeOffset="128000.85">8154 2973 103 0,'0'-3'294'0,"3"1"51"0,-3 2 30 0,0-3 15 0,0 3 7 0,0 0 7 0,0 0 6 0,0 0 7 0,0 0 6 16,0 0 8-16,0 0 10 0,0 0-33 0,0 0-53 0,0 0-86 15,0 0-103-15,0 0-48 0,-3 3-27 0,3 2-16 0,0-3-8 0,-2 3-8 16,-2 0-5-16,1-1-7 0,1 2-6 0,-2 2-8 0,2-2-11 0,-1 1-6 15,-3 1-7-15,3-1-6 0,-1 1-1 0,-1-1-4 0,5 1 1 0,-6-2-1 16,3 0 1-16,1 0 1 0,-2 0 1 0,2-2-1 0,-1 2 0 16,-1-3 2-16,4 2 1 0,-2-2 1 0,2 0 2 0,-3 0 0 0,3-3 0 15,0 1 0-15,0-1-1 0,0 0 1 0,0 0 0 0,0 0 1 0,0 3 2 16,0-3-1-16,3 2-1 0,-3-2-1 0,2 0-1 0,-2 0-2 0,4 0 0 16,-1 0-5-16,-1 0-2 0,2 0-10 0,-2-2-10 0,1 0-13 0,1 1-15 15,-2 1-14-15,-2-1-15 0,3-1-7 0,-1 1-11 0,2-1-8 0,-4 1-7 16,3 1-5-16,-3 0-4 0,2-2 0 0,2 1-1 0,-4 1 8 0,0-2 8 15,0 2 14-15,0 0 14 0,0 0 15 0,0 0 15 0,0 0 14 0,0 0 13 16,0 0 17-16,0 0 14 0,0 3 11 0,0 0 11 0,0 2 10 16,0-1 8-16,0 1 9 0,-4 1 4 0,4-1 6 0,0 2 5 0,0 0 4 15,-2 1 1-15,2-2 2 0,0 1-2 0,0-1-3 0,0 0-6 0,0 0-3 16,0 0-1-16,0-1-6 0,0-1-1 0,0 2-6 0,0-3 0 16,-3 0-2-16,3 2-6 0,0-5-4 0,0 3-5 0,0-3-4 0,3 1-3 15,-3-1-3-15,0 0-1 0,0 0-4 0,0 3-3 0,0-3-2 0,0 0-4 16,0 0-4-16,0 0-1 0,0 0-2 0,0 0 0 0,0 0-3 0,2-1-3 15,-2 1-3-15,4-2-5 0,-4 2-11 0,0-1-18 0,3-1-14 0,-1 1-15 16,-2-1-16-16,4-1-20 0,-2 0-20 0,-2 0-23 0,3 0-26 0,1 0-27 16,-2-1-31-16,-2 1-28 0,0-1-37 0,3 0-41 0,-3 4-26 0,0-4-23 15,2-1-1-15,-2 5 7 0,0-6 15 0,4 3 16 0,-4-1 20 0,3 1 23 16,-1-2 26-16,-2 2 27 0,4-1 31 0,-2 1 31 0,1-2 41 16</inkml:trace>
  <inkml:trace contextRef="#ctx0" brushRef="#br0" timeOffset="128478.66">8186 3115 166 0,'0'0'213'0,"0"0"14"0,0 0 8 0,0 0 4 0,0 0 1 0,0 0 2 0,0-3 0 0,0 3-3 0,0-3 2 0,0 3-1 0,0 0-26 0,0-3-38 0,0 2-57 0,0 1-63 16,4-3-31-16,-4 0-12 0,2 1-7 0,-2 1-1 0,0-2-2 0,3-1 1 15,-1 3 7-15,-2-2 5 0,4 0 7 0,-1 2 2 0,-1-2 8 0,-2 1 6 16,4-1 7-16,-4 2 6 0,5-1 5 0,-5-1 7 0,4 2 2 0,-4-1 6 16,2 1 4-16,-2-2 2 0,3 3 1 0,-3-2 1 0,0 1 0 0,0 1 3 15,4-2 1-15,-4 2-2 0,0 0 3 0,0 0 0 0,0 0-1 0,0 0 3 16,0 0 4-16,0 0 1 0,0 0 3 0,0 0 5 0,0 0 3 15,0 0 4-15,0 0 10 0,0 2 11 0,0-2 16 0,-4 3 16 0,4 0 18 16,0-3 16-16,0 3 9 0,4 0 11 0,-2 0 4 0,-2 0 5 16,0 0-2-16,0 1 2 0,0 1-6 0,-2-1-5 0,-2 1-14 0,4-2-19 15,0 1-20-15,-3 0-25 0,3 1-22 0,-2 0-22 0,2-1-18 0,-4-1-17 16,4 2-16-16,0-4-13 0,0-1-23 0,0 3-26 0,0-3-26 0,0 0-32 16,0 0-21-16,0 0-20 0,0 0-22 0,0 0-19 0,0 0-16 0,0 0-13 15,0 0-11-15,0 0-10 0,0 0-9 0,0 0-9 0,0-1 3 0,4 1 8 16,-2-2 12-16,1 1 20 0,1-1 16 0,-2-1 15 0,1 2 19 0,-1-1 22 15,2-1 13-15,-1 2 9 0,-1-1 10 0,-2 1 9 0,0 1 11 0,4 0 13 16,-4 0 11-16,0 0 10 0,0 0 14 0,0 0 10 0,5 1 10 0,-5 1 11 16,0 1 13-16,4-2 10 0,-2 2 16 0,-2 2 19 0,0-2 12 15,0 3 6-15,3-2 8 0,-3 1 7 0,0 1 4 0,0-2 2 0,2 2-1 16,-2-1 0-16,0 1-7 0,0-2-4 0,0 2-11 0,4-3-13 0,-4 2-13 16,0-1-11-16,0 0-12 0,0 0-8 0,0-1-10 0,0 0-7 15,0 0-9-15,0-3-7 0,0 3-10 0,0-3-8 0,0 1-10 0,0-1-11 16,0 0-14-16,0 0-12 0,0 0-17 0,0 0-21 0,0 0-17 0,0 0-16 15,0 0-26-15,0 0-30 0,0 0-34 0,3 0-40 0,-1-1-52 0,-2-1-54 16,0 2-35-16,0 0-18 0,0-6-2 0,0 2 5 0,0-1 15 0,0 5 14 16,0-7 19-16,0 1 20 0,0 6 26 0,0-5 29 0,0 1 41 0,0-1 42 15</inkml:trace>
  <inkml:trace contextRef="#ctx0" brushRef="#br0" timeOffset="128792.47">8492 3136 42 0,'0'0'286'0,"0"0"86"0,0 0 41 0,4 0 18 0,-3 0 13 0,3 2 7 16,1-1 13-16,-1-1 19 0,0 0 16 0,1 0 18 0,1-1 23 0,-1-1 27 15,4 1-53-15,-4-2-88 0,8 0-76 0,-4-2-72 0,2 2-18 0,-2-1 3 16,6-1-1-16,-5 0 1 0,3 1-10 0,-2 0-14 0,2 1-14 0,-3-2-16 15,5 1-20-15,-2-1-26 0,-3 2-26 0,-1-1-29 0,6 1-18 0,-6-2-12 16,0 2-20-16,0 0-20 0,-2 0-13 0,0 2-5 0,-1-2-7 0,-1 1-1 16,-1 0-1-16,-2 1-5 0,-2 1-3 0,3 0-6 0,-3 0-15 15,0 0-20-15,0 0-44 0,0 0-59 0,0 0-62 0,0 0-65 0,0 0-53 16,0 0-48-16,-3 1-49 0,3 3-50 0,-6-3-54 0,3 1-56 0,-3 1-54 16,1 0-50-16,1-2-7 0,-3 2 8 0,0 2 40 0,1-1 53 15,1 1 61-15,-4-1 64 0,3 2 53 0,1-1 47 0,-2-1 50 0,1 2 48 16,1 0 54-16</inkml:trace>
  <inkml:trace contextRef="#ctx0" brushRef="#br0" timeOffset="129195.58">8611 3210 3 0,'0'4'255'0,"0"-1"92"0,0 2 46 0,0-2 20 0,0 0 13 0,0 0 6 16,4-2 8-16,-4 2 11 0,4-3 12 0,-3 2 17 0,-1-2 19 0,0 0 22 16,0 1-41-16,4-1-71 0,-2 0-72 0,1 0-74 0,3 0-27 0,-3 0-12 15,-1 0 0-15,2 0-1 0,1 0-4 0,3 1-6 0,-7-1-14 0,5 0-12 16,3-1-19-16,-6 1-24 0,3-1-22 0,-1 1-25 0,3-2-25 15,-7 2-22-15,5-1-26 0,-3-1-29 0,3 2-31 0,-6-1-34 0,3 1-35 16,-3 0-31-16,0 0-32 0,0-2-29 0,0 2-26 0,0 0-19 16,0 0-18-16,0 0-14 0,0 0-12 0,0 0-11 0,0 0-7 0,0 0-5 15,0-1 4-15,0-2 14 0,-3 3 16 0,1-3 18 0,-2 1 24 0,1 1 24 16,3-1 23-16,-6-1 22 0,5 0 22 0,-3 2 23 0,0-2 20 0,-1 0 24 16,5 1 23-16,-6-1 30 0,6 2 23 0,0-1 23 0,-3 1 21 0,3 1 16 15,0 0 14-15,0 0 10 0,0 0 5 0,0 0 4 0,0 0 4 0,0 0 2 16,0 0 5-16,0 0 4 0,0 0 6 0,3 1 9 0,-3 2 18 0,2 0 21 15,2-1 34-15,-4 2 41 0,5 1 46 0,-5 1 49 0,4 0 30 0,-4 1 26 16,4 2 8-16,-3 0 4 0,-1 0-2 0,4 2-7 0,-4 1-9 0,2-2-11 16,-2 1-18-16,0-1-23 0,0 1-36 0,0-3-42 0,0 0-49 15,0 0-54-15,0-1-35 0,0-1-29 0,0-1-20 0,0-1-15 0,0 1-9 16,0-1-5-16,0-1-7 0,-2 0-4 0,-2 0-13 0,4-3-14 16,0 1-23-16,-1 1-26 0,-3-2-49 0,4 2-61 0,-4-1-78 0,4-1-83 15,-1 0-67-15,-3 0-60 0,4 0-78 0,-4 0-86 0,4 0-79 0,-2-3-72 16,-1 0-28-16,3 3-8 0,-2-6 11 0,2 2 19 0,0-2 43 0,0-2 61 15,0 2 75-15,2-2 81 0,-2 3 71 0,3-1 60 0,-1-1 79 0,2 2 88 16</inkml:trace>
  <inkml:trace contextRef="#ctx0" brushRef="#br0" timeOffset="129570.46">9020 3121 19 0,'-2'2'294'0,"-1"2"122"0,-1-2 63 0,2 2 35 16,-1 1 24-16,3 2 19 0,0 1 19 0,0-1 22 0,-4 1 22 0,4-1 21 0,-2 2 19 16,2 0 16-16,0 0-62 0,0 2-95 0,0-1-108 0,2-1-114 0,2 2-57 15,-4-2-30-15,3 0-20 0,-1 0-13 0,2 0-19 0,1-2-20 16,1 1-24-16,-3-1-21 0,3-1-17 0,-3 0-15 0,6-1-10 0,-3 1-10 15,-1-3-5-15,1 0-6 0,1-1-3 0,-2 0-4 0,1-2-2 0,-1 2-1 16,0-2-1-16,5-2 4 0,-7 0 1 0,3 0 3 0,-1-1 0 0,2 0 0 16,-1 0 0-16,-5-2 0 0,7-1-3 0,-3 2-2 0,-3-2-1 0,2 0 2 15,1 0-4-15,-1 0-1 0,-4-1-3 0,3 0-3 0,-1 3-2 0,-2-4-1 16,0 2-3-16,0-1-1 0,0 2-4 0,0-1-4 0,-2 0-10 0,2 2-16 16,-3-1-29-16,-1 1-32 0,4-1-55 0,-5 2-69 0,5 0-63 0,-6 0-62 15,3 0-57-15,-3 0-55 0,2 2-57 0,-1-1-61 0,0 1-66 0,-1-1-66 16,-3 2-22-16,6 0-3 0,-7 0 19 0,5 2 32 0,0 1 52 0,-1-2 66 15,1 2 66-15,-2 0 62 0,1 0 55 0,3 2 57 0,1-2 57 0,-2 1 62 16</inkml:trace>
  <inkml:trace contextRef="#ctx0" brushRef="#br0" timeOffset="129720.92">9073 3282 237 0,'3'3'357'0,"-3"1"51"0,0-1 25 0,2 0 24 16,-2 2 24-16,4-2 39 0,-1 1 42 0,-1-1 54 0,-2 1 52 0,0 0 37 15,4-1 26-15,-4 0-45 0,1 1-76 0,3-1-98 0,-4 0-104 16,0 0-49-16,4 0-21 0,-4 0-25 0,2 0-24 0,-2 0-39 0,3 0-45 15,-3 0-64-15,0 0-72 0,6 2-73 0,-6-2-79 0,3 1-82 0,-1-2-88 16,-2 1-71-16,4 1-63 0,-4-1-72 0,3 0-77 0,-3-3-83 0,0 0-81 16,0 0-38-16,0 0-15 0,0 0 3 0,0 0 13 0,2 2 40 0,-2-2 47 15,0 0 68-15,5-2 74 0,-1-2 67 0,0 1 63 0,1-2 70 0,1 2 76 16</inkml:trace>
  <inkml:trace contextRef="#ctx0" brushRef="#br0" timeOffset="130033.13">9416 2943 25 0,'4'-2'354'0,"-1"0"205"0,-1 1 91 0,-2 1 43 16,0 0 19-16,4 0 9 0,-4 0 5 0,0 0 5 0,2 0 7 0,-2 0 10 16,3 1 8-16,-3 1 13 0,0 1-68 0,4 0-99 0,-4 2-168 0,0-1-200 15,0 2-92-15,0 0-38 0,0 1-19 0,0 1-10 0,0 0-8 0,0-1-7 16,2 1-7-16,-2 0-8 0,0 0-14 0,0 0-14 0,0-1-14 0,0 1-15 15,0-1-14-15,0-1-11 0,3 0-10 0,-3 0-10 0,0-1-9 0,0-1-9 16,4-1-7-16,-4 2-3 0,0-3-7 0,2 0-5 0,-2 1-5 0,0-1 2 16,0-2 2-16,3 1 3 0,-3-1 5 0,2 2 4 0,-2-2-3 0,4 0-3 15,-1-2-19-15,-1 2-28 0,2-1-42 0,-2-1-48 0,1 1-45 0,-3-3-44 16,4 3-55-16,-2-3-57 0,-2 1-80 0,0 3-90 0,3-6-38 16,-3 1-16-16,0-1 1 0,0 6 9 0,0-4 29 0,0-1 34 0,0 5 49 15,-3-5 57-15,1 4 51 0,2 1 49 0,0 0 59 0,-7 0 63 0</inkml:trace>
  <inkml:trace contextRef="#ctx0" brushRef="#br0" timeOffset="130328.84">9420 3228 247 0,'0'6'402'0,"-6"-2"62"0,6 1 33 0,0-2 24 0,0 1 21 16,0-1 33-16,0 0 38 0,0-3 43 0,0 0 43 0,0 0 27 0,0 0 23 16,0 0-48-16,0 0-74 0,0 0-114 0,0 0-130 0,0 0-61 0,0 0-32 15,0 0-22-15,0 0-22 0,0 0-34 0,0 0-38 0,2 1-41 0,-2-1-44 16,4 2-32-16,-1-2-23 0,-1 2-16 0,2-2-13 0,-2 0-8 0,1 1-6 15,3 1-2-15,-3-2 1 0,3 0-2 0,-3 0-2 0,3 0 1 0,-1 1-2 16,-1-1 1-16,1 0 2 0,-1 0 0 0,1 0 2 0,-1 0-1 0,1-1 4 16,1 1-2-16,-3 0-2 0,-1 0-1 0,2 0-3 0,1 0-3 0,-1 0-3 15,-2 0-3-15,1-2-4 0,-1 2-6 0,-2 0-5 0,4 0-3 0,-4 0-5 16,0 0-1-16,0 0-3 0,3 0 0 0,-3 0 2 0,0 0 0 0,0 0 4 16,2 2 3-16,-2-2 4 0,0 3 5 0,0-2 5 0,0 2 5 0,0-3 5 15,0 3 5-15,0 2 1 0,0-2 0 0,0 1-4 0,0 1-20 0,-2-2-27 16,2 1-48-16,0-1-61 0,0 2-59 0,0-2-55 0,0 1-55 15,0-1-55-15,2 0-66 0,-2 2-71 0,0-5-65 0,0 0-64 0,0 0-25 16,0 3-9-16,0-3 19 0,0 4 26 0,0-4 49 0,4 5 58 16,-4-5 57-16,0 0 59 0,0 0 53 0,3 3 55 0,-3-3 67 0</inkml:trace>
  <inkml:trace contextRef="#ctx0" brushRef="#br0" timeOffset="130471.63">9583 3456 214 0,'0'7'522'16,"0"-2"104"-16,0 1 46 0,0-2 15 0,0-1 6 0,0 0-4 0,0-1-9 15,0-2-16-15,0 0-19 0,0 0-30 0,0 0-38 0,0 0-88 0,0 0-112 16,0 0-224-16,-2 1-277 0,2-1-157 0,-4 2-105 0,4 1-103 0,0-2-103 16,0-1-48-16,-5 2-17 0,1 1 2 0,-1-1 14 0,-1 2 28 0,3-1 35 15,-6 0 44-15,3 0 47 0,-5 0 44 0,2-2 45 0,-3 2 53 0,1 2 62 16</inkml:trace>
  <inkml:trace contextRef="#ctx0" brushRef="#br0" timeOffset="133215.97">4310 4402 267 0,'0'0'445'0,"-3"-2"78"0,3 2 40 0,0 0 26 0,0 0 19 0,-6 2 22 0,6 0 20 0,0-2 25 0,0 0 26 16,0 0 22-16,0 0 23 0,0 0-48 0,0 0-75 0,0 0-127 15,0 0-154-15,0 0-72 0,0 0-37 0,0 0-24 0,0 0-14 16,0 0-23-16,0 0-19 0,0 0-24 0,0 0-26 0,0 0-20 0,0 0-20 16,0 0-16-16,0 0-12 0,0 0-10 0,0 0-5 0,0 0-5 0,0 0-2 15,0 0-1-15,0 0-1 0,0 0-4 0,0 1 2 0,0-1-1 0,0 0-2 16,0 0-2-16,0 0 1 0,6 0-1 0,-6 0 1 0,0 0-1 0,0 2 1 16,0-2-2-16,3 0-2 0,-3 0-1 0,0 0-3 0,0 0 2 0,2 1 1 15,-2-1-2-15,4 0 1 0,-4 0-7 0,3 2-7 0,-3-2-10 0,2 0-13 16,-2 0-20-16,0 1-27 0,0-1-40 0,4 2-47 0,-4-2-54 0,0 1-52 15,0-1-45-15,3 0-39 0,-3 0-30 0,2 2-24 0,-2-1-12 0,0-1-10 16,4 1 1-16,-2 1 2 0,-2-2 16 0,3 2 20 0,-3-2 39 0,4 0 49 16,-2 1 53-16,-2-1 56 0,0 0 45 0,0 0 39 0,3 0 29 15,-3-1 27-15,0 1 22 0,0 0 16 0,6 0 15 0,-6 0 14 0,0-2 12 16,0 2 10-16,0 0 9 0,3 0 6 0,-3 0 10 0,0 0 7 0,2-2 11 16,2 2 13-16,-4 0 16 0,1 0 18 0,3-1 14 0,2 1 17 15,-3 0 18-15,3-1 13 0,-3 1 15 0,3-2 14 0,3 1 15 0,0 1 10 16,-4-2 14-16,6-1 7 0,-2 2 9 0,4-1 11 0,-6 1-1 0,6-3-5 15,-4 3-6-15,1 0-12 0,0-1-11 0,-1 2-13 0,-4-1-12 0,0 1-15 16,4 0-18-16,-5 0-18 0,1 1-16 0,-1-1-12 0,-2 2-20 0,2-1-17 16,-4-1-16-16,0 1-10 0,0-1-9 0,0 4-8 0,0-1-7 0,-4 0-6 15,4 0-4-15,0 2-8 0,-6 0-3 0,6 3-3 0,-5-1-8 0,1 1-5 16,-1 2-16-16,1-1-16 0,-1 0-28 0,0 2-35 0,-1-3-47 16,-1 2-54-16,1-2-52 0,-3 2-55 0,4-3-46 0,0-1-38 0,-1 2-33 0,-3-4-30 15,5 2-24-15,-1-1-20 0,-4 1-16 0,4-2-12 0,-1-1 1 0,1 2 7 16,-3-2 21-16,-1 0 24 0,4-2 22 0,-4 1 23 15,2-1 13-15,-2-1 10 0,0 0 20 0,0 0 22 0,0 0 22 0,3 0 26 16,-3-1 27-16,0-1 23 0,4 2 33 0,-1-1 34 0,3-2 108 0,-3 1 138 16,1 1 91-16,5-2 68 0,-4-1 50 0,2 3 46 0,2 0 22 0,-3-1 15 15,3 2 8-15,0 0 4 0,0 0 8 0,0 0 8 0,0 0 3 0,0 0 3 16,0 0-68-16,0 0-95 0,0 0-38 0,3 0-16 0,-1 0-3 0,2 2 2 16,-2-1 1-16,1 0 2 0,3 1-1 0,-6 1-4 0,3-1-5 0,3-1-7 15,-3 1-12-15,-1 1-13 0,2-2-35 0,1 1-43 0,-1-1-56 0,1 0-61 16,1 1-59-16,-3 0-62 0,3-2-64 0,-1 0-72 0,0-2-73 0,5-1-81 15,-7 0-37-15,6-1-15 0,-3-1-8 0,3-1-1 0,-4-1 18 0,4-1 26 16,-3 1 34-16,3-1 36 0,0-1 43 0,-4 2 46 0,4-1 55 16,2 1 63-16</inkml:trace>
  <inkml:trace contextRef="#ctx0" brushRef="#br0" timeOffset="133350.38">4619 4400 276 0,'6'0'345'0,"-6"0"27"0,4 0 18 0,-3 2 10 0,-1-2 11 0,0 2 15 0,0-2 13 0,0 0 15 16,4 1 10-16,-4 1 13 0,0-2-17 0,0 0-27 0,0 4-108 0,0-4-143 15,0 3-89-15,0-1-62 0,0 0-68 0,2 2-65 0,1-3-95 0,-3 2-107 16,0-3-69-16,0 0-51 0,0 5-28 0,0-5-18 0,4 4-8 0,-4-4-6 16,0 6 8-16,-4-1 11 0,4-5 29 0,0 4 33 0,-3-1 50 0,1 1 55 15,2 0 84-15</inkml:trace>
  <inkml:trace contextRef="#ctx0" brushRef="#br0" timeOffset="133529.85">4645 4510 231 0,'0'0'344'0,"0"3"52"0,0-3 32 0,0 3 35 15,0 0 35-15,3-1 51 0,-3 1 58 0,0-3 50 0,0 0 47 16,0 3 23-16,0-3 16 0,0 0-54 0,0 1-86 0,0 2-96 0,0-3-96 16,0 3-58-16,4 0-41 0,-2 0-61 0,-2 0-68 0,0 2-107 0,5-3-119 15,-5 3-112-15,4 0-106 0,0-1-79 0,-3 0-69 0,3 1-69 0,1 0-71 16,1-1-73-16,-3-1-73 0,3 0-27 0,-1-1-7 0,-1-1 19 0,1-1 32 16,1 0 54-16,1-1 59 0,-2-3 63 0,1 2 62 0,-1-1 54 0,4 0 53 15,-3 0 61-15,3-2 69 0</inkml:trace>
  <inkml:trace contextRef="#ctx0" brushRef="#br0" timeOffset="133694.23">4885 4435 70 0,'0'-3'289'0,"0"3"84"0,0 0 55 15,0-1 38-15,0 1 42 0,0 0 45 0,0 0 44 0,0 0 49 0,0 0 36 16,0 0 35-16,0 0 19 0,0 0 8 0,-3 0-73 0,3 0-114 16,0 1-94-16,0-1-81 0,0 4-63 0,0 0-53 0,0-1-77 0,0 1-92 15,0 1-109-15,0-1-121 0,0 1-98 0,0 1-84 0,0 0-79 0,3 0-76 16,-1 0-94-16,-2-2-103 0,0 0-49 0,0-4-22 0,4 5-1 0,-4 0 7 15,2-1 36-15,-2-4 46 0,0 4 63 0,0-4 67 0,3 7 63 0,-3-7 55 16,0 6 61-16,0-6 66 0</inkml:trace>
  <inkml:trace contextRef="#ctx0" brushRef="#br0" timeOffset="134336.85">5110 4479 114 0,'0'0'401'0,"1"-2"89"0,-1 2 49 0,0-3 29 0,0 3 17 15,4-1 25-15,-4-1 23 0,4 2 32 0,-2-1 27 0,-2-1 26 0,3-1 19 16,-3 0-19-16,6 0-39 0,-6 0-135 0,5-1-174 0,-5 1-84 0,4-2-47 15,-3 2-26-15,3-2-21 0,-4 3-22 0,4-1-26 0,-3 0-28 0,-1 0-31 16,4 1-24-16,-4 1-19 0,0 1-13 0,0 0-14 0,0-2-6 0,0 2-8 16,0 0-2-16,0 0-1 0,0 0 1 0,0 0-1 0,0 0 1 0,2 3-2 15,1-1 1-15,-3 1 1 0,0 0 1 0,0-2-2 0,4 3 1 0,-2 1-1 16,-2 0-1-16,4-2-3 0,-4 1-6 0,3 0-10 0,-1 1-17 16,2-2-18-16,-3 2-21 0,3-4-16 0,1 1-25 0,-1-1-24 0,1 0-25 15,-1-1-27-15,2-1-26 0,-1-2-25 0,0 2-17 0,3-4-16 16,-3 1-8-16,0-4 0 0,5 1 6 0,-5-1 13 0,0 1 17 0,3-4 18 15,-3 2 22-15,0 0 22 0,1-1 26 0,-3 0 27 0,-1 2 26 0,2 0 26 16,1-1 23-16,-5 2 16 0,4 0 18 0,-4 0 14 0,4 1 11 0,-4 0 14 16,0 0 11-16,1 2 9 0,-1-1 12 0,0-1 11 0,0 3 12 0,0-1 11 15,0 1 15-15,0 1 11 0,0 2 13 0,-1-3 10 0,1 3 12 0,0-3 9 16,0 3 8-16,0 0 4 0,0 0 0 0,0 0 0 0,0 0 1 0,0 0 5 16,0 0 5-16,-4 3 4 0,4 0 4 0,0 0 4 0,0 2-1 0,0 2-1 15,0 1-3-15,0 1-5 0,0 3-7 0,0 1-11 0,0 2 0 0,0 0 6 16,0 3-6-16,0 0-10 0,0 3-10 0,0 0-15 0,0 0-12 15,0 2-14-15,0-2-6 0,0 1-7 0,0 1-6 0,0-1-6 0,0 1 0 16,0-2 2-16,0 0-7 0,0-2-13 0,0 1-3 0,0-2-1 16,0-2-2-16,0-1 0 0,0-1 0 0,-4-1 0 0,4-1 0 0,-1-1-2 15,-3-2-1-15,0 0 0 0,2-2 0 0,-1 1-1 0,1-2-4 0,-2 0-1 16,-1 0-3-16,1-2-1 0,-1 0-4 0,1 1-1 0,-1 0-6 0,0-2-4 16,1 0-8-16,-5-1-11 0,3 2-5 0,1-1-5 0,-4-2-11 0,0 2-14 15,-2-1-13-15,2-2-10 0,0 1-22 0,0-1-28 0,-2 0-58 0,2 0-67 16,0 0-83-16,-2-1-87 0,2-1-70 0,0-2-64 0,0 1-73 0,4-2-82 15,-4-2-59-15,3-1-47 0,2-1-17 0,-1 0-4 0,1-1 18 0,3-1 24 16,1 1 54-16,0-1 70 0,0-1 80 0,0 2 90 0,1 1 74 0,3 0 70 16,0 1 79-16</inkml:trace>
  <inkml:trace contextRef="#ctx0" brushRef="#br0" timeOffset="134606.31">5388 4515 183 0,'-2'-2'232'0,"-1"2"14"0,3 0 7 0,0 0-2 0,0 0-2 0,-6-2-1 0,6 2-4 0,0 0-5 15,-5 0-5-15,5 0-5 0,0 0-32 0,0 0-51 0,-4 0-73 0,4 0-88 16,-5 0-55-16,5 0-39 0,0 0-46 0,0 0-54 0,-6 2-21 0,6-2-9 16,0 0 0-16,-3 0 3 0,3 0 1 0,-9 0 7 0,9 0 7 0,-6 3 11 15,6-3 12-15,-3 0 15 0,3 0 21 0</inkml:trace>
  <inkml:trace contextRef="#ctx0" brushRef="#br0" timeOffset="135592.15">5497 4492 280 0,'3'1'404'0,"-3"3"40"0,2-3 20 0,-2 1 11 0,4-1 15 15,-4 1 15-15,3-1 28 0,-1 1 32 0,-2-2 34 0,4 1 37 0,-2 1 16 16,1-2 7-16,3 1-110 0,-3-1-159 0,3 0-78 0,-3 1-35 0,3-1-17 16,-1 0-8-16,-1 0-13 0,1 0-16 0,4 0-25 0,-3 0-34 15,-1 0-35-15,-1 0-33 0,5 0-32 0,-4-1-26 0,1 1-37 0,-1 0-41 0,2-1-65 16,-1-1-75-16,-1 1-70 0,1 1-68 0,-3-2-71 0,3 1-69 15,-6 1-91-15,3 0-100 0,-3 0-42 0,6-3-24 0,-6 3-6 0,0 0 1 16,0 0 21-16,0 0 29 0,0 0 59 0,0 0 69 0,-6-3 68 0,6 3 66 16,0 0 69-16,-3 3 71 0</inkml:trace>
  <inkml:trace contextRef="#ctx0" brushRef="#br0" timeOffset="135756.13">5535 4630 109 0,'0'5'315'0,"0"-2"75"16,0 0 37-16,0-3 20 0,0 1 25 0,3 2 24 0,-1-1 31 0,-2-1 33 15,4 1 34-15,-4-2 38 0,5 1 24 0,-5 1 17 0,4-1-86 0,-2-1-128 16,1 0-91-16,3 2-70 0,-3-2-38 0,-1 0-19 0,2 0-48 0,1 1-60 16,-1-1-93-16,5 0-108 0,-4 2-103 0,1-1-98 0,-1-1-101 0,4 1-98 15,-3-1-81-15,3-1-77 0,-6 1-32 0,6-1-18 0,-3 1-7 16,-1-2-3-16,1 2 22 0,1 0 35 0,-2 0 60 0,1 0 71 0,-1 0 68 16,2 2 67-16,-1-1 76 0,3 0 84 0</inkml:trace>
  <inkml:trace contextRef="#ctx0" brushRef="#br0" timeOffset="136220.59">6101 4606 6 0,'-4'0'437'0,"-1"0"132"0,5-1 77 0,0 1 44 0,0 0 25 0,0 0 19 0,0 0 11 0,0 0 11 15,0 0 9-15,0 0 8 0,0 0 4 0,0 0-6 0,0 0-11 0,0 0-169 16,0 0-238-16,0 0-129 0,0 0-73 0,0 0-45 0,0 0-26 0,0 0-17 16,0 0-12-16,5 0-11 0,-1 0-10 0,-1 0-6 0,3 0-3 0,-4 0-10 15,5 0-11-15,-2-2-15 0,1 2-18 0,-1 0-36 0,4 0-42 16,-3-1-71-16,1 1-80 0,-2 0-73 0,1-2-74 0,-1 2-76 0,4 0-79 15,-5 0-82-15,-4 0-82 0,5-1-35 0,-5 1-11 0,4-2 5 0,-4 2 11 16,0 0 34-16,0 0 41 0,0 0 68 0,0 0 83 0,0 0 72 0,5 3 73 16,-3 2 76-16,2-2 82 0</inkml:trace>
  <inkml:trace contextRef="#ctx0" brushRef="#br0" timeOffset="137311.51">6358 4498 168 0,'0'-3'271'0,"0"3"35"0,0 0 24 0,1 0 18 16,3-2 17-16,-4 1 16 0,0 1 19 0,4 0 17 0,-2-1 20 0,1 1 19 15,3 0 17-15,-3 1-26 0,3-1-53 0,-3 1-32 0,3 1-21 0,-1 1-3 16,1 0 10-16,-1 2 2 0,4-1 1 0,-2 2-7 0,-1-1-8 0,3 2-11 16,-4 2-15-16,6 0-14 0,-4 2-16 0,0-1-23 0,1 1-31 0,-3 2-37 15,1-2-44-15,-1 2-33 0,0-1-29 0,3 0-25 0,-7 0-19 16,7 0-22-16,-7-1-23 0,5-2-39 0,-2 0-45 0,1 1-55 0,-1-2-59 16,-4 0-55-16,5-1-52 0,-5 0-44 0,4-1-43 0,-4-1-46 0,1-1-47 15,-1-1-46-15,0 0-49 0,0-3-46 0,0 0-45 0,0 0 3 0,0 0 26 16,0 0 46-16,0 0 53 0,0 0 53 0,0-4 49 0,0-1 45 0,0-1 42 15,0 0 46-15,4-1 47 0,-4-1 48 0</inkml:trace>
  <inkml:trace contextRef="#ctx0" brushRef="#br0" timeOffset="137491.04">6564 4528 93 0,'0'-7'353'0,"-6"-1"89"0,6 1 56 16,0 2 50-16,-1 2 48 0,1 0 45 0,0 3 43 0,-4 0 28 0,4 0 22 16,0 0 18-16,-4 0 13 0,3 0-25 0,-3 2-38 0,-1 1-111 0,1 0-144 15,-1 1-80-15,-1 2-51 0,2 0-47 0,-5 3-46 0,0 0-44 0,4 3-43 16,-6-1-28-16,2 2-21 0,4 0-20 0,-4 1-14 0,0 0-19 0,0 1-19 15,3-3-25-15,1 1-31 0,-1-1-47 0,-1-3-60 0,5 2-74 0,-1-2-87 16,3-4-71-16,0 2-71 0,0-1-73 0,0-2-80 0,0-4-77 16,3 3-72-16,-3-3-28 0,6 2-8 0,-1-2 11 0,0-2 16 0,5-2 41 15,-5 1 54-15,4-3 72 0,-2-2 85 0,0 2 74 0,2-1 67 16,1 1 74-16,-1-3 82 0</inkml:trace>
  <inkml:trace contextRef="#ctx0" brushRef="#br0" timeOffset="137717.51">6768 4585 115 0,'4'0'404'0,"-4"0"170"16,0 0 79-16,0 0 34 0,0 0 18 0,0 5 9 0,0-5 7 0,0 1 11 16,0-1 8-16,0 2 11 0,2-1 5 0,1 1 7 0,-3-2-96 0,0 1-141 15,6 1-158-15,-3-2-169 0,3 1-73 0,-3-1-38 0,-1 2-16 0,5-1-9 16,-1 1-6-16,-1-2-9 0,1 1-14 0,3-1-17 0,-4 0-28 0,4 2-34 15,-5-2-58-15,5 1-68 0,-4-1-70 0,1 0-70 0,-1 0-62 0,2 0-58 16,-1 0-64-16,-4 0-66 0,-2 0-75 0,7-1-78 0,-5-1-31 0,-2 2-9 16,5-3 13-16,-1 2 24 0,-4 1 51 0,5-3 67 0,-5 3 66 0,4-3 71 15,-4 0 60-15,0 3 58 0,5-3 65 0,-5 3 64 0</inkml:trace>
  <inkml:trace contextRef="#ctx0" brushRef="#br0" timeOffset="138118.81">7059 4447 93 0,'4'-1'346'0,"-4"1"115"15,0 0 61-15,4 0 36 0,-4 0 35 0,2 3 30 0,1 0 28 0,1-2 26 16,-2 2 22-16,1-2 17 0,-3 1 13 0,6 0 10 0,-1 1-84 0,-1 0-127 16,1 0-115-16,-1-2-108 0,1 3-56 0,-1 0-38 0,-2 0-30 0,3 1-28 15,-1-1-27-15,-1 1-26 0,-1-1-19 0,2 2-17 0,-4 0-14 0,1 0-11 16,-1 2-8-16,0-1-7 0,0 2-3 0,0 0-6 0,-1 0-3 0,1 0-1 15,-4 2-4-15,2-1 2 0,-1-1-1 0,-1 2-4 0,2-1 1 0,-1-1-1 16,-3 0-1-16,3 0-3 0,-3-1 0 0,6-1 0 0,-5 1 2 0,1-4 1 16,-1 2-2-16,1 0 1 0,2-1-2 0,-3-1-2 0,1 0 4 0,1 0 2 15,-3 0 4-15,6-1 4 0,-4-1 3 0,3 1 1 0,-3-2 4 0,4-1 2 16,0 1 1-16,0-1-1 0,0 0-1 0,0 0 1 0,0 0-2 16,0 0-1-16,0 0 1 0,0 0-5 0,0 0 0 0,0 0-3 0,4-1 0 0,1 0 0 15,-1-2-5-15,1 1-5 0,1-2-1 0,3 1 1 0,-4-2-1 0,4 1 1 16,0-4-8-16,0 2-9 0,-3-1-15 0,3-1-15 0,1 1-30 15,-4-2-31-15,3 1-53 0,-2 1-64 0,-1-1-61 0,-1 1-61 0,0 1-52 16,1-2-46-16,1 2-43 0,-1-1-41 0,-1 0-37 0,-1 2-34 0,-3-1-49 16,3-1-54-16,-4 2-6 0,4-1 19 0,-3-1 47 0,-1 2 57 0,0 0 61 15,0 5 63-15,0-6 51 0,0 0 46 0,0 2 43 0,0-2 45 16,0 6 43-16,0-7 43 0</inkml:trace>
  <inkml:trace contextRef="#ctx0" brushRef="#br0" timeOffset="138313.66">7206 4444 46 0,'-4'-1'270'0,"4"1"51"0,-1-2 28 16,1 2 18-16,0 0 17 0,0 0 16 0,5 0 23 0,-5 0 29 0,5 0 32 15,-1 2 42-15,1-1 43 0,-1 1 14 0,1 1 1 0,1-2-56 0,-1 2-81 16,3 0-35-16,-3 2-15 0,4-2-7 0,-4 3-6 0,1-1-8 0,3 0-12 16,-4 3-22-16,4-1-27 0,-3 2-38 0,3 0-45 0,0 2-45 0,-4-1-42 15,4 1-29-15,0 1-25 0,-3-2-16 0,3 2-15 0,0 0-14 0,-4-3-22 16,1 2-27-16,-1 1-31 0,2-3-53 0,-1 1-57 0,-2-2-67 0,-3 1-72 16,5-2-60-16,-6-1-54 0,3-1-46 0,-3-1-42 0,4-1-44 0,-2-1-43 15,-2-2-51-15,0 0-56 0,0 0-29 0,0 0-12 0,0 0 24 0,0 0 46 16,-6-2 62-16,3-1 71 0,-3-1 57 0,5-1 52 0,-3-1 43 0,0 1 43 15,4 0 44-15,-2-3 44 0,-1-1 57 0</inkml:trace>
  <inkml:trace contextRef="#ctx0" brushRef="#br0" timeOffset="138478.76">7378 4519 28 0,'0'-6'327'0,"0"2"165"0,0-1 93 0,-2 2 58 0,2 3 41 0,0 0 28 0,0 0 26 16,0 0 21-16,0 0 16 0,0 0 16 0,0 0 10 0,-4 2 11 0,4 1-65 16,-3 0-98-16,1-1-139 0,-2 3-158 0,-1 1-89 0,1 0-57 0,-1 2-37 15,-4 2-31-15,3 1-24 0,-3-1-23 0,4 1-19 0,-4 2-22 16,0 1-22-16,0-2-22 0,3 0-28 0,-3 0-34 0,4 0-53 0,-1-2-67 15,1-1-82-15,0 0-91 0,1-1-75 0,0-2-68 0,3-2-70 0,-3 2-69 16,4-6-72-16,0 5-73 0,0-5-27 0,0 0-4 0,0 0 12 0,0 0 20 16,0 0 46-16,5-3 60 0,-1 0 79 0,1-2 90 0,1 1 75 0,-3-2 68 15,3 0 70-15,-2-2 71 0</inkml:trace>
  <inkml:trace contextRef="#ctx0" brushRef="#br0" timeOffset="138656.67">7483 4566 28 0,'9'-3'261'0,"0"0"68"0,-4 0 40 0,1 0 30 15,1 1 30-15,-2 2 34 0,4 0 52 0,0-2 57 0,-3 1 39 0,5 1 28 16,-2-3 17-16,0 2 11 0,2-2-67 0,-2 1-102 0,0-1-72 0,0 2-59 16,0-1-35-16,-4 0-23 0,4 0-29 0,-3 0-33 0,-1 2-49 0,4-1-56 15,-3-1-40-15,-3 1-30 0,3 1-23 0,-1-2-19 0,-1 2-30 0,-1-1-36 16,-1 1-54-16,-2 0-55 0,0 0-59 0,0 0-56 0,4-2-57 0,-4 2-57 16,0 0-70-16,0 0-77 0,0 0-68 0,-4-1-67 15,-1-2-24-15,1-1-6 0,2 3 17 0,-1-2 28 0,-3 0 42 0,3 0 47 16,-3 0 53-16,1 0 52 0,1 0 56 0,-1 0 55 0,-1 2 69 0</inkml:trace>
  <inkml:trace contextRef="#ctx0" brushRef="#br0" timeOffset="138852.17">7629 4446 24 0,'0'3'299'0,"0"1"130"16,0 0 74-16,-3 1 51 0,3 1 49 0,3 1 53 0,-3 3 37 0,0-3 34 16,0 2 22-16,-3 0 17 0,3 2 10 0,0-1 5 0,-2 2-72 0,2 0-104 15,-4 0-120-15,4 0-128 0,-3 0-79 0,3 0-53 0,-2 2-68 0,2-2-69 16,0-2-83-16,0 2-90 0,0-2-88 0,0 1-87 0,0-2-71 0,2 0-63 15,-2 0-58-15,3-3-56 0,-3 0-70 0,4-1-75 0,-2-1-50 0,-2-4-38 16,0 0-6-16,3 0 13 0,3-3 41 0,-1-1 51 0,-1-1 67 0,1-1 70 16,-1-1 62-16,1-2 56 0,1-2 56 0,-3 1 55 0,3-1 70 0</inkml:trace>
  <inkml:trace contextRef="#ctx0" brushRef="#br0" timeOffset="139166.28">7872 4368 130 0,'1'-3'322'0,"3"1"65"0,0 0 40 0,-4 2 29 15,1 2 32-15,3 0 32 0,-4-1 36 0,0 1 38 0,0-2 43 16,0 4 32-16,0-1 24 0,0 0-23 0,0 0-50 0,-4 2-92 0,4-1-109 16,0 2-60-16,-5 0-34 0,5 0-29 0,-4 2-28 0,-1-1-33 0,5 1-35 15,-5 1-41-15,1-2-40 0,-1 2-31 0,1-1-28 0,2-1-20 0,-2 1-14 16,4-1-10-16,-5-1-4 0,5 2-6 0,-4-4-6 0,4 2-3 0,0-3-1 16,0 2-1-16,0-1 2 0,0-1-1 0,4 2 1 0,-4-1 1 0,5-2 4 15,-5 2 2-15,4-2 7 0,2 1 1 0,-3 0 1 0,3-1 2 0,-1 2 5 16,0-1 1-16,-1 0 0 0,1-2 1 0,4 2 3 0,-3 0-1 0,1 0 0 15,-1 0-3-15,-1-1-6 0,0 1 2 0,-1 0 2 0,1 0 4 0,1-1 4 16,-2 3 3-16,1-2 3 0,-5 2 4 0,4-2 2 0,-3 1 2 0,-1-1 1 16,0 2 1-16,0 1 0 0,0-2 1 0,0 2 2 0,-5 2-4 0,5-3-3 15,-5 3-9-15,1 0-10 0,-2 1-19 0,-3 0-22 0,4 0-39 0,-4 0-51 16,0 0-86-16,0 1-102 0,2-1-89 0,-6 0-85 0,4 2-95 0,-2-2-97 16,-3-2-65-16,1 2-50 0,2-2-21 0,-3 1-5 0,-1 1 8 0,-3-1 14 15,4-1 37-15,-6 2 47 0,2-1 83 0,-6-1 99 0,4 1 90 16,0 1 86-16,-3 0 93 0</inkml:trace>
  <inkml:trace contextRef="#ctx0" brushRef="#br0" timeOffset="139495.45">5777 5368 94 0,'-9'2'499'0,"7"-2"116"0,-1 1 51 0,-1-1 12 0,4 0-2 0,-2 2-3 0,2-2-5 16,0 0-3-16,0 0-3 0,0 0-2 0,0 0-2 0,0 0-21 0,0 0-32 15,2 1-188-15,2-1-260 0,-4 0-117 0,5 2-57 0,0-2-40 0,-1 1-33 16,2-1-45-16,-3 0-47 0,3 2-47 0,-1-2-46 0,0 1-44 0,3 1-52 16,-3-1-52-16,0 1-60 0,-1-1-61 0,-4-1-61 0,6 3-26 0,-3 0-5 15,-3-3 19-15,2 3 33 0,-2-3 48 0,4 5 51 0,-4-5 51 0,-4 6 47 16,4-2 47-16,-2 2 50 0,-1-1 55 0</inkml:trace>
  <inkml:trace contextRef="#ctx0" brushRef="#br0" timeOffset="139659.79">5754 5511 123 0,'0'3'314'0,"0"1"54"15,-4-1 23-15,4 0 16 0,4 0 11 0,-4-1 16 0,3 1 17 0,-1-2 26 16,2 1 28-16,-4-1 27 0,5 1 25 0,-1-1-24 0,1 2-41 16,-1-2-87-16,-2 1-106 0,3 1-49 0,2-1-22 0,-1-2-14 0,-1 1-11 15,0 1-37-15,4-1-46 0,-3-1-74 0,3 2-87 0,0-2-79 0,0 0-80 16,2 0-83-16,-2-2-91 0,0 1-86 0,0-1-89 0,2-2-38 0,-2 0-20 16,0 0-8-16,2 1-4 0,-2-1 19 0,4 1 30 0,-4-2 48 0,-2 1 58 15,2-2 54-15,0 3 53 0,0 0 64 0,2-1 71 0</inkml:trace>
  <inkml:trace contextRef="#ctx0" brushRef="#br0" timeOffset="139918.39">6307 5397 183 0,'-2'1'462'0,"2"1"171"0,0 1 78 0,-3-2 33 0,3 1 15 16,-2-1 3-16,2 2 0 0,0-3 1 0,0 0 1 0,0 0-2 0,0 0 1 0,0 1 2 15,0-1-119-15,2 2-171 0,1 0-171 0,-1-1-168 0,2 1-75 0,1-2-35 16,-1 3-13-16,1-2-4 0,4 1-1 0,-3-1 1 0,3 1 0 0,0 0 0 16,-4 0-5-16,4 1-7 0,2-1-7 0,-4-1-13 0,0 1-17 0,3 1-24 15,-5-3-31-15,2 1-38 0,-1 1-54 0,-1-1-59 0,0-1-55 16,-1 0-52-16,2 0-53 0,-3 2-50 0,3-2-55 0,-3 0-58 16,-3 0-60-16,0 0-57 0,0 0-16 0,6-2 8 0,-3-1 25 0,-3 3 34 15,2-4 50-15,2 1 62 0,-3-2 54 0,-1 1 52 0,4 1 51 0,-4 0 51 16,5-2 59-16,-5 2 63 0</inkml:trace>
  <inkml:trace contextRef="#ctx0" brushRef="#br0" timeOffset="140332.22">6662 5265 54 0,'0'-2'228'0,"1"0"32"0,3 1 18 0,-4 0 16 15,2 1 15-15,1-2 15 0,-3 2 15 0,0-1 14 0,0 1 13 16,4 0 13-16,-4 0 14 0,0 0 12 0,2-2-44 0,-2 2-65 0,0 0-9 15,0 0 13-15,0 0 28 0,0 0 32 0,0 0 22 0,0 0 17 16,3 2 10-16,-3-2 6 0,0 0 1 0,0 0-2 0,0 3-8 0,-3 1-13 16,3 1-23-16,-2-1-23 0,-2 2-35 0,1 2-40 0,1 1-42 0,-2 1-46 15,-1 2-31-15,1 2-32 0,-1-1-19 0,-1 4-13 0,1-1-16 0,-2 0-10 16,1 2-9-16,1 0-7 0,1-1-7 0,-1 1-4 0,3 0-7 0,-2-1-5 16,1-1-5-16,3-1-4 0,0 0-7 0,0 0-7 0,0 0-10 0,0-3-10 15,0 0-11-15,3 0-12 0,1 0-14 0,-2-3-13 0,3 0-25 0,-1 0-32 16,0-1-48-16,1-2-61 0,0 0-61 0,1-2-65 0,3-1-48 0,-4 0-46 15,4-1-39-15,-3-1-38 0,3-1-44 0,0-1-49 0,0-2-52 0,-4-2-54 16,4 1-7-16,-3-2 18 0,-1-2 44 0,4 1 55 0,-5-1 63 0,1-1 65 16,1 2 52-16,-3-2 48 0,3 1 47 0,-3 1 45 0,-1-1 54 0,2 1 57 15</inkml:trace>
  <inkml:trace contextRef="#ctx0" brushRef="#br0" timeOffset="140621.28">6806 5371 54 0,'0'0'308'0,"0"-1"111"0,0 1 52 16,0 0 30-16,0 0 27 0,0-3 29 0,0 0 34 0,0 3 40 0,0 0 32 15,4 0 26-15,-2 1 23 0,1 1 21 0,3-2-69 0,-3 3-109 16,3 0-102-16,-1 0-102 0,2 0-47 0,-1 0-24 0,-1 1-22 0,4 1-26 16,-3 1-33-16,3-2-37 0,0 2-30 0,-4 2-25 0,4-1-20 0,0 0-18 15,-1 1-10-15,1 1-8 0,-2-1-6 0,0 1-7 0,2 1-6 0,-3-1-4 16,3 0-5-16,-4 2-7 0,2-4-1 0,-1 2 0 0,-1 0-9 0,-1-1-10 15,1-1-20-15,-1 1-24 0,-2-2-49 0,-2-1-59 0,3 0-68 0,-3 0-75 16,0-1-62-16,0-1-60 0,0-2-64 0,0-1-65 0,0 0-87 0,0 0-92 16,0 0-39-16,0 0-8 0,0 0 8 0,0 0 16 0,0 0 45 0,-3-1 57 15,3-2 68-15,-6-1 71 0,6-1 66 0,0-2 58 0,-3 1 64 0,3-2 70 16</inkml:trace>
  <inkml:trace contextRef="#ctx0" brushRef="#br0" timeOffset="140815.64">7081 5332 290 0,'0'-1'534'0,"0"1"110"0,-3 1 60 16,-3 1 36-16,6-1 27 0,-3 4 21 0,-3-2 16 0,2 3 17 16,3-2 13-16,-5 2 13 0,-1-1 12 0,2 2-45 0,-1 1-71 0,-3 1-168 0,0 0-206 15,0 1-104-15,2 1-56 0,-6 0-35 0,4 2-27 0,-2-1-21 16,2 1-23-16,0 1-28 0,0-4-30 0,2 2-28 0,0-1-29 0,-2-1-33 16,3-1-33-16,1-1-60 0,1-1-72 0,2-1-95 0,-1 0-104 0,1-1-92 15,2-1-81-15,0-4-104 0,0 6-118 0,0-2-42 0,0-4-11 16,2 5 3-16,3-3 9 0,-1-1 16 0,-4-1 22 0,9-1 48 0,-4-1 65 15,1-3 89-15,3 3 104 0,-4-4 89 0,4 3 83 0</inkml:trace>
  <inkml:trace contextRef="#ctx0" brushRef="#br0" timeOffset="141084.78">7201 5427 231 0,'0'0'459'15,"0"0"82"-15,0 0 34 0,0 2 15 0,5 0 7 0,-5-2 8 0,4 2 1 16,-3-1 13-16,3-1 10 0,0 2 11 0,-3-1 11 0,5-1-39 0,1 2-65 16,-1-2-136-16,-1 1-170 0,4-1-72 0,-4 2-27 0,4-2-14 0,1 0-6 15,0 1-3-15,-1-1-3 0,4 0-9 0,-2 0-12 0,-2 0-11 16,2-1-12-16,3 1-12 0,-5-2-12 0,4 1-17 0,-2-1-14 0,-2 1-7 16,2-1-5-16,-2 2-2 0,0-1 0 0,-4-1-2 0,4 2-2 0,-5-2-5 0,1 2-8 15,-1-1-13-15,-2 1-18 0,1-1-32 0,-1 1-36 0,-2 0-48 16,0 0-52-16,0 0-53 0,0 0-57 0,0 0-54 0,-2-3-57 0,2 3-60 15,-3-2-63-15,3 2-55 0,-6-3-51 0,1 2-13 0,1-1 4 0,-1-1 28 16,-1 3 35-16,-1-3 47 0,5 0 56 0,-3 2 56 0,-2 1 52 16,5-2 55-16,2 2 55 0,-5-1 60 0</inkml:trace>
  <inkml:trace contextRef="#ctx0" brushRef="#br0" timeOffset="141577.6">7396 5250 49 0,'0'0'300'0,"0"0"71"0,0 0 47 0,-4 1 38 0,4-1 38 0,0 0 42 0,0 0 45 0,0 2 48 15,0-2 43-15,4 1 38 0,-4-1 28 0,0 3-4 0,0-3-28 16,0 3-86-16,0 2-113 0,0-2-62 0,0 1-40 0,0 2-33 0,0 2-31 16,0-1-41-16,-4 0-41 0,4 3-45 0,0 0-42 0,0 2-35 0,0 0-31 15,0 2-22-15,0-1-19 0,0 1-16 0,0 1-8 0,0-2-8 0,0 2-6 16,0-1-6-16,0 1-5 0,0-2-2 0,0 1-7 0,0-1-7 0,0 1-7 16,0-4-11-16,0 2-12 0,0-2-18 0,0 0-21 0,0-3-51 0,0 1-66 15,0-1-81-15,0-1-84 0,0-1-71 0,0-2-66 0,0 0-69 0,0 0-70 16,0-3-73-16,0 0-70 0,0 0-28 0,0 0-6 0,0 0 13 0,0 0 16 15,4-6 49-15,-4 0 63 0,0-2 79 0,4 1 87 0,-3-2 71 0,-1 1 63 16,4-1 71-16,-2 0 75 0</inkml:trace>
  <inkml:trace contextRef="#ctx0" brushRef="#br0" timeOffset="141816.93">7580 5328 10 0,'0'0'343'0,"2"0"215"0,-2 0 104 15,0 3 56-15,4-2 30 0,-4 2 19 0,2 2 12 0,-2-1 10 0,0 1 8 16,0-1 8-16,0 1 9 0,0-1 7 0,0 2-62 0,0 0-103 0,0 2-174 16,0-1-212-16,0 1-100 0,0-1-50 0,0 2-30 0,3 0-21 0,-3 0-13 15,0 0-11-15,0 2-11 0,0-1-10 0,0-1-16 0,0 2-19 16,4-2-19-16,-2 0-16 0,-2-2-31 0,0 1-37 0,0-1-58 0,0 1-71 16,0-2-59-16,0-2-56 0,0 2-47 0,3-3-39 0,-3 0-38 0,0 0-39 15,0 0-35-15,0-3-41 0,0 0-56 0,0 0-63 0,0 0-4 0,2-4 18 16,2 1 49-16,-4-4 59 0,3 2 60 0,-3-3 59 0,2-1 47 0,-2 0 41 15,0-1 39-15,0-1 38 0,4 1 47 0,-4-1 49 0</inkml:trace>
  <inkml:trace contextRef="#ctx0" brushRef="#br0" timeOffset="142042.4">7778 5232 172 0,'3'0'355'16,"3"0"81"-16,-3 3 66 0,-1-2 60 0,2 1 56 0,1 1 50 0,-1 1 44 15,-3 1 34-15,3-1 26 0,0 2 20 0,-2 2 15 0,1-2-38 0,-1 1-63 16,2 4-100-16,-4-3-118 0,5 2-75 0,-5 0-56 0,4 2-53 0,-4 2-46 15,1-1-45-15,-1 1-41 0,4 1-28 0,-4 1-21 0,0 1-16 0,-4-1-16 16,4 1-10-16,-1 1-9 0,-3 0-3 0,4-2-1 0,-5 2-11 16,1-3-14-16,2 2-13 0,-1-4-15 0,-3 2-15 0,2-3-15 0,-1 0-16 15,0 0-16-15,1-1-16 0,-1-2-16 0,-1 0-31 0,3-4-35 0,-3 2-76 16,1-1-92-16,1-2-79 0,-1 1-73 0,-1-4-61 0,3 2-60 0,-3-3-63 16,1-3-71-16,-2 0-48 0,1-1-38 0,1-4-10 0,1 0 2 15,2-2 26-15,-1 0 33 0,-1-2 71 0,2-2 89 0,2-1 80 0,0 0 76 16,-3 0 71-16,3 2 66 0,3-2 74 0</inkml:trace>
  <inkml:trace contextRef="#ctx0" brushRef="#br0" timeOffset="142360.71">7854 5170 229 0,'3'-3'331'0,"-1"0"50"0,-2 2 31 15,4-1 32-15,-1 1 28 0,-1 1 25 0,-2 0 26 0,4 0 17 0,-3 0 15 16,3 0 18-16,0 0 19 0,-3-2-35 0,-1 2-66 0,4 0-74 0,-4 0-79 15,5 0-42-15,-5 0-27 0,4 0-24 0,-4 0-26 0,2 0-20 0,2 0-20 16,-4 0-13-16,0 0-9 0,0 2-10 0,0-2-12 0,3 1-20 0,-3-1-21 16,2 3-13-16,-2-3-4 0,0 3 0 0,0 2 4 0,0-2-6 0,-2 1-7 15,-1-1-4-15,3 3-7 0,-4 0-3 0,2 0-5 0,-2 0-5 16,-1 2-5-16,1-2-3 0,3-1-3 0,-3 2-3 0,0-1-1 0,-1-1-8 16,5 0-9-16,-5 0 2 0,5-1 7 0,0-1 3 0,-4 2-2 0,4-2 1 15,-2 0-2-15,2-2-2 0,0 2-2 0,0-3-2 0,0 3-2 0,0 0-1 16,0-3-1-16,0 3-4 0,2-1 1 0,-2-2-2 0,4 1-2 0,-4 1 1 15,3-2-1-15,-1 1 1 0,2 1-1 0,-3-2-4 0,7 0-4 16,-7 0-13-16,3 0-13 0,1 0-37 0,-1 0-47 0,2-2-69 0,-3 1-77 16,-1-1-68-16,3 1-65 0,-1-1-71 0,1 1-76 0,-5 1-83 0,0-5-91 15,4 4-36-15,-4 1-14 0,2-5 2 0,-2 5 11 0,3-4 34 0,-3 4 48 16,0 0 67-16,0 0 78 0,0-3 69 0,0 3 65 0,0 0 70 0,0 0 75 16</inkml:trace>
  <inkml:trace contextRef="#ctx0" brushRef="#br0" timeOffset="143803.32">8087 5478 6 0,'-6'-2'320'0,"3"2"186"0,-3-1 97 0,3 1 62 0,1 0 34 0,2 0 25 0,0 0 17 0,0 1 14 16,0-1 13-16,-4 2 10 0,4-2 7 0,0 0 6 0,0 0-64 0,0 0-95 16,0 0-153-16,0 0-181 0,0 0-94 0,0 0-60 0,0 0-27 0,0 0-11 15,4 0-12-15,1 0-16 0,1 0-9 0,-3-2-6 0,3 1-4 0,3 1-5 16,0 0-3-16,0-2 0 0,2 2 1 0,-2 0 1 0,5-1 1 0,-3-1 0 15,2 0-9-15,-2 1-12 0,3 0-3 0,-5-1 0 0,4 2-3 0,-2-1-3 16,-2-1-3-16,0-1-2 0,-4 2-2 0,4 1-2 0,-3-2-3 16,-1 1-3-16,2-1-2 0,-1 2-2 0,-1-1-1 0,-1 1 1 0,-2-2 1 15,1 2 0-15,-1 0-8 0,-2 0-11 0,4 0-14 0,-4 0-11 0,0 0-16 16,0 0-18-16,0 0-36 0,0 0-46 0,0 0-79 0,0 0-96 0,0 0-78 16,0-3-73-16,0 3-71 0,-4 0-72 0,4 0-76 0,-5-1-78 0,-1-1-28 15,3 1-8-15,-3 1 7 0,1-2 15 0,-1 1 34 0,-3-1 45 16,0 1 80-16,4-1 93 0,-4 2 81 0,0-1 73 0,3-1 71 0,-3 0 68 15</inkml:trace>
  <inkml:trace contextRef="#ctx0" brushRef="#br0" timeOffset="143998.04">8177 5332 48 0,'0'0'287'0,"0"-3"87"16,0 3 46-16,0 0 25 0,0 0 29 0,0 0 32 0,0 2 50 0,4-1 62 16,-4 2 53-16,2 0 49 0,1 0 33 0,-3 2 24 0,4 1-62 0,-2 0-102 15,-2 1-88-15,3 2-79 0,-1 0-39 0,-2 0-24 0,0 3-24 0,4 0-30 16,-4 1-51-16,0 1-59 0,0 0-54 0,0 2-50 0,0-1-34 0,0 0-28 15,0 2-25-15,0-1-20 0,0-1-25 0,0 0-23 0,0-2-52 0,0 1-61 16,0 0-83-16,0-4-91 0,0 1-75 0,0-3-68 0,3 2-67 0,-1-4-68 16,-2 0-77-16,0-6-80 0,4 3-31 0,-4-3-9 0,0 0 7 0,5 0 17 15,1-3 44-15,1-2 58 0,-5-1 80 0,7-3 88 0,-4 2 78 16,4-4 65-16,-3 1 68 0,3-2 70 0</inkml:trace>
  <inkml:trace contextRef="#ctx0" brushRef="#br0" timeOffset="144312.01">8563 5259 255 0,'0'0'493'0,"0"0"111"0,0 0 68 0,3 1 39 0,-1 0 25 15,-2 3 20-15,4-1 13 0,-4-2 13 0,0 2 10 0,-4 2 8 0,4-3 6 16,0 3-51-16,-2-2-74 0,-1 3-157 0,-1 0-196 0,4 0-106 0,-6 2-67 16,6-1-36-16,-3 2-27 0,1 0-17 0,-2 0-12 0,4 0-15 0,-1 2-11 15,1-2-8-15,-4 0-8 0,4-2-6 0,4 2-5 0,-4-1-2 0,1 1-4 16,3-2 1-16,-2 1-1 0,5-2 1 0,-1 1 1 0,-1-1 0 0,0 0-2 15,4 0 2-15,-3-2 2 0,3 1 1 0,0 0 1 0,0-2 2 0,0-2 0 16,2 2 0-16,-2-3-1 0,0 1-1 0,0-1-4 0,0 0 0 0,-4 0-1 16,5 0-1-16,-5 0 1 0,0-1-2 0,1 1 0 0,-3 0-2 0,3-1 1 15,-3-1-2-15,-1 2-2 0,2 0 1 0,0-1-1 0,-4 1-1 0,1 0-3 16,-1 0-6-16,0 0-7 0,0 0-17 0,0-2-18 0,0 2-38 0,0 0-43 16,0 0-72-16,0 0-83 0,0 0-74 0,0 0-69 0,0 0-72 0,0 0-74 15,0 0-85-15,0 0-91 0,0-4-36 0,0-1-13 0,0 5 7 16,-1-6 15-16,-3 3 35 0,4-3 43 0,0 2 72 0,-6-1 83 0,6 1 75 15,-3 1 71-15,3-2 71 0,-2 0 74 0</inkml:trace>
  <inkml:trace contextRef="#ctx0" brushRef="#br0" timeOffset="144492.2">8700 5361 181 0,'0'0'449'0,"-4"0"107"0,3 0 67 16,-3 1 50-16,4 2 43 0,-4 0 29 0,4 2 30 0,0-1 20 0,0 1 20 15,-1 2 10-15,-3-1 8 0,4 3-37 0,-4 0-58 0,2 0-147 0,2 3-188 16,-3 0-108-16,1 2-64 0,-2-1-53 0,1 2-41 0,1 0-37 0,-2 0-32 15,3 0-34-15,-3 0-31 0,0 0-34 0,3-1-37 0,-3 1-65 0,4-3-79 16,0 1-80-16,-4-2-78 0,4 1-69 0,0-2-61 0,4-1-60 0,-4 2-61 16,0-4-73-16,0 1-77 0,0-4-27 0,4 2-6 0,-4-6 16 0,1 3 25 15,-1-3 55-15,0 0 72 0,0 0 77 0,0 0 80 0,0 0 66 0,0 0 59 16,0 0 64-16,0 0 64 0</inkml:trace>
  <inkml:trace contextRef="#ctx0" brushRef="#br0" timeOffset="147822.76">4764 6456 49 0,'0'-2'385'0,"0"-1"228"0,-2 2 104 0,2-1 46 0,0 2 24 0,0-3 8 0,0 3 6 0,0 0 7 0,0 0 6 15,0 0 7-15,0 0 9 0,0 0 7 0,0 0-77 0,0 0-113 16,0 0-188-16,0 0-224 0,0 0-103 0,0 0-50 0,0 0-19 0,0 0-7 16,6 0-10-16,-6 2-7 0,5-1-19 0,-5 1-25 0,4-1-34 0,1 2-42 15,-1-1-82-15,-2 1-101 0,1-1-85 0,3 2-78 0,-3-1-82 0,-1 1-83 16,2-1-88-16,-4 1-92 0,3 0-40 0,-1 0-18 0,-2 1 4 0,0-5 9 15,0 5 28-15,0 3 30 0,-2-3 78 0,-1 0 100 0,-1 2 84 0,2-1 78 16,-1 0 83-16,3 0 83 0</inkml:trace>
  <inkml:trace contextRef="#ctx0" brushRef="#br0" timeOffset="147957.44">4730 6628 57 0,'-6'8'449'0,"1"-2"107"0,1-2 50 16,-1 2 26-16,5-1 18 0,-4-1 22 0,4-1 27 0,-1 2 23 0,1-2 23 16,-4 0 20-16,4 0 14 0,0 0-10 0,0 1-27 0,0-1-164 15,0 2-232-15,0-2-114 0,-4 1-62 0,4 0-71 0,0 1-75 0,0 0-109 16,0-1-125-16,0 0-113 0,4 1-110 0,-4 1-121 0,0 0-129 0,4-1-62 15,-4-1-28-15,1 1-13 0,3-1-7 0,-4-1 5 0,5 0 9 16,-5-3 47-16,6 0 60 0,-3 0 86 0,3-3 98 0,-1 2 91 0,2-2 85 16</inkml:trace>
  <inkml:trace contextRef="#ctx0" brushRef="#br0" timeOffset="148095.62">4867 6747 120 0,'0'3'308'0,"6"-2"52"0,-6 2 23 0,3 0 8 0,-1 0 7 15,2 0 2-15,-4 0-1 0,0 0-2 0,3-1-7 0,-1 1-15 0,-2-2-20 16,0 1-76-16,0-2-99 0,4 1-156 0,-4-1-175 0,0 0-109 0,0 0-78 15,0 0-34-15,0-4-15 0,5 1-8 0,-5-2-4 0,6 0 3 0,-6 0 6 16,3-3 15-16,3 2 21 0,-1-1 33 0,-1-1 37 0,1 1 59 16</inkml:trace>
  <inkml:trace contextRef="#ctx0" brushRef="#br0" timeOffset="148452.76">5083 6590 127 0,'3'-1'315'0,"3"1"69"0,-3 0 49 15,3-1 46-15,-1 1 49 0,0 1 50 0,5-1 51 0,-5 1 43 0,4 1 37 16,-4-2 26-16,4 2 20 0,0-1-28 0,-3-1-51 0,3 2-86 0,-4-1-102 16,4 1-63-16,0-1-43 0,-3 1-45 0,1 1-45 0,0 0-48 0,-3-1-46 15,5 3-38-15,-4-2-33 0,-1 0-23 0,-2 2-19 0,3-1-11 0,-1 1-11 16,0-1-9-16,-4 1-8 0,1 1-5 0,-1 0-4 0,0 1-1 0,-1-1-3 16,-3 2-6-16,4-1-9 0,-5 2-10 0,1-1-13 0,-2 1-16 0,1-2-18 15,1 2-27-15,-1-1-34 0,0-1-64 0,-4 1-76 0,3-2-71 16,-3-1-71-16,0 0-51 0,4 0-45 0,-4-1-32 0,-1 0-30 15,5 0-20-15,-4-1-12 0,0-3-4 0,4 0 7 0,-4 0 19 0,3-2 28 0,2-1 64 16,-1 0 77-16,0-3 80 0,1 0 83 0,2 0 63 0,-1 0 61 16,3-1 51-16,0-1 49 0,-4 2 44 0,4 0 39 0,0 0 31 0,4 2 27 15,-4-2 22-15,0 3 22 0,3-1 19 0,-3 2 22 0,2 2 19 0,-2 0 21 16,0 0 25-16,4-2 32 0,-4 2 27 0,0 2 19 0,5-2 6 0,-5 1 2 16,5 0-6-16,-1 1-5 0,-4 1-13 0,6-1-16 0,-3 1-22 0,3 0-21 15,-1 0-31-15,-1-1-29 0,1 3-58 0,0-2-69 0,1 2-90 0,1-2-102 16,-1-1-89-16,3 0-86 0,-4 1-68 0,4 0-55 0,-4-3-55 0,5 2-50 15,-5-2-55-15,4-2-57 0,-4-1-59 0,4 0-58 0,-3-1-14 16,-2 1 13-16,5-2 45 0,-4 1 60 0,0-1 64 0,-1-1 70 0,1 2 52 16,1-1 49-16,-3 1 50 0,3 1 47 0,-1-2 54 0</inkml:trace>
  <inkml:trace contextRef="#ctx0" brushRef="#br0" timeOffset="148870.09">5336 6663 49 0,'3'-3'258'0,"3"-2"66"0,-3 2 38 0,3 0 22 16,-1 0 22-16,3 2 17 0,-3-2 19 0,0 0 23 0,1 1 26 0,-1-1 26 15,4 2 24-15,-5-3 20 0,5 2-56 0,-4 0-92 0,4-1-71 0,-3 0-58 16,3 0-33-16,-4 0-19 0,4 0-17 0,-3-1-19 0,-1 1-22 0,4 0-25 15,-5 0-23-15,5 0-27 0,-4-1-26 0,1 2-28 0,-3-1-30 0,3 0-30 16,-3 0-32-16,-1 0-33 0,2-2-31 0,-2 4-27 0,1-2-26 0,-3 0-23 16,0 1-18-16,0-1-13 0,0 0-15 0,-3 0-11 0,1-1-6 0,-2 1 2 15,4-2 9-15,-5 0 15 0,5 1 18 0,-6-2 23 0,3 0 28 0,-3 0 26 16,3 2 31-16,1-1 29 0,-2-1 29 0,-1 3 25 0,1-1 24 0,4 1 24 16,-5 0 23-16,5 1 21 0,0 2 21 0,0 0 20 0,0 0 26 15,-4 2 26-15,4-1 30 0,0 2 30 0,0 2 26 0,0-1 27 0,0 4 18 16,0-1 15-16,0 4 7 0,4-1 1 0,-4 2-2 0,0 2-9 0,3-1-11 15,-1 2-15-15,2 0-20 0,-4 2-25 0,5-1-28 0,-5 2-33 16,6 0-34-16,-3 0-33 0,1-1-30 0,-2 1-24 0,1-2-18 0,-1 1-14 16,2-2-10-16,-1 0-7 0,-1-2-4 0,-2-1-1 0,4 0-1 0,-4-2-2 15,2 0-2-15,-2-3 2 0,0 1 2 0,0-1 2 0,0-1 0 0,-2-1 4 16,2-1-1-16,-4 1 2 0,-1-3 3 0,5 2 2 0,-6-3-1 0,3 1-2 16,-3-1 5-16,1 1 10 0,-2-2 4 0,1 0 3 0,1 0 1 0,-1 0 2 15,1-2 0-15,-2 1-1 0,1-1-4 0,1-1-1 0,1 0-2 0,-1 0-1 16,1 0-1-16,2-1 1 0,2-1-11 0,-3 1-11 0,3-4-14 0,0 2-15 15,0-3-23-15,3 0-30 0,-1 0-54 0,2 0-70 0,1-3-70 16,-1 0-69-16,5 0-58 0,-4 0-53 0,1 0-62 0,3 0-64 0,-4 0-75 16,1 0-79-16,3 0-32 0,-6 0-6 0,6 0 13 0,-3 0 22 0,-1 1 55 15,4 1 66-15,-3 1 70 0,1 0 69 0,0 0 60 0,2 3 53 16,-3 0 60-16,3 0 67 0</inkml:trace>
  <inkml:trace contextRef="#ctx0" brushRef="#br0" timeOffset="149703.26">5820 6422 66 0,'0'0'389'0,"0"-2"116"0,0 2 79 0,0 0 60 0,4-2 51 0,-4 2 33 0,0 0 22 0,0 0 15 0,0 0 9 0,0 0 5 0,0 0 1 0,-4 2-24 0,-1 0-37 16,1 3-142-16,3 0-188 0,-7 1-118 0,3 0-81 0,0 3-66 0,-4-1-59 16,3 3-44-16,-3 0-35 0,0-1-26 0,0 2-23 0,2 0-21 15,-2-1-13-15,0 1-5 0,3-2 0 0,-3 1-6 0,0-1-7 0,4 1-5 16,-1-3 2-16,-1 2 4 0,2-4 11 0,-1 1 10 0,3-1 8 0,1 0 11 15,-2-2 13-15,4 1 13 0,-3-2 18 0,3 0 6 0,0-3-1 16,0 3 10-16,0 0 12 0,3 0 9 0,-3-1 4 0,6-1 4 0,-3 1 2 16,1-1 4-16,1-1 2 0,1 0 5 0,-1 0 4 0,4 0 1 0,-3 0-4 15,3-1 1-15,-4-1-4 0,4 1-1 0,-4-3-3 0,5 2-6 0,-5-1-7 16,4 0-22-16,-2 0-29 0,0-2-41 0,-3 1-46 0,2-1-42 0,3 1-41 16,-4-1-31-16,-1 1-28 0,-3-2-18 0,7 1-17 0,-7 1-11 0,3-2-11 15,-4 3-3-15,0-2 0 0,4 1 18 0,-4-1 26 0,0 2 37 0,0-1 43 16,-4 1 41-16,4 1 40 0,0-1 36 0,-4 0 35 0,4 2 24 0,0 1 21 15,-1-2 20-15,1 1 21 0,0 1 15 0,-4 0 15 0,4 0 14 16,0 0 13-16,-4 0 18 0,3 3 22 0,-3-2 25 0,4 2 23 0,-2 2 28 16,-1-1 24-16,3 2 30 0,-4 0 24 0,2 3 20 0,-1 0 13 0,3 2 6 15,-2-1 1-15,-2 2-5 0,4 2-7 0,0-1-17 0,0 1-18 16,-4-1-27-16,4 1-27 0,0-1-32 0,0 2-35 0,0-1-32 0,4-2-34 16,-4-1-30-16,0 0-27 0,0 0-19 0,4-2-19 0,-2 0-16 0,-2-2-13 15,0 0-14-15,0 0-12 0,3-3-15 0,-3 1-12 0,0-1-13 0,0-3-14 16,0-1-10-16,0 0-17 0,0 4-10 0,0-4-12 0,0 0-9 0,0 0-9 15,0 0-2-15,0 0 1 0,-3-2 2 0,3 0 4 0,-2 0 5 0,-2-1 10 16,4 0 4-16,-4 0 6 0,3-2 9 0,1 0 10 0,-4 3 14 0,4-4 12 16,-2 1 9-16,2-1 10 0,-3 0 2 0,3 0 4 0,0-1-1 0,0-1-3 15,0 0-2-15,0 1-8 0,0-2-7 0,3-1-8 0,-1 1-14 16,-2-3-15-16,5 0-20 0,-1 0-19 0,0-2-23 0,-2 1-20 0,3-1-20 16,2 1-17-16,-1-2-19 0,-1 3-20 0,0-2-10 0,-1 1-6 15,1 1 7-15,5 0 18 0,-5 1 36 0,-1 2 45 0,1-1 57 0,0 2 60 16,1-1 62-16,1 2 58 0,-5-1 50 0,5 4 50 0,-1-2 46 0,-5 1 44 15,3 1 37-15,0 1 34 0,-3 1 18 0,-1 1 9 0,0 1-4 0,0 0-11 16,0 0-13-16,0 0-12 0,0 0 3 0,4 0 3 0,-4 1 13 0,0-1 17 16,0 3 10-16,2-1 16 0,-2 0 3 0,0 2 0 0,0-1-5 0,0 1-8 15,0-1-8-15,0 1-14 0,0 1-22 0,0 0-28 0,0 1-36 0,0 0-41 16,0-2-34-16,0 1-41 0,0 1-33 0,0-2-32 0,3 1-22 0,-3-1-16 16,6 1-9-16,-6-3-6 0,4 2-4 0,1-1-2 0,0-2 1 15,4 1 3-15,-3-1 3 0,3-1 2 0,0 0-1 0,0-1-1 0,2-1 4 16,-2 1 4-16,4-4 3 0,-3 2 1 0,-1-1 2 0,0 1 2 15,0-2-1-15,-3 0-1 0,3 3-1 0,-4-1-4 0,1 0 1 0,-3 0-2 16,-1 3 3-16,2-2 1 0,-1 2 2 0,-3 0-1 0,0 0 2 0,0 0 1 16,0 0-1-16,0 0 1 0,0 0-4 0,0 0-1 0,0 2-7 0,-3 2-11 15,3-1-15-15,-4 1-14 0,2 1-20 0,-1 0-18 0,-3 1-23 0,3-2-19 16,1 4-23-16,-2-2-19 0,-1 1-22 0,1-2-20 0,-1 2-14 0,-1-1-14 16,3 0-2-16,-3 2 1 0,3-4 3 0,-3 4 6 0,1-2 6 0,1-2 6 15,-1 2 7-15,1 0 10 0,-1 0 8 0,3-1 10 0,-2-1 4 0,-1 1 4 16,1-1 0-16,3-1-3 0,-3 2-8 0,0-2-9 0,4 0-8 0,-1 0-9 15,-3-2-12-15,4 2-16 0,-4-1-21 0,2-1-24 0,2-1-15 16,0 0-9-16,0 0 6 0,0 0 10 0,-3 2 16 0,3-2 18 0,0 0 18 16,0 0 19-16,0 0 21 0,0 0 18 0,0 0 26 0,0 0 26 0</inkml:trace>
  <inkml:trace contextRef="#ctx0" brushRef="#br0" timeOffset="150018.81">5934 6693 111 0,'0'0'221'0,"0"0"28"0,0 0 18 0,0 0 14 0,6 0 15 0,-6 0 10 0,0-2 14 0,0 2 10 0,3 0 13 0,-3 0 13 0,0 0-5 0,2 0-12 16,-2 0-45-16,4 0-61 0,1 0-19 0,-5 2-4 0,4-1 16 0,0 1 23 15,-3 1 26-15,-1-2 29 0,4 2 27 0,-2 2 28 0,1-1 18 0,-3 2 6 16,4 0 4-16,-2 2-1 0,-2-1-6 0,0 1-12 0,3 1-15 0,-3 1-22 16,0-1-30-16,0 2-33 0,2-1-39 0,-2 1-40 0,0 1-37 0,0-3-41 15,4 1-24-15,-4-1-21 0,0 0-15 0,0-1-9 0,0-1-11 0,0-1-5 16,0 0-7-16,0-1-5 0,0-1-2 0,0-1-3 0,0 0 0 0,0-3-2 16,0 3 2-16,0-3 0 0,0 0-1 0,0 0-2 0,0 0-2 0,0 2-1 15,0-2 2-15,0 0 1 0,0 0 0 0,0 0 0 0,0 0 0 16,0 0-2-16,-6 0 1 0,6 0-1 0,-3 0-1 0,3 0-1 0,-2 0-4 15,-2-2 1-15,4 2-1 0,-3-1 1 0,1 1-7 0,2 0-8 16,0-2 1-16,-4-1 6 0,4 2 3 0,0-1 3 0,0-1 0 0,0-1 0 16,0 1 0-16,4-2 0 0,-4 0-2 0,0 1-4 0,2-2-12 0,1 0-15 15,1-1-28-15,-2-1-33 0,3 1-65 0,-1-1-84 0,1 1-64 0,-1-2-64 16,1 1-52-16,1 1-54 0,-3-1-54 0,3 0-61 0,-1 3-69 0,2-3-73 16,-1 1-24-16,-4 1 1 0,5 0 26 0,-5-1 40 0,1 2 62 0,3 0 72 15,-1-1 65-15,-1 0 59 0,1 2 55 0,1-1 51 0,1 0 56 0,-2 1 61 16</inkml:trace>
  <inkml:trace contextRef="#ctx0" brushRef="#br0" timeOffset="150483.82">6182 6618 79 0,'0'0'306'0,"0"0"60"0,0 0 27 0,0 0 15 16,0 0 11-16,0 0 16 0,0 0 19 0,0 0 30 0,0 0 36 15,0 1 34-15,6-1 39 0,-3 0-6 0,-3-1-25 0,6 1-80 0,-3-2-107 16,3 2-39-16,-1-3-5 0,1 1-10 0,3 1-8 0,-2-2-18 0,0 0-16 15,2 0-27-15,0-1-31 0,0 1-35 0,2-2-36 0,2 1-29 0,-2-1-28 16,-2 1-18-16,3-2-17 0,-4 0-25 0,4 1-34 0,-3-1-23 0,-3 2-23 16,3 1-31-16,-4-2-36 0,1 0-43 0,-3 3-43 0,-1-1-43 0,2 0-37 15,-4-2-31-15,0 4-24 0,0-2-21 0,0-2-19 0,0 1-5 0,0-1-1 16,0 1 10-16,-4-1 14 0,4 1 25 0,-2-2 30 0,-1 1 38 0,3 1 42 16,-6-2 40-16,6 1 43 0,-3 2 38 0,1-1 36 0,-2 1 32 15,0-2 26-15,3 4 28 0,-3-1 19 0,-1 1 20 0,5-1 19 0,-6 2 21 16,6 0 21-16,-3 2 27 0,1-1 26 0,-2 2 29 0,1 2 28 0,1-2 26 15,-2 1 23-15,2 1 19 0,-1 2 18 0,-1-1 10 0,2 3 8 16,-1 0 3-16,-3 2-4 0,3-1-5 0,3 1-11 0,-6 1-18 0,3 1-22 16,1 1-28-16,-2-2-30 0,4 1-30 0,-2 1-30 0,-1-4-31 0,3 2-25 15,0 0-21-15,0-3-15 0,0 2-11 0,3-4-6 0,-1 2-6 0,2-3-8 16,-2 2-5-16,1-2-2 0,3-3-3 0,-3 1-5 0,3 1 1 0,-1-2-4 16,2-2 1-16,1 1-1 0,-5-2-3 0,6 0 1 0,-3 0-4 0,3 0-2 15,-4-2-4-15,4 1-1 0,-3-2-3 0,3 0-1 0,-4-1-11 0,-1 2-11 16,1-1-17-16,1-2-23 0,-3 2-43 0,-1 0-53 0,2 0-66 0,-4 0-68 15,0 2-59-15,0 1-56 0,0-5-51 0,0 4-51 0,-4-1-48 0,2 2-46 16,2 0-56-16,-5 0-63 0,-3 0-14 0,3 0 5 0,-4 2 36 16,4 1 51-16,-4 0 61 0,3 1 70 0,-3 2 60 0,0-1 54 0,4 2 52 15,-4-1 52-15,1 2 50 0,1 1 48 0</inkml:trace>
  <inkml:trace contextRef="#ctx0" brushRef="#br0" timeOffset="150663.17">6244 6808 250 0,'-4'6'363'0,"2"-1"56"0,2-1 35 15,0-1 40-15,0 2 37 0,2-2 42 0,2-2 43 0,-1 2 41 0,-1-3 39 16,2 2 24-16,1-1 22 0,1 1-50 0,-1-2-84 0,4 0-93 0,0 0-98 15,-3 0-50-15,3 0-35 0,0 0-34 0,3-2-36 0,-4 1-39 0,1-1-43 16,3-1-38-16,-5 0-40 0,6 2-25 0,-4-2-22 0,0 0-8 0,-2 0-5 16,3 0-10-16,-1-1-12 0,-4 3-10 0,2-2-8 0,-1 0-22 0,-1 2-26 15,1-2-48-15,-3 1-64 0,3-1-65 0,-3 1-66 0,-1 1-57 0,-2-2-46 16,4 0-51-16,-4 3-51 0,0-3-40 0,0 2-39 0,-4-2-50 0,4-1-54 16,-2 0-27-16,-1 0-15 0,-3-1 34 0,3 0 51 0,1 0 62 0,-2-1 66 15,-1 1 53-15,1-2 50 0,-1-1 45 0,1 0 44 0,2 3 43 16,-1-3 45-16,-1 1 55 0</inkml:trace>
  <inkml:trace contextRef="#ctx0" brushRef="#br0" timeOffset="150828.1">6401 6660 37 0,'0'0'339'16,"0"0"88"-16,0 0 56 0,0 0 41 0,0 0 38 0,0 3 44 0,0 1 53 16,0 2 43-16,0-1 37 0,0 2 31 0,4 1 19 0,-2 2-7 0,-2 1-22 15,0 1-115-15,0 1-150 0,0 1-86 0,0 1-52 0,0 0-43 0,0 1-36 16,0 0-44-16,0 1-51 0,0 0-45 0,0-2-41 0,0 1-34 0,3 1-31 16,-3-2-31-16,0 0-28 0,0 0-40 0,2-2-49 0,-2 1-70 0,4-2-83 15,-4 0-74-15,0-3-68 0,3-2-69 0,-1 1-65 0,-2-1-81 0,4-2-84 16,-4-5-50-16,0 0-29 0,0 0-4 0,3-3 7 0,-1-2 30 0,3 1 37 15,-1-5 67-15,2 0 81 0,-3-2 74 0,-1-2 71 0,5-2 66 0,-1 1 65 16,-3 1 84-16</inkml:trace>
  <inkml:trace contextRef="#ctx0" brushRef="#br0" timeOffset="151216.76">6602 6669 132 0,'0'4'399'0,"0"1"85"0,0 1 48 15,3 0 27-15,-3 1 16 0,0 0 13 0,0 3 16 0,0-2 19 0,0 3 19 16,0 1 19-16,0-1 14 0,0-1-29 0,4 2-51 0,-4 0-131 0,0 0-170 15,2-1-83-15,-2-1-46 0,0-1-30 0,0 2-26 0,0-4-37 0,4 1-39 16,-4-2-50-16,1 1-56 0,-1-1-50 0,0-1-47 0,0-2-38 0,0 0-32 16,4-1-23-16,-4-2-23 0,0 0-17 0,0 0-19 0,0 0-7 0,0-1-1 15,0 0 9-15,4-2 19 0,-3 0 27 0,-1-2 31 0,0 0 32 0,4 1 27 16,-4-3 28-16,2 0 24 0,1 0 22 0,-3-2 20 0,4 2 21 0,-2-2 15 16,1 0 19-16,-1-2 19 0,2 1 22 0,1 1 22 0,-1-2 27 0,1 2 32 15,-1 0 29-15,1 0 27 0,4-1 23 0,0 1 24 0,-3 0 26 16,5 1 25-16,-2 1 34 0,0-1 37 0,0 2 27 0,2 2 24 15,-2-2 4-15,0 1 2 0,-4 2-12 0,4 0-24 0,0 0-12 0,-3 2-13 16,-1 1-15-16,4 0-15 0,-3 0-18 0,1 1-18 0,-2 0-27 0,1 3-31 16,3-1-25-16,-4 0-24 0,-1 3-14 0,5-2-9 0,-4 4-5 0,1-1-6 15,-1 2-5-15,2 0-5 0,-1 0-6 0,-1 3-5 0,1-1-7 0,-3 0-7 16,3 2-8-16,-1-1-8 0,-1-1-7 0,1 0-6 0,-1 1-6 0,-2-1-7 16,1-2-8-16,-3 1-8 0,4-1-10 0,-2-1-12 0,-2-1-13 0,0-1-13 15,0 0-16-15,0 0-21 0,0-1-39 0,-2-1-48 0,2-1-70 0,-4 0-84 16,1 0-63-16,1-1-59 0,-2-1-48 0,-1-1-47 0,1 0-49 0,-1-1-52 15,-1-1-59-15,1-1-63 0,-2-1-21 0,-1-2 4 0,1-1 32 16,-2 2 47-16,2-4 68 0,-2 0 81 0,0-2 67 0,0 1 60 0,0-1 52 16,-2 1 50-16,2-1 56 0,0 2 59 0</inkml:trace>
  <inkml:trace contextRef="#ctx0" brushRef="#br0" timeOffset="151397.1">6730 6702 156 0,'0'-5'431'0,"-2"1"93"0,2-1 48 16,-3 2 24-16,3 3 14 0,0 0 14 0,0 0 14 0,0 0 26 0,0 0 30 15,0 0 29-15,0 0 32 0,0 0-21 0,0 0-40 0,0 0-133 0,0 5-178 16,0-2-86-16,0 1-46 0,3 1-20 0,-3 1-12 0,0 0-13 0,0 0-17 15,2 1-23-15,-2-1-31 0,0 1-31 0,0 1-31 0,0 0-25 0,4-3-25 16,-4 3-20-16,0-2-20 0,0 0-14 0,2-1-17 0,1-1-20 0,-3 1-22 16,0-3-34-16,4 2-41 0,-2-3-48 0,-2 1-56 0,0-2-53 0,3 0-51 15,3-2-42-15,-3-1-37 0,-1 0-44 0,2-1-46 0,1-2-72 0,-1-2-84 16,1 1-24-16,1-5 0 0,-3 1 26 0,3 1 33 0,-1-4 49 0,-1 2 55 16,1 0 54-16,-1 0 51 0,1 2 46 0,1-1 42 0,-3 2 54 15,3 2 56-15</inkml:trace>
  <inkml:trace contextRef="#ctx0" brushRef="#br0" timeOffset="151812.92">7025 6637 162 0,'6'-1'323'0,"1"-1"58"0,-2 1 40 0,4-1 42 0,-2 0 45 16,3 1 46-16,-1-2 44 0,3 0 40 0,-1-1 35 0,-2-1 24 0,2 2 18 16,2-3-35-16,-3 2-59 0,5-1-89 0,-2-1-101 0,-3 2-54 0,3-1-33 15,-2 1-38-15,-2-1-38 0,2 4-38 0,2-2-40 0,-4 1-34 0,1 1-30 16,-1 1-17-16,1 0-13 0,0 1-9 0,-1 1-9 0,0 1 0 0,-3-2 4 15,3 4 1-15,-4-1 1 0,1 2-2 0,1 0-2 0,-5 2-5 16,1 1-2-16,1 0-4 0,-2 1-3 0,-2 4-6 0,0-2-4 0,-2 1-7 16,2 1-4-16,-4-2-9 0,1 1-7 0,1 1-8 0,-2-2-8 0,-1-2-7 15,1 2-6-15,-1-1-9 0,0-2-10 0,1 1-10 0,-2-2-10 0,1-1-12 16,-2 1-16-16,1-2-19 0,-3-2-19 0,4 1-46 0,-4-1-56 16,2-1-69-16,-1-1-69 0,-2 1-54 0,4-3-45 0,-3 0-33 0,0 0-29 15,4-3-25-15,-4 1-28 0,3-2-16 0,-3-1-9 0,5-1-3 0,-1-1 8 16,0-1 37-16,1-2 53 0,-1 0 76 0,5-1 83 0,-4-1 77 0,4 0 71 15,0-2 65-15,0 1 67 0,0 0 62 0,0 0 61 0,4 0 52 0,-4 2 49 16,0 1 47-16,3-1 44 0,-1 4 45 0,-2 1 44 0,4 1 42 0,-3 1 43 16,-1 1 26-16,4 3 19 0,-4 0 2 0,0 0-5 0,4 0-10 0,-3 0-15 15,-1 1-10-15,4 2-14 0,2 0-20 0,-3 0-26 0,-1 0-30 0,2 2-38 16,1-1-48-16,-1 2-56 0,-3-1-43 0,3 1-44 0,0-1-32 0,-3 2-26 16,3-1-23-16,-2 0-22 0,1 0-27 0,1-2-27 0,-2 2-45 15,2-2-54-15,-3 1-79 0,3 0-93 0,1-2-71 0,-1 0-64 0,0-1-61 16,-3 0-56-16,5 0-70 0,-3-1-75 0,-3-1-51 0,4-1-36 15,2-3-8-15,-5 3 7 0,3-3 36 0,1 1 46 0,-1-2 76 0,-2 0 88 16,1 0 74-16,3-1 63 0,-3-1 59 0,1 3 59 0,-2-2 72 0</inkml:trace>
  <inkml:trace contextRef="#ctx0" brushRef="#br0" timeOffset="152004.96">7396 6604 204 0,'4'-1'320'0,"-3"-1"33"16,5 1 25-16,-3 1 20 0,3-2 21 0,-1 2 24 0,2 0 41 0,-1 2 48 15,-1-2 47-15,1 1 49 0,-3-1 14 0,3 2-1 0,3-2-85 0,-4 1-122 16,1 1-62-16,1-2-28 0,-2 3-22 0,1-3-22 0,-1 1-23 0,2 0-24 15,-1 1-53-15,-1 1-62 0,1-1-85 0,-1 1-98 0,2-2-83 16,-1 2-77-16,-3-1-58 0,3-1-50 0,-1 0-50 0,-1 3-48 0,-2-3-53 16,1-1-56-16,-3 0-60 0,0 0-63 0,0 0-17 0,0 0 0 0,0 0 32 15,0 0 47-15,0 0 54 0,0 0 58 0,0 0 49 0,-3-5 45 16,3 5 44-16,0-4 42 0,0 4 56 0</inkml:trace>
  <inkml:trace contextRef="#ctx0" brushRef="#br0" timeOffset="152168.89">7582 6577 7 0,'0'0'252'0,"0"0"85"0,0 0 41 0,4-1 25 15,-4 1 27-15,2-2 23 0,-2 2 29 0,3 2 36 0,-3-2 40 0,4 1 42 16,-2-1 45-16,1 2 41 0,-3-1-39 0,2 1-77 0,2-2-74 0,-4 3-71 16,3-3-36-16,-1 3-24 0,-2-3-21 0,4 1-21 0,-2 2-31 0,1-1-33 15,-3-1-41-15,4 2-40 0,-2 0-51 0,1-1-46 0,-3 1-54 0,4 1-56 16,-2-1-72-16,1 2-82 0,-1-2-79 0,2 1-78 0,-4-1-84 0,5 3-84 16,-5-1-92-16,4-1-97 0,-4 0-43 0,5 1-21 0,-5 0-4 0,6-1 1 15,-3-1 22-15,-3 2 33 0,6-1 60 0,-3-2 71 0,3 1 72 16,-1 0 77-16,4 0 81 0,-3-2 83 0</inkml:trace>
  <inkml:trace contextRef="#ctx0" brushRef="#br0" timeOffset="152586.87">7986 6594 42 0,'1'-5'287'0,"3"1"89"0,1-1 76 0,-1 2 68 0,1 0 66 0,1 3 65 0,3 0 43 0,0 0 37 0,2 0 22 0,1 0 19 0,-1 2 15 15,4-1 12-15,-3 1-69 0,3 1-104 0,-1 1-92 0,1-1-83 0,-4 3-68 16,3 0-66-16,1 2-63 0,-3-2-63 0,3 1-41 0,-1 2-36 0,-5 2-22 16,2-2-20-16,2 0-14 0,-2 1-11 0,-2 2-11 0,0-1-8 15,-4 0-7-15,4 0-7 0,-3 0-11 0,-3 1-14 0,-1-2-13 0,2-1-18 16,-1 0-37-16,-1 0-46 0,-2 0-73 0,0-3-89 0,0 0-77 0,-2 0-72 15,2-1-72-15,-3 1-68 0,3-6-90 0,0 1-95 0,0-1-39 0,0 0-13 16,-6-1 4-16,3-4 12 0,3 1 33 0,0-4 44 0,0 1 74 0,0-3 89 16,0 0 77-16,3-2 72 0,-1 0 72 0,2-1 69 0</inkml:trace>
  <inkml:trace contextRef="#ctx0" brushRef="#br0" timeOffset="152766.23">8358 6570 37 0,'4'-8'375'0,"-2"0"224"16,-2 3 105-16,0 2 53 0,0 3 25 0,0 0 16 0,0 0 13 0,0 0 11 15,-6 0 12-15,3 3 14 0,-3 1 13 0,1 1 19 0,-1 2-58 0,-3 2-90 16,4 2-164-16,-8 1-199 0,4 1-85 0,-2 4-35 0,0 1-18 0,-1 0-12 15,-3 1-10-15,1 1-11 0,-1 0-13 0,3 0-17 0,-3 1-28 0,4-3-34 16,-3 2-48-16,-1-2-50 0,6-2-52 0,-5 1-49 0,5-2-44 0,0-3-42 16,0-1-51-16,3-1-57 0,1-1-97 0,-1-2-117 0,3-2-89 0,-1-1-78 15,4-1-84-15,4-2-83 0,-4-1-39 0,3-2-17 0,3-1 6 16,-1-3 18-16,1 0 20 0,3-3 22 0,0 0 43 0,0-2 53 0,2-2 95 16,-2-1 113-16,5 1 94 0,-5-1 81 0,4-1 96 0</inkml:trace>
  <inkml:trace contextRef="#ctx0" brushRef="#br0" timeOffset="152945.51">8391 6660 49 0,'2'0'295'0,"1"-2"94"16,1 2 77-16,-4 0 72 0,2-1 70 0,1 1 68 0,3-2 44 0,-3 2 35 15,-1 2 25-15,5-2 24 0,-1 0 13 0,-1 1 10 0,4 1-75 0,-3-2-116 16,3 1-97-16,0 1-88 0,0-2-80 0,-4 0-71 0,6 1-69 0,-2 0-69 16,0-1-44-16,2 2-34 0,-2-2-33 0,0 0-28 0,0 0-28 0,0 0-26 15,2 0-53-15,-6 0-66 0,4-2-89 0,-3 2-99 0,3-1-82 0,-5 0-75 16,1 1-83-16,-1 0-89 0,-4 0-68 0,0 0-54 0,0 0-23 0,0 0-5 15,0 0 8-15,0 0 13 0,-6 0 49 0,-1 0 63 0,1 1 87 0,-3 2 96 16,4 0 82-16,-4 0 78 0,4 2 83 0</inkml:trace>
  <inkml:trace contextRef="#ctx0" brushRef="#br0" timeOffset="153078.89">8472 6760 204 0,'0'5'438'0,"0"-2"83"0,0 0 38 0,0 0 28 0,4-2 25 16,1 1 23-16,-3-1 30 0,2 2 24 0,1-3 23 0,-1 2 15 0,1-1 10 15,0 1-44-15,3-1-67 0,-1 1-140 0,2-2-175 0,-4 1-79 16,4 1-36-16,-3-2-41 0,3 1-40 0,0 1-81 0,0-2-97 0,-4 0-100 15,4 0-102-15,-3 1-90 0,3-1-86 0,-4 0-102 0,4 0-114 0,-5 0-53 16,1-1-24-16,1-1-11 0,-1 1-7 0,3-1 10 0,-3 1 19 0,0-1 52 16,1 1 69-16,-3-4 77 0,3 3 79 0,-1 0 76 0,3-3 76 0</inkml:trace>
  <inkml:trace contextRef="#ctx0" brushRef="#br0" timeOffset="153307.57">8877 6670 138 0,'6'0'357'0,"-3"0"74"0,3 0 44 0,-3 0 27 0,-1 0 19 16,5 3 12-16,-1-3 5 0,-1 2 4 0,1-2 8 0,1 1 9 0,-2-1 11 15,1 0-35-15,3 0-55 0,-4-1-113 0,4 1-134 0,0-2-73 0,0 2-42 16,-1-1-28-16,1-1-20 0,0 1-16 0,-4-1-17 0,4 0-28 0,-3 0-34 16,3 0-47-16,-4 1-52 0,2-1-48 0,-1 1-48 0,-1-1-58 0,-1-1-69 15,-2 2-80-15,-2 1-92 0,3-5-40 0,-3 5-19 0,4-3 1 0,-2-1 4 16,-2-1 20-16,0 5 30 0,0-6 37 0,0 0 40 0,3 0 40 0,-1 0 43 15,-2 2 56-15,4-2 63 0</inkml:trace>
  <inkml:trace contextRef="#ctx0" brushRef="#br0" timeOffset="153606.89">9282 6381 96 0,'0'0'366'0,"0"0"168"0,0 0 96 0,0 0 58 15,0 1 39-15,4 1 27 0,-4-1 21 0,2 2 16 0,-2 0 16 0,0 2 16 16,3-1 15-16,-3 0 13 0,0 3-71 0,0-1-107 0,0 3-133 0,4 0-142 16,-4 0-66-16,2 1-34 0,-2 2-16 0,0 0-6 0,0 2-4 0,0 1-5 15,0 0-1-15,0 1 0 0,0 2-5 0,0 0-7 0,0 2-13 0,0-1-15 16,0 2-19-16,0 0-23 0,0 0-25 0,0 2-23 0,0-1-23 0,0-1-20 16,0 2-19-16,0-2-18 0,0 0-15 0,0-2-11 0,0-1-19 0,0 0-14 15,0-1-20-15,0-2-21 0,0-2-26 0,0 1-28 0,0-2-37 0,0-2-36 16,0-1-39-16,0-1-34 0,0-1-31 0,0 1-28 0,0-2-52 0,0-3-66 15,0 1-87-15,0-4-98 0,0 2-82 0,0-2-80 0,0 0-81 0,0 0-82 16,0 0-14-16,0 0 15 0,0 0 24 0,0-6 33 0,0 0 28 0,3 0 26 16,-3-2 53-16,0 1 67 0,0-3 94 0,4 2 109 0,-2 0 99 15,2-2 96-15</inkml:trace>
  <inkml:trace contextRef="#ctx0" brushRef="#br0" timeOffset="153742.29">9443 6838 112 0,'0'3'406'0,"4"0"177"0,-4 0 75 15,0-3 26-15,0 5-8 0,0-1-24 0,0-1-45 0,0 0-56 16,0-3-59-16,0 2-55 0,-4 1-58 0,4 0-55 0,-3-2-173 0,3 0-224 16,0-1-229-16,-6 4-233 0,1-3-102 0,1 2-35 0,-1-1 0 0,-1 1 22 15,-3-2 45-15,4 1 54 0,-4-1 58 0,0 0 55 0,-2 1 59 0,-2 0 56 16,-1-1 74-16</inkml:trace>
  <inkml:trace contextRef="#ctx0" brushRef="#br0" timeOffset="157288.97">3968 7858 108 0,'-9'0'380'0,"4"0"143"0,-4 0 72 0,0 0 42 0,3 0 31 0,5 3 26 0,-7-1 23 16,7-1 20-16,-3 0 13 0,-2-1 17 0,6 0 9 0,0 0 9 0,0 0-94 16,0 0-136-16,0 0-140 0,0 0-142 0,0 0-73 0,0 0-39 0,0 0-34 0,0 0-30 15,0 0-20-15,6 0-17 0,-2-1-11 0,-3 1-11 0,7-1-7 16,-3-1-6-16,4 2-2 0,-4-1-2 0,6-1 1 0,-2 2 2 16,0-1 2-16,0 1 1 0,2-2 6 0,2 2 6 0,-2 0 1 0,-2 0-2 15,0 0-2-15,2 0 1 0,-2 0-2 0,0 2-2 0,-4-2-2 0,4 1 2 16,-3 2 0-16,1-1 0 0,-2 0 0 0,1 0 2 0,-1 1-1 0,-1 0 1 15,-2 2 1-15,1-2 1 0,1 1-1 0,-2 1-1 0,-2 1-1 0,0 0 1 16,0 0-2-16,0 0-3 0,0 1-6 0,-2 2-8 0,-2-1-10 0,1 1-13 16,1-2-14-16,-2 2-14 0,-1-1-16 0,-1-1-18 0,3 1-28 0,1-1-34 15,-5-1-56-15,5-1-65 0,-2-1-66 0,-1 1-62 0,1-3-49 0,-1 0-41 16,1 1-27-16,2-1-22 0,-1-2-18 0,-3 0-15 0,3-2-3 0,-3 1-1 16,3-3 17-16,-3 2 23 0,4-1 52 0,-1-2 65 0,-3-1 70 0,3 0 72 15,1 0 66-15,-2-1 60 0,1 1 57 0,1-2 55 0,-2 0 44 0,4 3 43 16,0-1 35-16,-1 1 34 0,1 1 27 0,0 1 29 0,0 3 24 0,0-3 26 15,0 3 20-15,0 0 21 0,0 0 13 0,0 0 14 0,0 0 19 16,1 1 19-16,-1-1 11 0,0 2 6 0,4 1 0 0,-4-2-8 16,0 2-13-16,2 0-16 0,1-1-19 0,1 1-17 0,-2 1-28 0,1 0-34 15,-3 0-48-15,6 0-53 0,-1-1-88 0,-1 2-101 0,-2-2-95 0,5-2-91 16,-5 2-77-16,7 0-72 0,-6-1-71 0,3-2-77 0,3-2-78 0,-4 1-81 16,1-4-32-16,3 1-9 0,0-2 11 0,0-2 22 0,0-1 47 0,-2 0 62 15,2-1 64-15,4-1 67 0,-4 1 62 0,2-1 60 0,1-1 68 0,-1 2 73 16</inkml:trace>
  <inkml:trace contextRef="#ctx0" brushRef="#br0" timeOffset="157407.44">4368 7725 138 0,'6'-3'307'0,"3"0"53"0,-6-1 30 16,3 4 22-16,-1 0 24 0,-1 0 21 0,1 0 21 0,0 2 15 0,-1 0 16 15,0-1 10-15,-2 2 5 0,1-1-43 0,-1-1-65 0,2 1-101 16,-1 1-109-16,-1-2-80 0,-2 0-68 0,0 1-62 0,4 1-64 0,-4 0-71 16,0 2-76-16,1-1-78 0,-1 1-77 0,0-5-61 0,-1 6-56 0,1 1-22 15,0-1-14-15,-4 0 5 0,2 2 5 0,-1-2 28 0,-1 0 38 16,4 1 38-16,-5 1 42 0,3-2 50 0,-2 1 54 0,0 1 63 0</inkml:trace>
  <inkml:trace contextRef="#ctx0" brushRef="#br0" timeOffset="157557.73">4363 7933 97 0,'0'6'300'0,"-4"0"72"0,4-1 42 0,0-2 26 0,0 2 38 0,0-1 36 15,4 0 45-15,-4 1 43 0,1-1 37 0,3-1 39 0,0 3 17 0,-2-1 9 16,1 1-81-16,3-2-125 0,-3 1-91 0,3-1-75 0,-3 1-74 0,3-1-76 16,-5 1-100-16,7-2-116 0,-3 0-116 0,1 1-120 0,3-1-140 0,-4 0-148 15,4 0-78-15,-4-3-41 0,5 0-18 0,-5 0-10 0,4 0-3 0,-4-1 5 16,4-1 31-16,-3-1 49 0,3 1 64 0,-5 0 77 0,5-1 72 0,-4 0 71 15,0 0 103-15</inkml:trace>
  <inkml:trace contextRef="#ctx0" brushRef="#br0" timeOffset="157797.07">4753 7733 127 0,'0'0'427'0,"0"0"188"0,-3 0 90 0,1 0 42 0,-2 4 24 0,2 0 12 15,-1 2 13-15,-1 2 6 0,-1-1 8 0,1 3 10 0,2 3 4 0,-1 2 3 16,-3 1-96-16,3 2-141 0,1 3-178 0,-3 0-192 0,-3 2-91 0,3 0-44 16,-1 2-23-16,3-3-14 0,-3 2-17 0,1-2-14 0,1-2-20 0,3 1-23 15,-3-5-28-15,4 1-31 0,-4-2-58 0,4-3-69 0,0 0-67 0,0-3-67 16,4 0-56-16,-4-3-53 0,5 2-52 0,-5-4-57 0,4-1-66 0,-2 0-67 16,-2-3-38-16,0 0-27 0,0 0 6 0,3-3 19 0,3-3 47 0,-3 0 60 15,-1-2 68-15,2 0 73 0,-1-3 60 0,-1 1 52 0,2-1 56 0,1-1 55 16,-1-1 71-16</inkml:trace>
  <inkml:trace contextRef="#ctx0" brushRef="#br0" timeOffset="158081.44">4744 7785 225 0,'0'-6'315'0,"4"1"47"15,-4 2 28-15,0 3 39 0,2 1 44 0,1 4 60 0,1 0 65 0,-2 1 57 16,1 0 55-16,-3 3 31 0,6 1 29 0,-3 1-51 0,-1 2-84 0,4-1-76 16,-3 3-78-16,3 2-43 0,-3-2-26 0,1 3-41 0,-2 0-52 15,1 0-72-15,3-2-78 0,-3 1-83 0,-1-1-83 0,2 0-78 0,-2 0-78 16,1-1-61-16,3-2-60 0,-3 0-45 0,-3-2-42 0,2 0-27 0,2-2-27 15,-1-2-15-15,-1-1-14 0,-2 0-2 0,0-2 1 0,4 0 13 0,-4-1 21 16,0-3 37-16,0 0 47 0,-4 1 52 0,4-1 56 0,-2 0 47 0,-5 0 42 16,5-1 37-16,-1-1 35 0,-3 2 33 0,1-1 29 0,-4-1 32 0,3 0 28 15,3 2 32-15,-6-2 28 0,3 2 33 0,-3-2 34 0,4 1 37 0,-1-1 41 16,-3 1 33-16,6-1 29 0,-5-1 15 0,1 2 7 0,2-1 1 0,1-1-5 16,2 2-13-16,-1-2-14 0,-3-2-19 0,6 2-20 0,-3-2-26 15,3 1-31-15,0-2-50 0,3 0-55 0,-3 0-81 0,4-1-88 0,-2-3-83 16,1 3-82-16,3-2-64 0,-1-1-61 0,4-1-57 0,-3-1-58 15,3 0-81-15,-4 0-95 0,4 0-44 0,-3-1-20 0,3 0 1 0,0 2 10 16,-4-1 39-16,4 0 50 0,-3 1 59 0,1 2 63 0,-2 0 56 0,1 0 49 16,-1 2 55-16,-1-1 59 0</inkml:trace>
  <inkml:trace contextRef="#ctx0" brushRef="#br0" timeOffset="158261.2">4882 7744 13 0,'0'-3'251'0,"0"0"78"0,0 3 40 0,0 0 24 0,5 2 23 0,-5 1 23 15,4 3 36-15,1 0 44 0,-1 0 56 0,-2 3 61 0,1 1 48 0,3 0 40 16,-3 3-47-16,3-1-84 0,-6 1-71 0,5 1-75 0,-1-1-36 0,-2 1-22 15,1-1-23-15,-3 1-21 0,4 1-41 0,-2-2-48 0,-2 1-73 0,3-2-81 16,-3 0-88-16,0 0-94 0,2-2-85 0,-2-1-86 0,4 0-64 0,-4-1-59 16,0-1-55-16,3-1-56 0,-3-3-61 0,2 2-66 0,-2-5-56 15,0 0-55-15,0 0-14 0,0 0 9 0,0 0 35 0,0 0 51 0,0 0 61 16,0-6 67-16,0 0 57 0,0 0 54 0,4 0 52 0,-4-2 55 0,0 2 61 16</inkml:trace>
  <inkml:trace contextRef="#ctx0" brushRef="#br0" timeOffset="158605.56">4978 7806 6 0,'0'-8'241'0,"0"2"52"0,3 2 27 0,-1-2 19 0,-2 3 15 16,4 0 12-16,-1-1 12 0,-1 3 15 0,2-2 10 0,-2 2 17 0,1 1 17 16,-3-2-8-16,0 2-18 0,6 0-61 0,-6 0-83 0,0 2-35 0,3-2-17 15,-1 1-7-15,2 2-2 0,-4-2 6 0,3 1 12 0,-3 0 10 0,2 1 15 16,-2 0 5-16,0 0 2 0,0 0-3 0,0 1-9 0,0 1-9 0,0-1-10 16,0 2-8-16,0 0-6 0,-2 0-7 0,2 0-6 0,-3 0-14 15,3 2-18-15,-4-1-24 0,2-1-24 0,-1 0-20 0,3 0-19 0,-2 0-13 16,-2 0-15-16,4-1-9 0,0-1-5 0,0-1-8 0,0 0-7 0,0 0-5 15,0-3-8-15,0 2-5 0,0 1-2 0,6-2-4 0,-6 1 1 16,3-1-2-16,-1 1-2 0,5-1 1 0,-5 2-1 0,5-1 1 0,-5-1 1 16,4 2-2-16,1-1 2 0,-5 1 2 0,3-2 2 0,2 2 1 0,-5 0-1 15,2 0 1-15,1 0 1 0,-1 2 4 0,-3-3 5 0,3 3 5 0,-4 0 7 16,6-2 7-16,-6 2 8 0,0 2 8 0,3-1 4 0,-3 0 0 0,0 1 1 16,0 1 5-16,-3-3 3 0,1 3 3 0,-2 0 0 0,0-1-5 0,3 1-2 15,-3-1-5-15,-1 1-6 0,1-2-8 0,2 1-7 0,-1 1-7 0,-3-2-11 16,3 0-12-16,1 0-15 0,-2-2-32 0,1 0-37 0,1 1-78 0,-2-2-97 15,2-1-84-15,-1 1-84 0,3-2-90 0,0-1-96 0,0 0-84 0,0 0-75 16,0 0-33-16,0 0-12 0,-4-4 1 0,8-1 12 0,-4-1 26 0,3 2 33 16,-1-2 76-16,2-2 92 0,1 2 87 0,1-1 82 0,3 0 91 0,0 2 97 15</inkml:trace>
  <inkml:trace contextRef="#ctx0" brushRef="#br0" timeOffset="159742.29">5296 7831 165 0,'-4'0'250'0,"-1"-1"25"0,1 1 9 0,-1 0 4 0,3 0-1 0,-2-2 1 0,-1 2 3 0,5 0 2 0,-4 0 7 15,4 0 6-15,-5 0 7 0,5 0-48 0,0 0-73 0,0 0-50 0,-4 0-42 16,4 0-14-16,0 0 1 0,-1 2 4 0,1-2 9 0,0 0 8 0,0 0 7 16,0 0 4-16,0 0 4 0,0 0 2 0,0 0 2 0,0 0 8 0,0 0 8 15,0 0 20-15,0 1 25 0,1-1 29 0,3 0 27 0,0 0 22 0,-3-1 18 16,5-1 12-16,1 1 7 0,-2-2 4 0,5 0 2 0,-1-2-2 0,-2 2-3 16,5-2-7-16,-1 0-11 0,2 0-24 0,-2-1-30 0,2 0-33 15,-3 0-37-15,5 0-26 0,-3 0-26 0,-1 2-22 0,0-2-17 0,2 0-10 16,-2 0-10-16,-2 1-6 0,0 1-8 0,0-1-8 0,-4 1-8 0,4 1-5 15,-3 0-4-15,-3 0-7 0,3 1-8 0,-6-1-11 0,5 2-8 0,-5-1-16 16,0 2-16-16,0 0-37 0,0 0-53 0,0 0-54 0,0-1-62 0,-2-1-47 16,-1 1-42-16,-1 1-31 0,2-2-25 0,-3-1-19 0,1 2-12 15,-1-1-6-15,-2-1 1 0,1 2 8 0,1-1 13 0,-1 1 37 0,1-1 49 16,1-1 59-16,-1 2 66 0,-1-1 56 0,3 1 50 0,-1-1 40 0,-1 1 34 16,5-1 32-16,-6 2 29 0,6-1 21 0,0 1 20 0,0 0 15 0,0 0 15 15,0 0 15-15,0 0 15 0,0 0 19 0,0 0 20 0,0 0 26 0,0 0 29 16,0 3 28-16,0 0 26 0,0 1 20 0,2-1 13 0,-2 2 2 0,0 1-3 15,4 0-2-15,-4 0 3 0,0 3-6 0,0 0-12 0,0-2-16 0,-4 4-15 16,4-2-34-16,-2 1-43 0,2 2-45 0,-3-2-46 0,3 0-48 0,-2 2-44 16,-2-2-50-16,4 1-49 0,-3-2-52 0,1 1-53 0,2-2-45 0,0 1-40 15,-4-3-38-15,4 1-37 0,-2-1-25 0,-1 0-17 0,3-1-15 0,-4-1-8 16,4-1-1-16,-5 2 7 0,5-2 23 0,-6 0 29 0,6 0 35 16,-3-2 35-16,1 2 34 0,-2-1 37 0,1-1 32 0,1 2 33 0,-2-1 33 15,-1 1 35-15,1 0 35 0,2-2 32 0,-1 2 34 0,3 0 34 0,-6-1 26 16,6 1 25-16,-3 0 22 0,1 0 19 0,-2-1 15 0,4 2 15 0,-3 0 10 15,3-2 8-15,-2 1 7 0,2 0 1 0,0 0 5 0,0-2 0 0,0 2-1 16,2-1 0-16,-2-1 3 0,3 2 6 0,-3-1 5 0,4-1 5 0,-2 1 4 16,1-2 3-16,1 1-1 0,-2 1-5 0,1-1-6 0,3 0-10 15,-1-1-12-15,-1 2-12 0,1-2-15 0,1 2-16 0,-3-2-18 0,3 1-17 16,-3-1-18-16,-1 0-15 0,5 2-17 0,-5-1-14 0,2 1-11 0,-2-2-6 16,1 1-7-16,-3 1-4 0,4-1-2 0,-4 2-2 0,0 0 1 0,0 2-1 15,0-2-1-15,-4 3 0 0,4 1 0 0,-3 1-1 0,1-1-2 0,-2 2-2 16,-1 0 2-16,1 2 0 0,-1-1-1 0,-1 1-4 0,3-2 1 0,-3 0-1 15,1 1 2-15,1-2 0 0,3 0 3 0,-3 0 1 0,-2 0 2 0,6-4 2 16,-3 2-1-16,3-1-1 0,-2-2-1 0,-2-1-4 0,4-2 1 0,0 0 1 16,0 0 0-16,0 4-2 0,0-4-1 0,0 0 0 0,6 0 0 0,-6 0-1 15,3 0-1-15,-1-2-1 0,6 2 0 0,-7-2 0 0,3 1 2 0,1 0 1 16,1-2-2-16,-1 0-1 0,2 0-1 0,-1-2 1 0,-1 1-5 0,-1 1-5 16,1-2-11-16,1 1-9 0,-1-2-11 0,-1 1-10 0,1 2-10 15,-1-3-9-15,-4 3-10 0,5 0-9 0,-5 0-3 0,4 2 0 0,-4-2 0 16,0 3-1-16,0 0 2 0,0 0 7 0,0 0 7 0,0 0 9 0,0 0 11 15,0 0 13-15,0 0 11 0,0 0 10 0,0 0 11 0,0 0 8 0,0 0 4 16,0 0 0-16,0 0 1 0,0 0 1 0,0 0-1 0,0 0 1 0,0 0-2 16,0 0 0-16,0 0-2 0,0 0-2 0,0 0-5 0,0 0-6 15,0 0-17-15,2 1-19 0,-2-1-22 0,0 0-24 0,0 2-23 0,0-2-20 16,3 1-20-16,-3-1-15 0,0 0-15 0,0 0-13 0,0 0-14 0,0 0-12 16,6-1-9-16,-6-1-11 0,3 1-1 0,-1-1 5 0,2-1 12 0,-1 0 15 15,-1-1 10-15,2-1 15 0,-2 1 13 0,1-3 12 0,3 3 10 0,-3-2 13 16,1 0 15-16,1 0 14 0,-3 2 14 0,2-2 21 0,1 1 19 0,-1 1 20 15,-2-2 21-15,1 1 21 0,3 0 19 0,-3 1 20 0,-3 0 16 0,6-1 14 16,-3 0 13-16,-1 3 12 0,2-3 11 0,-1 2 8 0,-1 0 10 0,2 2 10 16,-2-1 7-16,1-1 10 0,1 2 9 0,-4 1 9 0,2 0 12 0,-2 0 16 15,3-2 22-15,-3 2 23 0,0 0 23 0,0 0 22 0,0 0 16 0,2 2 15 16,-2-2 10-16,4 0 8 0,-4 0-1 0,3 1-8 0,-1 0-14 0,-2 1-11 16,0 0-24-16,4 1-21 0,-4 0-32 0,3 0-29 0,-1 1-35 15,-2-1-30-15,0 3-29 0,4-1-23 0,-2 0-24 0,-2 0-21 0,3 1-12 16,-3 0-5-16,4 0-6 0,-2 0-11 0,-2-1-17 0,0-1-15 0,3-1-28 15,-3 3-32-15,0-3-42 0,0 2-48 0,2-3-46 0,-2 0-48 0,0 1-39 16,0-3-40-16,0 0-40 0,0 0-43 0,0 0-44 0,0 0-43 0,0 0-44 16,0 0-50-16,0 0-19 0,0-5-7 0,0 1 25 0,0-2 38 15,0 2 43-15,0-2 47 0,0 0 40 0,4 0 41 0,-4-1 40 0,0 2 39 16,3-1 46-16,-1 1 50 0,2 1 59 0</inkml:trace>
  <inkml:trace contextRef="#ctx0" brushRef="#br0" timeOffset="159878.45">5710 7953 93 0,'2'-2'230'0,"2"1"31"0,-4 1 17 0,0-2 8 0,3-1 6 0,-3 2 1 0,2-1 2 0,-2 2-5 0,4-3-9 0,-4 2-20 0,0-1-20 0,3 1-79 0,-1-2-105 16,-2 3-114-16,0 0-125 0,0-5-57 0,0 5-28 0,4-3-15 0,-4 3-7 15,1-3-5-15,-1 3 1 0,4-3 4 0,-4 3 8 0,4-3 19 0,-4 3 23 16,2-1 34-16</inkml:trace>
  <inkml:trace contextRef="#ctx0" brushRef="#br0" timeOffset="160071.19">5766 7966 121 0,'0'0'219'0,"-3"0"8"0,3 0-7 0,0 0-20 0,0 0-27 16,0 0-35-16,0 0-46 0,0 0-50 0,0 0-22 0,0 0-13 15,0 0-19-15,0 0-25 0,-4-1-68 0,4 1-83 0,-2-3-30 0,2 3-12 16,-3-5 10-16,3 5 20 0,0-6 29 0</inkml:trace>
  <inkml:trace contextRef="#ctx0" brushRef="#br0" timeOffset="160924.69">5772 7752 96 0,'1'-3'283'16,"-1"3"50"-16,0 0 32 0,0 0 22 0,4 0 22 0,0 1 26 0,-2 2 35 15,-2 0 44-15,0 2 50 0,3 1 50 0,-3-2 50 0,0 4-7 0,0-1-28 16,0 1-67-16,-3 2-85 0,3-1-40 0,-6 2-20 0,6-2-16 0,-4 3-13 16,-1-2-24-16,3 0-28 0,-1 3-42 0,-1-3-48 0,-1 2-47 0,-1 0-46 15,1-2-33-15,1 3-26 0,-1-3-21 0,-1-1-13 0,3 2-10 0,-1-4-11 16,-1 1-8-16,1-2-7 0,2 0-7 0,2-3-7 0,-3 1-5 0,3-2-7 16,0-2-5-16,0 0-8 0,0 0-5 0,0 0-4 0,0 0-1 0,0 0-2 15,0 0-2-15,3 0-1 0,3-2-1 0,-3 2-1 0,3-2 2 16,-3 1 2-16,-1 0 0 0,3-1 5 0,-1 1 4 0,2-2 4 0,-3 1 1 15,3 1 4-15,-3-1 2 0,-1 2 5 0,2-1 0 0,-4 1-1 0,0 0-1 16,0-2 2-16,0 2 2 0,0 0 2 0,0 0 2 0,0 0 0 16,3 2 3-16,-3 1 2 0,0-2 2 0,0 4 1 0,-3-2-1 0,3 3 1 15,0 0 2-15,-4 0 5 0,4 0 2 0,-2 1 2 0,-1 0-3 0,3 0 1 16,-4 0-1-16,2-1-1 0,-1 0-1 0,3 0-2 0,0-1-3 0,-2-1-2 16,-2-1-2-16,4 0-2 0,0-1-2 0,0-2-2 0,0 0-5 0,0 0-2 15,0 0-4-15,0 0-4 0,0 0-7 0,0 0-4 0,0 0-4 0,0 0-4 16,0 0-5-16,4 0-3 0,-4 0-16 0,2 0-17 0,1 0-31 0,-1 0-37 15,2-2-44-15,1 2-49 0,-1-1-46 0,-1-2-43 0,-1 1-32 0,3-1-28 16,-1 0-24-16,2-1-21 0,-3 1-15 0,3-2-14 0,-1-1-4 0,-1 2 1 16,1-4 21-16,-1 2 23 0,1 0 43 0,-1-1 46 0,-3 1 49 0,5 0 46 15,-2 1 43-15,-1-1 38 0,-1 2 37 0,2-1 32 0,-3 2 36 0,3 0 34 16,-4 0 31-16,0 2 32 0,4 1 25 0,-4 0 27 0,0 0 21 0,0 0 20 16,1-2 18-16,-1 2 16 0,0 0 18 0,4 0 12 0,-4 2 11 0,0-2 10 15,5 0 2-15,-5 0 2 0,4 1-2 0,-4-1-4 0,2 0-8 0,2 0-12 16,-4 0-13-16,5 0-12 0,-1-1-17 0,-4 1-19 0,5 0-23 0,-1-2-26 15,-3-1-34-15,3 0-39 0,1 0-39 0,-1-1-42 0,-2 0-34 16,2 2-38-16,1-3-23 0,-1 2-23 0,-3-1-19 0,3 0-17 16,-4 0-16-16,4 3-18 0,-4-2-13 0,1 0-11 0,-1 1-2 0,0 2 3 15,0-3 13-15,0 3 14 0,-1-2 17 0,1 2 18 0,-4 0 15 0,4 0 17 16,-4 2 18-16,-1 1 20 0,3-1 24 0,-1 1 24 0,-1 0 31 0,4 0 34 16,-6 1 28-16,3-1 23 0,1 2 25 0,-2-2 24 0,4 1 23 0,-5-1 20 15,5 2 19-15,-5-1 17 0,5 1 16 0,0-1 16 0,-4 1 16 0,4-1 18 16,-2 2 17-16,2 0 15 0,0-1 23 0,0-1 26 0,0 2 12 0,0-1 11 15,0-1 3-15,0 1-2 0,0-1-5 0,2-1-4 0,-2 2-10 0,4-2-10 16,-4 0-21-16,5 0-24 0,-1-2-25 0,-3 0-27 0,5 1-32 0,-3 0-30 16,7-1-26-16,-5-1-22 0,0 0-18 0,3 0-8 0,-3-1-13 0,4-1-10 15,-4 0-11-15,5 0-8 0,-5-1-13 0,0-2-14 0,1 2-19 0,3-2-20 16,-6 3-24-16,3-4-25 0,-1 0-25 0,-1 1-28 0,0 1-37 0,-3-2-43 16,3-1-35-16,-2 2-36 0,-2 0-23 0,0-1-21 0,3-1-9 0,-3 1-6 15,-3 0 5-15,3-2 8 0,0 2 15 0,-2-2 16 0,-2 3 24 0,3-3 25 16,-3 1 35-16,0 1 41 0,4-2 38 0,-5 1 34 0,1-2 29 0,2 1 28 15,-1 1 21-15,-3-1 23 0,6 1 20 0,-5 1 19 0,1-2 19 16,3 2 16-16,-3 0 18 0,4 2 20 0,-4 1 19 0,4 0 21 16,-1 0 23-16,1 3 19 0,0 0 19 0,0 0 16 0,0 0 23 0,0 0 22 15,0 0 25-15,0 0 23 0,0 0 11 0,0 3 8 0,1 1-4 0,-1 1-5 16,4 1-13-16,-4 0-15 0,5 0-18 0,-5 1-20 0,4 2-19 0,1 0-19 16,-1 0-26-16,-2 2-32 0,1-2-32 0,3 0-37 0,-1-2-54 0,-1 2-59 15,0-1-93-15,-3-1-107 0,5 1-101 0,-3-3-94 0,-3 2-114 0,6-3-122 16,-6 1-55-16,3-2-24 0,-3-3-14 0,6 1-9 0,-3 2 2 0,-3-3 2 15,6-1 28-15,3-1 39 0,-4-1 81 0,4-1 99 0,-3-1 92 0,3 1 89 16</inkml:trace>
  <inkml:trace contextRef="#ctx0" brushRef="#br0" timeOffset="161109.91">6358 7902 228 0,'0'4'501'0,"0"1"171"0,-4-2 70 0,4 0 27 0,0 0 2 0,-2 1-6 0,2-1-17 0,0 0-18 16,0-3-38-16,0 0-46 0,0 0-66 0,-3 2-73 0,3-2-198 0,0 0-255 16,0 0-244-16,0 0-240 0,0 0-152 0,0 0-112 0,-6 1-44 15,6-1-11-15,0 0 5 0,0 0 16 0,0 2 37 0,0-2 44 0,-3 3 66 16,3-3 75-16,0 0 62 0,0 0 66 0,0 6 67 0,0-6 71 16</inkml:trace>
  <inkml:trace contextRef="#ctx0" brushRef="#br0" timeOffset="161253.57">6345 7997 49 0,'-2'5'307'0,"2"0"109"0,0-2 52 0,0 1 30 15,0-1 18-15,0 3 15 0,0-3 12 0,0 2 11 0,2-3 7 0,-2 0 4 16,4 1 1-16,-4 0-4 0,0-1-104 0,3-1-153 0,-3 1-159 0,2 1-161 16,2-2-122-16,1 0-105 0,-5-1-104 0,4 4-107 0,-2-1-55 0,1-2-31 15,3-1-15-15,-1 3-8 0,-1-3-1 0,1 2 0 0,0-1 24 0,-1 1 35 16,2-1 49-16,3 1 54 0,0 0 71 0,-4 0 75 0</inkml:trace>
  <inkml:trace contextRef="#ctx0" brushRef="#br0" timeOffset="161906.21">7072 7867 48 0,'-3'3'295'0,"-3"0"98"0,2 0 51 0,3-1 22 16,1-2 15-16,0 0 10 0,0 0 17 0,5 1 12 0,-5-1 12 0,4-1 11 15,-2-1 9-15,5-1 6 0,-2 0-78 0,1-3-111 0,-1 0-102 0,4-1-96 16,-3-2-46-16,3 0-25 0,0-2-14 0,0 1-11 0,1-2-13 0,0 0-15 15,-1 0-11-15,0 1-12 0,-4 1-7 0,4-1-7 0,-3 4-2 0,-1 1-1 16,-1-2 8-16,-3 4 9 0,3 0 15 0,-4 2 21 0,0 2 16 0,0 0 11 16,0 0 7-16,0 0 3 0,0 0 5 0,0 0 3 0,-5 2 4 0,5 3 5 15,-4 0 5-15,-1 1 4 0,1 1-3 0,2 2-5 0,-2 0-15 0,-1 2-16 16,1-1-17-16,-1 1-13 0,5-1-6 0,-2 0-6 0,-1-2 0 0,3 1-6 16,0-3-5-16,3 2-7 0,-1-4-10 0,-2 0-13 0,5 1-7 0,-1-3-4 15,1-1-7-15,-1 1-8 0,2-2-11 0,-1-2-15 0,4 1-13 0,-4-4-16 16,4 1-21-16,0-2-19 0,1-3-21 0,-5 0-17 0,4 0-12 0,2-3-9 15,-2 1-10-15,-4-1-10 0,4 0-2 0,0-1 0 0,-3 1 8 16,1 0 12-16,-1 1 15 0,-1 1 17 0,-1 0 20 0,-3 3 20 16,3 0 27-16,-4-1 22 0,0 2 27 0,2 3 26 0,-2-1 22 0,0 0 22 15,0 4 21-15,0 0 20 0,0-2 18 0,0 2 14 0,0 0 19 0,0 0 16 16,0 0 19-16,0 0 23 0,0 0 17 0,0 0 13 0,0 4 9 0,0-1 5 16,0 2 0-16,3 2-2 0,-3 2-5 0,4 0-7 0,-2 2-6 0,-2 2-6 15,3 1-10-15,1 1-9 0,-2 3-18 0,3-2-16 0,-1 4-18 0,-4-1-17 16,5 2-14-16,-5 0-9 0,4 0-10 0,-2 2-7 0,-2-1-7 0,3 1-5 15,-3-2-4-15,0 0-4 0,-3-3 0 0,3 1-1 0,-2-2 1 0,2-1 1 16,-4-4 2-16,3 2 3 0,-3-4 3 0,0 0 3 0,-1-2 2 0,3 0 1 16,-5-1-2-16,1-1-1 0,1 0-3 0,1-2-7 0,-5 1-5 0,4 0-8 15,-4-2-14-15,0 0-17 0,2-2-18 0,-2 0-20 0,-1-1-20 0,1 0-23 16,-1-1-29-16,1 0-34 0,-4-2-66 0,6 0-82 0,-2-2-88 0,0-1-89 16,5-1-81-16,-1-1-76 0,-1-1-86 0,2-1-90 0,4-4-40 0,0 1-16 15,0-2 1-15,0 0 12 0,4-2 23 0,2 1 26 0,-1-1 64 0,4-1 80 16,-4 2 89-16,4-1 91 0,0 1 83 0,1 0 77 0</inkml:trace>
  <inkml:trace contextRef="#ctx0" brushRef="#br0" timeOffset="162091.5">7381 7806 54 0,'6'1'307'0,"-1"0"102"0,3 1 71 0,-3 1 58 0,0-1 49 0,4 1 49 0,0 0 38 16,0 0 38-16,-1-2 23 0,1 1 15 0,0-1 11 0,0-1 11 0,-4 0-74 16,4 0-116-16,2 0-106 0,-4 0-99 0,-1-1-72 0,5-1-53 15,-6 1-53-15,4 1-45 0,-2-2-47 0,-1 1-50 0,3-2-57 0,-4 1-60 16,1-1-85-16,-1 0-92 0,2 1-78 0,-5 0-69 0,4 0-73 0,-3-1-71 15,-3 3-90-15,0 0-92 0,0 0-44 0,0 0-18 0,0 0-2 0,0 0 9 16,0 0 31-16,-5 0 44 0,-1 0 72 0,-1 2 85 0,2 1 70 0,-1-1 64 16,1 3 71-16,-4-2 72 0</inkml:trace>
  <inkml:trace contextRef="#ctx0" brushRef="#br0" timeOffset="162202.98">7466 7902 4 0,'-3'4'285'0,"3"2"129"0,0-1 69 0,0-1 35 0,0-1 32 0,3 2 25 15,-1-2 24-15,2 1 25 0,1-2 20 0,-1 0 12 0,-2 0 7 0,5-2 5 16,0 2-68-16,-3-2-101 0,5 0-149 0,-4 0-175 0,4 0-130 0,0-2-112 15,0 0-111-15,-3 1-111 0,5-2-123 0,-2 0-127 0,-4-1-63 0,4-1-36 16,0 1-18-16,0-2-8 0,2 3-3 0,-2-2 1 0,0 1 29 16,0 1 46-16,2 0 64 0,-2 3 75 0,0 0 83 0,2 0 86 0</inkml:trace>
  <inkml:trace contextRef="#ctx0" brushRef="#br0" timeOffset="162611.62">7772 7813 199 0,'-4'-5'359'16,"4"3"78"-16,0 0 56 0,0 2 62 0,4-1 66 0,-4 1 50 0,6 1 45 15,-3-1 29-15,3 2 26 0,-1-2 15 0,-1 0 20 0,1 0-44 0,4 0-70 16,0 1-98-16,2-1-115 0,-2 1-69 0,2 1-54 0,2 0-60 0,-3-1-63 16,3 2-47-16,2 0-42 0,-5 2-30 0,3-2-22 0,-2 1-19 0,2 2-17 15,-3 0-13-15,-1 0-10 0,1 2-7 0,0 0-8 0,-4 0-5 0,3 1-2 16,-2 0-8-16,-2 2-11 0,-3-2-11 0,2 0-14 0,1-2-17 15,-5 1-17-15,4 1-34 0,-4-3-38 0,0 1-64 0,0-1-75 0,0 0-69 16,0-1-66-16,-4-2-54 0,4 1-47 0,0-2-41 0,-1-1-37 0,1-1-33 16,-4 0-27-16,0-3-36 0,2 0-37 0,-1-1 1 0,3-2 19 15,0-2 54-15,-2 1 71 0,2-1 71 0,0-2 64 0,0 1 53 0,0-3 46 16,2 1 47-16,-2-1 46 0,3 0 41 0,-3-2 41 0</inkml:trace>
  <inkml:trace contextRef="#ctx0" brushRef="#br0" timeOffset="162779.82">8024 7828 120 0,'1'-12'290'0,"3"2"85"0,-2 1 60 0,1 0 67 0,-3 3 69 15,4 0 65-15,-2 1 61 0,-2 2 43 0,0 3 32 0,0 0 22 0,0 0 13 16,0 0-27-16,0 0-45 0,-2 0-91 0,-2 3-114 0,1-2-66 0,1 4-49 15,-3 1-57-15,-3 1-58 0,3 3-59 0,-1 2-55 0,-3 1-39 0,0 2-31 16,-1 2-23-16,0-1-12 0,0 4-15 0,-3-1-12 0,2-1-15 0,-2 2-20 16,4-2-20-16,-1-2-20 0,0 1-29 0,1-3-32 0,4-1-64 0,-4 0-80 15,7-4-89-15,-1-1-94 0,-1-1-80 0,2-2-72 0,2-1-87 0,2-2-92 16,-2-2-52-16,0 0-32 0,4-2-9 0,1-2 6 0,0-1 18 0,3-1 19 16,-3 0 60-16,0-1 73 0,5-4 86 0,-1 1 96 0,0 0 77 0,-4 0 75 15,6 0 88-15</inkml:trace>
  <inkml:trace contextRef="#ctx0" brushRef="#br0" timeOffset="162975.34">8096 7828 1 0,'5'-1'269'0,"-1"-1"116"0,-2 1 88 0,1-1 76 0,3 2 64 0,-1 0 60 15,4 0 38-15,-5 2 29 0,5-2 22 0,-4 0 18 0,1 0 18 16,3 0 14-16,0 0-53 0,-4 0-84 0,4-2-102 0,2 2-111 16,-2 0-85-16,0 0-73 0,0 0-63 0,0-1-59 0,0 1-38 0,-1 0-30 15,1-2-23-15,0 2-17 0,0-1-23 0,0-1-23 0,-4 1-23 0,4-1-26 16,-3 2-35-16,-1-1-37 0,1-1-66 0,1 0-75 0,-5 2-77 0,1 0-77 15,3-1-71-15,-6 1-71 0,0 0-97 0,3-1-107 0,-3 1-56 0,0 0-25 16,0 0-4-16,0 0 8 0,-3-3 22 0,1 0 35 0,-2 1 61 0,1-1 75 16,-3 0 77-16,1 1 75 0,1 0 71 0,-1-1 72 0</inkml:trace>
  <inkml:trace contextRef="#ctx0" brushRef="#br0" timeOffset="163168.79">8291 7699 82 0,'0'0'386'0,"0"0"187"0,0 5 99 0,-3-1 64 15,3 1 37-15,0 2 27 0,0 1 17 0,0-1 14 0,0 4 11 0,-2-1 8 16,2 2 6-16,-4 2 2 0,4-1-85 0,-2 4-129 0,2-1-168 16,-3 1-185-16,3 1-100 0,-4-2-64 0,4 2-43 0,0-1-33 0,0-1-28 0,0 1-26 15,0-2-29-15,4 0-28 0,-4-3-51 0,3-2-60 0,-1 1-85 0,-2-2-96 16,6-2-75-16,-6-1-68 0,3-3-69 0,3 2-69 0,-6-5-72 0,0 0-75 16,3-5-29-16,3 2-4 0,-1-4 9 0,-1-1 16 0,1-2 44 15,1-1 54-15,-3-1 83 0,1-3 92 0,-2 2 79 0,3-1 67 16,2-1 70-16,-5 0 72 0</inkml:trace>
  <inkml:trace contextRef="#ctx0" brushRef="#br0" timeOffset="163469.14">8525 7639 219 0,'5'-4'359'0,"0"1"52"0,-1 0 50 0,1 1 50 0,-1 1 55 0,1-1 55 16,1 0 44-16,-6 2 40 0,0 0 29 0,4 2 22 0,1 0 5 0,-5-1-2 16,4 1-96-16,-3-1-141 0,-1 2-78 0,0 0-44 0,0 0-51 0,0 2-47 15,0-1-53-15,0 1-56 0,0 0-46 0,-1 0-38 0,-3 1-28 0,4 2-22 16,-5-1-17-16,1-1-14 0,2 0-8 0,-2 2-7 0,-1-1-4 0,1-1-3 15,3 2-1-15,-3-2-2 0,0 0 0 0,3 0 0 0,1-2 0 0,-4 1 1 16,4-1 1-16,0 1 2 0,0-2 2 0,0 1 2 0,4-1-1 0,-4 2 2 16,1-1 2-16,3-1-1 0,1 2-1 0,-1-3-1 0,1 2-1 0,5 0 1 15,-5-1 1-15,0 0 0 0,4 0 3 0,0 2 1 0,1-2 4 0,0 1-1 16,-1-1 2-16,4 0-1 0,-6 2-2 0,6-2-2 0,-4 1 2 16,0 1 2-16,-2-1-1 0,2-1 1 0,-5 2-1 0,1-1-2 0,1 1-2 0,-3 1-6 15,-3-2-2-15,0 4 4 0,0-1-4 0,-3 1 2 0,1 1 0 0,-2 0 0 16,-5 1 0-16,4 1 0 0,-4-1-3 0,0 2-3 0,-2-1-9 15,-2-1-10-15,2 2-20 0,-3-1-23 0,3-2-70 0,-5 1-91 0,1-2-101 16,1 1-109-16,-1 0-127 0,1-4-136 0,0 3-75 0,-1-3-49 0,-3-2-18 16,3 1-6-16,-1-1 2 0,-2 0 7 0,4-1 19 0,-4-1 23 15,1-1 68-15,-1 0 89 0,0 0 101 0,-2 0 109 0,2-1 128 0</inkml:trace>
  <inkml:trace contextRef="#ctx0" brushRef="#br0" timeOffset="164451.96">8988 7761 175 0,'0'0'373'0,"-2"-2"77"0,2 2 47 0,0 0 47 0,0 0 44 16,0 0 38-16,2 0 31 0,5 0 26 0,-5 0 16 0,7-1 17 0,-4-1 9 15,4 1-40-15,0-1-60 0,0-1-109 0,2 2-132 0,2-4-72 0,-2 2-44 16,1 0-45-16,-1 0-44 0,0-1-38 0,2 1-32 0,-3-2-23 0,3 2-19 16,-2-2-11-16,-2 1-14 0,0 1-8 0,0-1-10 0,2-1-8 0,-6 2-5 15,4-1-13-15,-5 1-11 0,1 0-26 0,1 1-33 0,-2-1-46 0,-4 0-56 16,5 2-66-16,-5-1-62 0,0 2-56 0,0 0-52 0,0-3-48 0,-2 2-47 15,-1-1-43-15,3 1-41 0,0 1-53 0,-10-2-56 0,5 1-6 0,1-1 18 16,-5 1 43-16,4-1 54 0,0 0 61 0,-1 1 63 0,1 0 56 16,-3-1 50-16,3 1 50 0,0-1 47 0,1-1 44 0</inkml:trace>
  <inkml:trace contextRef="#ctx0" brushRef="#br0" timeOffset="164726.01">9129 7630 189 0,'-4'-1'315'0,"4"-2"34"0,0 3 21 0,0-4 13 0,0 3 15 0,4 0 16 16,-4 1 30-16,1 0 35 0,3 0 48 0,0 2 50 0,-2 3 34 0,1-2 27 15,-1 5-63-15,2-1-107 0,-1 1-49 0,-1 2-26 0,2 2-9 0,-1 2-7 16,-1-1-10-16,-2 2-15 0,4 1-29 0,-3 1-37 0,-1 1-47 0,0-1-53 15,4 1-51-15,-4 0-59 0,4-2-46 0,-4 1-45 0,1-2-39 0,-1-1-34 16,4 0-39-16,-4-2-37 0,0 0-35 0,0-1-28 0,2-3-26 0,-2 0-24 16,0 0-18-16,0-4-15 0,-2 2-8 0,2-3-1 0,0 2 8 0,-4-4 15 15,4 1 21-15,0-2 27 0,-5 1 28 0,1-1 30 0,4 0 32 0,-5 0 37 16,3-1 30-16,-5 1 31 0,5-2 36 0,-1-1 33 0,-3 2 37 0,3-2 35 16,1 1 31-16,-2-1 30 0,0 0 23 0,3 1 18 0,-3 0 12 0,4-1 8 15,-2 0 8-15,2 0 4 0,-3-2 2 0,3 2-8 0,3-1-11 0,-3-1-16 16,2 1-20-16,2-2-25 0,-3 0-30 0,3-2-34 0,2 2-58 0,-3-3-66 15,3 1-69-15,-1 0-65 0,4-2-69 0,-4 2-68 0,4-3-79 0,-3 4-79 16,3-4-64-16,-4 2-54 0,4-2-26 0,-1 3-13 0,-1-2 4 0,2 2 10 16,-4-2 36-16,4 3 50 0,-5 1 56 0,5-1 56 0,-3 1 59 15,-1 1 60-15,0 1 69 0</inkml:trace>
  <inkml:trace contextRef="#ctx0" brushRef="#br0" timeOffset="164936.37">9382 7672 205 0,'5'-4'283'0,"3"-1"32"0,-3 2 24 15,0-1 20-15,1 1 14 0,-1-2 14 0,4 4 16 0,-5-2 13 0,1 1 14 16,1 0 19-16,1 1 22 0,-2 1-42 0,1 0-72 0,-1 0-55 0,-1 0-50 16,1 1-25-16,-1 1-14 0,-2 1-13 0,1 0-15 0,3 2-13 0,-6-1-12 15,3 1-13-15,-1 1-13 0,-2 1-25 0,0-1-31 0,0 2-38 0,-2-1-41 16,-1 2-44-16,3-1-40 0,-2-1-41 0,-2 1-35 0,1-1-34 0,3-1-32 16,-6 2-36-16,3-2-34 0,1-2-34 0,-2 2-32 0,-1-1-34 0,1-1-41 15,-1-1-22-15,-4 0-13 0,3-1 8 0,1-1 23 0,1 1 24 0,-1-2 28 16,5 0 29-16,-9 0 32 0,3-2 30 0,1 1 33 0,1-1 34 0,-1-1 33 15,1 0 40-15</inkml:trace>
  <inkml:trace contextRef="#ctx0" brushRef="#br0" timeOffset="165111.64">9373 7743 171 0,'0'-3'306'16,"0"0"32"-16,3 1 21 0,-3 2 13 0,2-2 9 0,2 2 11 0,-4 0 18 15,0 0 23-15,0 0 30 0,0 0 34 0,5 2 26 0,-5 1 21 0,0 0-58 16,0-1-92-16,4 2-38 0,-4-1-18 0,0 2-9 0,0-1-8 0,4 1-7 16,-4-2-7-16,0 1-17 0,0 2-22 0,1-1-35 0,-1 1-40 0,0-4-30 15,4 3-24-15,-4 0-35 0,2-1-38 0,-2 0-23 0,3 0-22 0,-3-1-11 16,6 0-7-16,-6 0-9 0,3-2-9 0,-1 1-10 0,2-1-9 15,-1 1-8-15,-3-2-8 0,2 0-25 0,-2 0-34 0,4 0-27 0,-2 0-29 16,1-2-31-16,-3 2-30 0,0-1-31 0,4-2-29 0,-4 1-29 0,0-1-28 16,2 0-29-16,-2-2-30 0,0 3-34 0,-2-3-35 0,2 2-40 0,-4-1-40 15,-1 0 1-15,1-1 20 0,4 2 28 0,-5-2 30 0,-1 2 33 0,3-1 32 16,-3 1 32-16,3-2 33 0,-3 2 39 0,5-1 40 0,-7 1 46 0</inkml:trace>
  <inkml:trace contextRef="#ctx0" brushRef="#br0" timeOffset="165398.34">9248 7774 162 0,'-5'6'287'0,"-3"2"45"0,3-1 26 0,0 1 19 0,1 1 16 16,4 0 17-16,-6 0 18 0,6 0 18 0,-1-2 20 0,-3 2 17 0,4-1 16 16,0-1-36-16,0 2-60 0,4-3-61 0,-3 2-65 0,3-2-29 0,-2 0-9 15,2-2-3-15,1 1-1 0,-1-1-2 0,5-1-7 0,-4-2-11 16,6 1-13-16,-2 0-13 0,0-2-16 0,2-2-13 0,1-1-17 0,-1-1-15 16,2-1-14-16,1-1-17 0,-3-1-14 0,2-1-18 0,-2-1-17 0,-2 0-12 15,4 1-12-15,-6 0-6 0,2-2-4 0,-4 3-2 0,2 1-3 0,-1-1-2 16,-4 1-1-16,1 1 3 0,-3 2-2 0,4-2 4 0,-4 3 1 15,-4-1 4-15,4 0 5 0,-3 1 5 0,1-1 4 0,-2 0 3 0,-1 1 3 16,-1 2 0-16,3-1 4 0,-3 0 0 0,-3 1-1 0,4 0-1 0,-4 0-2 16,3 1-9-16,-3-1-11 0,4 1-19 0,-4 1-21 0,4-2-42 0,-5 3-48 15,5 0-56-15,-4-1-62 0,5 1-54 0,-5 0-55 0,4 1-60 0,-1 1-63 16,1-1-76-16,-2 1-84 0,1 1-40 0,1 0-22 0,1 0 5 0,3-1 10 16,-3 3 35-16,2-2 43 0,-1 2 51 0,3-2 58 0,0 0 52 0,0 0 51 15,3 0 60-15,-1-2 62 0</inkml:trace>
  <inkml:trace contextRef="#ctx0" brushRef="#br0" timeOffset="165756.9">9425 7725 211 0,'-2'0'319'0,"2"0"39"0,-3 0 22 0,3 0 11 0,0 1 8 0,0-1 6 0,0 5 6 16,0-4 7-16,-4 2 4 0,4-3 7 0,0 2 7 0,-2 1-56 0,2 0-86 15,0-2-83-15,0 4-84 0,0-2-42 0,0 0-19 0,-3 0-12 0,3 1-5 16,0-1-13-16,0 0-12 0,0 1-17 0,-2 0-17 0,2 0-22 0,0-2-21 16,-4 1-22-16,4 1-25 0,0-3-30 0,-3 3-32 0,3-1-38 0,0 0-39 15,0-3-61-15,-6 3-75 0,6 0-32 0,0-3-12 0,-5 2 1 0,1 2 8 16,4-4 13-16,-1 3 16 0,-3-2 18 0,4-1 21 0,-6 3 28 0,6-3 33 16,-3 2 35-16,3-2 40 0</inkml:trace>
  <inkml:trace contextRef="#ctx0" brushRef="#br0" timeOffset="166002.89">9281 7790 184 0,'-4'5'338'0,"-1"1"63"0,1 1 40 0,-1 1 40 16,5 1 37-16,0 0 43 0,-4 2 49 0,4-4 38 0,0 2 38 0,4 0 29 16,-4-1 24-16,3-3-34 0,-1 2-62 0,3-1-88 0,3 0-100 0,-3-3-54 15,0 1-36-15,4-1-34 0,2 0-34 0,-2 0-41 0,4-1-45 16,-2-2-40-16,2 0-35 0,-3-2-30 0,5-1-29 0,-2 0-17 0,-3-1-14 0,5-1-8 15,-6-1-7-15,2 0-7 0,-2-2-7 0,0 3-5 0,0-3-3 16,0 1-5-16,-4-1-4 0,1 2-7 0,-3 2-10 0,-1-2-14 0,2 0-19 16,-4 1-41-16,-4 1-53 0,4 1-72 0,-5-2-80 0,-1 2-62 0,1-2-54 15,-4 3-55-15,-4-1-54 0,2 0-64 0,-3 1-64 0,-1 1-58 0,-3-1-48 16,-2 1-13-16,1 1 10 0,-5 1 34 0,1 2 49 0,-1-1 70 0,-3 1 75 16,-2 0 62-16,0-1 57 0,-4 2 56 0,-1-1 54 0,0 1 66 0</inkml:trace>
  <inkml:trace contextRef="#ctx0" brushRef="#br0" timeOffset="167109.21">5811 8638 33 0,'-5'3'358'0,"1"-1"208"0,3-1 92 0,1-1 43 0,0 0 16 0,0 0 9 0,0 2 6 0,0-2 3 0,5 0 9 0,-5 0 8 15,5-2 8-15,-1 2 6 0,1-3-71 0,-1 2-102 0,2-2-175 0,3 1-201 16,-4-2-91-16,4 1-41 0,2 0-16 0,-2 0-9 0,0-2-5 0,2 2-4 16,-2-1-7-16,5 1-11 0,-5 0-6 0,4-2-6 0,-2 2-8 15,-2 0-5-15,2 0-5 0,-2 2-5 0,0-2-4 0,-4 0-6 0,3 1-7 16,-1-1-10-16,-4 1-11 0,3 1-13 0,-3 0-19 0,-1-1-25 0,2 1-39 15,-4 1-47-15,0 0-55 0,0 0-54 0,0 0-46 0,-4-2-38 0,2-1-31 16,-1 2-25-16,3-1-18 0,-6 1-14 0,3-1-11 0,1 0-5 0,-2 0 6 16,-1-1 15-16,1 1 32 0,-1 1 42 0,-1-2 54 0,3 0 57 15,-3-1 52-15,1 2 51 0,0-1 45 0,-3 0 46 0,3-2 44 0,1 2 43 16,-1-1 38-16,-1 1 36 0,3 0 31 0,1 1 30 0,-2-1 26 0,3 2 24 16,-3-1 24-16,0-1 25 0,4 3 19 0,0 0 18 0,0 0 19 0,0 0 17 15,0 0 20-15,0 0 22 0,0 3 15 0,0 0 8 0,0 2 1 0,0 1-3 16,4 1-3-16,-4 4-12 0,4-1-16 0,-3 2-20 0,3 2-21 0,-2 1-19 15,1 0-27-15,3 1-30 0,-3 2-38 0,-1 2-39 0,6-1-32 0,-7-1-27 16,3 3-18-16,1-3-15 0,-1 2-15 0,-2-2-14 0,1 0-4 0,1-2-6 16,-2-1-4-16,-2-1-5 0,3-1-5 0,-1-1-2 0,-2-1-4 0,4-1-2 15,-4-2-2-15,0-1-2 0,0-1-5 0,0-1-4 0,0 1-5 0,0-4-7 16,0 0-7-16,0 1-6 0,-4-3-10 0,2 2-5 0,-1-1-6 0,1-1-4 16,-2 0-7-16,-1 0-5 0,1 0-7 0,-1 0-6 0,1-1-6 0,-1-1-4 15,-1 2-1-15,3-3 1 0,-3 1 5 0,1 0 1 0,0-1 3 0,-3-2 9 16,3 2 5-16,0-1 1 0,-1-2 9 0,-1 1 6 0,1-1 9 0,1 0 10 15,0 2 12-15,1-2 14 0,-1-1 14 0,1 2 14 0,-2 0 19 16,1-1 20-16,1 0 15 0,3 2 16 0,-3-1 14 0,-1 1 11 16,5-1 9-16,-4 2 10 0,4 0 2 0,-2 0 5 0,-1 2-2 0,3 1 0 15,0 0-6-15,0 0-8 0,3-2-8 0,-3-1-11 0,2 1-11 0,2 1-13 0,1 0-9 16,0-2-11-16,4-2-7 0,-3 1-7 0,7-1-5 0,-3 1-6 16,3-2-2-16,-2-1 1 0,3 0-2 0,1 0-3 0,-1 1-3 0,-1-2-5 15,1 1-4-15,1 1-1 0,-4 0-4 0,1 0-1 0,3 0 0 0,-4 0 0 16,-2 1 0-16,3-1-1 0,-1 0-1 0,-2 2-2 0,0-1-1 0,-3 1 1 15,3 1-1-15,-4-2 1 0,1 2-2 0,-1 0-2 0,2 2 4 0,-5-1-1 16,2 2 1-16,-1 0-1 0,-3 0 1 0,0 0-1 0,0 0 2 0,0 0 2 16,0 0-1-16,0 0-1 0,0 0 0 0,0 0-1 0,0 0-1 0,0 0 2 15,0 0-1-15,0 0-2 0,0 0-3 0,0 0-2 0,0 0-2 0,0 0-5 16,0 0-9-16,0 0-11 0,0 0-7 0,0 0-9 0,0 0-12 0,-3 0-10 16,3 0-16-16,-4 2-14 0,4-1-19 0,-2-1-18 0,-1 2-16 0,3-1-17 15,-4 1-9-15,2-1-4 0,-1 1 0 0,3 1 4 0,-2-2 9 0,-2 1 9 16,4-1 12-16,-5 1 12 0,5 1 14 0,0-2 17 0,-4-1 16 15,4 2 20-15,0-1 19 0,-2 1 18 0,2-2 9 0,-3 1 7 0,3 1-11 0,0 1-20 16,0-3-37-16,-4 1-50 0,4 0-43 0,0 1-42 0,0 1-40 0,-2-1-40 16,2 1-44-16,-3 0-47 0,3-2-72 0,0 2-79 0,0-3-43 15,0 0-24-15,0 0 5 0,0 0 19 0,0 0 38 0,-2 3 47 0,2-3 41 16,0 0 43-16,0 0 42 0,0 0 39 0,0 0 45 0,0 0 48 16</inkml:trace>
  <inkml:trace contextRef="#ctx0" brushRef="#br0" timeOffset="167567.57">6092 8596 4 0,'5'-4'260'0,"-1"-1"98"0,1 1 68 0,-1-3 54 0,1 5 52 0,4-3 53 16,-3 2 50-16,-1-1 43 0,4-1 30 0,-3 1 23 0,1 1 19 0,-2-2 17 16,1 2-56-16,3 0-88 0,-4-1-89 0,1 2-91 0,-3-1-60 0,3 2-49 15,-1-1-50-15,2 2-52 0,-1-1-47 0,-1 1-43 0,-1 0-28 0,1 0-23 16,-1 0-19-16,1 1-16 0,-3-1-14 0,2 2-9 0,1 1-6 0,-1-2-8 15,-2 2-5-15,1 0-4 0,-3 0-4 0,4 3-1 0,-2-1-2 0,-2-1-5 16,0 2-5-16,0 0-10 0,-2 0-10 0,2 2-13 0,-4-2-26 0,1 1-32 16,1 2-48-16,-2-1-57 0,-1-1-59 0,1 1-59 0,2-1-47 0,-3-1-41 15,1 2-32-15,-1-1-30 0,-2 1-20 0,1-2-14 0,1 0-10 0,1 0-5 16,-1-2 13-16,-1 0 17 0,3 1 45 0,-6-3 51 0,3-1 62 0,1 1 65 16,-1-2 60-16,1 0 54 0,-2 0 53 0,1-2 50 0,1 2 46 15,1-1 41-15,-1 1 41 0,-1-2 35 0,3 2 34 0,1 0 29 0,2 0 27 16,-4 0 29-16,4 0 26 0,0 2 30 0,-3-1 28 0,1 2 30 15,2 0 20-15,0 1 17 0,0 1 9 0,0 1 4 0,0 0-4 0,0 0-2 16,2 2-12-16,1-1-11 0,-3 2-15 0,0-1-16 0,4-1-23 0,-4 2-27 16,2-1-36-16,1-1-40 0,-3 0-35 0,2 1-35 0,2-2-25 0,-4 0-21 15,5-1-14-15,-5-1-14 0,4 1-8 0,1-1-5 0,-1-1-7 0,1-1-7 16,-1 1-7-16,-2-2-8 0,3 1-11 0,2-2-11 0,-1 0-22 0,-1-2-23 16,1 2-44-16,-3-3-51 0,3 2-69 0,-1-3-76 0,2 3-71 0,-1-3-65 15,-1 1-81-15,1 1-85 0,1-1-88 0,-2-1-84 0,1-1-37 0,-1 2-9 16,-1-1 7-16,1-1 19 0,1 0 39 0,-1 3 48 0,4-4 68 0,-5 0 75 15,5 0 69-15,-4 0 68 0,4 0 80 0,-3 0 84 0</inkml:trace>
  <inkml:trace contextRef="#ctx0" brushRef="#br0" timeOffset="167813.8">6405 8647 102 0,'0'0'405'0,"0"0"189"0,0 0 94 0,0 0 52 0,0 0 33 0,2-1 23 0,-2-1 16 0,0 2 14 0,3 0 12 15,3 0 16-15,-3 0 7 0,3 2 6 0,-3-1-87 0,3 2-129 0,-1 0-162 16,4 0-176-16,0 3-82 0,-3-1-42 0,4-1-25 0,-1 4-19 16,4-1-11-16,-2 2-10 0,-2 0-11 0,2 2-14 0,2-1-6 0,1 2-6 15,-3 0-9-15,2-1-9 0,-3 2-11 0,-1-1-13 0,4 0-20 0,-2 0-20 16,-6 0-23-16,4 0-26 0,-3-1-21 0,3 1-22 0,-5-3-21 0,1-2-21 16,-5 2-29-16,4-3-34 0,-3 1-61 0,-1-2-77 0,0 0-74 0,0-2-72 15,0 0-49-15,0 0-41 0,0-3-31 0,-1 1-32 0,1-1-24 0,0 0-22 16,-4-1-29-16,0-4-37 0,3 2-5 0,-3-3 5 0,-2-1 50 0,6-1 69 15,-3 0 73-15,1-2 74 0,-2 1 57 0,1 0 50 0,1-1 51 0,2-2 50 16,0 1 40-16,0 1 41 0</inkml:trace>
  <inkml:trace contextRef="#ctx0" brushRef="#br0" timeOffset="167986.6">6629 8767 88 0,'0'-10'277'16,"2"-2"94"-16,-2 0 68 0,0 0 68 0,3 1 69 0,-3 4 65 0,0-2 59 15,0 3 43-15,0 0 34 0,0 1 21 0,0 2 19 0,0 3-14 0,0 0-27 16,0 0-92-16,0 0-114 0,0 0-69 0,-3 2-48 0,1-1-50 0,-2 2-52 16,-1 2-49-16,1 0-47 0,3 3-33 0,-5 0-27 0,-1 4-20 0,1-2-18 15,-3 4-16-15,4 1-18 0,-4-2-25 0,3 2-28 0,-3 0-32 0,4-1-35 16,0-1-38-16,-4 0-37 0,5 0-35 0,-1-3-38 0,1-1-51 15,2 0-59-15,-2-1-82 0,3-3-95 0,1 0-74 0,-4 1-66 0,8-3-52 16,-4 0-49-16,1 0-60 0,-1-2-64 0,0-1-27 0,6-2-10 0,-2-1 11 16,1 0 16-16,-1-2 42 0,1-3 50 0,0 3 79 0,3-4 95 0,-3 0 75 15,0 0 67-15,1 0 66 0,-1 1 66 0</inkml:trace>
  <inkml:trace contextRef="#ctx0" brushRef="#br0" timeOffset="168112.87">6667 8755 15 0,'5'-3'265'0,"4"2"97"0,-3-1 53 0,3-1 36 0,-4 2 32 0,1 1 32 16,3 0 63-16,-4 0 78 0,4 0 44 0,0 0 33 0,-3 0 15 0,3 0 13 15,0 0-69-15,0-2-97 0,-4 1-95 0,4 1-93 0,2 0-55 0,-4-2-34 16,-1 2-35-16,-1-1-38 0,4 1-73 0,-3-2-93 0,-1 2-95 0,-1 0-95 16,1 0-96-16,1-1-92 0,-3 1-86 0,3 0-85 0,-3 0-90 0,3 1-98 15,-6-1-53-15,0 0-32 0,0 0-12 0,0 0-2 0,0 0 10 0,0 0 15 16,0 0 48-16,-4 5 62 0,2-2 79 0,-1 1 83 0,-3-1 83 0,1 3 79 16</inkml:trace>
  <inkml:trace contextRef="#ctx0" brushRef="#br0" timeOffset="168284.75">6790 8858 73 0,'-4'5'349'0,"4"-2"144"15,-3 2 66-15,3-4 28 0,0 2 19 0,0 0 10 0,0-1 19 0,3-1 22 16,-3 1 18-16,0-2 20 0,6 1 14 0,-6-1 13 0,5 0-84 0,-1 0-126 16,1 0-137-16,-1 0-141 0,1 0-74 0,1 0-43 0,3 0-57 15,-4-1-63-15,-1-1-86 0,5 1-93 0,-4-1-89 0,1-1-87 0,3 2-88 16,-4-2-93-16,-1-2-72 0,1 2-63 0,-1-2-30 0,1 1-14 0,-1 0 4 16,-2 1 10-16,3-2 39 0,-1 2 52 0,1-1 67 0,-1-1 74 15,5 1 70-15,-4-1 65 0,1 1 76 0</inkml:trace>
  <inkml:trace contextRef="#ctx0" brushRef="#br0" timeOffset="168494.15">7054 8754 271 0,'4'0'351'0,"-3"0"47"0,3 0 44 0,2 0 48 16,-3 0 54-16,3-2 59 0,-1 2 50 0,2-1 47 0,-1-1 29 0,3 2 22 16,0-3-7-16,-2 3-20 0,2-1-92 0,0-1-126 0,2 1-69 0,2 1-44 15,-3-3-45-15,-1 1-46 0,4 1-53 0,-2-1-59 0,2-1-51 0,-3 0-44 16,0 1-31-16,0 0-22 0,-1-1-15 0,4 1-13 0,-6-1-16 0,2 0-14 15,0 2-31-15,-3-3-32 0,1 2-62 0,-1 0-73 0,-1 1-72 0,-1-2-71 16,-3 1-68-16,-1 1-64 0,0 1-80 0,0 0-84 0,0 0-55 16,0-3-45-16,-5-1-11 0,1 2 4 0,3-1 20 0,-3 1 31 0,-2-1 58 15,3 2 73-15,1-4 71 0,-2 2 71 0,1-1 69 0,3 4 65 0,0-5 80 16</inkml:trace>
  <inkml:trace contextRef="#ctx0" brushRef="#br0" timeOffset="168688.89">7367 8496 262 0,'0'3'383'0,"0"-1"89"0,0 3 79 0,0 1 69 16,2 3 70-16,1 0 45 0,-3 1 30 0,0 0 22 0,-3 3 17 0,3-1 12 16,0 2 11-16,-2 1-55 0,2-2-88 0,-4 5-106 0,4-2-110 15,0 1-86-15,-1 0-72 0,1 1-71 0,0-2-70 0,0 2-44 0,0-1-34 16,0-1-22-16,0-1-18 0,0 0-18 0,1 0-18 0,-1-1-16 0,0-3-20 16,4 2-24-16,-4-3-29 0,2 1-59 0,-2-4-76 0,0 1-85 0,3-3-91 15,-3 0-76-15,0 0-69 0,4-2-88 0,-2 1-94 0,-2-4-56 0,0 0-39 16,0 0-10-16,0 0 1 0,3-4 15 0,-3-1 21 0,6 1 59 0,-6-4 71 15,5-1 86-15,-1 0 91 0,0 0 77 0,-3 0 72 0,5-3 89 0</inkml:trace>
  <inkml:trace contextRef="#ctx0" brushRef="#br0" timeOffset="169089.35">7720 8511 85 0,'5'-2'376'0,"1"2"161"0,-3 0 91 16,1 2 54-16,-2-1 37 0,1 1 27 0,-1 1 20 0,2 0 18 0,-4 1 14 16,0 2 10-16,3-1 7 0,-3 0 6 0,-3 3-88 0,3 0-131 0,0-1-151 15,-6 1-161-15,3 1-90 0,-3 0-55 0,3 1-39 0,-5 1-34 16,1-1-21-16,-4 2-15 0,6 0-16 0,-4 0-17 0,0 0-15 0,0 0-14 16,0 0-10-16,0-1-9 0,1-1-7 0,1 1-8 0,-4-2-8 0,6 0-7 15,-2-2-10-15,1 1-9 0,1-2-20 0,-1 0-21 0,3-2-25 0,1-1-22 16,-2-1-18-16,4 1-19 0,0-3-11 0,0 0-8 0,0 0 0 0,0 0 3 15,4-2 4-15,-2 1 7 0,1-2 13 0,-1 1 14 0,2-1 20 0,1 0 20 16,-1 1 28-16,1 0 28 0,1-1 36 0,-3 1 37 0,3 1 46 0,-3 1 45 16,-1 0 44-16,5 0 40 0,-5 1 34 0,2 2 25 0,-2 0 20 0,1 0 18 15,1 2 15-15,-2-1 10 0,-2 1 10 0,3 1 5 0,-3 0-6 0,0 1-8 16,0-1-21-16,0 2-29 0,0-1-34 0,0-1-38 0,0 2-27 0,0-3-25 16,0 2-19-16,0-1-19 0,0-2-17 0,0-1-16 0,-3 0-16 0,3 0-18 15,0-3-21-15,0 0-24 0,0 0-43 0,0 0-50 0,0 0-72 0,3 0-81 16,1-3-70-16,-2 0-64 0,1-1-61 0,-1-1-65 0,5-1-62 0,-5-1-65 15,2-2-42-15,1-2-38 0,1-1-2 0,-3 0 8 0,3 0 35 0,-3 0 47 16,3-1 69-16,-1 1 82 0,1-2 69 0,-3 2 60 0,6 0 67 0,-3 2 63 16,3-1 68-16</inkml:trace>
  <inkml:trace contextRef="#ctx0" brushRef="#br0" timeOffset="169205.81">7821 8625 279 0,'7'-2'430'0,"-1"1"84"16,-5 1 57-16,7 1 41 0,-7 1 35 0,5 2 28 0,-2-1 27 16,-1 2 21-16,-3-2 23 0,2 1 16 0,-2-1 17 0,4 1-57 0,-4 1-86 15,0-2-123-15,3 2-144 0,-1-1-82 0,-2-1-55 0,0 2-41 0,0-2-33 16,4 0-36-16,-4 1-37 0,1 0-44 0,-1 0-52 0,0-1-83 0,0-2-101 15,0 2-88-15,0-3-83 0,4 3-78 0,-4-1-74 0,0-2-95 0,0 0-105 16,0 0-46-16,0 0-21 0,0 0-4 0,0 0 6 0,4-2 18 0,-3-2 30 16,3 1 68-16,-4-2 83 0,2-1 80 0,1 0 77 0,1 0 73 0,-2 2 74 15</inkml:trace>
  <inkml:trace contextRef="#ctx0" brushRef="#br0" timeOffset="169328.06">7977 8610 85 0,'5'0'328'0,"-5"0"98"15,0 0 45-15,0 0 19 0,4 1 9 0,-4-1 7 0,1 0 0 0,-1 0 1 16,0 0-9-16,0 0-14 0,0 0-23 0,0 0-28 0,4 0-127 0,-4 0-171 15,0 0-168-15,0 2-163 0,0-2-121 0,-4 2-104 0,-1 0-47 0,1 1-22 16,-1 0-10-16,-1 0-5 0,1 2 8 0,-4-3 13 0,0 3 22 0,0 0 28 16,-2-1 38-16,2 0 40 0,-2 3 60 0,-5-1 67 0</inkml:trace>
  <inkml:trace contextRef="#ctx0" brushRef="#br0" timeOffset="169914.98">6019 9412 106 0,'0'-3'566'16,"0"3"142"-16,0-3 66 0,0 3 34 0,0-3 16 0,0 3 13 0,0 0 7 15,0 0 9-15,0 0 16 0,0 0 15 0,2 3 16 0,-2-1-6 0,4 2-19 16,-4 1-210-16,0 1-296 0,0 0-138 0,0 1-66 0,0 2-30 0,0 0-15 16,-4 2-18-16,4-1-20 0,0 1-28 0,0-1-30 0,0 1-33 0,0-1-33 15,-2 1-29-15,2-2-27 0,0 0-25 0,0-2-24 0,0 2-40 0,0-3-46 16,0 0-59-16,0-1-68 0,0-1-52 0,0-1-44 0,0 0-26 15,0-3-16-15,0 0-14 0,0 0-12 0,0 0-7 0,6-2-4 0,-6 0-2 16,5-3 5-16,-5-1 22 0,4 0 35 0,-2-1 54 0,1-3 61 0,1 2 60 16,-2-2 61-16,1 2 52 0,1-4 44 0,-2 3 45 0,1-1 45 0,-3 2 39 15,6 0 35-15,-6 1 37 0,5-1 35 0,-5 2 28 0,4 2 27 0,-2-2 22 16,1 3 23-16,1-2 22 0,-2 2 19 0,1-1 23 0,3 2 21 16,-6-1 24-16,5 0 24 0,-1 0 19 0,-1 1 20 0,-1 0 6 0,2 0 2 15,-2 1-2-15,1-1-3 0,1 1-6 0,-2-1-12 0,-2 2-15 0,0 0-20 16,0 0-27-16,0 0-30 0,3-1-38 0,-3 1-36 0,0 0-35 0,0 0-33 15,0 0-23-15,0 0-16 0,0 1-16 0,2 1-11 0,2-1-8 0,-4 1-9 16,0 1-6-16,3-1-8 0,-1 2-7 0,-2 0-11 0,0 1-15 0,4 1-15 16,-4 1-25-16,3-1-30 0,-1 0-43 0,-2 2-50 0,0-2-51 0,0 1-53 15,0-1-46-15,0-1-41 0,0-1-31 0,0-1-25 0,0 0-17 0,0 0-17 16,0-3-11-16,0 0-10 0,0 0-5 0,0 0-2 0,0 0-2 0,0 0-2 16,0 0 6-16,0 0 4 0,0-4 25 0,-2-1 29 0,-1 1 29 0,3 1 25 15,-4-2 21-15,4 5 21 0,0-5 22 0,-5 1 24 0,5 1 31 0,0 3 28 16,0-6 46-16</inkml:trace>
  <inkml:trace contextRef="#ctx0" brushRef="#br0" timeOffset="170228.93">6162 9251 189 0,'6'-1'309'0,"-1"-2"47"0,-1 2 33 0,1 1 29 0,4 0 28 16,-3 1 35-16,-1 2 36 0,2-2 42 0,-1 1 41 0,-1 0 34 0,1 1 28 16,1-2-38-16,0 2-68 0,-3-3-70 0,5 3-73 0,-4-1-41 0,1-2-23 15,-1 1-25-15,2 0-26 0,-1 3-31 0,-1-3-34 0,1 1-37 0,1-1-40 16,-2 2-35-16,1-1-26 0,-1-1-18 0,-1 1-14 0,1 1-13 0,1-2-13 16,-3 1-7-16,1-1-6 0,-2-1-3 0,1 2-1 0,-3-1-5 0,0-1-2 15,0 0 1-15,0 0-2 0,2 2-2 0,-2-2 1 0,0 0-1 0,0 0-4 16,0 0-9-16,0 0-18 0,0 0-30 0,0 0-42 0,0 0-61 0,0 0-69 15,0 0-63-15,0 0-58 0,-2-2-50 0,2 1-50 0,-3-1-46 0,3 1-48 16,-2-2-48-16,-2 0-54 0,1 0-35 0,1-2-31 0,-2 2 12 0,-1-2 31 16,1 3 58-16,-1-3 66 0,1 1 61 0,2-1 58 0,-1 1 51 0,-3-1 46 15,3 2 47-15,1 0 48 0,-2 0 50 0</inkml:trace>
  <inkml:trace contextRef="#ctx0" brushRef="#br0" timeOffset="170972.04">6264 9216 25 0,'-2'1'285'0,"-2"1"104"0,1-1 65 0,1 2 45 0,2 0 53 0,-4 2 55 0,4-3 50 16,0 3 51-16,-2 1 35 0,-1 0 28 0,3 2 22 0,0-1 17 0,0 2-59 15,-4 2-94-15,4-1-94 0,0 2-93 0,-2 0-54 0,2 3-37 0,-3 0-43 16,3 2-46-16,-2 0-45 0,-2 0-46 0,4 2-31 0,-3 0-30 16,1-1-21-16,-2 2-18 0,4-2-12 0,-3 2-12 0,1-1-12 0,2-2-13 15,-4 0-19-15,4-1-17 0,0-1-20 0,-2 0-18 0,2-2-17 0,-3-2-16 16,3 0-12-16,0-2-12 0,0-2-13 0,0-1-16 0,0 0-19 0,0-1-25 16,0-3-26-16,3 0-29 0,-3-2-25 0,2 2-23 0,-2-2-27 0,0-2-29 15,4 0-28-15,-4 0-30 0,2-1-19 0,1-2-17 0,1-1-10 0,-2 0-2 16,1-3 8-16,3-1 10 0,-1-1 23 0,-1-1 25 0,1-1 30 0,-1-1 31 15,1 1 40-15,1-2 39 0,-1 1 42 0,2-1 43 0,-5 0 35 0,5 0 35 16,-5 3 30-16,2-1 26 0,1 1 26 0,-1 1 24 0,-2 2 19 0,1 0 24 16,3 2 18-16,-6-1 20 0,3 3 26 0,-1 1 32 0,-2 1 31 0,4 0 33 15,-4 0 32-15,3 2 29 0,-3 1 22 0,0-2 21 0,0 2 9 0,0 0 4 16,0 0-2-16,2 0-7 0,2 2-10 0,-2-1-12 0,-2 1-20 0,0 1-26 16,3-2-32-16,-3 2-35 0,4 1-33 0,-4 0-35 0,2 0-29 0,-2-1-30 15,3 2-22-15,-3-1-18 0,0 1-12 0,0-1-10 0,2-1-11 0,-2 2-11 16,4-3-11-16,-4 2-14 0,0-3-12 0,0 2-15 0,3 0-15 15,-3-1-17-15,0-2-19 0,2 1-21 0,-2-1-25 0,4 2-24 0,-4-2-31 16,0-2-33-16,5 1-31 0,-5-1-26 0,6 1-23 0,-6-4-20 16,3 0-9-16,3 1-7 0,-3-2 7 0,-1 0 9 0,2 0 15 0,-1-1 20 15,-1 1 23-15,2-2 27 0,1 1 31 0,-5 0 35 0,6 2 34 0,-6-1 37 16,3-1 38-16,-1 5 36 0,2-4 34 0,-4 3 31 0,0 0 24 0,3 1 23 16,-1 1 22-16,-2 1 20 0,0-2 33 0,0 2 34 0,0 0 33 0,0 0 33 15,0 0 19-15,4 0 15 0,-4 2 6 0,3-1 3 0,-1 2 0 0,-2 0-7 16,4 2-9-16,-4 0-8 0,1 2-16 0,-1-1-17 0,4 3-28 0,-4-2-34 15,0 4-31-15,4-2-30 0,-2 1-23 0,-2 1-17 0,0-1-18 0,0 2-13 16,0-3-10-16,0 1-10 0,0 0-8 0,0-1-5 0,0 0-5 0,0-2-2 16,0 1-4-16,0-2-1 0,0 0-3 0,0-2-4 0,0 1-7 0,0-1-7 15,-2-1-9-15,2-1-12 0,-4 0-13 0,4 2-16 0,0-4-21 0,-4 1-22 16,3 1-27-16,1-1-30 0,-4-1-36 0,2 3-34 0,-1-1-33 0,-1-2-30 16,4 0-22-16,-2 0-21 0,-1 0-8 0,-1 0-6 0,2 0 7 0,-1-2 7 15,1 1 20-15,-2-1 19 0,4-1 28 0,-4 3 29 0,3-1 34 0,1-3 36 16,-4 2 38-16,2 0 34 0,-1-1 38 0,3 2 36 0,-4-1 37 15,4-1 33-15,-2 3 38 0,-1-3 41 0,3 3 44 0,0 0 44 0,-2-2 41 16,2 2 37-16,0 0 25 0,0 0 21 0,-4 0 13 0,4 0 10 0,0 0-2 16,0 0-6-16,0 0-12 0,0 0-16 0,0 0-21 0,0 2-24 0,0 3-35 15,0-2-35-15,4 1-33 0,-4 0-35 0,0 3-20 0,2-1-16 0,-2 1-15 16,0 2-10-16,0-1-9 0,0 1-3 0,0 0-6 0,0 0-4 16,0 0-5-16,0 0-8 0,3 1-7 0,-3-1-6 0,0 0-6 0,0-1-4 15,0 1-5-15,0-2-5 0,0 1-1 0,-3-1-1 0,3-1-2 0,0 0-6 16,0-1-5-16,-2-1-5 0,2-1-8 0,0 0-8 0,0-3-11 0,0 0-14 15,0 0-30-15,-4 0-39 0,4 0-71 0,0 0-83 0,0 0-70 0,0-1-67 16,0-1-54-16,0-3-50 0,0 3-58 0,0-3-59 0,4-2-61 0,-4-2-62 16,0 0-21-16,2-2 1 0,-2-1 23 0,3 0 35 0,-1 0 71 0,2 0 83 15,-1-1 73-15,-1-1 64 0,3 1 57 0,-1 1 55 0,5 0 61 0,-3-2 66 16</inkml:trace>
  <inkml:trace contextRef="#ctx0" brushRef="#br0" timeOffset="171231.3">6539 9423 138 0,'5'-2'295'15,"-1"0"51"-15,-3 1 31 0,3 2 28 0,1 1 31 0,-5 1 46 0,6 2 59 0,-6-1 68 0,3 2 77 0,3 0 49 0,-2 2 36 0,-4-1-21 0,5 2-50 16,-1-2-78-16,-3 4-86 0,3-2-44 0,1 0-22 0,-5 2-23 16,6-1-21-16,-3 2-41 0,1 0-47 0,-2 0-62 0,2 0-69 0,-3 0-40 15,3 2-31-15,0-1-19 0,-3 0-12 0,3 0-6 0,-2 0-1 0,1 1-5 16,-3-1-3-16,0 1-8 0,4-1-5 0,-4 0-9 0,2 0-5 0,-2-1-8 16,0 0-7-16,-2-2-6 0,-2 0-7 0,4 1-7 0,0-2-5 0,-3-1-5 15,1-1-6-15,-2 1-11 0,3-1-13 0,-3-2-15 0,-1 1-18 0,1-2-16 16,-2 1-17-16,-3-1-15 0,4 1-16 0,0-2-23 0,-4-2-24 15,3 2-55-15,-3 0-68 0,0-1-84 0,0-1-90 0,-2 0-76 0,2 1-65 16,0 0-89-16,-4-2-103 0,6 0-39 0,-6 0-14 0,4 0 4 0,-1-4 7 16,1 2 18-16,0-1 24 0,-1 0 53 0,5-2 70 0,-4 0 83 0,0 0 93 15,4-1 82-15,-1-1 78 0</inkml:trace>
  <inkml:trace contextRef="#ctx0" brushRef="#br0" timeOffset="172053.37">6987 9423 15 0,'-2'-5'290'0,"-1"1"126"0,3 2 86 0,-4 1 66 0,4 1 53 0,0 0 51 16,-2 1 35-16,-1-1 29 0,3 2 22 0,-4-1 19 0,4-1 12 15,-2 2 8-15,2-2-63 0,0 0-98 0,0 2-115 0,-3 2-129 0,3-3-77 16,0 4-58-16,-2-1-50 0,2 2-45 0,0 3-30 0,0 0-27 16,0 3-20-16,0 3-16 0,0 0-9 0,0 3-7 0,2 0-5 0,-2 2-3 15,3-1-2-15,-3 2 2 0,2-1-3 0,2-1-4 0,-1 1-5 0,-1-2-3 0,2-2-2 16,1 1-4-16,-1-3-1 0,1 0-2 0,1-2-2 0,3-1 1 16,-4-2-2-16,2 0 1 0,1-3-1 0,1 0 2 0,0-2-2 0,-4-2-2 15,4-1 1-15,4-1-2 0,-2-1 0 0,-2-1 0 0,2-2 1 0,-2-2 4 16,0-2-1-16,0 1-2 0,0-4-2 0,-2 1 0 0,2-2-2 0,0-1 1 15,-4 0 1-15,3 1 1 0,-7-3 4 0,3 2 4 0,2 1 1 0,-3-2 4 16,-3 0 1-16,0 4 1 0,0-2 2 0,0 0 5 0,-3 2 1 0,-1 1 1 16,2-2-1-16,-2 2 0 0,-1 0-1 0,0 2 0 0,-1-2-4 0,-1 1-2 15,-2 2-4-15,3 0-7 0,-3 0-6 0,4 2-4 0,-4-1-13 0,4 1-11 16,-4 2-20-16,3-1-23 0,1 2-20 0,-4-1-19 0,3 2-33 0,1 0-35 16,-2 0-80-16,1 0-96 0,1 2-87 0,1-1-87 0,-1 2-80 0,-1 2-87 15,3-3-80-15,-3 3-75 0,3 0-24 0,-3 1 1 0,6 0 10 0,-5 0 16 16,5 0 30-16,0 1 33 0,-4-1 77 0,4 0 98 0,4 0 90 15,-1 0 87-15,-1-1 85 0,4-1 87 0</inkml:trace>
  <inkml:trace contextRef="#ctx0" brushRef="#br0" timeOffset="172219.07">7139 9606 93 0,'5'2'335'0,"1"0"99"0,1 1 74 0,-5 0 64 16,5 2 61-16,-1-2 58 0,-1 1 43 0,0 2 31 0,-1-1 24 0,2 2 21 16,-1-1 15-16,-1 2 14 0,1-2-84 0,0 1-125 0,3 1-104 0,-7-2-92 15,5 1-71-15,-3 0-64 0,3 3-60 0,-2-3-59 0,1 1-41 0,-1 1-34 16,1-2-33-16,-1 1-31 0,-3-2-32 0,5 1-32 0,-3 1-50 0,1-3-62 15,2 0-99-15,-6 1-119 0,5-1-104 0,0-3-98 0,-1 2-109 0,-2-1-114 16,-2-3-50-16,7 1-22 0,-7-1-3 0,5-1 4 0,1-1 17 0,-2 1 15 16,1-3 39-16,-1 2 55 0,-3-3 94 0,3 1 114 0,1-1 103 0,-1 2 98 15</inkml:trace>
  <inkml:trace contextRef="#ctx0" brushRef="#br0" timeOffset="172623.42">7497 9417 199 0,'0'-3'519'0,"0"3"124"0,0-2 72 0,0 2 41 0,0 0 26 0,0 0 16 16,0 0 13-16,0 0 14 0,4 0 11 0,-4 0 13 0,0 2 13 16,3 1-32-16,-3-1-47 0,0 0-174 0,0 1-229 0,2 2-119 0,-2-1-69 15,0 4-39-15,0-1-24 0,0 1-16 0,0 1-14 0,0 1-17 0,0 1-17 16,0-1-25-16,0 1-26 0,0-1-26 0,0 1-27 0,0-1-26 0,0-2-20 16,0 1-31-16,0-2-31 0,0 0-55 0,0-2-70 0,0 1-67 0,0-1-70 15,0-3-46-15,0-2-41 0,0 4-22 0,0-4-16 0,0 0-17 0,0 0-11 16,0 0-12-16,0 0-12 0,4-2 2 0,-4-1 11 0,0 0 38 0,0 0 48 15,0 0 53-15,0-1 56 0,0-1 40 0,-4 1 37 0,4-1 41 0,0-1 37 16,0 2 48-16,0-1 46 0,-2 1 51 0,2-3 49 0,0 2 38 0,-3 0 35 16,3-1 26-16,0 0 24 0,0 2 20 0,0-1 14 0,-4 1 2 0,4-1-5 15,0 1-26-15,0 1-38 0,0 3-73 0,0 0-89 0,0 0-52 0,0-5-36 16,0 5-25-16,0 0-14 0,0 0-11 0,0 0-5 0,0 0-4 0,0 0-1 16,0 0 8-16,-5 3 11 0,5 0 23 0</inkml:trace>
  <inkml:trace contextRef="#ctx0" brushRef="#br0" timeOffset="172863.4">7472 9569 70 0,'5'-4'231'16,"1"0"37"-16,-3-1 23 0,3-1 20 0,-1 0 15 0,2 0 16 0,-1 0 15 16,3 0 17-16,-2-1 13 0,2-1 19 0,-2 2 16 0,-1-1-12 0,3 2-29 15,-4-1-34-15,1 3-35 0,3-3-2 0,-4 3 12 0,1 0 12 0,-3 2 12 16,3-1 1-16,-3 1 2 0,-1-1-3 0,2 1-5 0,-1-1-11 0,-3 2-13 15,2-1-23-15,-2 1-27 0,0 0-32 0,0 0-32 0,0 0-35 0,0 0-33 16,0 0-48-16,0 0-50 0,0 0-71 0,0 1-80 0,0-1-78 0,0 3-76 16,0 0-67-16,0 2-62 0,-2-3-62 0,-1 3-58 0,-1 1-77 0,2 0-85 15,-1 0-37-15,-3 0-19 0,3 2 9 0,1-1 21 0,-4 1 50 0,-1-1 63 16,2 1 66-16,-1-1 65 0,3 1 60 0,-3-1 59 0,1 1 58 0,-1-1 61 16</inkml:trace>
  <inkml:trace contextRef="#ctx0" brushRef="#br0" timeOffset="173112.19">7510 9676 42 0,'0'0'260'0,"0"0"51"0,0 0 27 0,5 0 22 0,-1 0 17 0,-2 0 20 0,1 0 15 16,3-1 27-16,-3-1 26 0,-1 2 28 0,5-1 30 0,-5-1 2 16,4-1-12-16,-3 2-53 0,3 1-70 0,-3-2-27 0,3 0-10 0,-6 1-6 15,5 0-4-15,-5 1-10 0,0-2-7 0,0 2-16 0,0 0-21 0,0 0-20 16,0 0-19-16,0 0-27 0,4 0-31 0,-4 2-27 0,3 0-25 16,-3 2-20-16,0-1-18 0,0 1-12 0,0 2-14 0,0 0-7 0,0 0-6 0,-3 2-7 15,3 1-7-15,-4-2-5 0,4 2-6 0,0-1-6 0,-2-1-5 16,-1 1-5-16,3-2-1 0,0-1-1 0,0 2-2 0,0-3-2 0,0 1-1 15,0-3-1-15,0 2-1 0,0-1-1 0,3-2 0 0,-1 1-4 0,-2-1-1 16,4-1-2-16,-1 2-2 0,-1-2-8 0,4 0-10 0,-3-2-25 0,3 2-35 16,-3-3-79-16,3 2-97 0,-1-4-95 0,1 2-94 0,3-1-126 0,-6-1-134 15,3 1-63-15,-1-2-28 0,2-2-13 0,-5 2-5 0,4 1 5 0,-3 0 7 16,3-1 26-16,-3 1 30 0,3 1 81 0,-3-1 98 0,3 2 95 0,-1 0 94 16</inkml:trace>
  <inkml:trace contextRef="#ctx0" brushRef="#br0" timeOffset="174063.5">8002 9379 226 0,'3'-4'365'0,"3"-1"79"0,-3 2 59 0,-1 2 66 0,2 1 68 15,0 0 51-15,-3 1 44 0,-1-1 30 0,0 0 19 0,0 3 13 0,4 0 13 16,-4 0-54-16,0 0-80 0,0 1-105 0,-4 0-111 0,4 0-75 0,0 2-60 16,-1 0-69-16,-3 0-70 0,0 0-59 0,2 2-50 0,-3 1-41 0,1-2-35 15,1 2-38-15,-3 0-40 0,1 0-47 0,1 0-47 0,-1-1-52 0,1 1-54 16,3-3-44-16,-3 1-39 0,-2-2-25 0,6 1-21 0,-3-2-7 0,1-1-5 15,-2 0 5-15,4-1 9 0,0-2 24 0,0 0 26 0,0 0 42 0,0 0 43 16,4-2 49-16,-2 1 57 0,-2-2 51 0,3 0 50 0,1 0 42 16,-2 0 37-16,2-2 35 0,-3 2 32 0,3 0 32 0,1-1 34 0,-1 0 35 15,1 3 33-15,1-2 38 0,1 0 32 0,-2 2 25 0,5-1 14 0,-5-1 8 16,0 3 0-16,1-1-3 0,3-1-7 0,-4 2-13 0,4-2-17 0,-5 2-21 16,5 0-27-16,-4 0-33 0,1 0-31 0,-1 0-36 0,2 0-34 0,-1 0-33 15,-4 0-32-15,5 0-48 0,-5 0-57 0,3 0-78 0,-1 0-87 0,-1 0-70 16,-1 0-68-16,-2 0-67 0,0 0-65 0,0 0-82 0,0 0-86 15,0 0-47-15,0 0-30 0,0 0-8 0,0 0 4 0,0 0 33 0,-5 0 42 16,-4 2 68-16,3 0 77 0,1-1 68 0,-1 4 62 0,-1-2 62 0,-2 2 67 16</inkml:trace>
  <inkml:trace contextRef="#ctx0" brushRef="#br0" timeOffset="174856.52">7957 9594 205 0,'-8'7'341'0,"3"0"51"0,0-2 25 16,1 1 14-16,2 0 14 0,2-1 14 0,-4-1 14 0,4-1 25 0,0-1 29 15,0-2 30-15,4 3 36 0,-2-2-29 0,2-1-59 0,-3 0-81 0,3 0-93 16,1 0-44-16,3-1-22 0,-3 1-13 0,0-2-9 0,5-1-14 0,-5 0-15 15,4 0-23-15,0-2-28 0,-4 3-33 0,4-3-35 0,-3 1-34 0,3-1-33 16,0 1-32-16,-4-1-35 0,1 1-25 0,-1-1-28 0,-1 2-20 0,0-1-17 16,-3 2-13-16,-1 1-9 0,0 1-7 0,0 0-5 0,0 0-2 0,0 0-1 15,0 0 6-15,0 3 9 0,0 1 16 0,0-1 20 0,-5 3 25 16,5-1 25-16,-4 0 24 0,-1 3 25 0,3-2 20 0,-5 2 20 0,5-1 18 16,-2-1 19-16,-1 0 16 0,1 2 17 0,-1-3 12 0,1 0 14 15,2 0 7-15,-1-1 9 0,3 1-1 0,-2-3 1 0,-2 0-3 0,4 1-8 0,0-3-6 16,0 0-7-16,0 2-12 0,0-2-9 0,4 1-14 0,-2-1-14 15,1 0-13-15,3 0-12 0,-2 0-10 0,-3-1-7 0,5-1-9 0,3 1-9 16,-6-3-22-16,6 0-31 0,1 0-42 0,-5-1-46 0,6-3-45 0,-2 1-43 16,0-2-37-16,0-1-30 0,0-2-30 0,2 1-27 0,-2-2-24 0,2-1-25 15,-2 1-16-15,3-2-13 0,-1 0 2 0,-2 0 12 0,2 0 26 0,-2-2 37 16,0 2 40-16,4 0 39 0,-6 0 39 0,2 0 44 0,0 2 41 0,-3-1 40 16,3 1 44-16,-4 2 42 0,4 1 38 0,-3 1 41 0,-3 0 31 0,3 1 35 15,-3 2 29-15,3 2 20 0,-6-1 20 0,3 2 20 0,-1 0 11 0,-2 3 7 16,0 0 9-16,0 0 9 0,0 0 9 0,0 0 7 0,0 0 13 0,0 0 11 15,0 0 10-15,0 0 7 0,0 0-2 0,0 2-5 0,4-1-11 0,-4 1-14 16,0-1-19-16,2 1-22 0,1 1-39 0,-3 0-48 0,4-2-64 16,-4 4-70-16,2-4-73 0,-2 4-71 0,3-2-60 0,-3 1-54 0,0-1-46 0,4 0-40 15,-2 2-35-15,-2-2-28 0,0 1-26 0,0-1-21 0,0 2-9 16,0-2 0-16,0 1 8 0,0-1 11 0,0 1 13 0,0 0 15 0,-2 0 17 16,-2-1 18-16,4 2 28 0,-3-3 32 0,1 3 27 0,-2 0 21 0,1-1 25 15,1 1 24-15,-2-1 47 0,-1 2 56 0,1-1 104 0,2-1 127 0,-1 2 84 16,-3 0 65-16,1-1 45 0,1 1 33 0,-1 0 21 0,-1 0 18 15,3-2 27-15,-3 2 29 0,3 2 32 0,-3-2 32 0,3-2 11 0,1 2 7 16,-2 0-44-16,4-1-66 0,0-1-31 0,0 1-14 0,0-2-7 0,4-1-6 16,-4 0-10-16,5 1-10 0,-1-1-16 0,-2-1-20 0,3 1-23 0,4-2-28 15,-5 0-33-15,5 0-34 0,-4 0-29 0,4-2-31 0,0 2-24 0,-1-3-24 16,1 0-20-16,0 0-19 0,-4 0-21 0,4 0-21 0,-3-1-30 0,1-1-30 16,-2 2-36-16,1-1-40 0,-3 1-40 0,-1 0-42 0,2 0-36 0,-4 1-35 15,0-1-22-15,0 3-20 0,0-3-10 0,0 0-7 0,-4 0 1 0,4 0 6 16,-5-1 18-16,5 0 23 0,-6 2 31 0,3-3 33 0,-3 2 43 0,1-1 39 15,1-1 40-15,-1 1 31 0,-1 1 31 0,-3-2 29 0,6 0 28 0,-3 1 26 16,1 0 32-16,-1 1 27 0,3 0 35 0,-3 0 38 0,3 0 33 0,-3 3 37 16,6-2 31-16,0 2 26 0,0 0 20 0,0 0 14 0,0 0 8 0,-3 0 3 15,3 0-1-15,0 3-7 0,-2 0-9 0,2 2-13 0,0 1-22 0,0 3-23 16,0 0-28-16,0 1-29 0,0 3-25 0,0 1-25 0,0 1-17 16,0 0-16-16,2 2-12 0,-2-1-12 0,0-1-11 0,3 2-10 0,-3-2-12 15,6-2-11-15,-6 2-10 0,3-3-9 0,-1 0-9 0,5-1-6 0,-5-1-4 16,2-1-4-16,1-1-5 0,1-2-7 0,-3-1-8 0,3 0-10 15,-1-2-17-15,2 0-23 0,-1-1-55 0,-1-2-68 0,1-2-79 0,3 1-81 0,-4-4-80 16,4 0-78-16,-3 0-102 0,3-1-109 0,-6-3-48 0,6 1-20 16,0-2 0-16,-2 1 0 0,1-2 17 0,-3 1 22 0,6-1 54 0,-4 1 69 15,0-1 81-15,3 2 80 0,-1 0 82 0,-4 0 79 0</inkml:trace>
  <inkml:trace contextRef="#ctx0" brushRef="#br0" timeOffset="176235.54">8769 9580 249 0,'-2'3'339'0,"-2"0"56"0,-1 2 39 0,5-4 37 0,-4 2 32 16,4 0 35-16,-2-1 32 0,2-1 29 0,0-1 30 0,0 0 20 0,-3 3 19 16,3-3-48-16,0 0-77 0,0 0-78 0,0 0-73 0,0 0-44 0,5-1-29 15,-5-1-29-15,4 1-23 0,1-1-28 0,-1-1-28 0,-2 0-24 0,5 2-22 16,-2-3-18-16,1 0-15 0,-1 1-13 0,4-1-9 0,-3 1-13 0,3-2-13 15,0-1-9-15,0 2-6 0,0-1-11 0,0-1-8 0,-4 2-5 0,6-2-5 16,-2 2-4-16,-3-1-7 0,3 0-4 0,-4 1-2 0,2 1-5 0,-1 0-5 16,-1 0-2-16,1 1-1 0,-3 2 2 0,3-1 2 0,-3 1 2 0,-1 1 5 15,2 2 2-15,1 0 2 0,-1 2 4 0,-2 1 1 0,1 1 0 0,3 2 0 16,-6 0 0-16,3 3 0 0,-1 0 0 0,2 0 0 0,-4 2-2 0,0-1-1 16,0 0-4-16,0 3-4 0,0-3-2 0,-4-1-5 0,2 0-2 0,2 0 1 15,0-2-4-15,-3 0-2 0,3-2-8 0,0 0-11 0,-6-2-10 16,6 0-15-16,0-1-21 0,-5-2-25 0,5-2-52 0,-4 2-59 0,2-3-77 15,-1 0-84-15,-1 0-67 0,2-1-61 0,-3-2-54 0,1 0-53 16,-1 0-57-16,-2-3-54 0,1 0-43 0,1-2-36 0,-1-1 1 0,1-2 16 16,-2 1 43-16,1-2 59 0,1 0 78 0,-1 0 83 0,-1-1 66 0,2-1 61 15,-1 2 56-15,3-1 55 0,-3-1 61 0</inkml:trace>
  <inkml:trace contextRef="#ctx0" brushRef="#br0" timeOffset="176386.04">8783 9436 240 0,'-2'-13'397'0,"-1"2"79"0,3 2 54 0,0 2 45 0,0 1 37 15,0 1 36-15,0 3 34 0,0 2 27 0,0 0 26 0,0 0 19 0,0 0 18 16,0 0-48-16,0 0-76 0,0 0-112 0,0 4-126 0,0-1-73 0,0 3-51 15,0-1-42-15,0 2-38 0,0 2-36 0,0 1-35 0,-2 1-28 0,-2 1-32 16,4 1-28-16,-5 0-34 0,5 0-38 0,-4 0-44 0,-1 1-67 0,5-1-76 16,-4-1-72-16,2 0-73 0,-1-1-67 0,1-2-65 0,-2 0-74 0,4-2-75 15,-3-1-65-15,1-1-58 0,-2-2-16 0,1 0 1 0,3-3 23 0,0 0 30 16,-2 2 57-16,2-2 69 0,0 0 68 0,0 0 69 0,-4-2 67 0,4 2 66 16,0 0 74-16</inkml:trace>
  <inkml:trace contextRef="#ctx0" brushRef="#br0" timeOffset="176533.56">8754 9519 21 0,'0'-3'283'0,"4"0"70"0,1 1 46 0,-1 1 47 0,1 1 52 0,-1 0 60 0,1 1 62 16,1 1 48-16,-1 1 41 0,-1 0 27 0,1 0 17 0,4 0-15 15,-3-2-28-15,-1 2-94 0,4 1-123 0,-2-2-68 0,1 1-42 0,1 0-57 16,0 0-61-16,0 0-85 0,0 0-101 0,0 0-116 0,2 0-128 16,-2 0-101-16,2-1-91 0,-2-1-87 0,0 1-89 0,2-1-86 0,-2-1-89 15,0-1-39-15,0 1-21 0,0-2 0 0,0 2 7 0,-2 0 25 0,2 0 36 16,0 0 71-16,0 0 84 0,0 0 76 0,2 2 75 0,2-1 76 0,-2 1 80 15</inkml:trace>
  <inkml:trace contextRef="#ctx0" brushRef="#br0" timeOffset="176851.26">9476 9379 293 0,'-4'-3'503'0,"1"2"111"0,1-1 73 16,-2 1 46-16,4 1 36 0,0 0 22 0,0 0 18 0,-5 1 15 0,5-1 13 16,-4 0 9-16,2 2 11 0,-1-2-49 0,1 3-76 0,-2 0-144 0,1-1-175 15,3 3-92-15,-6 0-54 0,3 2-27 0,-3 1-18 0,4 3-6 16,-1 2-5-16,-3 0-3 0,3 4-6 0,-3 1-7 0,3 0-4 0,1 3-14 16,-2 0-13-16,3 0-16 0,1 0-15 0,0 0-26 0,0 1-26 0,1-3-37 15,5 1-41-15,-3-1-46 0,3-1-48 0,-3-2-41 0,6-1-38 0,-3-2-31 16,3 0-27-16,-4-2-41 0,4-2-49 0,0 0-80 0,-3-3-97 0,5 0-75 15,-4-3-64-15,0-1-52 0,2-2-46 0,0-2-56 0,0-1-61 16,-3-2-14-16,3 0 11 0,-4-1 17 0,4-3 18 0,-3 0 40 0,-1 0 47 16,2 0 81-16,-1-1 95 0,-4 2 81 0,5 0 72 0,-5 1 71 0,5-1 71 15</inkml:trace>
  <inkml:trace contextRef="#ctx0" brushRef="#br0" timeOffset="177107.14">9563 9600 57 0,'-4'3'379'0,"2"0"206"15,2-3 100-15,0 1 54 0,0-1 30 0,2 3 21 0,2 0 15 0,-1 0 14 16,-1-1 15-16,2-2 18 0,1 1 7 0,-1-1 3 0,1 2-77 0,1-2-117 16,-1 0-173-16,4 0-203 0,-3 0-97 0,3-2-49 0,0 1-29 0,-4-1-23 15,4-1-14-15,0 0-16 0,0 0-17 0,2-1-23 0,-4 1-18 0,1-2-18 16,1 2-20-16,0-2-20 0,-4 1-34 0,2 0-35 0,1-1-77 15,-5 2-92-15,3 0-83 0,-3 0-79 0,-1 0-79 0,2 2-78 0,-4 1-90 16,0 0-94-16,0 0-34 0,0 0-8 0,0 0 5 0,0 0 12 0,0 0 26 16,0 0 36-16,0-3 72 0,0 3 90 0,-6-5 84 0,6 5 80 0,0 0 80 15,0-3 79-15</inkml:trace>
  <inkml:trace contextRef="#ctx0" brushRef="#br0" timeOffset="177360.3">9877 9370 4 0,'0'0'348'0,"0"0"224"0,0 0 111 0,0 0 59 16,0 0 33-16,0 3 22 0,0-1 17 0,4 2 16 0,-4-1 18 0,0 0 19 15,0 0 21-15,0 2 26 0,0-1-42 0,0 2-72 0,2 2-163 0,2-1-202 16,-4 2-93-16,0 2-45 0,3 2-28 0,-1 1-17 0,-2 1-14 0,0-1-16 16,0 5-16-16,4 0-21 0,-4 0-23 0,1-1-22 0,-1 4-27 0,4-3-27 15,-4 2-23-15,4-1-21 0,-4-1-24 0,1 1-24 0,-1-2-27 0,0 0-26 16,4-3-34-16,-4 0-37 0,4-2-28 0,-3-1-26 0,-1-1-28 0,0-1-26 15,0-2-58-15,0-2-69 0,0-2-93 0,0 1-106 0,0-2-88 0,0-2-88 16,0-1-81-16,0 0-81 0,0 0-17 0,0 0 15 0,-1-3 17 16,-3-1 22-16,4-1 24 0,0-1 27 0,-4 0 57 0,4 0 70 0,0-1 92 15,4-1 108-15,0 2 100 0,-3-1 97 0</inkml:trace>
  <inkml:trace contextRef="#ctx0" brushRef="#br0" timeOffset="177555.82">10078 9694 81 0,'4'2'413'0,"-4"-1"225"0,0 2 106 0,3 0 47 16,-1 0 25-16,-2 2 11 0,4-1 9 0,-4 0 5 0,0 0 3 0,4 0 6 15,-4-1 1-15,1 2-1 0,-1-3-88 0,4 3-130 0,-4-2-194 0,2 2-224 16,-2-1-107-16,0 0-55 0,0 0-35 0,0 0-28 0,0-1-34 0,0 2-37 16,0-3-74-16,0 3-86 0,0-2-83 0,0 0-79 0,0-1-73 0,0-2-69 15,0 3-80-15,0-3-83 0,0 0-55 0,0 0-40 0,0 0-11 0,-6-5 6 16,6 2 21-16,-1-1 34 0,-3-1 64 0,0-1 84 0,4 0 80 0,-2-1 78 15,-1-1 73-15,3 1 69 0,0-1 80 0</inkml:trace>
  <inkml:trace contextRef="#ctx0" brushRef="#br0" timeOffset="177884.64">10207 9553 22 0,'3'-2'277'15,"3"0"99"-15,-3 0 63 0,-1 1 51 0,2-1 51 0,1 4 46 0,-1-2 47 0,5 0 48 16,-4 0 32-16,1 0 24 0,3 0 18 0,-4-2 15 0,4 1-60 15,-3 1-94-15,3-2-95 0,-4 2-94 0,4 0-62 0,-5 0-46 16,5 0-46-16,-4 2-46 0,-1-1-47 0,1 1-46 0,-3-1-29 0,2 1-23 16,-1 0-17-16,-3 0-14 0,2 1-13 0,-2 2-9 0,0-2-7 0,-2 2-2 0,-1 0-5 15,-1 1-1-15,2 0 0 0,-1 0-1 0,-3 3 1 0,1-2 1 16,-2 1 1-16,1 1-1 0,1-1 1 0,1-1 2 0,-1 1 2 0,-1-1 0 16,3-1 2-16,-3 0-1 0,1-1 1 0,5-1-1 0,-4 1-1 0,2-3-3 15,-1 0 2-15,3-2 1 0,0 0-5 0,0 3-2 0,3-1-5 0,-1-1-3 16,2-1 0-16,-4 0 0 0,5 0-2 0,1 0 1 0,1 0-1 0,-2 0-1 15,1-1 0-15,3-1-1 0,-4 1-7 0,1-3-10 0,3 2-9 0,-4-3-7 16,2 2-19-16,-1-3-25 0,-1 3-55 0,1-3-70 0,-1 2-78 0,-1-2-82 16,1 0-76-16,-1 1-69 0,1-1-98 0,1 0-107 0,-3-1-58 0,3-1-35 15,-3-1-11-15,-1 2 1 0,5-2 15 0,-5 1 26 0,2-1 52 0,-4 0 70 16,5-1 77-16,-5 1 81 0,6 0 77 0,-6-2 72 0,3 2 98 0</inkml:trace>
  <inkml:trace contextRef="#ctx0" brushRef="#br0" timeOffset="178080.19">10572 9340 46 0,'5'2'366'0,"-1"-2"199"0,1 1 108 0,1 2 67 0,-2 0 41 16,5 0 33-16,-4 3 25 0,0 0 21 0,4-1 32 0,-3 1 32 0,-1 0 32 15,4 0 36-15,-1 1-55 0,-1 0-87 0,2 1-156 0,-5 1-182 16,5 0-96-16,-4 2-57 0,0 1-37 0,1 1-27 0,-3 0-25 0,3 4-22 0,-6 0-29 16,3-1-32-16,-3 4-35 0,-3-1-34 0,3 1-29 0,-2-1-29 15,-2 1-28-15,-1 0-26 0,-4 0-30 0,5-1-32 0,-5 1-38 0,2-2-39 16,-2 0-41-16,0-1-43 0,-4-1-37 0,2-1-34 0,1 0-71 0,-3 0-85 15,-2-3-103-15,1 2-109 0,-4-2-104 0,3-2-106 0,-1 1-67 0,-2-4-49 16,0 1 1-16,-2-1 18 0,2 1 35 0,2-2 38 0,-6 0 35 0,6 0 32 16,-2-2 72-16,0-2 86 0,-2 1 105 0,5 0 112 0,1-2 114 0,1-1 118 15</inkml:trace>
  <inkml:trace contextRef="#ctx0" brushRef="#br0" timeOffset="178218.61">10514 9835 142 0,'2'5'400'0,"2"-1"129"0,-4 1 4 0,0-3-46 0,-4 3-63 0,4 0-64 16,0-1-75-16,-5 0-85 0,3 0-74 0,-6-3-71 0,3 1-29 0,0 1-14 16,-1 0-113-16,-1-2-161 0,-4 2-137 0,2 0-131 0,0 0-4 0,-2-1 49 15,2 2 59-15,-2-1 67 0,-1 2 75 0,-3-2 86 0</inkml:trace>
  <inkml:trace contextRef="#ctx0" brushRef="#br0" timeOffset="182594.91">4354 10862 76 0,'0'0'231'0,"-6"0"25"0,6 0 14 0,0 0 7 0,0 0 3 0,0 0 3 15,-3 2-2-15,3-2-2 0,0 0-4 0,0 2-5 0,0-2-18 0,0 0-23 16,0 0-86-16,0 0-114 0,0 0-79 0,0 0-66 0,0 0-60 0,0 0-59 16,0 0-26-16,0 0-11 0,0 0-6 0,0 0 2 0,0 0 0 0,0 0 7 15,0 0 9-15,0 3 10 0,0-3 18 0,0 0 17 0,0 6 37 0</inkml:trace>
  <inkml:trace contextRef="#ctx0" brushRef="#br0" timeOffset="182872.83">4357 10921 13 0,'2'-3'248'0,"-2"3"70"0,0 0 39 0,0-1 26 0,0 1 26 16,4 1 30-16,-3 2 42 0,3-1 49 0,0 1 56 0,-2 1 59 0,1-1 45 16,-3 1 37-16,6 1-46 0,-3 3-83 0,3 1-67 0,-3-2-62 15,3 4-35-15,-5-1-18 0,3 2-25 0,0 0-30 0,-3 2-41 0,3-1-46 16,0 2-57-16,-2 0-58 0,-2 0-43 0,0 2-38 0,0-4-26 0,0 4-21 15,0-4-22-15,0 1-22 0,0-2-32 0,0-1-37 0,0 0-53 0,0-2-62 16,0-1-62-16,0-2-63 0,0-2-51 0,0 1-50 0,0-2-50 0,0-3-51 16,0 0-53-16,0 0-52 0,0 0-50 0,0 0-44 0,-6-5-3 0,6 1 20 15,-4-1 45-15,4-1 59 0,-1-2 60 0,-3 1 61 0,4 0 51 0,-4-4 49 16,4 2 50-16,-1 0 52 0,1 2 53 0</inkml:trace>
  <inkml:trace contextRef="#ctx0" brushRef="#br0" timeOffset="183111.66">4395 11037 126 0,'0'-8'280'0,"0"2"44"0,0 0 23 16,0 0 11-16,2 2 11 0,2-1 14 0,-4 2 12 0,1-2 21 15,3 1 24-15,0 0 31 0,-3-2 31 0,3 0-18 0,2-2-39 0,-1 1-61 16,2-1-72-16,-1-1-28 0,-1 2-9 0,4-1-1 0,-3-1 2 0,3 2 1 16,-4-2 1-16,4 1-7 0,-4 2-14 0,1 0-15 0,3 0-19 0,-2 0-19 15,0 2-17-15,1 0-13 0,-3 2-5 0,4 0-6 0,-3 2-7 16,3 0-4-16,-4 2-5 0,4 0-8 0,-4 2-10 0,5 2-9 0,-5 0-5 16,4 1-11-16,-4 2-13 0,4 3-8 0,-3-1-9 0,-1 2-11 0,3 1-9 15,-3 1-9-15,-3 1-7 0,5 1-16 0,-5-1-17 0,1 2-19 0,-3-1-19 16,6-1-34-16,-6-1-44 0,3 0-61 0,-1-1-68 0,-2-1-63 0,0-2-58 15,0-2-49-15,4-1-43 0,-4-1-46 0,0-3-46 0,0 1-46 0,0-3-46 16,0-2-43-16,0 0-43 0,0 0 5 0,0 0 27 0,-4-1 53 0,-1 0 63 16,-1 1 61-16,-3-3 59 0,4 0 48 0,1 1 43 0,-5-1 46 0,4-2 50 15,-1 3 52-15</inkml:trace>
  <inkml:trace contextRef="#ctx0" brushRef="#br0" timeOffset="183409.46">4471 11077 145 0,'-3'-1'313'0,"-1"-1"53"0,4 1 26 16,0 1 17-16,0 0 9 0,0 0 11 0,0 0 10 0,0 0 12 0,0 0 12 15,0 0 17-15,0 0 14 0,0 0-37 0,0 0-58 0,0 0-87 0,0 0-101 16,0 0-46-16,0 0-25 0,0 0-13 0,0 0-10 0,4 0-10 0,-4 0-9 16,3 0-12-16,-1 0-17 0,2 0-14 0,1-2-22 0,-1 0-19 0,-3 2-22 15,3-1-20-15,2 0-20 0,-3-2-18 0,-1 0-23 0,2 0-18 0,1 0-20 16,-5-2-18-16,5 1-18 0,-5-1-17 0,4-1-16 0,-4 0-16 0,4-1-11 16,-4-1-6-16,1 1-4 0,-1-2 3 0,0 0 4 0,0 0 10 15,0 0 11-15,0-2 18 0,0 2 16 0,0-1 17 0,0 1 19 0,0-2 25 16,-1 2 25-16,1-1 28 0,-4 1 27 0,4 0 29 0,-4 0 25 0,4 1 23 15,0-1 22-15,-1 3 21 0,1 0 16 0,-4 2 13 0,4-1 16 16,0 2 8-16,0 3 12 0,0 0 7 0,0 0 11 0,0 0 12 0,0 0 17 16,0 0 18-16,0 3 23 0,0 2 17 0,4 2 14 0,-4 1 5 0,1 1 2 15,-1 1-3-15,4 2-7 0,0 2-10 0,-3 1-11 0,-1 1-21 0,4-1-26 16,-4 0-50-16,2 0-62 0,1-1-74 0,-3 1-80 0,6-2-73 0,-2 1-71 16,-3-2-65-16,3 0-63 0,1-2-66 0,-1 1-68 0,0-3-62 0,-3 0-63 15,5 0-22-15,-3-2-1 0,3-3 20 0,-1 1 29 0,4-2 44 0,-3-2 45 16,3 0 45-16,0-2 44 0,4-1 48 0,-3-1 49 0,5-1 60 0</inkml:trace>
  <inkml:trace contextRef="#ctx0" brushRef="#br0" timeOffset="183860.12">4878 10860 102 0,'0'0'396'0,"-5"1"171"0,1 0 87 16,2 3 53-16,-1-1 33 0,3 1 24 0,-2 1 20 0,-2 1 14 15,1 0 9-15,1 1 9 0,-2-1 5 0,4 2 3 0,-2 0-93 0,-1 0-139 16,3 0-160-16,-4 1-171 0,4 0-86 0,0-2-54 0,-2 2-34 0,-1-1-27 16,3-1-19-16,0 1-14 0,0-2-15 0,0 1-14 0,0-2-10 0,0 1-10 15,0-2-8-15,0-1-8 0,0 0-4 0,3 0-7 0,-1-2-5 0,-2 1-5 16,4 0 1-16,-4-1-3 0,5-1 1 0,-5 0-3 0,4 0 1 0,1 0 4 16,1 0 4-16,-3-1 4 0,-1-1 2 0,5 0 3 0,-1 1-1 0,-3 0 0 15,-1-2-8-15,4 0-11 0,-3 1-17 0,3-2-24 0,-3 2-28 16,-3-1-29-16,6 0-29 0,-6 2-31 0,3-1-30 0,-3-1-31 0,0 3-21 15,2-1-21-15,-2 1-12 0,0 0-8 0,-2-3 2 0,2 1 7 0,-3 0 17 16,3 2 22-16,-6-1 31 0,6 1 32 0,-3 0 38 0,-3 1 38 16,3-1 41-16,-3 4 41 0,1-3 41 0,1 2 40 0,-1 2 46 0,-1-1 50 15,1 1 54-15,-2-1 59 0,1 2 56 0,1 0 56 0,-1 0 38 0,-3 0 30 16,6 2 15-16,-3-1 12 0,1-1 2 0,1 2-1 0,-1-2-7 0,-1 1-8 16,3-1-26-16,1 0-36 0,-2-1-41 0,1 1-50 0,3-2-48 0,0 2-52 15,0-2-36-15,0 0-31 0,0-1-20 0,3 1-15 0,-3-1-11 0,6 0-7 16,-3 0-9-16,3 2-7 0,-1-4-5 0,-1 2 0 0,5-1-11 0,-4 1-11 15,4-2-34-15,0-1-44 0,-1 0-98 0,4 0-122 0,-3-1-114 0,2-2-111 16,-2-2-111-16,0 0-112 0,0-2-49 0,2 0-24 0,-2-2-10 0,0-2-1 16,2 2 5-16,-2-1 12 0,0-1 30 0,2 0 40 0,-2 3 97 0,0-1 122 15,0 1 115-15,0-1 111 0</inkml:trace>
  <inkml:trace contextRef="#ctx0" brushRef="#br0" timeOffset="184683.61">5168 10870 63 0,'0'0'277'0,"-4"2"52"0,4-2 19 0,0 0 2 0,0 0-1 0,0 0-2 0,0 0-5 0,0 0-2 0,0 0-1 0,0 0 0 15,0 0 0-15,0 1 0 0,0-1-86 0,0 0-125 0,0 0-75 0,0 0-55 16,0 0-20-16,0 0-8 0,0 0 1 0,0 0 1 0,0 0 6 0,0 0 1 15,0 0 4-15,0 0 2 0,0 0 5 0,0 0 5 0,0 0 10 0,0 0 8 16,0 0 14-16,0 0 12 0,0 0 13 0,0 0 11 0,0 0 13 0,0 0 11 16,0 0 10-16,0 0 14 0,0 0 10 0,0 0 12 0,0 3 10 15,0-1 14-15,0-2 10 0,-2 2 11 0,-2 2 10 0,4-4 8 0,0 1 10 16,-3 1 7-16,1-1 9 0,2 1 7 0,0-2 6 0,0 1 4 0,0-1 5 16,-4 2 0-16,4-1-3 0,0-1-7 0,-1 2-8 0,1-2-6 15,0 3-7-15,0-2-10 0,-4 1-11 0,4 1-11 0,0-3-9 0,0 4-13 16,0-1-12-16,0 2-12 0,0-3-13 0,-4 3-15 0,4-2-10 0,0 2-8 15,-1-2-11-15,1 3-11 0,0-3-10 0,0 1-8 0,-4 1-8 0,4 1-8 16,0-2-6-16,0-1-6 0,-2 2-8 0,2-1-5 0,-3 1-8 0,3-2-8 16,0 1-14-16,0-2-19 0,-4 1-25 0,4-3-30 0,0 0-40 0,0 0-44 15,0 0-43-15,0 0-38 0,0 0-37 0,0 0-32 0,7-2-25 0,-5 1-24 16,2-1-14-16,1-2-13 0,0-1-2 0,1-1 1 0,3 0 14 0,-2-3 18 16,-1 0 34-16,4-2 38 0,-4 1 40 0,3 0 37 0,0-1 36 15,-4 2 32-15,4-1 31 0,-5 2 32 0,1 2 30 0,1 0 32 0,-2 1 32 16,1 1 32-16,-1 3 38 0,-3-1 40 0,-1 2 48 0,0 0 49 0,4 2 53 15,-4 1 54-15,0-1 37 0,0 2 34 0,0 0 18 0,-4 2 11 0,4 2 3 16,-1-1-5-16,-3 1-10 0,0 1-15 0,-1 0-22 0,3 1-28 16,-2 0-39-16,-1 1-44 0,1 0-55 0,-1-1-59 0,5 1-37 0,-4-2-27 15,-1 0-20-15,5-2-17 0,-2 2-16 0,-1-3-13 0,3 2-19 0,-4-4-20 16,4 1-26-16,0-2-28 0,-2 0-27 0,2-3-28 0,2 3-20 0,-2-3-20 16,0 0-27-16,4 1-33 0,-1-1-29 0,-1-1-27 0,3-1-19 0,-1 1-18 15,5-4-5-15,-4 2 1 0,1-2 11 0,3 0 19 0,-4 0 19 0,4-3 22 16,-3 3 26-16,3-1 25 0,-6-1 27 0,7 2 23 0,-5-1 28 0,0 3 28 15,-1-3 25-15,1 3 25 0,-1 1 25 0,-2 1 27 0,1-1 24 0,-1 2 25 16,2 2 26-16,0-1 28 0,-3 2 31 0,-1 0 34 0,0 2 38 16,4-2 39-16,-4 1 38 0,0 1 32 0,0 1 24 0,0 0 17 0,0-2 6 15,-4 4-1-15,4-2-8 0,-1 0-12 0,-3 1-21 0,4-1-20 16,-4 0-29-16,2 2-33 0,2-4-38 0,-3 2-44 0,3-2-42 0,0 3-41 16,-2-3-43-16,2-1-42 0,-4-1-50 0,4-2-51 0,0 0-50 0,0 0-56 15,0 0-41-15,0 0-38 0,0 0-30 0,0 0-21 0,0 0-17 0,0 0-17 16,6 0-6-16,-6-2-4 0,3 2 6 0,-1-3 10 0,2 2 29 0,1-1 33 15,-1-1 43-15,-2 0 45 0,1-1 41 0,3 1 35 0,-3-2 29 0,1 2 23 16,-2 0 22-16,1-2 19 0,-1 4 20 0,2-2 22 0,0 3 19 0,-3-1 19 16,-1 1 20-16,0-2 18 0,0 2 12 0,0 0 13 0,4 0 10 0,-4 0 10 15,2 2 7-15,1-2 8 0,-3 1 1 0,4 1 0 0,-4-2-5 0,2 1-5 16,-2 0-11-16,3 3-7 0,-3-3-14 0,0 1-16 0,2-1-26 16,2 2-28-16,-4-1-37 0,0-1-42 0,3 1-60 0,-1-2-63 0,-2 0-82 15,0 0-91-15,0 0-40 0,0 0-17 0,0 0-9 0,4 0-2 0,1-2 2 16,-1-1 2-16,1 0 15 0,1-1 19 0,-1-1 28 0,4-1 34 15,-2 0 51-15,4 0 58 0</inkml:trace>
  <inkml:trace contextRef="#ctx0" brushRef="#br0" timeOffset="185031.27">5893 10712 7 0,'3'-2'472'0,"-3"2"139"0,0 0 81 0,0-3 41 0,0 3 26 0,0 0 13 0,0 0 11 0,-5 0 6 0,1 1 3 0,3 1 3 0,-7 0 2 15,3 2-8-15,0 0-10 0,-1 1-184 0,-3 0-263 0,4 3-134 0,-4 1-73 16,0 0-42-16,-1 3-23 0,1-1-15 0,0 1-9 0,4 0-6 16,-4 0-4-16,4 0-4 0,-5 0-1 0,5 0-1 0,0-2-4 0,1 1-5 15,-1-3-7-15,1 2-1 0,4-1 5 0,0-2-4 0,0-1-1 0,0 0-1 16,4 0 1-16,-1 0 0 0,3-1 3 0,-3 1 1 0,3-3-1 16,-1 1 3-16,1 1 3 0,3-1 2 0,-4-1 1 0,4 0-2 0,0 0-5 15,0 2 7-15,2-4 10 0,-2 2-1 0,0 0-7 0,2-1-5 0,-2-1-3 16,0 2 0-16,0 0 1 0,2-1 2 0,-4-1 2 0,0 2 4 0,-3-2 6 15,1 3 7-15,1-3 7 0,-3 2 2 0,3 0 4 0,-6 2 14 0,3-3 22 16,-3 3 11-16,0-2 11 0,0 2 8 0,-3 0 7 0,3 0 1 0,-6 3 1 16,3-3-1-16,1 2-5 0,-7 0-3 0,5 0-8 0,-3 3-10 0,0-3-11 15,-4 2-17-15,6-1-19 0,-4-1-26 0,0-1-26 0,-1 1-30 0,5 0-29 16,-4-3-27-16,0 2-23 0,4-2-39 0,-5 0-43 0,5-1-105 0,0-2-131 16,-3 1-113-16,7-2-110 0,1 0-105 0,-6-3-106 0,3 0-36 0,-1-1-5 15,4 4 8-15,4-7 19 0,-4 0 18 0,3 0 20 0,3 2 35 16,-5-1 41-16,7-1 105 0,-3 3 128 0,4-2 115 0,2 0 110 15</inkml:trace>
  <inkml:trace contextRef="#ctx0" brushRef="#br0" timeOffset="185552.96">6177 10999 225 0,'-4'0'320'15,"2"0"38"-15,2 0 19 0,0 0 10 0,-3 0 7 0,3 0 11 0,-4 3 10 16,4-3 18-16,0 0 23 0,-2 0 28 0,2 0 33 0,0 0-27 0,0 0-55 16,-3 0-54-16,3 0-51 0,0 0-16 0,0 0 3 0,0 0 4 0,0 0 7 15,0 0 4-15,0 0 1 0,0 0-5 0,0 0-12 0,0 0-16 0,0 0-17 16,0 0-24-16,0 0-28 0,0 0-21 0,0 0-22 0,0 0-17 0,0 2-15 16,0 1-5-16,-2-2-5 0,2 2-7 0,-4 2-4 0,4-2-1 0,-3 1-4 15,1 2-4-15,-2 2-4 0,-1-1-5 0,1 2-2 0,-1 0 1 0,-1 0-4 16,1 0-1-16,-2 0-1 0,1 2-6 0,1-2-4 0,-4 1-5 0,3-1-8 15,1 0-6-15,-2-2-9 0,1 1-9 0,1 0-10 0,-1-1-5 16,1 1-9-16,-2-3-7 0,5 0-7 0,-2 1-5 0,1-1-9 0,1-3-5 16,2 2-3-16,-4 0-5 0,4-2-2 0,0-2-3 0,0 0-3 0,0 3-2 15,0 0-2-15,0-2 1 0,4 1-1 0,-4-1 1 0,5 0-1 0,-1 3-1 16,-2-3-4-16,5 1 2 0,-2-1 5 0,1 2 5 0,3-3 1 0,0 2 3 16,0-1 1-16,-2 1 2 0,2-2 2 0,4 0-1 0,-6 0-1 15,2-2 2-15,4 2-1 0,-4-1 4 0,-2-1 5 0,2 1-1 0,0-1-4 16,0-1-1-16,-3 2-1 0,3-1 0 0,-4-1 0 0,1 0 0 0,3 2 2 15,-6-1-1-15,3-1 1 0,-3 0-1 0,3 2 2 0,-6-2 3 0,5 1 3 16,-5 0 3-16,0 2 5 0,4 0 2 0,-4 0 5 0,0-2 1 0,0 2 2 16,0 0 1-16,0-2-1 0,0-1 0 0,-4 2-1 0,4-2 1 0,-5 0-1 15,5-3-7-15,-4 1-7 0,-1-1-16 0,-1 0-22 0,3-1-29 0,-3 1-33 16,1-3-28-16,-4 1-25 0,3 0-23 0,1 0-22 0,-2 0-47 0,-2-1-54 16,3 2-91-16,-3-1-106 0,4 1-86 0,-1 0-80 0,1 0-86 0,1 1-87 15,-1 2-37-15,1-1-13 0,2 1 4 0,-1-1 16 0,3 5 16 0,0-4 20 16,0 4 46-16,0 0 56 0,0-6 89 0,0 3 108 0,5 0 89 0,-5 3 82 15,4-2 101-15</inkml:trace>
  <inkml:trace contextRef="#ctx0" brushRef="#br0" timeOffset="185927.46">6466 10962 72 0,'-3'1'356'0,"-1"2"157"0,2 0 83 0,-1-1 49 0,-3 2 36 0,3 2 26 0,3 0 23 0,-6-1 26 0,2 1 14 0,3 0 16 15,-3 1 11-15,-1 1 9 0,1-1-79 0,-1 2-120 0,1 2-144 0,-1-1-150 16,-1 2-79-16,2 0-50 0,3 0-34 0,-5 0-24 0,3 0-27 0,-1-1-24 16,2-1-17-16,2 1-13 0,0-2-9 0,2 0-10 0,-2-2-7 0,4-1-4 15,-1 0-1-15,3 0-4 0,-5 0 1 0,7-1-2 0,-3-1-2 0,1-1-1 16,3 0 3-16,-4-1 3 0,4-1 0 0,-3 1-4 0,3-2-1 0,-4 0 1 15,4-2-1-15,-4 1-2 0,4-1-2 0,-3-2-2 0,3-1-1 0,-5 0-1 16,1 0 1-16,4-1 1 0,-5-1-1 0,1 2-1 0,-3-3 2 0,2 1 2 16,-1-1 0-16,-1 2 0 0,-2-1 2 0,4 1 1 0,-4-2-3 0,-4 2-3 15,4 0-2-15,-2 0 4 0,-1 0-4 0,-1 0-5 0,2 0-8 0,-3 0-9 16,1 0-17-16,-1 2-17 0,-4-1-38 0,5 1-47 0,-1-1-74 0,-5 1-90 16,5 1-68-16,0-1-61 0,-1 2-62 0,-1 0-68 0,2 1-70 0,-1-1-75 15,1 1-44-15,-3-1-29 0,3 1-3 0,0 1 8 0,5 0 34 16,-4-2 45-16,4 2 75 0,-5 0 85 0,5 0 74 0,0 0 62 0,0 0 66 15,0 0 65-15,3-5 75 0</inkml:trace>
  <inkml:trace contextRef="#ctx0" brushRef="#br0" timeOffset="186151.39">6564 10947 75 0,'3'1'331'0,"1"-1"116"0,-2 3 80 0,2 0 59 0,-4 0 56 0,0 2 51 15,1-1 39-15,3 1 34 0,-4 1 23 0,0 1 19 0,4 1 13 0,-3 1 11 16,-1 0-81-16,0 1-120 0,0 0-114 0,0 4-111 0,0-2-77 0,0 1-59 15,0 3-56-15,0-1-52 0,-1 0-37 0,1 0-32 0,0-1-26 0,-4 2-20 16,4 0-20-16,0-2-21 0,0-1-17 0,0-1-13 0,0 0-21 0,0-2-27 16,0 1-28-16,0-4-34 0,0 1-58 0,0-2-71 0,0-2-70 0,0 0-70 15,0-1-60-15,0-3-53 0,0 0-54 0,0 0-50 0,0 0-66 0,0 0-73 16,0-8-17-16,0-1 6 0,0 0 22 0,0-3 28 0,0 2 57 0,0-4 71 16,0 1 70-16,0-1 70 0,4 1 58 0,-4-3 58 0,1 3 58 0,-1-2 62 15</inkml:trace>
  <inkml:trace contextRef="#ctx0" brushRef="#br0" timeOffset="186675.63">6653 10948 204 0,'1'-4'327'0,"3"1"50"0,1-1 26 0,-1 2 27 0,1 2 25 0,-1-2 31 16,-2 2 34-16,3 0 46 0,-1 0 50 0,1-1 41 0,-1 1 41 0,1-2-39 15,-1 2-72-15,1 0-81 0,-1 0-86 0,-2 0-42 0,1 2-23 0,3-1-21 16,-6-1-19-16,5 3-30 0,-5 0-32 0,4 0-45 0,-4 2-46 0,0-1-44 16,0 2-35-16,0 0-22 0,0 2-16 0,-4-1-9 0,4 2-8 0,-5-2-4 15,1 4-4-15,2-2-4 0,-1 0-1 0,-3 2-1 0,3-2-1 16,-3 0-1-16,5-2-1 0,-3 1-1 0,0-2 1 0,2 0-1 0,-1-2 2 15,3 0 0-15,-4 1 0 0,4-2-3 0,-2 0-3 0,2 0-1 0,0-1-2 16,2-1-3-16,-2 2-2 0,4-1 1 0,-1-1-1 0,-1 1-4 0,2-1-6 16,0 2 3-16,1-1 5 0,-3-1 1 0,5-1 0 0,-2 2 0 0,1 0 1 15,-1-2 1-15,1 4 2 0,1-3 2 0,-2 1 0 0,-1-1 0 0,1 1 2 16,-3-1 5-16,5 2 10 0,-5-1 2 0,2-1-2 0,-2 1-1 0,1 0 4 16,-3 0 4-16,0 1 7 0,0-1 2 0,0 1 0 0,0 1 1 0,0-1 2 15,-3 2-1-15,1 1-5 0,-2-2-3 0,-1 2 0 0,1 0-3 0,-1 0 0 16,3-2-8-16,-5 3-8 0,5-3-11 0,-5 2-9 0,5-2-12 0,-4 0-11 15,3-1-16-15,-3 0-18 0,3 0-24 0,3-2-28 0,-2-1-45 0,2 0-52 16,0 0-50-16,0 0-48 0,0 0-34 0,0 0-29 0,0-3-23 0,2-1-19 16,1-1-14-16,-1-1-12 0,2-1-6 0,1-3-2 0,1 0 16 0,1-2 20 15,-2 2 46-15,4-4 54 0,0 1 61 0,-3-1 59 0,5 1 51 16,-2 1 44-16,0-1 38 0,0 2 34 0,2-1 34 0,-2 0 32 0,3 1 32 16,-1 2 36-16,-2 0 37 0,-3 2 38 0,3-1 40 0,0 2 37 0,-4 2 34 15,1-1 37-15,-1 2 30 0,-1 0 28 0,1 2 18 0,-5-1 14 0,0 2 7 16,0 0 1-16,0 0-5 0,4 2-10 0,-4-2-19 0,0 3-23 15,-4 2-32-15,4 0-36 0,-5 1-39 0,5 1-37 0,-6 1-30 0,1 2-29 16,1 1-19-16,-5 0-15 0,4 1-13 0,1 0-10 0,-1-1-5 0,-1 3-7 16,1-3-5-16,1 0-8 0,-1 0-6 0,5-2-8 0,-4 0-10 0,4-1-11 15,0-1-10-15,0-1-12 0,0 0-14 0,4-1-11 0,-4-1-14 0,2-1-15 16,1 0-12-16,1-1-11 0,-2 0-13 0,1-2-11 0,3 2-11 0,-3-2-16 16,3 0-19-16,-3 0-24 0,3-2-51 0,-1 0-64 0,1-3-77 0,-1 2-85 15,-1-3-65-15,5-1-54 0,-4-1-58 0,1 1-58 0,-3-2-64 0,1-2-66 16,1 1-22-16,-3 1-3 0,2-2 12 0,-1 2 22 0,-1 0 52 0,2 0 65 15,-4-1 82-15,2 1 88 0,1 1 73 0,-3 0 65 0,4 3 68 0,-2-3 69 16</inkml:trace>
  <inkml:trace contextRef="#ctx0" brushRef="#br0" timeOffset="186870.93">7020 10962 36 0,'3'-2'275'0,"-1"1"80"0,-2 1 44 0,4 0 25 0,-2 0 29 0,1 0 26 0,3 1 35 15,-3 1 34-15,-3-1 36 0,6-1 36 0,-3 2 31 0,-1-2 29 0,2 1-58 16,1-1-96-16,1 0-82 0,-3 0-74 0,1 2-43 0,1-2-26 0,-3 0-26 15,5 1-31-15,-1-1-42 0,-1 0-50 0,1 0-69 0,-3 2-78 0,3-2-90 16,-1 0-92-16,-1 0-77 0,1 0-67 0,-1 0-65 0,1 0-67 0,-5 0-87 16,0 0-100-16,0 0-44 0,0 0-23 0,0 0 0 0,0 0 11 0,0 0 31 15,0 0 41-15,0 0 57 0,0 0 65 0,-9-2 55 0,9 2 56 16,-5 0 57-16,-1 2 63 0</inkml:trace>
  <inkml:trace contextRef="#ctx0" brushRef="#br0" timeOffset="187004.92">7072 11025 229 0,'0'4'423'0,"0"1"72"0,0-2 34 15,0 0 20-15,4 1 16 0,-2-2 16 0,1 0 21 0,-1 2 16 0,2-1 17 16,-1-2 11-16,-1 2 8 0,2-3-51 0,1 2-78 0,-1-1-132 0,-2 1-158 16,5-1-111-16,-5 1-88 0,3-1-84 0,-1 0-83 0,1 1-91 0,0 0-93 15,-1-1-112-15,-4-1-123 0,5 2-55 0,-1-1-33 0,-4-1-12 0,9 2-9 16,-7-1-1-16,5-1 1 0,-5 3 39 0,3-3 54 0,3 2 66 0,-3 0 68 16,1 0 72-16,3 1 77 0</inkml:trace>
  <inkml:trace contextRef="#ctx0" brushRef="#br0" timeOffset="187555.13">7691 11083 85 0,'-4'2'379'15,"2"-2"169"-15,-1 1 80 0,3-1 38 0,-4 1 30 0,4 1 30 0,4 1 21 0,-4-1 24 0,3-1 21 0,-1-1 19 0,4 0 15 16,3 0 11-16,0 2-79 0,0-2-122 0,2 0-149 0,1 0-156 0,3 0-72 15,3 0-33-15,-2 0-20 0,2 0-20 0,2-2-23 0,-2 1-23 0,2-1-20 0,-2-1-17 16,2 0-13-16,0 0-13 0,-2 0-10 0,2 0-8 0,-2-1-11 16,2-1-11-16,-6 1-7 0,4-1-7 0,-3 2-11 0,-2-1-12 0,-3 0-14 15,1 2-16-15,-2-1-21 0,0 0-24 0,-3 1-18 0,-3 1-12 16,3-1-30-16,-3 2-36 0,-3 0-76 0,0 0-92 0,0 0-81 0,0 0-70 16,-3 0-55-16,-3 2-51 0,3 1-37 0,-3 0-31 0,-3 0-30 0,0 3-28 15,2-2-28-15,-6 2-29 0,2 1 11 0,-1 1 29 0,-3 1 71 0,1 0 93 16,-1 1 79-16,5 0 71 0,-5 0 59 0,2-1 55 0,-1 1 48 0,3 0 46 15,-2 0 52-15</inkml:trace>
  <inkml:trace contextRef="#ctx0" brushRef="#br0" timeOffset="187872.4">7848 11206 117 0,'-4'3'340'0,"3"0"66"0,-3-1 33 16,4-2 21-16,0 3 12 0,0-1 26 0,4 0 29 0,-3 0 43 0,3-1 50 15,-2-1 44-15,2 0 37 0,1 0-15 0,2-1-38 0,-1 1-97 0,3-2-122 16,-4 0-55-16,6 1-25 0,-2 0-13 0,0-1-9 0,0 1-21 0,0-1-27 16,-3 2-41-16,4 0-45 0,-2-1-41 0,-1 1-40 0,-4 0-22 0,3 1-15 15,-2-1-14-15,1 2-10 0,-5-2-4 0,4 1-7 0,-4-1-1 0,1 2-1 16,-1 0-1-16,0 2-1 0,-1-1-3 0,1 1-3 0,-4-1-1 0,0 3-1 15,3 0 1-15,-5 0-1 0,-1 2 1 0,1-1-4 0,1 0-1 16,-4 3 0-16,4-1-1 0,-5-2-1 0,5 2 2 0,-4-1 3 0,4-1 2 16,-4 0 1-16,5 0 3 0,-2-1 3 0,1-2 0 0,1 1 0 0,-1-2 0 15,1 1 3-15,4-2-3 0,-1-1-6 0,1-1-2 0,0 0 1 0,1 3-1 16,-1-1 1-16,4-1 1 0,1 0 0 0,-1 1-2 0,1 0 1 0,5-1 1 16,-5 1 1-16,4-1-1 0,0 1 0 0,2-1 2 0,-2 1 2 15,4-1 1-15,-3-1-4 0,0 2-1 0,0-2-3 0,-1 0-4 0,0 0-2 16,0-2-1-16,1 2-4 0,-5 0-4 0,4-1-4 0,-4-1-8 0,1 1-11 15,-1-1-13-15,-1 1-18 0,1-1-14 0,-5 2-16 0,4-1-25 0,-4-3-29 16,0 4-66-16,0-1-84 0,0-2-95 0,0 0-98 0,-4 0-91 0,4-1-84 16,-5-1-90-16,1 1-89 0,-1-2-32 0,-1 0-8 0,3 0 7 0,-3 0 10 15,-3 0 22-15,4 0 26 0,-4-2 66 0,0 0 85 0,-2 1 93 0,2 0 100 16,0-2 92-16,0 0 87 0</inkml:trace>
  <inkml:trace contextRef="#ctx0" brushRef="#br0" timeOffset="188275.78">7796 10587 145 0,'0'-5'548'0,"0"1"124"0,0 1 58 0,0 0 23 0,0 1 12 0,0 2 3 0,0 0 1 0,0 0 1 0,0 0 1 16,0 0-3-16,0 0 0 0,0 0-28 0,0 0-44 0,0 0-200 0,0 0-277 15,0 0-122-15,0 0-57 0,0 0-23 0,0 0-7 0,1 3-5 16,3 0-2-16,-4 0-2 0,0 2-2 0,0-1 2 0,0 2 1 15,0 0-2-15,0 2 1 0,-4-1 1 0,4 1-1 0,-1 1-1 0,-3-2 0 0,4 2 2 16,-2-2-1-16,-1 1 1 0,-1-2 1 0,2 2 1 0,2-2 2 16,-3 0 0-16,3-1 0 0,0 0 2 0,-2-2-1 0,2 0 1 0,0-1 1 15,2 2 1-15,-2 1 2 0,3-2 2 0,-3 1 1 0,6 1 1 0,-1-1 4 16,0 2 1-16,4 0 3 0,-1-1 3 0,-1 1 1 0,2 0 4 0,4-3 1 16,-2 2 4-16,-2-1 0 0,5-1 2 0,-5 0 2 0,2 0-1 0,2 0 1 15,-4-1-2-15,-2 0 0 0,2 1 1 0,0 0 2 0,0 0 3 0,-4 0 3 16,1-1 6-16,-3 0 8 0,1 2 10 0,-2-1 9 0,2 0 9 0,-4 1 10 15,0-1 7-15,0 2 2 0,0-2 1 0,0 1 1 0,-4 2-5 0,2 0-5 16,-5 0-8-16,1 2-9 0,1 1-16 0,0 0-23 0,-4 0-33 0,-1 0-33 16,1 1-35-16,0-1-29 0,2 0-42 0,-6 0-44 0,4 0-87 0,0 0-111 15,-1 0-93-15,1-1-92 0,-1-2-90 0,1 1-93 0,4-1-65 0,-4-1-57 16,-2 1-14-16,6-2 8 0,-4-1 12 0,3 0 19 0,-1 0 29 0,5 0 37 16,-3-1 87-16,5-2 106 0,0 0 97 0,0 0 89 0,0 0 93 0,0 0 97 15</inkml:trace>
  <inkml:trace contextRef="#ctx0" brushRef="#br0" timeOffset="188392.67">7973 10914 135 0,'4'0'348'0,"1"0"77"16,-1 0 48-16,-3 0 40 0,3 0 35 0,-2 1 24 0,1 1 21 0,-3 0 10 15,0-2 7-15,0 4-9 0,0-4-11 0,0 1-78 0,0 2-108 16,0 0-160-16,-3 0-186 0,1-1-140 0,2 2-123 0,-4-1-127 0,-1 3-133 16,1-3-70-16,-1 3-41 0,-1-1-19 0,3 1-10 0,-4 0 2 0,-1 0 13 15,-1-2 35-15,2 2 45 0,-6 0 50 0,4 0 52 0,2 0 68 0,-6 2 72 16</inkml:trace>
  <inkml:trace contextRef="#ctx0" brushRef="#br0" timeOffset="189033.94">4619 12219 156 0,'-3'4'459'0,"3"1"194"0,0-3 91 0,-2 3 43 0,-2-2 21 0,4 0 8 0,0-3 8 0,0 0 3 0,0 0 4 0,0 2 0 15,0-2 1-15,0 0 0 0,0 0-111 0,0 0-162 0,0 0-186 16,0 0-197-16,0 0-101 0,0 0-57 0,0 0-57 0,0 0-59 0,0 0-91 16,0 0-106-16,0 0-94 0,0 0-91 0,0 0-117 0,0 0-127 15,0 5-61-15,0 0-29 0,0 1-9 0,0 0-2 0,0 2 9 0,0-1 11 16,-3 1 39-16,1 1 46 0,-5-1 86 0,5 3 103 0,-2-2 93 0,-1 3 88 15</inkml:trace>
  <inkml:trace contextRef="#ctx0" brushRef="#br0" timeOffset="189231.76">4520 12520 129 0,'-4'5'390'0,"4"-2"93"0,-1 1 64 16,-3-1 52-16,4 2 50 0,0-2 43 0,0 0 38 0,0-3 26 0,0 1 23 15,0-1 8-15,0 0 3 0,0 0-36 0,0 3-51 0,0-3-135 16,0 0-171-16,0 3-115 0,0-1-92 0,-2 1-118 0,2-2-131 0,-3 2-119 15,3 0-114-15,0-2-96 0,0 4-91 0,0-2-92 0,0 2-95 0,0-5-57 16,0 0-44-16,0 4-15 0,0 2 1 0,0-6 17 0,0 5 27 16,3-1 66-16,-3-4 81 0,2 3 78 0,-2-3 75 0,4 2 71 0,-4-2 69 15,5 1 84-15</inkml:trace>
  <inkml:trace contextRef="#ctx0" brushRef="#br0" timeOffset="189351.25">4654 12589 16 0,'9'0'255'0,"0"0"77"15,2 2 42-15,-6-2 25 0,4 3 25 0,-1-2 22 0,-3 2 20 0,4 2 20 16,-4-3 10-16,1 3 8 0,-3-2 3 0,-1 0-1 0,5 0-71 0,-5-1-108 15,4 0-108-15,-6 0-106 0,3 0-84 0,1-1-74 0,-2 1-99 0,1-2-107 16,-3 0-94-16,6-2-82 0,-1 1-44 0,-1-3-20 0,1 3-10 0,1-2-5 16,-3-1 0-16,3 1 7 0,-1-2 21 0,2 1 33 0,-1-2 43 0,3 1 49 15,-4 1 73-15</inkml:trace>
  <inkml:trace contextRef="#ctx0" brushRef="#br0" timeOffset="189754.46">5310 12252 52 0,'4'-5'393'0,"-4"1"231"0,-4-1 104 0,4 2 47 16,0 0 21-16,0-1 8 0,-3 2 4 0,3 2 0 0,-6-1 2 0,1-1 1 16,1 2-2-16,-1 0-1 0,-1 0-82 0,1 2-117 0,-2 1-194 0,1-1-229 15,-3 3-104-15,0 0-46 0,4 2-21 0,-4 1-9 0,2 1-4 0,-2 1-4 16,0 1-1-16,-1 2-3 0,1 1 2 0,0-1 1 0,2 2 1 0,0 0-1 15,-2 0 2-15,3 0 1 0,-3-2 1 0,4 1 2 0,0 1 3 0,-1-1 2 16,3-4 1-16,-3 2 0 0,2-2 3 0,3 1 3 0,-3 0-2 16,4-2-2-16,0 0 1 0,0 0 4 0,4-1 4 0,-3 0 1 0,3 1 0 0,0-1 3 15,1 1 3-15,1-2 1 0,-1 1 4 0,0-3 2 0,4 3 4 16,-3-2 1-16,3 1 6 0,0 0 4 0,0-1 2 0,0-2-1 0,-4 2-2 16,5 0 0-16,-1-1 0 0,-4-1 1 0,0 1-1 0,1-2 0 15,-3 1 2-15,3-1 7 0,-2 0 9 0,-3-1 10 0,-1 1 8 0,4 0 9 16,-4-2 6-16,0-1 2 0,0 6 3 0,-4-3 1 0,3 3-3 0,1 0-1 15,-4-1-4-15,-2 2-6 0,3 2-9 0,-3-1-10 0,1 1-27 0,1 1-35 16,-3-1-36-16,0-2-39 0,1 3-32 0,-3-3-28 0,4 1-45 0,0-2-54 16,-1-1-97-16,-1 0-126 0,1-2-105 0,1 2-97 0,1-4-111 0,-1 1-119 15,5-2-41-15,0 0-5 0,-4-2 11 0,4 2 21 0,-1-4 23 0,1-1 21 16,0-1 40-16,1 0 47 0,3-1 101 0,0-1 123 0,1 1 104 0,0-2 101 16</inkml:trace>
  <inkml:trace contextRef="#ctx0" brushRef="#br0" timeOffset="189964.92">5401 12580 12 0,'3'3'524'0,"-3"0"147"15,-3 0 68-15,3 2 38 0,0-1 19 0,-4 2 12 0,4 2 8 0,0-1 10 16,0 4 7-16,-5-2 7 0,5 3 0 0,0 0-3 0,-6 3-8 0,6 0-211 16,-3 1-301-16,3 1-143 0,-2 1-70 0,2 0-38 0,-4 1-24 0,4-1-20 15,0 2-20-15,0-2-26 0,0-2-30 0,0 1-45 0,0-3-56 16,0-1-76-16,4-1-86 0,-4-2-67 0,2-1-60 0,-2-1-61 0,3-3-62 15,-3-1-81-15,0-1-83 0,0-3-42 0,0 0-21 0,6-3 4 0,-6-1 14 16,5-1 39-16,-5-1 52 0,0-2 72 0,4-1 88 0,-4 0 65 0,0-1 61 16,0 0 60-16,0-1 64 0</inkml:trace>
  <inkml:trace contextRef="#ctx0" brushRef="#br0" timeOffset="190860.47">5421 12616 148 0,'0'-3'362'0,"3"2"73"0,-3-2 45 0,0 1 44 15,2 2 45-15,2 0 51 0,-1 0 48 0,-1 0 40 0,2-2 31 0,-1 2 22 16,-1 0 12-16,2-1-33 0,-2 0-57 0,1-1-105 0,3 2-131 0,-3-1-65 16,3-1-42-16,-6 2-41 0,5-1-43 0,-1 1-46 0,-2-2-48 15,1 2-33-15,1 0-33 0,-2-1-17 0,-2 1-10 0,3 0-6 0,-3 0-6 16,0 0-3-16,0 0-6 0,0 0-1 0,0 0-1 0,0 0 4 0,0 0 2 16,0 0 5-16,0 0 6 0,0 0 6 0,0 0 8 0,0 0 5 0,0 0 7 15,0 0 5-15,0 1 10 0,0 2 4 0,0 0 3 0,-3-1 0 0,3 2 3 16,0 1 2-16,0-2 0 0,-2 3-4 0,-2 0-3 0,4-2-7 0,0 2-6 15,-3 0-7-15,3 0-12 0,-2 0-10 0,2-2-10 0,0 3-7 0,0-3 0 16,-4 2-5-16,4-3-7 0,0 2-5 0,0-1-3 0,0-1-2 0,0 2-2 16,0-3-2-16,0 2-1 0,0-3 1 0,0-1 4 0,0 0-2 15,0 0 0-15,0 3-4 0,0-3-1 0,0 0-4 0,0 0 0 0,0 0-2 16,0 0-2-16,0 0-2 0,0 0-1 0,0 0-2 0,0 0-1 0,0 0-1 16,0 0-3-16,0 0-1 0,0 0-1 0,0 0 1 0,0 0-2 15,0 0 3-15,0 0 0 0,0 0 0 0,0 0 2 0,0 0-2 0,0 0-2 16,0 0 1-16,0 0 1 0,0 0-2 0,0 0 1 0,0 0-1 0,0 0 2 15,0 0 0-15,0 0 0 0,0 0-1 0,0 0-1 0,0 0 2 0,0 0 3 16,0 0 2-16,0 0-2 0,0 0-2 0,0 0-1 0,0 0-1 0,0 0-1 16,0 0 1-16,0 0-2 0,0 0 1 0,0 0 1 0,0 0 1 0,0 3 0 15,0-3-2-15,0 0-4 0,0 0 3 0,0 2 3 0,0-2 4 0,-2 3 6 16,2-3 2-16,0 2 2 0,0-2 1 0,0 2 1 0,0-2-2 0,0 3 1 16,0 0-1-16,0-1-1 0,0 1-1 0,0-3-1 0,-3 3 0 0,3-3-2 15,0 0-5-15,0 1-2 0,0-1-5 0,0 0-5 0,0 0-8 0,0 0-16 16,0 0-21-16,0 0-24 0,0 0-28 0,0 0-31 0,0 0-27 0,0 0-22 15,0 0-18-15,0 0-21 0,3 0-17 0,-3 0-16 0,0 0-19 16,0 0-25-16,0-3-29 0,0 3-28 0,0-3-26 0,0 0-23 0,0-1-11 16,0 0-7-16,-3 0-2 0,3 0-1 0,0-2 6 0,0 0 8 0,0 1 11 15,0-1 14-15,0 0 20 0,-4 2 27 0,4-2 37 0,-2 0 43 16,2 1 47-16,0-1 49 0,0 2 43 0,0-1 43 0,0 1 35 0,0-1 30 16,0 1 27-16,0 1 24 0,0-1 23 0,0 2 22 0,0 0 27 0,0 2 28 15,0-3 33-15,0 3 40 0,0 0 36 0,0 0 42 0,0 0 27 0,0 0 23 16,0 0 12-16,0 0 8 0,0 0 2 0,0 0-3 0,0 0-9 0,0 0-9 15,0 0-19-15,0 3-18 0,0-1-26 0,-3 0-30 0,3 5-32 0,-2-1-31 16,-2-1-22-16,1 5-14 0,1-2-8 0,-4 2-5 0,3 0-2 0,-3 2-2 16,-1 0-2-16,2 0 1 0,-1 0-3 0,1 2 1 0,1-4-2 0,-5 2-2 15,4-2-3-15,-1 1-6 0,3 0-7 0,-3-1-9 0,1-1-11 16,1 0-11-16,-1-2-12 0,-1 1-10 0,3 0-10 0,1-1-9 0,-2-1-7 16,4 0-9-16,-3-1-8 0,3-1-7 0,0 1-4 0,0-2-4 0,0-1-4 15,0 0-3-15,3 1 0 0,-3 0 0 0,6-1 2 0,-3 1-1 0,3-2 2 16,3 2 2-16,-4 0 1 0,4-2 3 0,-3 3 1 0,6-3 4 0,-4 1 1 15,1-2 1-15,3 0 2 0,-1-2 0 0,-2 1 0 0,2-1 0 16,2-1 2-16,-2 2-1 0,-2-4 1 0,0 2-2 0,2 0-2 0,-2-1-2 16,0 0 1-16,0 0 2 0,-4 0-2 0,4 1 0 0,0-2 1 0,-3 1 2 15,-1-1 2-15,-1 1 1 0,1-1 0 0,-1 1 0 0,-2 1 3 0,1-2 3 16,1 4 6-16,-2-4 3 0,1 3 5 0,-3 0 6 0,0 0 2 0,0 2 1 16,0 0 1-16,0 0 0 0,0-3-2 0,0 2-3 0,-3-2-2 0,3 0-2 15,-2 0-4-15,-2-1-5 0,-1 0-9 0,1 0-10 0,-1 1-22 0,-1-4-22 16,-1 2-35-16,2-1-30 0,-1-1-36 0,-3 3-32 0,0-2-33 0,2-2-34 15,0 3-68-15,-4-1-87 0,2 0-105 0,3 0-114 0,-3-2-107 16,0 4-110-16,4-2-70 0,-4 0-56 0,3 0-6 0,1-2 14 0,1 2 29 16,1 2 30-16,1-2 30 0,-2 1 32 0,4 1 71 0,0-2 87 15,0 2 106-15,4 0 116 0,-2 1 115 0,1-1 117 0</inkml:trace>
  <inkml:trace contextRef="#ctx0" brushRef="#br0" timeOffset="191101.05">5696 12525 111 0,'0'0'428'0,"0"0"213"0,0 0 98 0,0 0 48 0,0 3 27 0,2-1 17 0,-2 3 17 0,0 0 15 0,0 1 19 0,0 0 21 0,3 1 20 0,-3 4 21 16,0-1-80-16,0 1-128 0,0 3-178 0,0 2-201 0,0 0-93 0,0 1-46 16,0-1-23-16,-3 4-17 0,3-1-17 0,-2-1-15 0,2 2-25 0,0-1-27 15,0-1-37-15,-4 0-41 0,4 0-43 0,0-1-42 0,0-2-35 0,0-1-31 16,0 0-28-16,-2-2-24 0,2-3-36 0,0 0-41 0,0-1-72 0,0-4-86 15,0 1-74-15,0-1-72 0,0-4-60 0,0 0-56 0,0 0-70 0,0 0-72 16,0-4-23-16,0-4 4 0,0 1 14 0,2-4 17 0,-2 1 31 0,0-2 39 16,0-2 72-16,0-1 85 0,0 2 82 0,0-4 77 0,0 2 75 0,0 0 77 15</inkml:trace>
  <inkml:trace contextRef="#ctx0" brushRef="#br0" timeOffset="191354.02">5734 12523 73 0,'0'-1'328'0,"5"-2"109"0,-5 1 86 0,6 2 73 15,-6-1 59-15,3-1 52 0,3 2 35 0,-3 0 29 0,-1 0 18 0,2 0 15 16,1 0 11-16,0 2 12 0,-1-2-82 0,2 0-121 0,-1 1-108 0,2-1-99 16,-1 2-79-16,-1-1-67 0,4 1-55 0,-4-1-46 0,5-1-23 0,-1 3-14 15,-4-1-4-15,4 0-3 0,0 0-4 0,-3 1-7 0,3 0-4 0,0 2-1 16,-4-2-4-16,0 1-2 0,1 1-2 0,1-1 3 0,-5 2-1 0,2 0-2 16,-3 0-7-16,-1 1-14 0,0 1-15 0,0 3-12 0,-1-2-7 0,-3 1-8 15,2 2-13-15,-5 0-17 0,5 0-22 0,-5 0-27 0,1 2-26 0,-3-2-26 16,4 0-22-16,-4 0-21 0,-2 0-20 0,2-2-19 0,4 1-38 0,-4-1-48 15,-1-1-79-15,1 0-94 0,4-1-74 0,-4-1-59 0,4-2-57 0,-1-1-57 16,3 0-62-16,-3 0-64 0,6-4-25 0,0 0 0 0,-4-4 10 0,3 2 15 16,-3-3 36-16,4-1 43 0,4-3 85 0,-3 0 95 0,3-1 83 0,2-1 73 15,-1-1 77-15,4 0 76 0</inkml:trace>
  <inkml:trace contextRef="#ctx0" brushRef="#br0" timeOffset="191578.12">6030 12513 238 0,'0'0'489'0,"0"0"119"15,0 0 79-15,0 0 51 0,4 0 36 0,-4 3 23 0,2-2 22 0,-2 4 18 16,0-2 12-16,-2 1 15 0,2 1 19 0,0-1-33 0,0 4-57 0,-4-1-144 16,2 2-183-16,-1 2-109 0,-1-1-70 0,2 2-46 0,-1 0-31 15,-3 2-25-15,3-1-20 0,1 1-16 0,-3 1-12 0,1 0-20 0,-1 1-18 16,-3-1-27-16,6 2-32 0,-3-1-36 0,1-1-34 0,-1 0-36 0,0 0-35 16,1-3-24-16,0 2-22 0,-1-4-27 0,1 1-31 0,2-2-59 0,-1-4-72 15,3 2-78-15,-2-1-79 0,-2-3-59 0,4-3-47 0,0 0-43 0,0 0-39 16,0 0-37-16,4-2-40 0,-2-4-24 0,-2 0-19 0,3 0 8 0,-3-4 20 15,2-1 54-15,2-1 72 0,1-1 78 0,-1-1 82 0,0-1 66 0,-3-1 56 16,3 2 63-16,1-1 60 0,1 0 63 0</inkml:trace>
  <inkml:trace contextRef="#ctx0" brushRef="#br0" timeOffset="191735.21">6030 12556 39 0,'4'-3'308'0,"-2"2"127"16,1 2 84-16,1 1 68 0,-2 1 57 0,1 4 55 0,3 1 38 0,-6-1 30 16,3 2 22-16,-1 0 19 0,2 3 16 0,-1 0 12 0,-1 2-70 0,2-2-106 15,-2 3-120-15,1-2-123 0,3 2-85 0,-3 0-64 0,3 0-59 0,-6 0-55 16,5 0-38-16,-5 0-32 0,4-1-30 0,1-3-29 0,-5 3-23 0,4-3-26 15,-2-1-23-15,1-1-19 0,1-1-36 0,-2-3-39 0,1 2-58 16,-3-3-69-16,2-1-68 0,-2 0-64 0,0-3-57 0,0 3-53 0,0-3-48 16,0 0-45-16,0 0-44 0,-2 0-47 0,2 0-31 0,-5-3-25 0,1 0 13 15,-1-1 31-15,-1 1 55 0,-1-4 67 0,2 3 67 0,3-2 66 16,-5 2 59-16,1-2 53 0,1 0 55 0,1 0 52 0,-1 1 58 0</inkml:trace>
  <inkml:trace contextRef="#ctx0" brushRef="#br0" timeOffset="191877.54">6005 12754 6 0,'-4'-3'286'0,"3"2"134"16,1-1 63-16,0 2 31 0,0 0 14 0,0 0 6 0,0 0 6 0,0 0 7 15,0 0 12-15,1 0 14 0,3 0 11 0,-2-1 7 0,1-1-62 0,-3-1-96 16,6 2-123-16,-3-2-138 0,3-1-91 0,-1 2-69 0,-1-3-60 0,1-1-55 16,1 1-56-16,1-2-55 0,-2 1-65 0,1-1-71 0,-1-1-81 0,1 0-83 15,1 0-44-15,-2-1-25 0,1 0-7 0,-1 0 0 0,-1 0 27 0,1 0 37 16,4 0 47-16,-3-2 48 0,-1 2 50 0,4 0 48 0,-2 0 56 0,1 2 56 16</inkml:trace>
  <inkml:trace contextRef="#ctx0" brushRef="#br0" timeOffset="192071.39">6220 12508 293 0,'6'0'398'0,"-3"0"50"0,1 2 41 0,-2 1 32 0,1 0 48 0,-1 3 53 15,2-2 47-15,-4 4 46 0,3-1 34 0,-1 2 25 0,-2 2 3 16,0-1-5-16,4 2-107 0,-4 0-150 0,0 2-78 0,2-1-45 0,-2 2-37 16,0 0-28-16,0 0-48 0,0 2-52 0,0-1-48 0,-2 0-46 0,2 0-32 15,0-1-26-15,0 0-20 0,0-2-16 0,0 1-15 0,0-2-13 0,0 0-14 16,2-2-11-16,-2-1-16 0,0-1-18 0,3-1-19 0,-3-1-26 16,0-3-44-16,0 2-52 0,0-5-65 0,0 3-70 0,0-3-61 0,0 0-49 15,0 0-44-15,0 0-38 0,0-5-34 0,-3 1-37 0,3-4-39 0,0 2-39 16,-2-3-29-16,2-1-22 0,0-1 22 0,-4-1 43 0,4-1 59 0,0-1 71 15,-2-1 56-15,-1 0 53 0,3 0 46 0,0 0 42 0,0 0 43 0,0 0 42 16,3 0 51-16</inkml:trace>
  <inkml:trace contextRef="#ctx0" brushRef="#br0" timeOffset="192328.89">6278 12570 237 0,'7'-8'344'0,"-1"2"32"15,-1 2 22-15,1-1 15 0,-3 2 28 0,3 0 31 0,-1 2 46 0,2-1 57 16,-1 1 45-16,-1-1 43 0,1 1 14 0,-3 1 6 0,3 0-86 0,-1 0-123 16,-1 0-54-16,1 0-19 0,-1 1-14 0,-2 2-10 0,1-1-22 0,1 1-25 15,-2 0-46-15,-2 1-50 0,0 1-43 0,3 1-41 0,-3-1-30 0,0 3-22 16,0 0-19-16,-3-1-16 0,3 2-12 0,-2-2-11 0,-2 4-5 0,1-2-7 15,1 0-4-15,-2 2-3 0,0-2-3 0,3 0-3 0,-3-2-3 0,-1 2 0 16,5-1 0-16,-6-1 2 0,6 1-1 0,-3-1-1 0,1-1 0 0,-2 0 2 16,4 0-2-16,-3 1 0 0,3 0-2 0,0-3 1 0,0 2-4 15,0-2-2-15,0 0-1 0,0 0 2 0,0 1 0 0,3-2-1 0,-3-1-2 16,4 2 0-16,-2 0 0 0,1-1-2 0,-3 0-1 0,2 0 2 0,2 0-2 16,-1 0-2-16,-1 0 4 0,-2 0 1 0,4 0 0 0,-4 0-3 0,1 0-2 15,-1 0-1-15,4 0-3 0,-4 0-6 0,0 0-9 0,0 0-10 0,0 0-19 16,-4 0-20-16,3 2-50 0,1-4-65 0,-4 4-75 0,4-2-83 15,-2-1-72-15,-1 2-72 0,3-3-81 0,-4 1-86 0,4-2-64 0,0 0-55 16,-2-5-16-16,-1 2-2 0,3-1 13 0,0-2 16 0,0-2 50 0,0 1 65 16,0-2 76-16,0-2 83 0,3 0 74 0,-1 1 73 0,2 0 82 0</inkml:trace>
  <inkml:trace contextRef="#ctx0" brushRef="#br0" timeOffset="192519.41">6582 12579 88 0,'5'1'321'0,"-1"1"67"0,-2-1 40 0,1 2 36 0,3 0 34 15,-3-1 42-15,1 1 46 0,2 0 38 0,-5-2 38 0,3 1 16 0,1-1 12 16,1 1-32-16,1-1-49 0,-2-1-107 0,1 1-127 0,-1-1-69 0,-1 0-39 16,1 0-53-16,-1 0-59 0,1 0-88 0,1 0-106 0,-3 0-96 0,-1-1-92 15,2 1-74-15,1 0-62 0,-5 0-62 0,4-1-63 0,-4 1-71 0,0 0-74 16,0 0-35-16,0 0-15 0,0 0 9 0,0 0 24 0,0 0 45 0,-4 0 59 16,-1-2 56-16,5 2 57 0,-6 2 55 0,1-2 53 0,-2 2 58 15,5 0 60-15</inkml:trace>
  <inkml:trace contextRef="#ctx0" brushRef="#br0" timeOffset="192627.14">6645 12634 73 0,'4'3'331'0,"-4"0"116"16,4 2 54-16,-3-4 24 0,-1 2 15 0,4 0 9 0,0 2 8 0,-3-3 6 16,3 0 4-16,-2 0 2 0,1-2 0 0,3 1 1 0,-3-1-104 0,3 2-155 15,-3-2-165-15,3 0-171 0,-2 0-124 0,1 0-106 0,-5 0-108 0,5-2-105 16,-5 2-50-16,6-1-29 0,-6 1-13 0,3 0-5 0,-3 0-4 0,6 1-2 16,-6-1 19-16,0 0 26 0,5 2 48 0,-1 1 52 0,-4-3 76 0,5 1 82 15</inkml:trace>
  <inkml:trace contextRef="#ctx0" brushRef="#br0" timeOffset="193251.33">7291 12566 79 0,'-4'2'366'0,"3"0"164"0,-3-1 80 0,4 1 42 0,0-2 25 0,0 0 16 0,0 0 18 0,0 0 18 0,0 0 24 0,0 0 24 0,4 1 13 0,-3 1 14 16,3-1-80-16,1-1-125 0,1 2-141 0,3-2-154 0,0 1-73 0,2-1-38 16,1 0-19-16,-1 0-8 0,4 0-14 0,-1 0-17 0,4-1-18 15,-3-1-17-15,3-1-11 0,-4 2-8 0,4-2-6 0,-1-1-2 0,-3 3-7 16,4-3-6-16,-3-1-4 0,-1 4-4 0,1-4-4 0,-1 2-7 0,-5 0-5 0,4 0-5 15,-2 0-4-15,-2 0-4 0,0 2-13 0,0-3-14 0,-2 2-20 16,-3 0-20-16,1-1-19 0,1 2-21 0,-3-2-40 0,1 1-49 0,-2 2-92 16,-2 0-110-16,0 0-97 0,0 0-90 0,-2-1-100 0,-2 1-101 0,4 0-55 15,-9 0-29-15,4 0-3 0,-4 0 8 0,0 1 15 0,-2 2 16 16,2 2 38-16,-2-1 48 0,-2 1 93 0,-1 1 110 0,-1 1 97 0,1 2 91 16,-1 0 102-16</inkml:trace>
  <inkml:trace contextRef="#ctx0" brushRef="#br0" timeOffset="193565.05">7405 12685 64 0,'5'2'294'0,"-1"-2"75"0,-2 0 60 0,3 1 50 0,2-1 61 0,-1 3 67 16,3 0 52-16,-4-1 46 0,4-2 30 0,-3 2 23 0,3-2 14 0,-4 2 12 15,4 0-75-15,-3-1-111 0,-1 1-83 0,2-2-69 0,-5 1-56 0,4 2-53 16,-3-1-57-16,3-1-62 0,-3 2-47 0,-3 0-43 0,6-1-29 0,-6 2-22 16,0-1-13-16,0 2-8 0,0-3-11 0,0 5-14 0,0 0-7 0,-4-1-3 15,2 2-3-15,-1-1 0 0,-3 4-3 0,1-2-4 0,1 0-7 0,-5 0-4 16,4 0-1-16,-1 0 2 0,1-2 1 0,-4 2 1 0,5-2 3 0,-1 0 6 15,-1-1 1-15,1-1 1 0,1 0 2 0,-1-2 5 0,1 2 3 16,4-4 0-16,-2 2 3 0,-1-2 2 0,3-1-2 0,0 0-2 0,0 0-1 0,0 0-1 16,5 2 1-16,-5-2 0 0,6 2 3 0,-3-2 3 0,3 0-2 0,-1 0-2 15,4 0-2-15,0 0 3 0,0 0 1 0,0-2 1 0,2 2 1 16,-2-2 0-16,0 1-3 0,2-2-2 0,-2 2-7 0,0-1-10 0,0-2-11 16,-3 2-14-16,3-1-14 0,0-1-14 0,-4 1-21 0,1-2-26 15,-1 2-55-15,-1-2-69 0,1 1-93 0,-1 0-104 0,-2 1-91 0,1-4-86 16,-3 3-98-16,4 0-105 0,-8-2-40 0,4-2-11 0,-3 2 1 0,1-1 8 15,2-1 19-15,-4 1 20 0,-1-4 53 0,-1 4 72 0,3-4 91 0,-3 2 102 16,1 0 94-16,-1-1 88 0</inkml:trace>
  <inkml:trace contextRef="#ctx0" brushRef="#br0" timeOffset="193955.72">7367 12183 64 0,'-4'-5'370'0,"4"0"188"15,0 3 84-15,-1 0 38 0,1 2 20 0,0 0 6 0,0 0 5 0,0 0 5 16,0 0 6-16,0 0 7 0,0 0 11 0,0 0 7 0,0 0-77 0,0 0-118 16,0 0-164-16,0 0-182 0,0 0-81 0,0 0-39 0,1 0-17 0,3 0-6 15,-2 2-3-15,1-1-1 0,-3 0-2 0,4 3-7 0,-2-1-5 0,-2 0-6 16,3 0-3-16,-3 1-3 0,2 1-1 0,-2 2-1 0,0-1 1 0,-2 2-1 16,2 1 1-16,-3 0-1 0,3 1 1 0,-2 1-4 0,-2-1 0 15,1-1-4-15,1 2-1 0,-2-1-4 0,3-1-2 0,-3 0-2 0,0-1-2 16,4-1-1-16,-2-2-3 0,2 1-1 0,-3-2-1 0,3 1-2 0,0-4-1 15,0-1-2-15,0 3-2 0,0 0-2 0,3-1 1 0,-1 1-2 0,2-3 1 16,0 3 1-16,-3-3-1 0,5 3 1 0,1-2-1 0,-2 1-1 0,4-1 3 16,-3 1 3-16,3-1 3 0,0 2 0 0,-2-1 2 0,2-1 2 15,0 0 4-15,-3 1 2 0,1 0 7 0,-2 1 4 0,1-2 3 0,-1 1 1 16,-1 1 10-16,1-2 8 0,-1 2 10 0,-2 2 5 0,-2-2 7 0,3 1 7 16,-3-1 3-16,0 3 3 0,-3 0-2 0,3 0 1 0,-2 0-2 0,-2 2-5 15,-1-1-2-15,1 1-5 0,2 1-12 0,-5-2-18 0,5 2-23 0,-3-2-22 16,1 1-27-16,-1-2-27 0,1 2-42 0,-1-2-48 0,1 0-90 0,2-2-114 15,-1 1-94-15,-1-1-88 0,4-1-93 0,0 0-97 0,0-3-66 0,0 0-51 16,4 3-14-16,1-2 1 0,-1 1 13 0,1-2 15 0,1 0 35 0,3-2 43 16,-4 1 89-16,4-2 111 0,0 0 93 0,4 2 85 0,-6-4 95 0</inkml:trace>
  <inkml:trace contextRef="#ctx0" brushRef="#br0" timeOffset="194221.48">7866 12538 54 0,'2'6'546'0,"-2"-2"141"0,4 3 66 0,-4-4 31 0,1 1 18 0,-1-1 15 0,4 2 14 0,-4-2 15 16,4-2 13-16,-3 2 19 0,3-1 24 0,-4-1 8 0,5 2 4 0,-1 0-201 16,-2-1-291-16,2 1-131 0,1 0-57 0,-1-2-30 0,-3 2-16 0,3-1-13 15,1 1-14-15,-1-2-14 0,-2 2-14 0,5-1-28 0,-5 1-34 16,2-2-46-16,1 2-52 0,-1-1-44 0,-3-1-44 0,3 1-48 0,-4-1-49 15,4 0-97-15,-4-1-122 0,1 0-106 0,-1 4-97 0,0-4-121 0,0 0-129 16,0 0-52-16,0 0-17 0,0 0 13 0,0 0 28 0,0 0 26 0,0 0 30 16,0 0 39-16,-5-4 43 0,1 2 96 0,3-1 120 0,-3-2 106 0,4-1 99 15</inkml:trace>
  <inkml:trace contextRef="#ctx0" brushRef="#br0" timeOffset="194624.79">8105 12313 43 0,'2'2'535'0,"1"-2"136"0,1 1 60 15,-4-1 28-15,2 0 15 0,-2 3 7 0,3-3 8 0,3 2 1 0,-3-1 4 16,-1 0 1-16,2 1 4 0,1 1-6 0,1-1-12 0,-3-1-207 0,3 2-295 16,-1-1-132-16,2 1-56 0,-1-2-28 0,-1 0-15 0,-1 3-9 15,1-3-6-15,1 1-3 0,-3 1-2 0,-1-2-4 0,5 2-3 0,-5-1-4 16,2 1-2-16,-4 0-5 0,2 1-2 0,1-1-1 0,-3 3-1 15,-3-2 2-15,1 3-1 0,2 0 1 0,-4 1-2 0,2-1-2 0,-1 2 1 0,-3 0-2 16,1 2 0-16,-2-2-2 0,1-1 1 0,1 3-4 0,1-4 1 0,-1 3-2 16,-1-3-2-16,1-1 1 0,1 0-1 0,1 2 2 0,-3-2 0 0,6-2-1 15,-5 2 1-15,5-2 0 0,0 0 0 0,0 0 1 0,0 1 2 16,0-1 0-16,3 1 2 0,-1-1-1 0,2-1 1 0,-2 2-1 0,1-3 1 16,3 3 1-16,-1-2 3 0,2 2 6 0,-1-1 3 0,-1 1 3 0,1-2 3 15,1 1 4-15,-2 1 4 0,1-1 2 0,-1 2 8 0,-1-1 3 0,1-1 6 16,1 2 3-16,-3 0 6 0,1 0 2 0,-2-2-1 0,-2 3 1 0,0-1-4 15,0-1-2-15,0 3-4 0,0 0-7 0,-2-3-9 0,-2 3-13 0,1 0-16 16,1 1-20-16,-2-2-23 0,-1 1-29 0,1-2-31 0,2 1-70 0,-5-1-86 16,5-1-92-16,-1-1-93 0,-3-1-85 0,3 1-83 0,1-2-93 0,2-2-98 15,0 0-39-15,-4 0-11 0,4 0 8 0,-5-4 11 0,1 1 22 0,4-3 26 16,0 1 65-16,0-2 85 0,4-1 88 0,-4 0 94 0,5 0 84 0,-1-2 85 16</inkml:trace>
  <inkml:trace contextRef="#ctx0" brushRef="#br0" timeOffset="194820.67">8420 12501 255 0,'5'-3'400'0,"0"1"62"0,-1 1 62 16,2-1 60-16,-3 0 54 0,3 1 55 0,-1 1 35 0,-1-1 23 0,5-1 17 15,-4-1 11-15,1 2-3 0,3-1-6 0,0-1-115 0,0 0-162 0,0 0-92 16,2 0-58-16,-2-1-60 0,1 1-60 0,-1-2-55 0,6 1-56 0,-6 1-34 16,2-2-24-16,-2 1-26 0,4-1-22 0,-4 1-34 0,-2-1-41 15,2 1-67-15,0-1-82 0,-4 2-77 0,-1-1-76 0,1 2-80 0,-1-1-82 16,-4 3-93-16,0 0-98 0,0 0-43 0,0 0-20 0,-4-1-2 0,4 1 7 15,-5 0 24-15,-4 0 32 0,3 3 63 0,-3-2 79 0,0 2 78 0,0 1 71 16,-1 0 82-16,-3 2 82 0</inkml:trace>
  <inkml:trace contextRef="#ctx0" brushRef="#br0" timeOffset="194968.19">8487 12589 117 0,'5'2'351'0,"-1"1"92"0,-4-2 60 0,5-1 47 15,-1 3 49-15,-3-1 45 0,7-1 34 0,-3-1 27 0,1 0 16 0,-1 0 12 16,0-1 7-16,3-1 4 0,-3 1-95 0,0-1-143 0,1 2-108 0,1-1-93 15,-5 1-79-15,3-2-76 0,-1 2-110 0,1 0-128 0,-1 0-102 0,1 0-90 16,-1 0-84-16,-2-1-83 0,-2 1-99 0,0 0-112 0,7 0-49 0,-7 0-28 16,6-2-9-16,-5 1-3 0,7-3 19 0,-7 3 28 0,3-2 63 0,1 0 80 15,-1 0 69-15,1 0 66 0,-3-2 67 0,6 3 70 0</inkml:trace>
  <inkml:trace contextRef="#ctx0" brushRef="#br0" timeOffset="195190.82">8982 12453 27 0,'9'0'441'15,"-3"0"115"-15,-1 0 57 0,2 0 28 0,-1 1 20 0,-1-1 17 0,4 0 17 16,0-1 15-16,0 1 17 0,-3-2 9 0,5 1 4 0,-2-1-12 0,5-2-19 16,-5 1-170-16,6 0-235 0,-3-2-113 0,-1 1-52 0,4-1-32 0,-3 1-22 15,-1-2-35-15,0 1-42 0,2 1-66 0,-3-1-74 0,3 1-74 0,-4-1-74 16,-2 1-73-16,2 1-66 0,-1-2-84 0,-1 2-95 0,-3 0-63 0,1-1-51 15,-1 1-18-15,-4 3-7 0,0 0 12 0,0 0 25 0,-4-3 47 0,2 1 57 16,-5 1 68-16,1 1 69 0,1 0 67 0,0 1 68 0,-4 2 84 0</inkml:trace>
  <inkml:trace contextRef="#ctx0" brushRef="#br0" timeOffset="195627.81">9087 12508 220 0,'4'-1'364'0,"1"-1"60"15,-1 2 33-15,1-1 27 0,1 1 22 0,-1-2 26 0,2 2 27 0,0-3 26 16,1 2 28-16,-3-2 23 0,4-1 22 0,-3 2-44 0,3-3-67 0,0 2-94 16,-2-1-106-16,2 0-48 0,0 2-26 0,-4-1-20 0,4 1-15 15,-3-1-21-15,3 2-21 0,-4 1-23 0,3-2-20 0,-3 2-21 0,0 0-18 16,1 2-11-16,-2-2-13 0,-1 1-9 0,-1 1-8 0,2-1-4 0,-3 1-6 16,-1-1-6-16,4 2-3 0,-4-2-6 0,-4 3-8 0,4 0-2 0,-1 1-2 15,-3-1-6-15,2 4-8 0,-1-2-5 0,-3 3-8 0,1-2-6 0,-3 2-9 16,3 2-6-16,0-3-9 0,-4 3-3 0,3 1 0 0,-3-1 0 0,0-1 0 15,0 1-2-15,0-1-1 0,2-1 3 0,-1 2 3 0,1-3 5 0,0 2 4 16,-2-2 7-16,7 0 10 0,-3 0 8 0,1-1 10 0,0-2 4 0,3 1 3 16,-3-3 1-16,4 1 7 0,-2-1 1 0,2 0 3 0,0 0 5 0,0-3 4 15,0 3 5-15,2 0 1 0,2-2-2 0,-3 1-2 0,-1 0-4 0,4 1-4 16,2-2-1-16,-3-1-4 0,3 2-1 0,-1-1-1 0,2-1-5 0,-1 2-5 16,-1-2-4-16,0 0-3 0,-1 0-4 0,2 0-5 0,-1 0-2 0,0-2-2 15,3 2-2-15,-7 0 0 0,7 0 0 0,-3 0-2 0,-3-1-1 0,2 1-3 16,1-2-4-16,-5 2-4 0,4-1-8 0,-4 1-11 0,1-2-14 0,-1 2-14 15,0 0-28-15,4-1-31 0,-4 1-54 0,0 0-62 0,4 0-66 16,-4-4-71-16,1 3-53 0,-1-2-48 0,0-1-46 0,4-1-43 16,-4 0-40-16,4 0-43 0,-3-1-46 0,-1-3-51 0,4 0-4 0,-2-1 20 0,2 3 46 15,-4-4 61-15,5 1 64 0,-5 0 71 0,4 1 54 0,-3-3 49 16,3 0 49-16,0 1 49 0,-3-1 49 0</inkml:trace>
  <inkml:trace contextRef="#ctx0" brushRef="#br0" timeOffset="195986.96">9230 12001 267 0,'-2'-18'411'0,"-1"1"79"0,-1 3 54 0,4 2 38 0,-6 0 33 16,6 3 25-16,-1 1 23 0,-3 1 18 0,0 2 24 0,-1-1 17 0,0 2 17 15,1-1-53-15,-1 4-80 0,-1-2-118 0,-3 1-128 0,4 2-74 0,-4 0-48 16,0 2-36-16,0 2-28 0,-1-1-21 0,0 3-15 0,-3 2-13 0,2 1-14 16,2 0-13-16,-2 1-16 0,2 2-10 0,0 2-11 0,0-3-5 0,0 3-4 15,4-2-4-15,-1 1-4 0,3-2-4 0,-3 1-4 0,6-3-6 0,0 0-6 16,0-1-7-16,0-1-10 0,4-1-4 0,-2 0-6 0,1-1-1 0,1-3-2 15,-2 3-2-15,3-3-2 0,4-1-2 0,-5 1 0 0,5-2-2 0,-4 0 1 16,4-2-1-16,0 1 2 0,-2-4 0 0,3 1 0 0,-1-1 0 0,0 1 2 16,1-3 1-16,-2 3 3 0,-1-2 1 0,2 2 2 0,-2-3 5 0,0 5 2 15,-3-3 5-15,1 2 5 0,1 2 4 0,1-2 3 0,-5 1 6 16,2 2 6-16,-3 0 10 0,3 2 11 0,0 1 9 0,-3-2 9 0,-1 4 12 16,4 0 17-16,-4 2 11 0,4 2 13 0,-3 0 13 0,-1 3 15 0,0 0 15 15,0 1 13-15,0 2 9 0,0 2 6 0,0 1 1 0,0 0 2 0,0 1-5 16,0 1-5-16,0 0-11 0,0 0-14 0,4 1-13 0,-4-1-17 0,2 1-16 15,-2-3-20-15,4 1-18 0,-4-1-21 0,5-1-27 0,-5-1-28 16,4-1-39-16,-3-1-45 0,3-1-49 0,0-2-51 0,-3-1-45 0,-1-1-47 16,4-1-100-16,-4-2-124 0,4-1-117 0,-3 2-116 0,-1-7-118 0,0 0-123 15,0 0-45-15,0 0-10 0,0 0 19 0,0 0 30 0,0 0 39 0,0 0 45 16,0-5 44-16,4-1 43 0,-2 0 101 0,-2-2 125 0,4 0 118 0,-4-2 116 16</inkml:trace>
  <inkml:trace contextRef="#ctx0" brushRef="#br0" timeOffset="196140.52">9373 12352 323 0,'3'6'622'16,"-3"-1"118"-16,0-1 47 0,0-1 18 0,2 0 4 0,2 0-11 0,-8 0-18 15,2 0-46-15,2-1-60 0,0-1-74 0,-3-1-84 0,1 2-127 0,-2-1-150 16,1 1-282-16,1 1-345 0,-3 0-195 0,-3-1-133 0,3 2-56 0,-1-1-24 16,-3 1 4-16,0-1 15 0,4 1 44 0,-4 0 58 0,0-1 74 15,-2-2 84-15,-2 2 71 0,3-1 63 0,-5 1 74 0,2-2 76 0</inkml:trace>
  <inkml:trace contextRef="#ctx0" brushRef="#br0" timeOffset="203179.59">3677 13945 142 0,'-3'3'452'0,"-3"0"204"0,1-2 94 0,1 3 40 0,4-4 16 0,0 0 9 15,0 0 3-15,0 0 3 0,0 0 1 0,0 0 2 0,0 0 4 0,0 0 3 16,0 0-102-16,4 0-154 0,-3 0-182 0,3-2-200 0,2 0-86 0,-3 2-38 16,3-1-15-16,-1-2-5 0,4 0-1 0,-4 2 0 0,8-4 2 0,-4 0 1 15,2 3 0-15,2-3 0 0,-2 2 0 0,1-1 0 0,-1 0 4 0,-2 3 7 16,6-2 2-16,-5 2 2 0,-1-1 3 0,1 1 3 0,-1 1 5 0,1 1 4 15,-2 1 3-15,-3-1 5 0,0 2 5 0,5 0 5 0,-9 2 2 0,7-2 6 16,-7 1-2-16,3 2-7 0,-2 0-2 0,1 0-4 0,-3 2-4 0,0 2-6 16,0 1-6-16,0-1-6 0,0 2-10 0,-5 0-15 0,5 2-19 0,-4-1-23 15,-1 1-26-15,0 0-30 0,1 0-31 0,-2-2-33 0,1 0-28 16,0 0-28-16,-3-1-42 0,-1-2-49 0,4 0-92 0,0-3-112 0,-5 1-83 16,5-1-68-16,-4 0-61 0,4-1-57 0,-1-3-66 0,-3 2-71 0,4-1-13 15,-3-3 7-15,3 0 19 0,0 0 20 0,1-2 41 0,-1-1 48 16,-1 1 91-16,2-2 110 0,4 1 87 0,-1-1 74 0,-3-1 73 0,4 1 70 0</inkml:trace>
  <inkml:trace contextRef="#ctx0" brushRef="#br0" timeOffset="203295.99">3768 14059 216 0,'3'-4'327'0,"-1"1"48"0,2 1 32 15,1 2 24-15,0 0 26 0,-1 2 36 0,5-1 43 0,-3 2 41 0,-1 0 44 16,0-1 29-16,3 2 23 0,-3-3-49 0,1 4-82 0,-1-2-86 0,0 2-89 16,3-1-64-16,-3-1-49 0,0 2-81 0,-1-1-90 0,1 1-106 0,1-3-107 15,3 3-121-15,-4-2-128 0,1 0-113 0,1-1-110 0,-2-1-50 0,1-1-23 16,-1-1-11-16,4-1-7 0,-3-1 13 0,3-1 20 0,-6-1 54 0,7-1 65 15,-5 0 70-15,4 0 69 0,-4 0 78 0,1-1 83 0</inkml:trace>
  <inkml:trace contextRef="#ctx0" brushRef="#br0" timeOffset="203470.89">4193 13848 88 0,'3'0'373'0,"-3"1"167"0,4 1 100 0,-2-1 70 15,-2 2 41-15,3 0 30 0,-3 0 15 0,0 0 7 0,0 0 5 0,0 2 3 16,0 0 1-16,0 0 1 0,0 1-93 0,0 0-134 0,0 2-166 0,0-2-181 15,0 1-136-15,0 2-115 0,0-1-115 0,0-1-119 0,0 2-85 0,0-1-70 16,0-1-66-16,0 1-57 0,0-2-61 0,0 1-61 0,0-2-55 0,0-1-56 16,0-4-17-16,-3 6 3 0,3-1 32 0,0-5 44 0,0 4 73 0,-2-1 88 15,2-3 70-15,-4 5 61 0,4-1 60 0,-3 1 58 0,3-3 59 0</inkml:trace>
  <inkml:trace contextRef="#ctx0" brushRef="#br0" timeOffset="203567.55">4178 14101 67 0,'0'8'238'15,"0"-2"23"-15,0 1 0 0,0 1-22 0,4-4-37 0,-1 3-65 0,-1 0-74 16,2-3-34-16,-2 1-16 0,5-3-7 0,-2 3-3 0,1-2-42 15,-1 0-54-15,4 0-71 0,-3-1-75 0,6-1-22 0,-1 0 0 0,-2-1 22 16,6 0 40-16</inkml:trace>
  <inkml:trace contextRef="#ctx0" brushRef="#br0" timeOffset="204096.22">4806 13915 124 0,'0'-9'512'16,"0"3"129"-16,0 0 76 0,-4 2 40 0,4-1 29 0,0 1 16 0,-2 2 14 15,2 2 13-15,0-2 11 0,-3 1 9 0,1 0 13 0,-2-1-21 16,4 1-31-16,-3-1-182 0,1 1-246 0,-5-1-124 0,5 1-69 0,-2 1-39 16,-1 0-24-16,-1 0-18 0,1 0-15 0,-2 0-12 0,-1 3-12 0,1-2-11 15,-2 4-10-15,2-1-9 0,-2 1-9 0,0 2-6 0,0 1-6 0,0 2-6 16,-2 1-4-16,2 1-2 0,0 1-2 0,-2 1 1 0,2 1 1 16,0 0 0-16,0 0 0 0,3 0 0 0,1-2 0 0,-2-1-2 0,1 0-1 15,5 0-3-15,-3-1-1 0,4-2-2 0,-4 0 0 0,8-2-2 0,-4-1 1 16,4 2-1-16,1-2 1 0,-3 1-2 0,5-1 0 0,-2 2 0 0,4-2 1 15,1 0 4-15,-3 0 2 0,2 0 1 0,3 0-1 0,-2 0 1 0,0-2 2 16,-1 1 1-16,2-1-1 0,-2 1 4 0,4-2 4 0,-8 0 3 0,6 1 3 16,-4-1 9-16,1-1 8 0,-5 0 14 0,3 2 19 0,-3-3 20 0,3 1 22 15,-6 1 22-15,3-2 17 0,-3-1 12 0,0 3 11 0,0 0 4 0,-3 2 1 16,3-2-2-16,-4 1 1 0,2 2-8 0,-1-1-10 0,-3 1-14 16,3 1-19-16,-5 1-22 0,1 1-21 0,2-2-28 0,-4 2-28 0,0-2-32 15,3 3-30-15,-3-3-42 0,0 1-43 0,4-1-46 0,-4-1-45 0,3-1-44 16,-3-1-41-16,4-1-97 0,-1 0-118 0,3-1-114 0,-3-1-112 15,6-1-118-15,-3-1-121 0,3 1-45 0,-2-5-3 0,2 1 19 0,0-2 34 16,0-2 40-16,5 1 43 0,-1-1 40 0,-2-1 41 0,1 0 96 0,6-1 120 16,-3 2 114-16,3-1 113 0</inkml:trace>
  <inkml:trace contextRef="#ctx0" brushRef="#br0" timeOffset="204574.19">4887 14136 302 0,'0'5'542'0,"-2"2"109"0,-1 0 63 0,-1 1 37 0,4-1 27 0,0 2 19 0,-2 2 20 0,-1-1 14 0,3 1 13 16,-4 1 13-16,4-1 11 0,-2 3-53 0,2 0-79 0,0-1-173 0,-3 2-211 15,3-1-107-15,0 1-58 0,-2 0-37 0,2-2-28 0,0 2-20 0,-4 0-17 16,4-1-20-16,0 1-20 0,0-2-23 0,0-2-22 0,0 0-22 0,0 0-23 16,0-2-29-16,0-1-32 0,0-2-68 0,0-2-87 0,0 1-86 0,0-2-87 15,0-2-74-15,0-1-69 0,0 2-71 0,0-2-75 0,0 0-54 0,0 0-46 16,0-5-11-16,4-1 3 0,-4 0 17 0,0-1 26 0,2-2 66 15,-2 0 84-15,0-2 86 0,0-1 87 0,0 2 75 0,3-1 69 0,-3-1 77 16</inkml:trace>
  <inkml:trace contextRef="#ctx0" brushRef="#br0" timeOffset="204798.45">4873 14148 183 0,'3'-7'347'0,"-1"3"43"0,-2-2 45 0,4 3 46 0,1 0 64 0,-1 2 70 15,1-1 57-15,-1 0 47 0,1 2 31 0,1-1 22 0,-1 1 14 0,4-1 5 16,-3 1-92-16,-3 0-140 0,6 0-68 0,-3 0-31 0,-1 1-37 0,-1 0-39 15,1 1-56-15,1-2-60 0,-3 2-44 0,3 1-38 0,-3 0-15 0,-1-2-8 16,2 1-7-16,1 1-4 0,-1 0 1 0,-2-1 7 0,1 2 4 0,-3-1 7 16,4 1-1-16,-2-1-2 0,-2 1-8 0,0 3-8 0,0-1-9 0,0-1-11 15,-2 5-18-15,-2-3-25 0,1 1-24 0,1 1-23 0,-2 0-42 0,-1 1-48 16,1-1-45-16,-1 0-46 0,-1 0-37 0,1 0-33 0,-2-1-72 16,1-2-87-16,1 1-96 0,-1-1-100 0,3 0-89 0,-3-1-85 0,3-1-86 15,-3 1-86-15,1-2-23 0,5-3 6 0,0 0 21 0,0 0 26 0,0 0 30 16,-4-5 27-16,4 2 69 0,0-3 86 0,4-1 96 0,-4-1 101 15,5 1 93-15,1-1 91 0</inkml:trace>
  <inkml:trace contextRef="#ctx0" brushRef="#br0" timeOffset="205001.54">5229 14049 193 0,'-4'6'588'0,"3"0"135"0,-3 3 61 0,0-2 33 0,3 4 17 16,-3-1 13-16,2 2 12 0,-1 2 11 0,-1-1 13 0,-2 2 7 0,1 0 3 15,0 0-32-15,-3 2-50 0,3-1-213 0,0-1-288 0,1 3-131 0,-2-3-64 16,1 2-38-16,1-1-28 0,-1 1-26 0,0-3-25 0,1 3-29 0,2-3-34 16,-1-1-52-16,-1-1-61 0,2-3-89 0,2 0-102 0,-3-1-79 15,3-2-68-15,0-2-71 0,0-1-74 0,0-3-75 0,0 0-75 0,0 0-26 16,3-3-5-16,-1-3 9 0,2 0 18 0,-1-1 42 0,-1-2 56 0,2-2 88 16,-3-1 99-16,3-1 77 0,1-1 71 0,-1 0 72 0,1 1 72 15</inkml:trace>
  <inkml:trace contextRef="#ctx0" brushRef="#br0" timeOffset="205483.68">5234 14118 76 0,'0'0'357'0,"4"0"148"0,-2 2 100 0,-2 2 77 0,4 2 52 0,-3-2 38 16,3 3 29-16,0 3 25 0,-3-2 17 0,3 3 16 0,-4 1 14 0,4 1 7 15,-3 1-81-15,3 0-125 0,-4-1-136 0,2 2-145 0,1 0-99 0,1 0-77 16,-2 0-50-16,1 0-40 0,-3 0-34 0,6-1-28 0,-6-1-28 0,5-1-26 16,-1 0-25-16,-4 0-22 0,5-3-19 0,-5 2-20 0,6-4-27 0,-6-1-30 15,3 0-42-15,-3-1-48 0,4-1-50 0,-2-2-51 0,-2 0-43 0,0-2-43 16,0 0-25-16,0 0-23 0,0 0-11 0,0 0-9 0,-2-1 3 0,-2-2 7 15,1 0 18-15,-3 0 26 0,1 0 42 0,1-1 50 16,-1-1 54-16,-1-1 60 0,1 2 53 0,-2-1 57 0,1 1 50 0,1-1 43 16,0 1 40-16,-4 1 36 0,5-2 36 0,-2 1 36 0,1-1 39 0,0 4 37 15,1-2 33-15,-1-1 29 0,1 0 23 0,2 1 18 0,-1 0 9 0,-1-1 4 16,4 1-5-16,0-2-8 0,0 1-18 0,0-1-14 0,0 1-25 0,0-1-29 16,4-1-31-16,-1 0-34 0,-1-1-47 0,3-1-49 0,-1 0-63 0,1 0-70 15,1-1-65-15,-3 1-66 0,7-2-47 0,-5 1-44 0,0 0-30 0,-1-2-28 16,1 2-25-16,1 0-23 0,1 0-20 0,-5 2-19 0,3-2-1 0,3 1 8 15,-7 1 26-15,7-3 37 0,-7 3 47 0,5 0 53 0,-3-1 46 0,1 2 44 16,-2-1 41-16,1 1 41 0,-1 1 37 0,2-1 40 0,0 1 36 0,-3 3 37 16,-1-1 36-16,0 0 33 0,4 3 37 0,-4 0 41 0,0 0 47 15,2 0 53-15,1 1 54 0,3 2 59 0,-3 0 32 0,-3 2 22 0,6 1 12 16,-3 1 5-16,3 1-3 0,-2 2-6 0,-3 1-10 0,3-1-12 0,1 4-22 16,1 1-23-16,-3-2-42 0,-1 2-48 0,2 2-54 0,1-1-60 15,-1 2-44-15,-1-1-36 0,-1-1-26 0,2 1-20 0,-4-2-16 0,2 1-14 16,1-2-14-16,1 1-14 0,-2-3-13 0,-2-2-13 0,0 1-14 0,3-4-17 15,-3 1-26-15,0-2-34 0,2-2-28 0,-2 1-30 0,0-4-58 0,0-1-74 16,0 0-67-16,0 0-66 0,0 0-49 0,-2-1-42 0,2-4-35 0,0 1-33 16,-3-2-30-16,3-2-27 0,-2-1-27 0,2-1-29 0,-4-3-8 0,1 0-4 15,1 0 46-15,2-1 66 0,-4-1 63 0,4 0 67 0,-2 0 52 0,-1 0 45 16,3 0 40-16,0 2 41 0,0-2 38 0,0 1 37 0</inkml:trace>
  <inkml:trace contextRef="#ctx0" brushRef="#br0" timeOffset="205786.53">5410 14141 195 0,'5'-5'338'0,"-1"-1"34"0,-2 1 18 0,3 2 7 0,4 0 17 0,-5 0 15 0,1 0 28 0,4 0 34 0,-3 2 30 0,-1-2 33 0,4 1 22 15,-5 0 21-15,5 1-69 0,-4 0-111 0,1-1-42 0,-3 2-8 16,3 0 2-16,-1 0 3 0,-1 0-1 0,-2 0-6 0,1 0-19 0,1 2-21 16,-2-1-26-16,-2 2-25 0,0-1-28 0,3 2-27 0,-3 1-32 0,0-1-30 15,0 2-25-15,0 0-24 0,-3 3-15 0,3-1-10 0,-2 2-11 0,-2 1-12 16,1-3-9-16,1 5-9 0,-2-1-8 0,-1 0-4 0,-1 0-4 0,3 0-5 16,-3-2-5-16,3 1-2 0,-3-1-5 0,3-1-2 0,1 0-2 0,-2-1-4 15,2-1-4-15,-1-1-4 0,3-1 1 0,0 1 3 0,-4-2 0 0,4-1 1 16,0 2-1-16,4-2 0 0,-4 0-1 0,0 0-1 0,3 0 1 0,-1-2-1 15,-2 4 1-15,4-2-4 0,1 0 4 0,-1-2 7 0,-2 2-2 0,1 2-4 16,3-3-1-16,-3 2-1 0,3-1 1 0,-3 1-1 0,-1-1 1 0,2 0-2 16,1 2-2-16,-1-2-4 0,-2 1-3 0,1 1-6 0,-3-1-12 15,0 1-18-15,0 1-31 0,0-2-40 0,0 1-71 0,0 1-86 0,0 0-73 16,-3-1-73-16,1 0-68 0,-2 1-68 0,1-3-86 0,-3 1-95 16,4 0-43-16,-1-3-20 0,3-1-1 0,0 0 11 0,-6 0 28 0,6 0 38 15,-5-3 72-15,1 0 85 0,1-1 77 0,3-1 72 0,0-1 69 0,0 0 70 16</inkml:trace>
  <inkml:trace contextRef="#ctx0" brushRef="#br0" timeOffset="205995.96">5716 14184 82 0,'5'1'406'16,"-5"1"107"-16,4-2 69 0,-1 0 50 0,-1 1 34 0,2-1 32 0,1 2 25 15,-1-1 19-15,-2 1 16 0,1-2 10 0,3 1 3 0,-1-1-24 0,-1 0-41 16,1 0-144-16,0 0-190 0,-1 0-109 0,5-1-68 0,-3 1-57 0,3-2-45 15,0 2-52-15,-4-1-55 0,4-1-78 0,-3 1-86 0,3-1-81 0,-4-1-75 16,4 2-64-16,-4-3-59 0,1 3-62 0,-2 0-63 0,-4 1-67 0,3-2-70 16,-3 2-25-16,0 0-4 0,0 0 14 0,0 0 29 0,0 0 57 15,0 0 70-15,0 0 69 0,0 0 72 0,-7 2 61 0,5 0 56 0,-2 2 63 16,-1 0 62-16</inkml:trace>
  <inkml:trace contextRef="#ctx0" brushRef="#br0" timeOffset="206138.93">5777 14291 103 0,'-4'10'406'0,"4"-4"183"16,-1 0 84-16,-3-2 38 0,4-1 24 0,0 0 19 0,0 0 17 0,0-3 20 15,0 1 16-15,4 3 13 0,-3-3 10 0,3 2 8 0,2 0-88 0,-3 0-133 16,3 0-165-16,-1 0-175 0,-1 0-80 0,1 0-35 0,4 0-24 0,-4-1-17 16,5-1-19-16,-1 2-21 0,-4-1-22 0,4-2-23 0,2 0-24 0,-2 0-23 15,-4-2-34-15,4 1-37 0,0-1-83 0,-3-1-104 0,3 2-95 0,-4-4-88 16,3 2-92-16,-3-1-95 0,0 1-83 0,-1-2-81 0,-2 1-30 0,-2 0-8 16,0 4 5-16,0 0 9 0,0 0 26 0,0 0 27 0,0-4 78 0,-6 1 99 15,6 3 90-15,0 0 89 0,0 0 91 0,-5 0 94 0</inkml:trace>
  <inkml:trace contextRef="#ctx0" brushRef="#br0" timeOffset="214516.64">6316 14364 27 0,'-2'-3'364'0,"-1"1"223"0,-3 1 106 16,6 1 54-16,0 0 30 0,0 0 14 0,0 0 13 0,-3 1 9 0,1-1 7 0,2 0 9 15,0 0 4-15,0 0 6 0,0 0-71 0,0 0-103 0,0 0-181 0,0 0-216 16,0 0-102-16,0 0-47 0,2 0-25 0,3 0-10 0,-1-1-6 0,5-1-4 16,-4 2-8-16,4-1-3 0,0-2-5 0,2 1-1 0,-2-1 0 0,4 1 0 15,-2 0-1-15,-2 0-2 0,2-1-5 0,-2 0-1 0,0 2-6 0,0-2-3 16,2-1-3-16,-6 3-4 0,4 0-2 0,-2-2-2 0,0 1-4 0,-3 1-3 15,1-1-4-15,1 1-4 0,-2 1-13 0,1-2-15 0,-1 2-19 0,-3-1-20 16,3 1-21-16,-4 0-23 0,0 0-35 0,0 0-44 0,0 0-72 16,4 1-86-16,-4-1-74 0,0 2-75 0,1 1-69 0,-1 1-65 0,0-1-57 15,-1 3-52-15,-3 0-45 0,0 1-41 0,3 3-4 0,-3-3 8 16,-1 4 32-16,-5-2 38 0,5 0 72 0,0 0 83 0,-4 0 77 0,3-2 77 16,-1 1 65-16,2-1 69 0,-1 2 66 0</inkml:trace>
  <inkml:trace contextRef="#ctx0" brushRef="#br0" timeOffset="-214650.42">6369 14497 334 0,'-10'5'414'0,"5"-2"43"0,3 0 20 0,-1-2 10 15,3 2 14-15,0-3 15 0,0 0 30 0,0 2 41 0,0-1 38 0,0-1 40 16,3 2 9-16,-1-2-7 0,3 1-108 0,-1-1-158 0,2 2-72 0,-3-2-33 16,3 0-15-16,-1 0-1 0,-1 1-12 0,1-1-9 0,-1 2-30 0,1-1-37 15,-1 1-37-15,-2-2-38 0,1 1-22 0,3 1-13 0,-3-1-15 0,-1-1-13 16,2 3-9-16,-1-2-6 0,-1 3-7 0,-2-1-4 0,4 0-4 0,-4 0-4 16,0 1-2-16,0-1 0 0,0 3-2 0,0 0-1 0,-4 0-4 0,2 2-8 15,-1-2 1-15,-1 1 4 0,2 1 2 0,-1-1-3 0,-3 1 1 0,3-1-1 16,-3-1 4-16,1 2 4 0,-4-2 1 0,5 0 5 0,-1 0 6 0,-1-2 5 15,3 1 4-15,-3-2 1 0,2 1 2 0,3-1 3 0,-3-1 2 0,2 1-2 16,-1-2-2-16,3-1 1 0,0 0-4 0,0 0-4 0,0 0-4 0,0 0-5 16,0 0-6-16,0 0-6 0,0 0-5 0,0 0-1 0,0 0-4 0,0 0-5 15,5 0 1-15,-1-1 5 0,1 1 0 0,-1 0 0 0,1 0 2 0,1 0 1 16,-1 0-2-16,2 0 1 0,-1 0-1 0,-1 0 2 0,1 0-1 16,-1 0 1-16,2 0 0 0,-1 0 0 0,-1 0-2 0,-1 0-2 15,1 0-2-15,1 0-2 0,-3 0-5 0,-1 0-8 0,2 0-11 0,-1 0-10 0,-3 0-24 16,2 0-30-16,2 0-63 0,-1 0-78 0,-3 0-80 0,0 0-83 15,2-2-84-15,2 1-89 0,-4 1-93 0,0 0-100 0,0 0-40 0,0-6-15 16,0 0 1-16,0-2 7 0,0 1 23 0,-4-1 29 0,4-1 62 0,-2 0 78 16,-1-1 83-16,3-1 83 0,-4 2 85 0,2-1 87 0</inkml:trace>
  <inkml:trace contextRef="#ctx0" brushRef="#br0" timeOffset="-214425.35">6359 13968 326 0,'0'0'603'0,"0"0"118"0,0 0 56 0,0 0 28 0,0 0 17 0,0 0 13 0,0 0 13 0,0 0 12 0,0 3 13 0,0-3 12 0,0 3 18 15,0 0-47-15,-1 0-80 0,1 0-194 0,0 1-252 0,0 0-113 0,0 1-55 16,-4 3-27-16,4-1-16 0,0 2-17 0,0 2-19 0,0 1-28 16,0 0-32-16,0 1-37 0,0 2-37 0,-2 0-36 0,2 0-36 0,0 0-65 0,2 0-76 15,-2 0-96-15,0 0-102 0,4 0-97 0,-3 0-92 0,3-3-95 16,2 2-99-16,-3-2-30 0,3-2-3 0,-1-1 13 0,-1 0 13 0,1-3 25 15,0 0 23-15,5-1 59 0,-7-1 73 0,6-1 95 0,-3-1 103 0,3 1 96 16,0 0 92-16</inkml:trace>
  <inkml:trace contextRef="#ctx0" brushRef="#br0" timeOffset="-213871.36">6897 14268 55 0,'-6'1'354'0,"3"2"170"0,1 2 92 0,-2-2 57 0,-1 1 37 0,1 1 25 0,4 1 22 0,-5 0 21 0,5 1 13 0,-4 1 12 0,2 1 11 15,-1 0 8-15,1 0-77 0,-2 3-111 0,1-2-150 0,1 4-165 16,-2-2-88-16,4 3-54 0,-2-2-35 0,-1 2-23 0,3 0-22 0,-4 2-19 0,4-2-13 15,0-1-13-15,4 0-7 0,-4 1-7 0,3-3-7 0,3 0-4 16,-4 0-6-16,5-3-3 0,-2 2-3 0,6-4 0 0,-4 1 0 0,4-2 0 16,-2-2 0-16,2-1 2 0,2-2-2 0,-2 1-2 0,3-4 1 0,1 1-2 15,-1-3 0-15,-1-2 1 0,1 0 1 0,-3-5 1 0,4 0-2 0,-3 0-1 16,-1-1-1-16,2-2-4 0,-2-1-1 0,-2 2 0 0,0-4 0 0,0 2 0 16,-4 1 0-16,4 0-1 0,-3 0-1 0,-3 2-1 0,-1-1 0 0,2 1 2 15,1 1-1-15,-5-1 4 0,0 2-1 0,0 1 4 0,0-2 1 0,0 2-2 16,-4 2 2-16,3-2 2 0,1 1 1 0,-6 2 0 0,3-1-2 0,-1 2 1 15,-1-1-2-15,-1 2-2 0,1-1-8 0,-3 2-10 0,3 0-14 0,-4 0-16 16,4 0-23-16,-4 2-28 0,-1-1-55 0,3 2-72 0,-5 0-87 0,3 2-91 16,-2-1-74-16,2 4-66 0,-2-1-64 0,-2 1-60 0,4 2-72 0,-2 0-75 15,-3 3-26-15,5-2-3 0,0 2 13 0,0 0 23 0,-2 1 54 0,5-2 72 16,-1 1 82-16,2-1 94 0,-1-1 75 0,6 0 65 0,-3-1 63 16,3 0 64-16</inkml:trace>
  <inkml:trace contextRef="#ctx0" brushRef="#br0" timeOffset="-213661.56">6953 14419 100 0,'5'-1'285'0,"1"-1"56"0,-3 2 37 16,3 0 41-16,-1 0 44 0,-1 2 60 0,1-1 67 0,-1 2 58 0,1-1 50 16,1 1 33-16,-3 0 26 0,3 1-19 0,-1-1-42 0,4 1-74 0,-3 1-88 0,-3 0-46 15,3-1-26-15,-1 0-28 0,2 3-32 0,-1-3-47 0,-1 2-56 16,1 2-47-16,1-4-40 0,-2 3-31 0,1 0-19 0,-3-3-15 0,3 2-13 16,-5 0-13-16,3 0-10 0,2 0-9 0,-3 0-9 0,1 0-10 0,-2 0-18 15,3-2-20-15,-5 1-27 0,4 0-30 0,-1-1-29 0,-3 0-30 0,2 1-31 16,-2-2-55-16,4 0-70 0,-4 0-97 0,0-1-111 0,0-2-104 0,0 3-100 15,0-3-103-15,0 0-104 0,0 0-36 0,0 0-9 0,0 0 10 0,0 0 18 16,0 0 21-16,0 0 24 0,0 0 49 0,0 0 67 0,5-3 95 0,0 1 113 16,-5-1 102-16,0 3 100 0</inkml:trace>
  <inkml:trace contextRef="#ctx0" brushRef="#br0" timeOffset="-212852.17">7302 14050 325 0,'0'0'534'0,"0"0"104"0,0 0 55 0,-2 2 37 0,2 1 23 0,0 3 22 0,0-1 18 16,0 5 16-16,0-2 14 0,0 5 12 0,2 0 11 0,-2 2-51 0,0 1-84 15,0 4-158-15,0 0-195 0,0 1-94 0,3 0-48 0,-3 1-30 0,0 1-24 16,0-1-18-16,0 1-18 0,0-1-15 0,0 1-11 0,4-1-11 0,-4 0-16 15,2 0-11-15,-2-1-13 0,0-3-12 0,4 0-10 0,-4 0-17 0,0-3-16 16,1 0-19-16,3-2-16 0,-4-3-19 0,0 3-17 0,4-4-19 0,-3-3-22 16,-1 0-31-16,0-2-35 0,0 1-59 0,0-2-69 0,0-3-72 0,0 0-75 15,0 0-62-15,0 0-55 0,0 0-53 0,0-3-51 0,0 3-53 0,-1-8-52 16,-3 1-15-16,4-3 7 0,-4 0 22 0,3 0 36 0,-3-4 59 0,4 2 66 16,-6-1 75-16,6-1 75 0,-3 1 69 0,3-2 65 0,-2 1 67 0,-2-1 67 15</inkml:trace>
  <inkml:trace contextRef="#ctx0" brushRef="#br0" timeOffset="-212598.61">7302 14195 22 0,'3'-4'258'16,"1"1"75"-16,-2 0 50 0,2 0 46 0,1 2 47 0,0-3 52 0,1 4 52 15,-3-1 52-15,6 1 45 0,-3 0 34 0,-1 0 26 0,3 0 20 16,-3 0-58-16,0 1-95 0,1-1-73 0,-1 2-64 0,2 0-47 0,-1-1-37 16,-1 1-43-16,1 1-45 0,-3-2-45 0,3 4-49 0,-3-3-36 0,3 2-30 15,-1-1-21-15,-1 0-15 0,1 0-8 0,1 1-5 0,-3-1-2 0,1 2 0 16,-2-2 1-16,-2 1 7 0,3 1 2 0,-3-1 2 0,0 2 0 0,2 0 2 15,-2 2-4-15,-2-1-2 0,2 0-7 0,-3 1-4 0,3 1-6 0,-2 0-7 16,-2 2-12-16,-1-1-17 0,1 0-23 0,-1 1-25 0,1 0-25 0,-5-1-26 16,4 1-22-16,-1-1-24 0,1 1-29 0,-4-2-35 0,3 0-70 0,-1 0-90 15,2-2-85-15,-1 1-86 0,1-1-75 0,1-2-74 0,-1-1-81 0,1 1-81 16,2-2-27-16,2-3-2 0,0 0 7 0,0 0 9 0,0 0 27 0,0 0 29 16,0 0 73-16,0 0 90 0,2-6 84 0,-2 0 86 0,4 0 85 0,0 0 80 15</inkml:trace>
  <inkml:trace contextRef="#ctx0" brushRef="#br0" timeOffset="-212194.53">7673 13991 49 0,'0'-4'355'0,"0"1"98"0,0 2 64 0,0 1 48 0,0 0 38 16,0 0 45-16,0 0 44 0,0 0 34 0,0 0 31 0,0 0 31 0,3 1 23 15,-1 2-6-15,-2-1-24 0,4 2-114 0,-4 1-153 0,0 1-80 0,3 1-46 16,-1 2-26-16,-2 2-18 0,4 1-20 0,-4 1-20 0,2 4-13 0,1-1-15 15,-3 2-10-15,4 2-9 0,-4 1-7 0,2 1-5 0,-2 1-6 0,3-1-9 16,-3 2-11-16,2 3-17 0,2-2-20 0,-4 3-22 0,0 0-24 0,3-1-22 16,-1 1-23-16,-2 1-17 0,4-1-26 0,-4 0-23 0,0-3-28 0,3 1-28 15,-1-2-32-15,-2-2-34 0,0-1-38 0,0-3-40 0,0-3-32 16,4 0-28-16,-4-1-24 0,0-4-22 0,0 1-32 0,0-4-38 0,0-1-76 16,-4 0-94-16,4-1-71 0,0-4-65 0,0 2-58 0,0-3-62 0,0 0-46 15,0 0-43-15,-5-1-5 0,-1-2 11 0,3 0 16 0,-3-2 18 16,1-1 30-16,-2 2 40 0,1-2 81 0,1-2 103 0,-4 1 89 0,3-1 81 15,-3 2 87-15,0-3 88 0</inkml:trace>
  <inkml:trace contextRef="#ctx0" brushRef="#br0" timeOffset="-211864.56">6792 14065 210 0,'-6'-6'375'0,"1"3"78"0,1 0 49 16,-1 0 44-16,1 2 43 0,4 1 43 0,0 0 44 0,-2 0 35 0,2 0 30 15,0 0 22-15,-3 1 20 0,3-1-43 0,0 0-68 0,0 2-105 0,0-1-120 16,0 2-65-16,0 0-42 0,0 3-37 0,0-1-32 0,0 2-32 16,0 2-35-16,0 3-22 0,0 2-17 0,0 1-8 0,0 1-4 0,3 4 2 15,-3-1 2-15,0 4 5 0,2 1 8 0,-2-1 0 0,0 5 1 16,0 0-3-16,4 1-3 0,-4-1-7 0,0 2-10 0,0 2-12 0,0-1-12 15,2 1-17-15,-2 1-18 0,3-4-26 0,-3 5-33 0,0-4-39 0,0 1-45 16,0-2-38-16,0-1-41 0,0-2-34 0,-3-1-31 0,3-3-73 0,0 0-89 16,3-3-101-16,-3-3-111 0,0 1-91 0,4-4-90 0,-2-2-84 0,1-2-78 15,1-1-19-15,-2-4 8 0,7-1 23 0,-4-1 23 0,1-2 27 0,3-3 29 16,0-2 68-16,0 0 90 0,0 0 100 0,2-1 107 0,-2-2 97 0,3-1 93 16</inkml:trace>
  <inkml:trace contextRef="#ctx0" brushRef="#br0" timeOffset="-211065.35">8054 14391 127 0,'0'4'443'0,"0"1"213"0,0-1 100 0,0-2 43 0,-2 2 22 0,2 1 13 0,0-1 9 0,0-3 14 15,0-1 18-15,0 0 19 0,0 0 28 0,0 0 25 0,0 0-77 0,0 0-129 16,0 0-176-16,0 0-196 0,0 0-88 0,0 0-38 0,0 0-17 0,0-1-8 15,0 1-5-15,2 0-1 0,-2-3-11 0,0 3-10 0,4-1-13 0,-4 1-18 16,0 0-12-16,0 0-12 0,0-2-3 0,0 2-2 0,0 0 5 0,0 0 7 16,0 0 0-16,0 0 2 0,0 0-5 0,0 0-7 0,0 0-7 0,0 0-11 15,0 0-12-15,0 0-13 0,0 0-12 0,0 0-37 0,0 0-41 0,0 0 0 16,0 0 0-16,0 0 0 0,0 0-53 0,0 0-89 0,-4 2-61 0,4-2-69 16,-2 1-57-16,2-1-53 0,0 0-106 0,-3 0-131 0,3 0-131 0,0 0-128 15,0 0-112-15,-6-1-100 0,3-1-28 0,1 1 5 0,2 1 27 16,-4-5 40-16,1 0 57 0,1 3 64 0,-2-3 54 0,-1 2 50 0,-1-1 107 15,6 0 133-15,-3 0 129 0,1 3 129 0</inkml:trace>
  <inkml:trace contextRef="#ctx0" brushRef="#br0" timeOffset="-207712.74">8687 14155 189 0,'0'0'365'0,"0"-1"77"0,0 1 56 0,0 0 54 0,0 0 59 16,4 0 55-16,-4 1 51 0,0 2 35 0,0-2 29 0,0 3 16 0,0 0 16 15,0 1-42-15,0 0-65 0,0 3-105 0,-4 0-122 0,4 1-71 16,0 1-47-16,-1 1-52 0,-3 0-51 0,4 3-51 0,-4 0-45 0,2-1-30 15,2 1-24-15,-3-1-17 0,1 2-11 0,-2 0-11 0,4 0-6 0,-3-3-8 16,3 3-4-16,-2-1-6 0,-2-2-7 0,4 1-7 0,0-2-4 0,-1 1-10 16,-3-2-10-16,4-1-11 0,0 0-14 0,-4-1-14 0,4-1-11 0,0-1-13 15,0-1-13-15,-1-1-19 0,1-1-23 0,0 0-39 0,0-3-47 16,0 0-62-16,0 0-71 0,0 0-61 0,0 0-57 0,0 0-39 0,0 0-38 16,0 0-29-16,0-3-30 0,0-1-25 0,0-1-25 0,0-2-31 0,0-1-29 15,0 1 1-15,0-4 18 0,0 1 51 0,0-2 65 0,0-1 62 0,0 2 59 16,0-3 48-16,0 1 45 0,0-1 43 0,0 1 38 0,0-1 38 0,0 0 34 15</inkml:trace>
  <inkml:trace contextRef="#ctx0" brushRef="#br0" timeOffset="-207509.6">8664 14215 214 0,'0'-9'304'0,"3"2"40"0,1 2 22 16,-2-1 25-16,-2 3 21 0,3 0 39 0,-3 3 41 0,0 0 59 0,2 2 63 15,2 1 55-15,1 0 44 0,-1 1-30 0,1 4-63 0,1-1-67 0,-3 4-62 16,3-1-29-16,-1 4-15 0,4-1-14 0,-3 4-16 0,1-1-33 16,-2 1-40-16,4 2-56 0,-3-1-62 0,-1 2-49 0,1-1-47 0,1 0-29 15,-2-1-25-15,1 1-13 0,-1-1-13 0,2-2-13 0,-1-1-13 16,-1 0-13-16,1-1-17 0,-3-2-15 0,3 0-15 0,-3-3-21 0,-1 0-29 15,2-2-49-15,1-1-61 0,-5-1-68 0,4-1-67 0,-2-1-54 0,-2-1-48 16,3 1-44-16,-3-3-44 0,0 0-41 0,0 0-44 0,0 0-55 0,0 0-62 16,0 0-18-16,-3-5 2 0,-3 2 39 0,6-1 56 0,-5-1 65 0,1-1 66 15,-1 2 55-15,1-2 47 0,-1 0 48 0,3 0 43 0,-5 0 51 0,1 1 50 16</inkml:trace>
  <inkml:trace contextRef="#ctx0" brushRef="#br0" timeOffset="-207375.72">8729 14437 214 0,'-4'-7'350'0,"-1"-1"37"0,-1 1 23 0,6 1 15 0,-3-1 16 0,3 3 13 16,-2 1 18-16,-2 0 18 0,4 2 18 0,0 1 17 0,0 0-2 15,0 0-10-15,0 0-105 0,0 0-149 0,0 0-71 0,0-2-43 16,4 1-38-16,-2-3-41 0,1 4-52 0,-3-1-58 0,6-2-66 0,-1 0-73 16,-1 0-84-16,1-1-92 0,1-1-70 0,-3 1-61 0,3-2-27 0,-1 0-12 15,4 0-4-15,-5 0 1 0,1 0 16 0,1 0 24 0,3-2 38 0,-4 2 45 16,-1 0 49-16,5 0 52 0,-4-2 68 0</inkml:trace>
  <inkml:trace contextRef="#ctx0" brushRef="#br0" timeOffset="-207197.36">8942 14169 207 0,'2'1'356'0,"2"2"73"0,-4 1 52 0,2 3 58 0,1 0 60 16,1 4 59-16,-2-1 55 0,1 1 37 0,-3 2 27 0,0 1 18 0,2-1 12 16,2 4-46-16,-4-2-76 0,0-1-101 0,0 3-114 0,0-2-70 0,0 2-51 15,0-2-57-15,0 0-66 0,0-1-60 0,0-1-65 0,0 0-52 0,0-1-43 16,0-1-58-16,0-3-64 0,0 2-80 0,0-3-83 0,0 1-70 16,3-4-61-16,-3 1-56 0,0-3-53 0,2 0-54 0,-2-2-57 15,0 0-62-15,0 0-61 0,0 0-20 0,0 0 2 0,0-4 35 0,0-2 44 16,4 0 71-16,-4-2 79 0,0 2 65 0,0-2 60 0,0 1 54 0,0 0 52 15,0-2 56-15,0 1 58 0</inkml:trace>
  <inkml:trace contextRef="#ctx0" brushRef="#br0" timeOffset="-206852.92">8988 14226 55 0,'3'-10'265'0,"3"2"51"0,-3 0 26 0,-1 2 23 0,5 0 17 16,-1 3 23-16,-1-1 22 0,1 2 34 0,-3 0 38 0,3 1 48 0,-3 0 51 16,3-1 11-16,-1 1-5 0,-1 1-59 0,-2-2-75 0,1 2-35 0,3 0-18 15,-6 0-12-15,3 0-16 0,-3 0-16 0,6 2-21 0,-6-1-31 16,0 1-36-16,3 0-44 0,-3 2-49 0,0 0-41 0,0 1-45 0,0 0-26 15,-3 2-22-15,3 0-14 0,-2 0-11 0,-2 3-6 0,1-3-3 0,1 2-3 16,-2 0-6-16,1-1 0 0,1 1-2 0,-2 0-1 0,2-2-5 0,-1 0 1 16,-1 1-1-16,2-2-1 0,-1 0-1 0,3 0-2 0,0 0 0 0,0-3 0 15,-2 2 0-15,2-1 0 0,2-1-2 0,-2-1-1 0,0 1 2 16,3-2-1-16,-1 2 1 0,2 0-1 0,1-1 1 0,-1 1 1 0,5-2 3 16,-4 1 0-16,1 1 1 0,3-2 1 0,-4 2-1 0,4-2 1 0,-3 1 2 15,-1 0 2-15,2 1 0 0,-1-2 0 0,-1 2 0 0,0 0 3 0,-1-1 3 16,2-1 2-16,-3 2-1 0,-3 0 2 0,0 0 5 0,2 2 1 0,-2-1 1 15,0 1 1-15,-2 1-1 0,2 0-1 0,-3 0-1 0,-3 1-4 0,2 2-5 16,-3-1-10-16,0-1-10 0,2 2-13 0,-4-1-19 0,-1 1-40 0,5-2-52 16,-4 0-77-16,-2 0-91 0,2 0-75 0,0-2-68 0,0 1-74 0,-2-2-74 15,2-1-84-15,0 0-86 0,-2 0-36 0,2-2-11 0,0-1 4 16,0 2 13-16,-2-2 36 0,2-2 47 0,0 2 74 0,0-1 90 0,4-2 74 16,-4 0 69-16,3 2 73 0,1-2 76 0</inkml:trace>
  <inkml:trace contextRef="#ctx0" brushRef="#br0" timeOffset="-201604.49">9235 14290 60 0,'4'-3'296'0,"-4"0"86"0,4 0 58 0,-3 2 52 16,7-2 53-16,-3 1 52 0,1 1 46 0,-1-3 39 0,0 3 29 0,4-2 21 16,-3 0 14-16,3 2 12 0,-2-2-73 0,0 0-114 0,1-1-87 0,-3 2-77 15,4-1-54-15,-4 0-48 0,1 1-47 0,3-1-54 0,-4 0-43 0,1 1-39 16,1 0-28-16,-2-1-22 0,1 1-15 0,-1-1-9 0,3 2-11 0,-3-2-8 15,-3-1-8-15,5 3-5 0,-5 0-4 0,1-1-3 0,3-1-3 0,-3 3-1 16,-1-3-8-16,2 3-11 0,-4-1-7 0,0 1-6 0,2-2-10 0,-2 2-12 16,0 0-16-16,0 0-19 0,0 0-28 0,0 0-34 0,0 0-45 0,0 0-50 15,0 0-44-15,-2-1-38 0,2 1-26 0,-4-3-19 0,2 3-15 0,-1-2-14 16,-1 2-9-16,2-2-4 0,-3 1 0 0,1 1 8 0,1-3 20 0,-3 2 24 16,5-1 37-16,-7 1 43 0,7-1 41 0,-3-1 37 0,-2 2 31 0,3-1 27 15,1 0 22-15,-2 1 19 0,4-2 17 0,-3 2 20 0,3-1 12 16,0 2 14-16,-2-1 11 0,2-2 12 0,0 3 8 0,0-3 8 15,0-1 7-15,0 3 5 0,0-2 7 0,2 2 5 0,-2-2 5 0,0 1 7 0,0 2 4 16,0-1 7-16,0 1 7 0,3-3 5 0,-3 3 8 0,0-4 8 16,0 4 10-16,0 0 14 0,0 0 10 0,0 0 11 0,0 0 15 0,0 0 14 15,0 0 20-15,0 0 20 0,0 0 25 0,0 0 24 0,0 4 21 0,0-4 21 16,0 4 16-16,0-1 16 0,-3 2 5 0,3-3 2 0,0 3-4 0,-2 0-5 16,-2-1-9-16,4 2-6 0,-5 2-20 0,5-2-26 0,-4 0-29 0,-1 0-29 15,1 1-28-15,2-1-26 0,-1 0-24 0,1 0-23 0,-2 0-17 0,1 0-17 16,1 0-9-16,2-2-6 0,-4 1-9 0,4 0-11 0,0-2-1 0,0 1 1 15,-1-1 1-15,1-1-2 0,0 1 0 0,-4 0 0 0,4-3 0 0,0 1 0 16,0-1 1-16,0 5 1 0,0-4-1 0,0-1-1 0,0 0 2 0,0 0-1 16,0 3 1-16,0-3-2 0,0 0 0 0,0 0 0 0,0 0 3 0,0 0 4 15,0 0 0-15,0 0 1 0,0 0-2 0,0 0 1 0,0 0-1 16,0 0 0-16,0 0-1 0,0 0-2 0,0 0-2 0,0 0-1 0,0 0-3 16,0 0-1-16,0 0-4 0,0 0-2 0,0 0-2 0,0 0-2 0,4 1-1 15,-4-1 0-15,1 2-1 0,-1 0-2 0,0-2 0 0,0 1 0 16,4 1 0-16,-2-2 1 0,1 1-1 0,-3-1 0 0,4 0 0 0,-4 0 0 15,2 0-1-15,1 2-1 0,-3-2-1 0,0 0 0 0,0 0-1 0,0 0-4 16,0 0-4-16,0 0-6 0,0 0-15 0,0 0-15 0,0 0-36 0,0 0-42 16,0 0-71-16,0 0-82 0,0 0-72 0,0 0-66 0,0 0-68 0,0 0-71 15,0 0-87-15,0 0-91 0,0 0-41 0,-3-5-17 0,3 5 3 0,0-5 12 16,-6 4 31-16,3-3 44 0,1 1 71 0,-2 0 83 0,3-2 70 0,-3 2 67 16,0-1 70-16,3-1 72 0</inkml:trace>
  <inkml:trace contextRef="#ctx0" brushRef="#br0" timeOffset="-201066.05">9338 14043 211 0,'2'4'370'0,"2"1"81"0,-4 2 61 0,0 0 65 0,5 4 65 0,-5 0 53 0,4 1 45 0,0 1 31 0,-3-1 24 0,3 3 18 0,-2 0 11 0,1 2-45 0,-3 1-73 0,4 0-107 0,-2 0-117 15,1 1-76-15,-3 1-58 0,6-1-64 0,-6 2-65 0,4-1-49 0,-3 0-43 16,-1 0-29-16,4-1-26 0,0 3-17 0,-3-4-14 0,-1-1-10 0,4 1-7 15,-2-1-7-15,-2-3-4 0,3 1-4 0,-3-2-4 0,4-1-2 0,-2-1 0 16,-2-2-5-16,0-2-4 0,0-1-6 0,3 0-4 0,-3-1-5 0,0-2-6 16,-3-2-8-16,3-1-10 0,0 3-13 0,0-3-14 0,-2 0-14 0,-2 2-11 15,1-2-16-15,3 0-19 0,-6-2-13 0,1 2-17 0,1-1-12 16,-1-1-13-16,-1 1-14 0,3-1-10 0,-6 1-3 0,3-3 1 0,-3 3 13 16,4-3 13-16,-4 1 13 0,3-2 11 0,-3 0 16 0,4 1 20 0,-4 0 16 15,3-2 21-15,-3 0 20 0,4 0 24 0,0 0 22 0,-3 0 21 16,3 0 19-16,0 0 19 0,1-1 10 0,-2 2 5 0,1 0 7 0,1-1 6 15,4 0 4-15,-5 2 2 0,5-2 0 0,0 1 1 0,0-1-5 0,0 2-5 16,0-1-5-16,0-1-1 0,5 0-12 0,-5 2-9 0,8-3-9 0,-3 2-5 16,1-3-5-16,3 2-7 0,0-3-2 0,-2 0-4 0,5 0-1 0,-1 0 0 15,2-1-1-15,-2-1-1 0,3 1-1 0,1-1 2 0,-3 1-1 0,3-1 5 16,-1 2-4-16,-3 0-5 0,2 0 1 0,-2 2 4 0,1 1 2 0,-1 0 1 16,-5 1-1-16,3 1 1 0,-2 1 5 0,0 1 10 0,-3-1 11 0,1 2 14 15,-1 1 13-15,-4 0 16 0,0 0 18 0,5 0 18 0,-5 1 8 16,4 2 6-16,-4 0 7 0,0 0 6 0,0 1 4 0,0 3 6 0,0-3 0 15,-4 5-6-15,4-1-6 0,-3 2-8 0,1 1-13 0,2-3-14 16,-4 5-14-16,4-1-11 0,-5-2-9 0,5 2-9 0,0 0-5 0,0 0-4 16,0-1-6-16,0-1-3 0,0 1-4 0,0-3-4 0,3 2-4 0,-1-3-4 15,2 1-2-15,-2-2-2 0,1 0-2 0,3-2-4 0,-3 1-1 0,3-1 0 16,-1-1-3-16,2 1-4 0,-1-2-7 0,-1 0-5 0,4 1-14 0,-3-3-15 16,3 0-38-16,-4 0-49 0,4-3-94 0,-3 1-119 0,-1-1-102 0,4-1-93 15,-3 1-112-15,1-3-117 0,-5-2-51 0,5 2-24 0,-2-3-7 0,1 2 2 16,-1-2 10-16,-1 1 13 0,1-1 38 0,1 2 46 0,-3-2 97 0,3 2 116 15,-1 0 104-15,-1 1 96 0</inkml:trace>
  <inkml:trace contextRef="#ctx0" brushRef="#br0" timeOffset="-200355.6">9668 14245 295 0,'-4'0'595'0,"4"0"116"0,-2 0 55 0,2 0 23 0,0 0 10 0,0 0 6 16,0 2 6-16,0-2 5 0,6 1 5 0,-6 1 5 0,5-2 5 0,-5-2-52 16,4 2-75-16,1 0-201 0,1-1-256 0,-3-1-115 0,6 1-52 0,-3-2-22 15,-1 0-7-15,4-2-9 0,0 2-10 0,0-1-8 0,2-2-3 16,-2 1-6-16,0 1-5 0,0-2-7 0,0 0-7 0,-3 1-8 0,3 1-9 16,-4-1-8-16,1 1-7 0,-1 0-6 0,-1 2-6 0,1 0 2 0,-1 1 5 15,-3-1-2-15,-1 2-7 0,0 0-1 0,0 0 0 0,0 0 2 0,0 0 2 16,0 0 5-16,-1 3 8 0,1-1 4 0,-4 0 9 0,2 2 6 0,-1 0 3 15,-1 1 5-15,-1 0 1 0,3 2 4 0,-2 0 7 0,1-1 1 0,-3 0 3 16,2 0 1-16,3 0 2 0,-3 0 0 0,4-1 2 0,-2-2-1 0,-1 1-4 16,3-3 0-16,0-1 1 0,0 0-2 0,3 4-2 0,-3-3-3 0,2 1-2 15,-2-2-1-15,4 1-1 0,-3-1-2 0,3 2-2 0,2-2 1 0,-3 0-4 16,3 0 1-16,-3 0-1 0,-1 0-1 0,2-2-4 0,1 2 0 0,-1-1-1 16,-3 1 2-16,3 0 0 0,0 0 2 0,-4 0-1 0,0 0 1 0,0 0-1 15,0 0 2-15,0 0 3 0,0 0 0 0,-4 1 2 0,4 2 1 0,-4 0 1 16,-1 1 4-16,3 1 1 0,-5 1 3 0,2 0 1 0,-4 2 4 0,3-1 1 15,-3 0 1-15,4 3 2 0,-4-3 2 0,0 2 4 0,3 0 2 16,-3-1 0-16,4-1 1 0,-4 2 3 0,3-1 1 0,-3-1 1 0,4 1-1 16,-1-2 1-16,3-1-4 0,-3-1-2 0,3 2-2 0,1-5-2 0,-2 2-2 15,4 0-1-15,0-3-1 0,0 0 0 0,0 0 0 0,0 1 0 0,6 1 0 16,-6-2-1-16,5 0-1 0,2 0 1 0,-1 0 1 0,-1-2 0 0,4 1 3 16,0 0 1-16,2-2 1 0,-2 1-5 0,0-2 0 0,2 1 0 15,2-1-2-15,-2 0 1 0,-2 0-2 0,0-1-2 0,1 0-1 0,-1 1-3 16,1 0 0-16,-1-1-1 0,-4 0-2 0,0 1 0 0,4 0 0 0,-5 1-2 15,2 0-4-15,-3 0-7 0,-1 1-7 0,2-1-7 0,-3 2-9 0,-1-1-9 16,0 2-18-16,0 0-22 0,0 0-43 0,0 0-52 0,0 0-61 0,0 0-64 16,0-1-50-16,-1-1-44 0,-3 2-29 0,4-1-24 0,-5-1-19 0,1 1-18 15,2 1-11-15,-3-2-8 0,1 1-2 0,-1-3 6 0,-1 3 32 0,-1 0 45 16,2-2 56-16,-1 0 64 0,2 0 51 0,-5 0 47 0,4-2 42 0,0 2 35 16,-4-1 37-16,3-1 36 0,3 0 38 0,-3 1 36 0,1 1 35 0,1-1 33 15,2 1 32-15,-1 0 27 0,3-1 28 0,-4 3 25 0,4 0 27 0,0 1 28 16,0 0 34-16,0 0 35 0,0 0 35 0,0 0 35 0,0 0 20 15,0 1 14-15,0 4 2 0,0-2 3 0,0 1-7 0,4 1-9 0,-4 0-16 0,3 5-13 16,-1-2-22-16,-2 3-24 0,4 1-33 0,-4 1-39 0,1 1-46 0,3 1-47 16,-4 2-37-16,0-2-28 0,4 3-25 0,-4-2-19 0,2 1-21 0,-2-1-21 15,0 1-28-15,3-2-35 0,-3 0-77 0,0-1-92 0,4 0-104 16,-2 0-106-16,-2-4-105 0,3 1-104 0,-1-2-82 0,-2-3-76 0,4 0-32 16,-4-2-12-16,5-1-1 0,-5-3 6 0,0 0 20 0,0 0 23 0,5-3 68 15,-1 0 89-15,1-1 100 0,-1 1 104 0,2-3 101 0,-1-2 106 16</inkml:trace>
  <inkml:trace contextRef="#ctx0" brushRef="#br0" timeOffset="-198370.68">10026 14152 46 0,'0'0'324'0,"0"0"79"0,-2-1 47 0,2 1 31 0,0 0 27 0,0 0 25 0,0 0 33 16,0 0 38-16,0 0 42 0,0 0 37 0,0 0 33 0,0 0-2 0,0 0-21 15,0 0-98-15,0 0-137 0,2 3-69 0,-2-2-42 0,3 2-30 0,-3 0-23 16,0 0-26-16,0 2-29 0,4-2-37 0,-4 1-43 0,2 1-37 0,-2-1-31 16,3 1-24-16,-3 0-22 0,0-1-13 0,0 2-11 0,4-2-8 0,-2-1-2 15,-2 1-5-15,0 1-3 0,0 0-5 0,0-4-5 0,3 2-8 0,-1-1-8 16,-2-2-8-16,0 2-11 0,0-2-9 0,0 0-9 0,4 2-15 16,0-2-15-16,-3-2-19 0,5 2-24 0,-6-2-22 0,3-1-23 0,3 0-20 0,-3-2-23 15,3 0-16-15,-3 0-11 0,3-1-8 0,-2-2-2 0,-3 2 1 16,5-1 7-16,-3-1 10 0,1 2 14 0,-2-1 19 0,1 1 20 0,-1 0 23 15,2 1 25-15,-1 0 25 0,-1 1 28 0,-2 1 23 0,4 0 24 0,-4 3 18 16,0-1 24-16,0 1 10 0,0 0 13 0,0 0 10 0,0 0 9 0,0 3 10 16,-4-2 6-16,4 4 15 0,-5 1 16 0,5-2 15 0,-6 4 14 0,3-1 9 15,1 2 7-15,-2 0 2 0,1 2 1 0,-3-1-1 0,1 1 2 16,1-1-3-16,2 0-2 0,-1 0-2 0,-3-2-5 0,6 3-11 0,-3-2-9 16,1 0-13-16,-2 0-12 0,4-3-11 0,-3 0-8 0,3 0-8 0,0 0-5 15,-2-1-6-15,2-1-7 0,0-1-4 0,0 0-5 0,0 0-3 0,0-1-3 16,0 1-2-16,0 0-7 0,0-3 4 0,0 3 7 0,2-2-4 0,-2 2-8 15,0 0-4-15,3-1-2 0,-3 1-1 0,0 0 1 0,4-2 1 0,-4 2 1 16,2 0 4-16,-2-2 7 0,3 3 3 0,-3-1 0 0,0 1-3 0,0-1-4 16,2 1 6-16,2 0 10 0,-4 0 7 0,0 1 7 0,0-1 4 0,0 1 4 15,0 1 2-15,0-2-2 0,0-1-4 0,0 2-4 0,0-1-4 0,0-2 1 16,0 1-4-16,0-3-2 0,0 3-3 0,0-3-5 0,0 0-6 0,0 0-3 16,0 0-6-16,0 0-4 0,0 0-7 0,0 0-4 0,0 0-6 0,0 0-9 15,0 0-6-15,0 0-7 0,0 0-11 0,0 0-13 0,0-5-14 16,0 4-17-16,5-4-20 0,-5 0-26 0,4 1-22 0,0-3-27 0,-3 0-24 15,5 0-21-15,-3-4-14 0,1 3-8 0,-2-3-8 0,3-2-5 0,-1 2 1 16,1-3 10-16,1 3 11 0,1-3 18 0,-2 2 19 0,1 0 20 16,-1 0 26-16,-1 2 29 0,1-1 25 0,-1 0 26 0,1 4 19 0,1 0 17 0,-3-1 16 15,3 2 18-15,-3 2 15 0,-1-1 10 0,2 2 14 0,-1 0 12 16,-1 0 19-16,-2 2 17 0,4 1 22 0,-4 0 21 0,0 0 20 0,0 0 17 16,2 0 19-16,-2 0 13 0,0 0 8 0,0 0 4 0,3 0 0 0,1 0-3 15,-4 0-7-15,2 1-10 0,-2-1-16 0,3 0-18 0,-3 2-22 0,2-1-20 16,2 1-20-16,-4-1-19 0,0-1-16 0,3 1-20 0,-1-1-17 0,2 2-19 15,-1-2-17-15,-1 0-20 0,2 0-22 0,-2 0-25 0,1 0-23 0,-3 0-26 16,6 0-23-16,-6 0-24 0,0 0-26 0,3-2-23 0,-1 2-19 0,-2 0-15 16,4-1-13-16,-4 1-9 0,0-1-3 0,0 1-3 0,0 0 3 0,0 0 7 15,0 0 11-15,0 0 13 0,0-3 16 0,0 3 16 0,-4-2 18 0,2 2 19 16,2-1 19-16,-3 1 16 0,1 0 18 0,2 0 20 0,-4 0 19 0,1 0 21 16,-3 0 22-16,4 1 22 0,-1 1 21 0,-1-1 21 0,-1 1 20 15,1-1 18-15,2-1 16 0,-1 3 16 0,1-1 14 0,-2-1 16 0,1 2 15 16,1-1 15-16,-2 1 18 0,4 0 19 0,-2 0 15 0,-1-1 21 0,3 3 17 15,0 0 15-15,-4-2 14 0,4 1 14 0,0 1 9 0,0 1 8 0,-2-2-1 16,2 0-2-16,0 3-7 0,-3 0-6 0,3-1-13 0,0 2-16 0,-2-2-15 16,2 1-17-16,-4 2-16 0,4-2-16 0,0 3-21 0,-3-2-17 15,3 2-18-15,0-2-13 0,0 2-11 0,0-1-4 0,0 0-7 0,0-2-7 16,0 1-6-16,0-1-5 0,0 0-8 0,3 1-8 0,-3-2-5 0,4 0-7 16,-2 0-5-16,1-3-1 0,-1 3-3 0,2-3-4 0,1 2-3 0,-1-2-4 15,1 0-2-15,1-2-3 0,-3 1-2 0,3-1-4 0,-1-1-1 0,2 0-1 16,1 0-2-16,-5-1-2 0,3-1-3 0,-1 1-3 0,2-2-3 0,-1 0-5 15,-3-1-5-15,3 2-8 0,-4-3-12 0,1 1-15 0,3-1-24 0,-3 0-30 16,-1 1-48-16,-2 0-57 0,4-2-58 0,-4 1-61 0,0-1-49 0,0 2-42 16,0-3-38-16,0 5-33 0,-4-3-25 0,4 1-27 0,0-1-16 0,-2 1-13 15,-1-1-2-15,1 1 1 0,-2 1 15 0,1-2 20 0,1 2 28 0,-2 0 34 16,-1 0 35-16,1 0 40 0,2 0 36 0,2 3 35 0,-7-1 30 0,5-3 34 16,2 4 27-16,0 0 28 0,-3-1 33 0,1 1 40 0,2 0 115 0,0 0 149 15,0 0 90-15,0 0 62 0,0 0 32 0,0 0 18 0,0 0 14 0,0 0 12 16,0 0 11-16,0 0 12 0,2-1 11 0,-2 1 17 0,0 0 6 0,3-2 5 15,-3 2-62-15,0 0-91 0,2 0-37 0,2 2-17 0,-1-2-1 16,-1 1 1-16,-2-1-6 0,4 0-4 0,1 0-9 0,-5 0-11 0,6 0-11 16,-3 0-17-16,1-1-14 0,-2-1-14 0,3 2-22 0,-1-3-21 0,-1 2-22 15,-1-2-25-15,2 0-21 0,1-1-21 0,1 3-17 0,-3-3-10 16,3 1-10-16,-1 0-12 0,-1 0-5 0,1-1-3 0,-1 2-4 0,1-1-1 16,1 0-2-16,-3 0 0 0,-1 0 1 0,2 0 3 0,-1-1 6 0,-1 2 7 15,2 0 8-15,-4-1 9 0,3 2 9 0,-3-1 6 0,0 2 8 0,0 0 5 16,0 0 4-16,0 0-1 0,0 0 5 0,0 0 3 0,0 0 0 0,0 0 1 15,0 0-1-15,0 0 2 0,-3 0 1 0,3 0 1 0,0 0 4 0,-4 2 4 16,2-2 7-16,-1 1 8 0,-1 2 12 0,2 0 12 0,-1-2 12 0,-3 4 14 16,6-2 17-16,-5 2 17 0,1-2 16 0,2 1 14 0,-1 1 11 0,-1-1 11 15,4 1 5-15,-5-1-1 0,5-1-2 0,-2 2-10 0,2-2-9 0,-4-2-13 16,4 2-18-16,0 0-24 0,0-3-16 0,0 1-11 0,0 3-14 0,0-4-16 16,4 1-14-16,-2 1-17 0,-2-1-20 0,5-1-20 0,-5 0-31 0,4-1-36 15,1-1-42-15,-1 1-47 0,-2-4-36 0,1 1-30 0,3-1-34 0,-3-3-34 16,3 3-26-16,-3-3-26 0,-1 2-18 0,5-3-19 0,-5 2-7 0,4-1-1 15,-3 1 14-15,-3-1 22 0,6 1 37 0,-6 1 47 0,3-2 40 16,3 4 38-16,-6-2 40 0,5 0 36 0,-1 0 53 0,-1 1 60 0,3-1 43 16,-4 3 36-16,5-3 26 0,-2 2 22 0,1-1 16 0,3 1 16 15,-4-1 16-15,1 2 10 0,3-1 17 0,-4 0 16 0,2 2 9 0,-1 0 5 16,-1-1-11-16,0 2-15 0,-1-1-5 0,2 1 4 0,-1 1 17 0,-1 0 18 16,1 0 20-16,-1-2 19 0,-3 2 10 0,3 0 4 0,-4 0 4 0,4 0 0 15,-3 2-4-15,-1-2-3 0,4 0-11 0,-4 1-7 0,0 1-18 0,0 1-18 16,0 0-23-16,0-1-22 0,0 3-26 0,0 0-25 0,0-1-25 0,-4 2-24 15,4 0-26-15,-5 2-29 0,5-2-26 0,-5 1-27 0,1-1-23 0,2 2-22 16,-5-1-17-16,5 0-14 0,-3 1-10 0,-3 0-9 0,3-1-4 0,0 1-1 16,-1-1 0-16,-1 1 4 0,2-1 8 0,-1 1 12 0,1-2 12 0,-4 1 15 15,5-1 17-15,-1-1 20 0,-1 1 16 0,1-4 17 0,-2 5 16 0,5-4 14 16,-2 0 12-16,2-2 11 0,-1 2 12 0,3-3 10 0,0 0 14 0,0 0 12 16,0 0 19-16,0 0 25 0,0 3 18 0,3-1 14 0,-1-2 7 0,2 0 6 15,-2 0 2-15,1-2-1 0,3 2 1 0,-3 0 0 0,3 0-4 0,-1-3-4 16,0 3-7-16,3-1-8 0,-3 1-19 0,1-2-21 0,-1 2-18 15,4 0-14-15,-5 0-11 0,1 0-8 0,0 0-6 0,3 0-8 0,-6 2-4 16,3-1-9-16,-1-1-6 0,1 3-6 0,-1-3-18 0,-4 2-24 16,1-1-39-16,3 1-45 0,-4-2-57 0,0 0-62 0,0 0-58 0,0 0-56 0,0 0-51 15,0 0-52-15,0 3-48 0,0-3-50 0,0 0-65 0,0 0-76 16,-5 1-22-16,5-1-5 0,0 0 26 0,-4 0 42 0,4 0 53 0,-5-1 59 16,5 1 58-16,-6-2 55 0,6 2 51 0,-3-4 51 0,3 4 50 0,0-5 50 15</inkml:trace>
  <inkml:trace contextRef="#ctx0" brushRef="#br0" timeOffset="-198242.85">10538 14266 10 0,'1'-3'306'0,"3"3"74"0,-4 0 44 0,0-1 26 0,6 2 17 0,-6-1 11 0,3 2 6 0,-1-1 6 0,-2 1-2 16,0 0 1-16,0 2-4 0,0-1-36 0,0 0-52 0,0 1-135 0,0-1-174 15,0 1-118-15,0 0-91 0,-2 0-96 0,-1-1-95 0,3-3-72 0,0 5-58 16,-6-4-27-16,6-1-12 0,-4 3-3 0,3 0 0 0,1-3 13 0,-8 2 20 16,8-2 26-16,-5 1 30 0,5-1 45 0,-5 2 48 0,5-2 70 0</inkml:trace>
  <inkml:trace contextRef="#ctx0" brushRef="#br0" timeOffset="-197264.97">8586 14038 156 0,'-4'-4'256'0,"4"-1"31"0,-1 1 19 0,-3-1 15 0,4 1 9 0,0-1 11 0,-4 2 10 16,4-1 10-16,-1 1 13 0,-3 0 13 0,4 0 16 0,0-1-39 0,-2 0-62 16,-1 1-45-16,3-1-37 0,0 1-10 0,0 0 5 0,-4 0 7 0,4 0 9 15,0-2 13-15,0 4 11 0,0 1 12 0,0-3 12 0,0 3 8 16,0 0 9-16,-2-3 0 0,2 3-3 0,0 0-8 0,0 0-10 15,0 0-16-15,0 0-15 0,0 0-14 0,0 0-14 0,0 0-16 0,0 0-12 16,0 0-15-16,2 3-15 0,-2 0-13 0,4 1-13 0,-4 2-9 0,3 2-8 16,-1-1-3-16,2 5-5 0,-3 0-2 0,3 3 1 0,1 3 1 0,-1 2 1 15,-2 0 1-15,1 5 2 0,3 2-1 0,-2 1-1 0,-1 2-2 0,-1 3-1 16,2 0-4-16,-3 2-1 0,3 2-4 0,0-1-1 0,-3 2-4 0,-1 1-5 16,4 0-4-16,-4 0-7 0,2 0-8 0,-2 0-8 0,3-2-6 0,-3-1-6 15,0-1-9-15,0-1-7 0,0-2-9 0,4-2-4 0,-4-2-14 0,0-4-20 16,0-1-20-16,2-2-22 0,-2-3-23 0,0-2-19 0,0-2-23 0,3-2-25 15,-3-2-48-15,0-1-63 0,2-1-90 0,2-2-104 0,-4 0-89 0,4-2-79 16,-3 1-102-16,3-4-112 0,-4-1-39 0,0 0-8 0,5-1 8 0,1-2 15 16,3-1 19-16,-6 0 20 0,7-3 48 0,-5 0 62 0,6-1 89 15,-4-3 108-15,4 1 90 0,-2-1 81 0</inkml:trace>
  <inkml:trace contextRef="#ctx0" brushRef="#br0" timeOffset="-196710.72">10539 13528 10 0,'4'-6'255'0,"-4"0"83"0,0 2 40 0,2-1 22 0,2 2 11 0,-4 1 9 0,0 2 9 0,0-1 14 0,3 0 20 0,-3 1 21 0,2-2 32 16,-2 2 35-16,0-3-36 0,0 3-62 0,0 0-58 0,0-1-56 0,0 1-18 16,0 0-7-16,0 0-1 0,0 0 1 0,0 0 0 0,0 0-1 0,0 0-8 15,0 0-7-15,0 0-21 0,4 0-20 0,-1 1-24 0,-1 2-21 16,3 1-20-16,-1 4-20 0,1 0-10 0,-1 2-2 0,1 2 2 0,1 2 9 0,-2 2 9 16,1 2 8-16,0 2 4 0,-1 2 1 0,1 2 5 0,1 2 6 15,-3 1 2-15,3 3 1 0,-2-1 4 0,-3 3 4 0,3 1 1 0,0 2 1 16,-3 1-8-16,3 0-7 0,-4 3-10 0,4 0-16 0,-3 0-11 0,-1 0-11 15,4 1-14-15,-2 2-15 0,1-2-15 0,1 1-13 0,-2 0-13 0,2-2-12 16,-4 0-14-16,5 0-9 0,-1-2-14 0,-3-1-15 0,3 0-19 0,-4-1-19 16,5-1-20-16,-5-2-23 0,6-1-26 0,-3-3-28 0,-3 0-38 0,6-3-45 15,-6-3-40-15,3-2-38 0,-1-2-51 0,-2-3-59 0,0-1-105 0,0-2-127 16,4-2-111-16,-4-2-104 0,0 0-84 0,-4-4-77 0,4-4-17 0,0 4 5 16,-2-1 31-16,2-3 38 0,-5 2 38 0,-2-2 38 0,1-2 52 0,1-1 57 15,-4-1 110-15,-2 1 136 0,-2-3 123 0,4-1 116 0</inkml:trace>
  <inkml:trace contextRef="#ctx0" brushRef="#br0" timeOffset="-191372.93">9867 13259 31 0,'0'-5'197'0,"0"-1"26"0,0-1 16 0,1 3 6 0,-1-3 4 15,0 0 8-15,0 3 8 0,0-2 9 0,0 2 10 0,0-2 13 0,0 3 14 16,0-2-20-16,0 1-37 0,0 1-39 0,0-1-44 0,0 4-6 15,0-1 9-15,0 1 17 0,0-3 18 0,0 3 26 0,0 0 23 0,0 0 29 0,0 0 27 16,0 0 25-16,0 0 23 0,0 0 14 0,0 0 9 0,0 0 0 16,0 0-2-16,0 0-9 0,0 0-13 0,-5 2-16 0,5-1-17 15,-2 2-20-15,-1 0-25 0,3 2-28 0,-4 1-32 0,2 1-28 0,-1 2-30 16,-3 2-20-16,2 1-18 0,3 1-10 0,-7 4-4 0,7-1-7 0,-5 4-2 16,-1-1-5-16,2 2-6 0,-1 3-2 0,-3-2-1 0,4 3-1 0,-4-1-2 15,5 1-2-15,-7 1-2 0,8-1-5 0,-7-1-5 0,5 2-4 0,0-4-4 16,-1-1-5-16,1 0-6 0,1-1-7 0,1-2-4 0,1-5-4 0,2 2-6 15,0-3-6-15,2-1-6 0,-2-3-7 0,3 2-7 0,3-4-1 0,3 0-3 16,-4 0 0-16,4-3-3 0,0 0 0 0,2-2 0 0,-2-1 2 0,6 0-1 16,-3-3 1-16,3-1-1 0,-5-2 1 0,5-2-4 0,-1 1 1 0,1-4-1 15,-1 1 1-15,3-1-1 0,-6 0 1 0,-1 1-1 0,-1 0 7 16,0-1 5-16,0 1 14 0,-3 1 17 0,3 1 20 0,-5 1 24 0,1 1 24 16,-5 1 24-16,2 1 25 0,1-1 27 0,-3 4 24 0,0 1 24 0,0 0 17 15,0-3 13-15,0 3 6 0,0-4 6 0,-3 3 1 0,1 1-6 0,-2-3-15 16,3 2-18-16,-3-1-22 0,-1 1-166 0,1-1-49 0,-2-1 0 15,3 2 0-15,-3-2 0 0,-3 1 0 0,4-1 0 0,0 3 0 0,1-1 0 16,-5-1 0-16,3 1 0 0,-3 1 0 0,4 0 0 0,-4 0 0 0,4 1 0 16,-5-1-83-16,1 2-287 0,-1-1-80 0,1 0-84 0,-2 3-117 0,-2-1-133 15,4 0-116-15,-5 1-107 0,3 1-68 0,2-1-54 0,-6 1-1 0,6-1 26 16,0 2 46-16,0 0 57 0,2 0 57 0,0 0 58 0,-1-1 73 0,1-2 79 16,5 0 120-16,-5-2 134 0,7-1 123 0,0 0 118 0</inkml:trace>
  <inkml:trace contextRef="#ctx0" brushRef="#br0" timeOffset="-191207.64">9825 13623 72 0,'0'0'313'0,"0"0"95"0,0 0 55 0,0 1 42 0,0-1 24 0,0 3 20 0,0 0 10 0,0 0 4 0,0-3-18 0,-2 1-22 0,-1 1-39 16,3 0-46-16,0-1-135 0,-4 1-180 0,4 1-169 0,-2 0-168 0,-1 0-125 16,1-1-107-16,-2 0-57 0,1 3-35 0,-3-2-15 0,2 1-8 0,3-1 14 15,-3 1 26-15,-1 0 38 0,1-1 44 0,-1 0 51 0,-1 1 51 0,1-1 68 16</inkml:trace>
  <inkml:trace contextRef="#ctx0" brushRef="#br0" timeOffset="-190021.44">4439 15469 61 0,'-4'1'366'0,"4"-1"179"0,0 0 74 0,0 0 27 0,0 0 14 0,0 0 11 0,0 2 7 0,0-2 3 16,0 0 1-16,0 0 1 0,4 0 3 0,-3 0 5 0,3 0-78 0,1-2-118 16,-1 1-151-16,-2 1-169 0,5-1-65 0,-1-1-22 0,-1 1-7 0,-1 1-6 15,5-2-2-15,-4 1 5 0,4 1-2 0,-3 0 4 0,3-2 2 0,-4 1 8 16,4 1-6-16,-4 0-9 0,1 0-9 0,-2 0-8 0,1 1-1 0,-1 1-6 16,-3-1-3-16,3-1-3 0,0 3-3 0,-3 0-3 0,-1-2-3 15,0 3-3-15,4 0-11 0,-4 1-16 0,0-1-10 0,-4 4-10 0,4-1-22 0,0 2-28 16,-1 0-38-16,-3 2-46 0,0 1-46 0,3 0-47 0,-3-2-39 0,-1 2-37 15,1-1-30-15,-2-1-26 0,3-1-18 0,1 0-11 0,-2-1-2 0,-1 1-1 16,1-4 13-16,3 0 17 0,-3 1 29 0,2-3 36 0,-1 1 38 16,-1 0 39-16,4-1 36 0,-5 0 33 0,5-3 28 0,-4 1 25 0,4-1 21 15,-2 0 14-15,2 0 16 0,-4 0 11 0,4-1 10 0,0 1 9 0,-1 0 5 16,1 0 9-16,0 0 2 0,0 0 8 0,0-3 2 0,0 3 2 0,0 0 5 16,0-3 3-16,1 1 2 0,-1 0 4 0,0 1 1 0,4-2 2 15,-4 2 6-15,2-1 1 0,2 1 4 0,-1-1 4 0,-1 1 5 0,2-1 3 16,-1 1-1-16,-1-1 1 0,3 2 0 0,-1-3-3 0,0 2-2 0,1-1-2 0,-3 1-10 15,5-2-14-15,-1 0-22 0,-1 0-31 0,0 1-38 0,4-2-46 16,-3 1-71-16,1-3-82 0,-1 1-36 0,-1-2-19 0,4-1-7 0,-4 1-4 0,1-1-2 16,3 1-2-16,-6-2 7 0,7 1 11 0,-5-1 21 0,4 2 26 15,-4-1 37-15,4 1 42 0</inkml:trace>
  <inkml:trace contextRef="#ctx0" brushRef="#br0" timeOffset="-189885.56">4748 15470 142 0,'2'0'298'15,"1"2"43"-15,-3-2 19 0,4 0 12 0,-2 2 10 0,1-1 11 0,-3-1 9 16,0 2 6-16,0-2 8 0,0 0 4 0,0 1 6 0,0-1-48 0,0 0-72 15,2 3-86-15,-2-3-101 0,0 2-58 0,4-1-41 0,-4 2-60 0,3-2-61 16,-3-1-99-16,2 4-112 0,2-1-57 0,-4-3-31 0,2 3-13 0,1 0-8 16,3 0-3-16,-3 0-2 0,-3 1 4 0,0-4 2 0,4 5 17 0,-2-1 26 15,-2-1 44-15,3 3 53 0</inkml:trace>
  <inkml:trace contextRef="#ctx0" brushRef="#br0" timeOffset="-189751.58">4802 15652 9 0,'0'3'246'0,"0"0"72"15,0-3 32-15,0 2 13 0,0-2 3 0,0 4 0 0,4-2-8 0,-4-1-10 16,3 1-19-16,-3-2-26 0,2 0-39 0,2 0-47 0,-4 0-141 0,5-3-177 16,1 0-116-16,-3 0-88 0,3-2-40 0,-1-1-15 0,-1 0-4 15,5-1-2-15,-4-2 6 0,1 0 13 0,3 0 19 0,-4-3 24 0,4 1 41 16,0 2 49-16</inkml:trace>
  <inkml:trace contextRef="#ctx0" brushRef="#br0" timeOffset="-189570.67">5086 15330 24 0,'0'3'305'0,"0"0"141"0,0 3 92 0,-3-2 73 16,3 4 53-16,0 1 47 0,0 0 29 0,-2 1 23 0,-2-1 14 0,4 2 9 15,-4 0 6-15,3 2 2 0,-3-1-71 0,0 1-108 0,3 1-127 0,1-1-138 0,-4 1-99 16,2-1-81-16,-1 2-80 0,-1-1-82 0,2-1-94 0,2 1-101 0,-3-1-81 16,3-2-79-16,0-1-67 0,0 1-63 0,0-2-65 0,0-2-68 15,0-1-64-15,0-6-68 0,0 5-23 0,0-5-6 0,0 0 23 0,0 0 31 16,5-3 64-16,2-2 78 0,-1-1 70 0,-5 0 65 0,3-1 62 0,1-2 62 15,3 0 65-15</inkml:trace>
  <inkml:trace contextRef="#ctx0" brushRef="#br0" timeOffset="-189367.3">5121 15361 151 0,'3'-3'297'0,"-3"2"54"0,0 1 33 0,0 0 28 0,6 1 27 16,-3 1 33-16,3 2 39 0,-5-1 52 0,3 3 66 0,1-2 45 0,-1 3 40 15,1 0-28-15,1 2-57 0,-2 0-73 0,5 3-86 0,-4-1-48 0,0 2-32 16,-1-1-28-16,1 3-25 0,5-1-34 0,-5 1-37 0,0 0-53 0,3 1-68 15,-3-1-52-15,0 0-53 0,1 0-46 0,-2-1-43 0,1-1-53 0,0-2-54 16,-1-1-56-16,1-1-53 0,-1-1-44 0,-4-2-39 0,5 0-34 0,-5-2-34 16,4-1-30-16,-2 0-34 0,-2-1-25 0,0-2-26 0,0 0-14 0,0 0-13 15,0 0-5-15,0 0-5 0,0 0 26 0,-6-2 42 0,1 1 37 0,-4-2 37 16,5 1 35-16,-1 0 29 0,0 0 34 0,-5-1 35 0,5 1 34 0,-4 1 34 16,4-2 40-16</inkml:trace>
  <inkml:trace contextRef="#ctx0" brushRef="#br0" timeOffset="-189248.24">5168 15627 111 0,'-6'-3'289'0,"-3"-2"50"0,4 1 29 0,-3-1 14 0,3 1 12 16,0-1 8-16,-1 1 10 0,3-1 7 0,-3 1 8 0,6-1 7 0,-4-1 9 15,3 2-34-15,1-1-58 0,-4 0-84 0,4 1-101 0,0 0-45 0,4 1-25 16,-4-2-15-16,1 2-11 0,-1-1-10 0,4 1-9 0,0 0-17 0,-2-2-22 16,3 2-29-16,-1-1-33 0,1-1-34 0,0 1-39 0,4-1-40 0,-3-1-41 15,3 2-52-15,-2-2-56 0,-1 0-54 0,-1 0-54 0,0-2-23 16,4 2-10-16,-3 0 3 0,-2 0 13 0,5 0 19 0,-4 2 26 0,-1-2 28 16,1 0 31-16,0 0 38 0,1 1 41 0,-1 1 49 0</inkml:trace>
  <inkml:trace contextRef="#ctx0" brushRef="#br0" timeOffset="-189061.64">5292 15373 133 0,'4'-1'294'15,"-4"1"46"-15,0 0 24 0,4 1 19 0,-3 2 12 0,5 2 15 0,-6-1 13 16,3 2 21-16,3 2 19 0,-6-1 28 0,3 2 34 0,3 0-10 0,-2 2-32 0,-3 1-53 16,3 0-59-16,-4-1-27 0,2 2-11 0,1-1-10 0,-3 1-11 15,4-1-12-15,-2 2-13 0,-2-1-21 0,0-1-22 0,3 0-45 0,-3 0-57 16,0-1-71-16,0-1-80 0,0 1-81 0,0-2-82 0,4 0-60 0,-4-4-54 16,0 2-42-16,2-1-35 0,-2-2-36 0,0 1-32 0,0-2-34 0,0 0-27 15,0-3-17-15,0 0-11 0,0 0-11 0,0 0-8 0,0 0 22 0,0 0 36 16,0-8 36-16,0 2 35 0,0 2 33 0,3-4 32 0,-3 1 34 0,0-1 35 15,2 1 31-15,-2-2 31 0,4 0 33 0</inkml:trace>
  <inkml:trace contextRef="#ctx0" brushRef="#br0" timeOffset="-188762.35">5372 15511 67 0,'0'-12'246'16,"2"1"38"-16,1 0 24 0,1 0 10 0,-2 2 12 0,1 0 8 0,-3-1 5 15,2 2 10-15,2 1 10 0,-1-1 9 0,-1 1 9 0,2 1-26 0,-1 1-43 16,-1-1-61-16,-2 3-67 0,4-1-23 0,-2 1-1 0,1-1 12 0,-3 3 18 16,0 1 22-16,6 0 21 0,-6 0 24 0,0 0 20 0,3 1 20 0,-1 1 22 15,2 0 8-15,-4 1 5 0,0 0-1 0,3 1-4 0,-3-1-11 0,0 3-15 16,0 0-22-16,0 0-26 0,0 2-26 0,-3-1-28 0,3 1-27 0,0 1-31 15,-4-2-30-15,2 4-28 0,-1-4-21 0,3 2-16 0,-2-1-10 0,2-1-10 16,-4 1-8-16,4-4-6 0,0 2-2 0,-3-1-4 0,3-1-1 0,0-1-4 16,3 0-2-16,-3-2-1 0,0 3-1 0,4-3 0 0,-2 1-1 0,1 1-2 15,-1-2-3-15,2 1-5 0,1 1 2 0,-1-2 5 0,1 2 2 0,1-1 1 16,-3 1 1-16,3 0 1 0,-1-2 4 0,2 2-2 0,-1 0 0 16,-1-2 1-16,1 1 1 0,-3 1-1 0,3-1 5 0,-3-1 5 0,3 2 1 0,-3-1-5 15,-1 1 1-15,-2-2-2 0,4 2-3 0,-4 0-6 0,0 2-11 0,-4-2-11 16,4 1-20-16,0 2-24 0,-5-1-39 0,5 1-40 0,-4-1-50 0,2 2-51 15,-1-1-51-15,-3-2-49 0,3 1-49 0,1 1-48 0,-2-3-52 16,1 1-54-16,1-1-66 0,-2-1-68 0,4-2-19 0,0 0 10 0,0 0 28 16,-5 0 38-16,1-2 48 0,4 2 51 0,-2-6 49 0,2 0 49 0,0 0 47 15,2-1 50-15,2-2 55 0,-4 1 60 0</inkml:trace>
  <inkml:trace contextRef="#ctx0" brushRef="#br0" timeOffset="-188192.47">5629 15297 290 0,'0'0'382'0,"0"0"41"0,0 0 28 0,0 0 19 0,0 0 22 0,0 0 26 0,0 0 35 15,0 0 43-15,0 0 50 0,0 0 55 0,2 1 21 0,-2-1 3 16,0 3-94-16,3-2-137 0,-3 1-64 0,0 1-33 0,4 0-22 0,-2 0-12 16,-2 3-17-16,3-1-18 0,-1 1-29 0,2 1-36 0,-4 1-46 0,5 1-52 15,-5 1-33-15,4 1-29 0,-2 1-17 0,1 0-14 0,-3 1-9 0,4 1-11 16,-2-1-7-16,-2 2-6 0,0-3-6 0,3 3-3 0,1-1-9 0,-4-2-9 15,2 1-9-15,-2-1-10 0,3 0-11 0,-1-1-9 0,-2 1-12 0,4-2-12 16,-4-1-15-16,0 0-15 0,0 0-23 0,0-1-29 0,0-1-46 0,0 1-53 16,0-2-59-16,0-2-53 0,0 1-43 0,-4-2-35 0,4 0-26 0,-2 0-20 15,-1-3-12-15,1 1-9 0,-2-1 0 0,1-1 0 0,1-1 15 0,-2 1 18 16,-1-2 42-16,1 0 50 0,-1-2 57 0,-1 1 58 0,3-2 50 0,-3 1 48 16,1-1 39-16,-2-1 38 0,1-1 32 0,1 1 28 0,-1-1 26 0,3-1 26 15,-3 2 18-15,1-1 16 0,1-1 16 0,2 1 12 0,-1 1 11 0,3 0 7 16,-4 1 7-16,4 0 5 0,0 0 5 0,0 3 2 0,0-2 8 0,0 2 8 15,4-1 8-15,-4 2 5 0,0 2 9 0,0-3 11 0,0 3 7 0,0 0 9 16,0-1 7-16,0 1 5 0,0 0 3 0,0 0 0 0,0 0 5 0,0 0 4 16,0 0-1-16,0 0-3 0,0 0-9 0,0 0-13 0,0 0-14 15,5 1-19-15,-5 1-17 0,0-1-17 0,4 1-13 0,-4 1-15 0,2-2-14 0,1 1-9 16,1-1-23-16,-2 2-28 0,1-1-28 0,-1-1-33 0,5 1-36 16,-1-2-38-16,-1 0-39 0,1 0-36 0,3-3-37 0,0 1-34 0,-4-1-28 15,4-1-21-15,0-2-14 0,2 1-10 0,-2-2 0 0,0 1 2 0,-3-2 10 16,3 2 20-16,0-1 31 0,0-1 37 0,0 2 50 0,-2 2 57 0,2-2 49 15,0 1 46-15,0 2 33 0,0-1 24 0,2 1 21 0,-6 1 15 0,4 0 29 16,-1 1 35-16,-3 0 41 0,1 1 44 0,-3 0 37 0,-1 1 35 0,2 0 9 16,-4 1 2-16,0 0-1 0,0 2 1 0,1 1 0 0,-1-2 4 15,0 1-3-15,4 1-1 0,-4-2-23 0,0 1-28 0,0 1-37 0,0-1-45 16,4 1-41-16,-4-2-42 0,0 1-40 0,1-1-40 0,-1 0-53 0,0-1-59 0,0 1-69 16,0 0-77-16,4-2-63 0,-4-1-59 0,0 2-67 0,0-2-72 15,0 0-84-15,0 0-94 0,0 0-39 0,0 0-18 0,0 0 8 0,0 0 14 16,2-3 38-16,1-3 47 0,-3 2 59 0,4-1 71 0,-2-1 59 0,-2 1 57 15,4 1 69-15,1-2 68 0</inkml:trace>
  <inkml:trace contextRef="#ctx0" brushRef="#br0" timeOffset="-187650.28">6007 15318 75 0,'3'1'331'0,"-3"-1"116"0,6 0 70 0,-6 0 50 0,3 0 37 0,3 0 32 0,-3 0 27 0,3 0 23 0,-4-1 17 0,1 1 12 15,3 0 4-15,-3-2 4 0,3 2-87 0,-1-1-126 0,-1-1-118 0,1 2-115 16,1-1-69-16,1-1-51 0,-5 1-37 0,5 1-30 0,-2-2-26 0,1 1-27 16,-3-1-22-16,3 0-21 0,-1 1-30 0,-1 0-34 0,-2-1-32 0,1 1-31 15,3-1-23-15,-6 2-19 0,0 0-12 0,0 0-9 0,0 0-7 0,0 0-7 16,0 0-2-16,0 0-2 0,0 3 7 0,0 0 11 0,-4 0 35 0,2 2 41 16,-1-1 50-16,-3 2 55 0,1-1 47 0,1 1 42 0,-1 1 38 0,-4-1 36 15,7 2 27-15,-5-1 21 0,1-1 18 0,1 0 14 0,1 1 7 0,-1 1 5 16,1-2-5-16,2 0-7 0,-1-1-20 0,3 1-24 0,0-2-22 0,-2 1-26 15,2-2-22-15,2 0-26 0,-2 0-20 0,0 0-17 0,3-2-14 0,-1 1-13 16,2-1-9-16,1 1-4 0,-1-2-7 0,1 0-5 0,1 0-2 0,1 0-5 16,-5-2-2-16,7 2-4 0,-4-3-5 0,-1 2-8 0,1-1-6 15,1-1-8-15,-3 2-5 0,-1-1-4 0,2 1-2 0,-1-1-5 0,-1 1 0 16,-2 1-1-16,0 0-1 0,0 0-1 0,0 0-2 0,0 0-3 0,0 0 2 16,-5 1 5-16,5 1 4 0,-6 1 6 0,3 0 5 0,-3 1 2 0,1-1 2 15,-1 3 3-15,-1 0 5 0,0 0 1 0,-2 2 8 0,0-1 4 0,0 1 9 16,0-1 10-16,3 0 14 0,-3 1 12 0,0 0 13 0,4-1 11 15,-4 1 12-15,3-2 9 0,1 0 6 0,0 0 3 0,1-2 0 0,0 0 1 16,-1 1-3-16,5-2-2 0,-4 0-5 0,4 0-2 0,0-3-7 0,0 2-5 16,4-1-5-16,0-1-5 0,-3 1-6 0,3 1-5 0,1-2-3 0,1 0-4 15,1 0 2-15,0 0-1 0,2 0 4 0,0 0 1 0,0-2 0 0,2 1-3 16,2 0-2-16,-2-2-1 0,-2 0-4 0,0 0-7 0,2-2-2 0,-2 2-4 16,0-1-1-16,0 1 0 0,0 0-1 0,-4-2-4 0,4 2-1 0,-3 0 0 15,-1 0-1-15,1 0-2 0,1 0-6 0,-5 2-3 0,1-2-12 0,1 3-14 16,-2-2-19-16,1 1-24 0,-3 1-51 0,0 0-59 0,0 0-63 0,0 0-63 15,0 0-51-15,-3-3-41 0,1 1-32 0,-2 1-29 0,4-2-28 0,-3 1-26 16,1-1-21-16,-5 0-19 0,5-1-17 0,-2-1-20 0,-1 1 7 0,-1-1 17 16,1-1 39-16,-2-1 57 0,1 2 45 0,-3-2 39 0,4-1 34 0,-1 2 30 15,-3-1 31-15,4-1 28 0,-1-1 32 0,-1 2 31 0,5 0 40 0</inkml:trace>
  <inkml:trace contextRef="#ctx0" brushRef="#br0" timeOffset="-187510.92">6081 15369 262 0,'0'-3'344'0,"0"3"43"0,0 0 34 0,0 0 26 0,0 0 37 0,2 1 42 0,1 2 52 0,-3 2 55 0,4 1 47 0,-2 0 46 0,-2 2 11 0,3 3-3 16,-1 0-81-16,-2 2-119 0,4 2-58 0,-1 2-35 0,-1 1-23 0,2 0-23 0,-4 0-37 0,2 3-41 15,1 0-51-15,-3-2-54 0,4 2-50 0,-2 0-45 0,1 0-36 0,-3-1-31 16,2-1-35-16,2-1-35 0,-4 0-62 0,3-3-77 0,-1 0-92 0,2-1-101 16,-1-1-85-16,-1-2-81 0,2-2-106 0,-2 0-118 0,1-5-53 0,3 1-28 15,-3-2-5-15,-3-3 3 0,6 0 15 0,-1-3 17 0,-1-2 52 0,1 1 69 16,1-4 86-16,-3 1 96 0,3-2 85 0,-3-2 81 0</inkml:trace>
  <inkml:trace contextRef="#ctx0" brushRef="#br0" timeOffset="-186391.37">6372 15297 142 0,'0'0'448'0,"0"4"200"0,0-1 91 0,0-1 40 16,-3 1 18-16,3 0 8 0,0-2 4 0,-2 2 0 0,-2 0 0 0,4 0 4 16,0 2 0-16,0-2-1 0,0 1-108 0,0-1-158 0,-4 2-186 15,4-2-197-15,0 1-91 0,0-1-42 0,4 0-22 0,-4 0-14 0,0-1-11 16,4 1-7-16,-2 0-13 0,1-2-16 0,-3 1-20 0,6-1-20 0,-3 1-25 15,-1-1-29-15,2-1-28 0,1 0-26 0,-1 0-27 0,1-1-25 0,-1-1-15 16,-2 1-12-16,1-1-8 0,-1 1-3 0,2-1 6 0,-1 1 8 16,-1-1 11-16,-2 2 19 0,0-1 23 0,0 1 28 0,0 0 30 0,0 0 27 15,0 0 28-15,0 0 27 0,0 3 23 0,0 1 22 0,-2-1 26 0,-1 2 23 0,3 1 26 16,-4 0 24-16,2 1 22 0,-1 1 24 0,1-1 21 0,-2 2 18 0,0-1 15 16,3 1 14-16,-3-2 10 0,2 2 10 0,-1-1 11 0,-1-2 10 15,4 1 1-15,-2 1-5 0,2-2-9 0,-3 0-11 0,3 0-13 0,0 0-16 16,0-2-18-16,0 1-16 0,0-1-12 0,0-1-10 0,0 0-9 0,0 0-7 15,0 0-12-15,0-3-14 0,3 2-10 0,-1 1-6 0,-2-3-10 0,4 1-11 16,-4 1-2-16,3-2 4 0,-1 0-2 0,2 1 0 0,-3-1-2 0,3 0 0 16,0 0-4-16,-2 0-3 0,1 0-3 0,-1 0 0 0,2 0-3 0,1 0-3 15,-1 0 2-15,-4 0 4 0,3-1-2 0,-3 1-5 0,2 0-2 0,2 0 0 16,-4 0 0-16,0 0 0 0,1 1 0 0,3-1 0 0,-4 0 1 0,0 2 4 16,4 1 2-16,-2-2 2 0,-2 2 2 0,0 2 4 0,0-2 1 0,0 1 1 15,-2 2-1-15,-2-1 1 0,4 1-1 0,0-2 1 0,-4 1-2 0,4-2-3 16,-1 1-6-16,1-1-7 0,0 0-15 0,0-3-17 0,0 0-19 0,0 0-23 15,0 0-29-15,0 2-26 0,0-2-33 0,0 0-34 0,1-2-41 0,3-1-43 16,2 0-37-16,-6-1-33 0,5-1-22 0,-1-2-14 0,1-2-5 0,2 0 1 16,-1-2 10-16,-1 1 10 0,0-1 26 0,1-1 25 0,3 0 29 0,-5 0 38 15,5 2 44-15,-4-1 50 0,0 1 46 0,5 1 40 0,-5 0 28 0,4 0 24 16,-4 1 18-16,-1 1 18 0,1 1 16 0,1 0 15 0,1 1 14 0,-1 0 13 16,-5 1 17-16,3 1 17 0,1 2 19 0,-1-2 13 0,-2 1 19 0,1 1 22 15,1 1 38-15,-2-2 43 0,1 2 34 0,1 0 26 0,-2 0 11 0,3 2 2 16,-1-2-4-16,0 1-8 0,-3 1-17 0,3 1-16 0,1-2-21 15,-5 2-21-15,6 1-24 0,-3 0-27 0,-3 0-40 0,6-1-45 0,-6 2-37 0,4-1-32 16,-3 1-21-16,3-2-16 0,-4 1-20 0,0-1-21 0,4 2-34 0,-4-2-37 16,1 0-43-16,-1-2-44 0,0-1-46 0,0 3-46 0,0-3-37 15,-1 3-30-15,1-1-23 0,-4-1-22 0,4 2-12 0,-4-1-10 0,4-2 6 16,-1 3 7-16,-3-2 25 0,0 1 30 0,2-1 34 0,-1 2 42 0,-3-1 43 16,1-1 47-16,1 0 35 0,-1 1 33 0,1 0 27 0,-1-1 25 0,-1 1 22 15,1 1 23-15,-2-2 16 0,5 1 17 0,-3-1 18 0,-3 2 13 0,7-2 20 16,-5 1 13-16,-1 1 17 0,5-1 13 0,-2-1 12 0,3 1 10 15,-3 1 10-15,0-2 7 0,4-1 5 0,0 0 1 0,0 0 5 0,0 0 4 16,0 0 7-16,0 0 6 0,0 0 7 0,0 0 3 0,0 0 1 0,0 3 3 16,4-3 2-16,0 2 3 0,-4-2-3 0,1 0-5 0,5 0-5 0,-3 0-5 15,3-2-8-15,-2 2-11 0,1-1-14 0,4-1-17 0,-4 1-15 0,1-1-17 16,-3 1-15-16,3-1-15 0,-1 1-13 0,-1-1-11 0,1 1-4 0,-1-1-4 16,1 2 3-16,-5 0 6 0,6 0 7 0,-6 2 12 0,3-1 8 0,-1 1 8 15,-2 1 5-15,4 0 6 0,-4 1 4 0,0 1 5 0,4 1 5 0,-4 0 3 16,-4 1-2-16,4 1-3 0,0 0-8 0,-4 2-10 0,4-2-11 0,-2 3-13 15,2-2-8-15,-3 0-9 0,3-1-6 0,0 1-5 0,-2-2-5 0,2 1-7 16,0 0-4-16,0-3-7 0,0 0-4 0,2 1-1 0,-2-2-4 0,0-1 1 16,3 2-4-16,-1-4-1 0,2 2 0 0,0-1-1 0,-3-2-2 0,3 0 1 15,1 0-1-15,-1-2 0 0,1 1-1 0,-1-1-4 0,1-1-1 0,1 0-1 16,-1 0-1-16,3-1-1 0,-3-1-6 0,0 0-10 0,1 0-20 0,3-1-22 16,-4-1-37-16,4 2-43 0,-3-3-46 0,-3 1-48 0,3-1-39 0,-1 1-36 15,-1-1-28-15,1 2-26 0,-1-2-22 0,-2 3-22 0,1-1-9 0,-3-2-6 16,0 2 7-16,0 2 16 0,0-3 29 0,0 2 36 0,0-1 45 0,0 0 48 15,-3 1 38-15,1 1 37 0,2-1 34 0,-4 1 28 0,4 0 26 0,-2 0 28 16,-1 1 23-16,3 0 19 0,-4 0 17 0,4 2 11 0,-2-1 14 0,2-1 7 16,0 3 10-16,0-1 6 0,0 1 4 0,0 0 5 0,-3-3 3 0,3 3 0 15,0 0 2-15,0 0 2 0,0 0 2 0,0 0 4 0,0 0 6 0,3-2 3 16,-3 2 7-16,0 0 3 0,0-1 9 0,0 1 8 0,6 0 11 16,-6 0 10-16,0 0 4 0,5 1 3 0,-5-1-2 0,0 0-5 0,4 0-7 15,-2 2-7-15,1-2-10 0,-3 0-8 0,4 1-9 0,-2-1-13 0,1 0-14 16,1 0-19-16,-2 0-25 0,3 0-28 0,-1-1-29 0,1-1-29 0,-1 2-26 15,1-3-23-15,-1 0-27 0,1 2-27 0,1-4-37 0,-1 2-39 16,2-1-48-16,-1-2-51 0,-1 0-46 0,-1 0-44 0,1-2-11 0,-3 2 7 16,2 0 15-16,1-1 22 0,-1 1 23 0,1 0 21 0,-1 0 25 0,-2 1 29 0,1 1 35 15,3 1 41-15,-3-2 50 0</inkml:trace>
  <inkml:trace contextRef="#ctx0" brushRef="#br0" timeOffset="-185954.16">6926 15352 222 0,'3'2'311'0,"-3"-1"36"0,0 2 19 0,4-1 11 0,-2 1 9 0,-2 0 11 0,3-2 14 0,-3 1 14 0,2-1 15 0,-2 1 18 0,4-1 17 0,-4 1-47 0,3-1-79 0,-1-1-72 0,-2 1-70 0,4 1-35 0,-2-2-15 16,1 2-10-16,3-2-10 0,-3 0-11 0,3 0-13 0,-1 0-14 0,-1-2-18 16,1 2-19-16,1-2-23 0,3 1-21 0,-6 0-21 0,3-1-13 0,-1 2-14 15,-1-3-10-15,1 3-8 0,1 0-6 0,-6 0-4 0,3 0-1 0,1 2-2 16,-2-1 3-16,-2 1-2 0,0 0 2 0,0 2 7 0,0-1 9 0,0 1 8 16,-2-1 16-16,-2 3 15 0,1 2 15 0,3-2 16 0,-6 0 15 0,1 3 13 15,1-2 12-15,-1 1 12 0,-1 1 11 0,3-2 13 0,-3 1 12 0,1-1 12 16,1-1 11-16,-1 2 9 0,1-2 2 0,-1 0-2 0,1-2-5 0,2 1-5 15,-1-1-8-15,1 1-6 0,-2-2-7 0,4 0-11 0,-3-2-12 0,1 2-14 16,2-2-13-16,0-1-12 0,0 4-14 0,0-4-17 0,0 0-9 0,0 0-9 16,0 0-8-16,0 0-8 0,0 0-10 0,0 0-10 0,0 0-15 0,0 3-19 15,0-3-15-15,0 0-21 0,-4 1-14 0,4 1-16 0,0-1-12 0,-2 2-12 16,-1 0-8-16,-1 0-5 0,2 0-1 0,-1 0 2 0,-3 2 6 0,3-2 9 16,-3 1 14-16,3 1 14 0,1-2 21 0,-2 1 19 0,-1-1 20 0,1 0 17 15,2-1 19-15,-1 1 21 0,1-2 13 0,-2 1 14 0,4-1 10 16,0-1 7-16,-3 2 4 0,3-2 7 0,0 0 2 0,0 0 3 0,0 0 4 0,0 0 2 15,0 0 7-15,0 0 5 0,0 0 13 0,0 0 12 0,0 0 12 16,3 0 8-16,1 0 4 0,-2 1 9 0,1-1 5 0,-1 0 1 0,2 0-2 16,1 2 0-16,-1-1-3 0,1 1-1 0,1-1-9 0,-3-1-10 0,3 3-15 15,-1-3-20-15,-1 3-32 0,1-1-38 0,1-1-51 0,1 1-60 0,-2 1-54 16,1-2-56-16,-1 2-45 0,-1-3-47 0,1 1-55 0,1 1-62 16,1 0-77-16,-7-2-85 0,5 0-37 0,1-2-18 0,-3 0 8 0,3 1 20 0,-3-2 38 15,-1 0 48-15,4-1 46 0,-3-1 46 0,3 1 48 0,-3-1 41 16,3 1 56-16,-3-2 60 0</inkml:trace>
  <inkml:trace contextRef="#ctx0" brushRef="#br0" timeOffset="-185684.34">7177 15495 142 0,'5'-2'309'0,"-5"1"51"0,4-1 25 0,2 2 22 0,-1 0 18 0,-1 0 26 0,5 0 27 0,-4-2 27 0,0 2 31 0,4-1 26 0,-3 0 24 15,3-1-17-15,0 1-37 0,0-2-61 0,0 1-72 0,-2-1-28 0,2 2-8 16,0 1-7-16,4-2-6 0,-6 2-18 0,2 0-23 0,0 0-25 0,4 2-23 15,-2-1-20-15,-2 2-21 0,0 0-25 0,-2 2-25 0,2-1-26 0,0 1-24 16,0-1-17-16,-3 2-19 0,-1 0-9 0,2 0-7 0,-1 0-5 0,-3 2-2 16,-1-1-2-16,2-1-4 0,-4 2-5 0,0-1-5 0,0 1-6 0,-4-1-6 15,4 1-5-15,-2 1-5 0,-1-3-7 0,-1 3-4 0,-1-2-10 0,-1 0-10 16,3 0-14-16,-3 0-14 0,-3 1-21 0,4-2-26 0,-4-2-46 0,0 2-57 16,0-1-68-16,-2-1-69 0,2-1-59 0,-2 0-53 0,-2-1-44 0,3-1-39 15,0-1-42-15,1-1-42 0,0-1-40 0,-1-2-40 0,4-1-27 0,-3-1-21 16,0-1 25-16,4-2 47 0,1-1 63 0,-1-3 71 0,1 1 55 0,-2-1 51 15,3-2 49-15,1-1 42 0,2 2 48 0,-4-1 48 0,4-3 51 0</inkml:trace>
  <inkml:trace contextRef="#ctx0" brushRef="#br0" timeOffset="-185519.6">7233 15405 67 0,'2'-6'328'0,"-2"2"143"0,4 3 79 0,-4 1 50 15,0 0 41-15,5 1 36 0,-5 3 29 0,0-1 28 0,4 3 25 0,-4 1 24 16,0 1 16-16,0 2 15 0,0-1-71 0,0 3-108 0,0 0-129 16,-4 0-136-16,4 2-78 0,0-1-49 0,-5 1-40 0,5-2-35 0,-4 1-33 15,2 1-34-15,-2-1-29 0,1 1-27 0,1-2-30 0,-2 0-30 0,-1-1-42 16,1 2-45-16,3-3-72 0,-3 1-87 0,-1-2-70 0,1 0-68 0,-1-4-53 15,-1 2-46-15,2-3-48 0,-1-1-48 0,1-1-46 0,3-4-44 0,-3 1-38 16,-1-2-35-16,1-2 7 0,-1-1 28 0,1 0 64 0,2 0 78 16,-2-3 72-16,3 0 63 0,-3-1 54 0,4-1 46 0,-4 1 49 0,3-3 49 15,1 2 52-15</inkml:trace>
  <inkml:trace contextRef="#ctx0" brushRef="#br0" timeOffset="-185384.86">7128 15406 24 0,'2'-9'292'0,"-2"0"62"0,4 2 30 15,-4 2 18-15,1-1 15 0,3 5 12 0,-4-2 17 0,5 3 20 0,-5 0 23 16,4 0 21-16,-2 0 24 0,2 1-13 0,1 1-26 0,-1-2-96 0,1 1-129 15,-1 2-57-15,-3 0-28 0,7 0-21 0,-7 0-16 0,5 2-41 0,1-1-51 16,-1-1-62-16,-1 3-70 0,0 0-72 0,4 0-79 0,-3 0-86 0,1 2-86 16,-1-2-67-16,-1 0-57 0,4-2-24 0,-4 2-13 0,1 0-2 0,1-1 1 15,-1-1 23-15,-1-1 36 0,0 1 42 0,1-2 47 0,1 1 54 0,-2 0 54 16,1-1 71-16</inkml:trace>
  <inkml:trace contextRef="#ctx0" brushRef="#br0" timeOffset="-185042.89">7573 15304 175 0,'4'-6'310'0,"1"-1"34"0,1 1 20 0,1 0 16 15,-2 0 17-15,1 0 15 0,-1 0 23 0,-1 0 23 0,1 1 32 0,1 0 33 16,1 1 31-16,-2 0 29 0,1-2-51 0,-3 2-85 0,3 0-33 0,-4 0-10 16,5-1-1-16,-5 4 3 0,1-3-4 0,3 3-2 0,-6 0-11 0,0 1-12 15,3 0-22-15,-1 1-26 0,-2 0-32 0,4 3-38 0,-4-1-34 0,0 1-35 16,0 2-22-16,0 0-18 0,0 3-13 0,0 2-13 0,0-1-7 0,-4 4-7 15,4-2-10-15,-2 1-11 0,2 2-10 0,-3-1-11 0,3-1-8 0,0 2-9 16,0-3-6-16,0 2-9 0,0-4-6 0,0 2-7 0,3-3-7 16,-1 0-4-16,-2 0-6 0,4-1-7 0,-1-2-5 0,-1 1-5 0,2-2 1 0,-2-1-2 15,1-1-2-15,3 0-1 0,-3 0 0 0,3-3-1 0,-1 2 0 16,-1-2-2-16,1-2-1 0,1 2-4 0,-3-3 4 0,3 0 2 0,-3 0 2 16,3-1 2-16,-3 1 1 0,-1-2 1 0,2 1-1 0,-3-2 0 0,3 1 2 15,-4 1 4-15,0-2-6 0,0 1-8 0,-4 1-7 0,3-2-7 0,-3 1-11 16,-1-1-9-16,-1 1-14 0,1 1-17 0,-2 0-44 0,-4 1-53 0,2 0-88 0,0-1-105 15,-2 3-94-15,2 1-88 0,-6 0-106 0,3 3-115 0,-3 0-47 16,1 0-21-16,-1 2-3 0,-1 0 5 0,-2 2 10 0,-6 2 20 16,4 1 40-16,-3 1 57 0,-4-1 90 0,1 4 109 0,-3-1 92 0,-3 1 88 15</inkml:trace>
  <inkml:trace contextRef="#ctx0" brushRef="#br0" timeOffset="-184682.75">5622 16330 102 0,'0'0'426'0,"0"0"217"0,-2-1 99 0,2 1 45 0,0 0 21 0,0 0 9 0,2 2 7 0,-2-2 6 0,0 0 3 0,0 0 4 0,0 0 2 0,0 0 1 16,0 0-96-16,-2 4-136 0,2-4-194 0,0 0-218 0,0 0-101 0,0 0-49 15,0 3-32-15,0-3-26 0,0 3-44 0,0 1-52 0,2-1-85 0,-2 2-101 16,3-2-89-16,-3 3-83 0,0-2-90 0,0 2-95 0,0-1-73 0,0-5-62 15,0 6-26-15,0-1-10 0,0 2 6 0,-3-1 12 0,1-1 37 0,2 0 47 16,-4 1 79-16,2-1 100 0,-1-1 84 0,-3 4 83 0,3-2 89 0</inkml:trace>
  <inkml:trace contextRef="#ctx0" brushRef="#br0" timeOffset="-184501.61">5540 16537 377 0,'-2'3'498'0,"-1"0"56"0,3 0 41 0,-2 0 34 0,2 0 43 0,-4 0 43 0,4 2 31 16,-3-2 22-16,3 0 10 0,-2 1 10 0,-2 2-10 0,1-1-11 0,1-1-156 15,2 1-216-15,-4 0-121 0,4 2-75 0,-5-3-91 0,5 2-96 16,0-1-114-16,-4 1-123 0,4-2-89 0,-2 2-78 0,2-1-66 0,0 1-63 0,2-2-62 16,-2 1-69-16,0-5-52 0,4 4-46 0,-4-4-5 0,0 5 8 0,5-4 48 15,-5-1 58-15,4 2 74 0,-4-2 78 0,5 0 61 0,1-2 53 0,-3 1 53 16,3-2 56-16,-1 1 64 0</inkml:trace>
  <inkml:trace contextRef="#ctx0" brushRef="#br0" timeOffset="-184351.94">5654 16593 76 0,'9'-2'307'16,"-3"1"77"-16,1-1 45 0,-5 2 34 0,3 2 41 0,-1 1 39 0,1-1 50 15,1 2 53-15,-3-1 47 0,3-2 42 0,-3 2 28 0,-1 0 19 0,2 0-78 16,-1 0-123-16,-1-1-89 0,-2 1-73 0,4 0-48 0,-4 0-34 0,3-2-50 0,-1 2-56 16,2-2-90-16,-4 3-111 0,0-3-123 0,1 1-129 0,3 1-104 15,-4 0-95-15,6-2-95 0,-6 2-101 0,0-3-74 0,0 0-62 0,0 0-27 16,3 1-11-16,-3-1 5 0,0 0 12 0,0 0 42 0,0 0 56 0,0 0 76 0,0 0 87 16,0 0 80-16,0 0 73 0,0 0 86 0</inkml:trace>
  <inkml:trace contextRef="#ctx0" brushRef="#br0" timeOffset="-182452.83">6506 16680 183 0,'0'0'481'0,"0"0"98"0,-5 0 43 0,5 0 24 0,0 0 14 0,0 0 21 0,5 1 22 16,-5-1 21-16,4 0 21 0,-3 0 19 0,3 0 20 0,0 0-29 0,1 0-50 15,1-1-156-15,-1 1-206 0,4-2-89 0,-4 1-38 0,4 1-17 0,4-2-11 16,-2 1-18-16,0-3-20 0,1 3-19 0,3-2-20 0,-4 0-20 0,1 2-17 16,3-2-14-16,-4 0-11 0,1 0-8 0,3-1-8 0,-4 2-6 0,1 0-8 15,-1-1-4-15,-2 2-3 0,4-2-9 0,-6 1-10 0,6-1-19 0,-8 1-19 16,4 1-57-16,0 0-72 0,-3-1-93 0,-1 1-104 0,4 1-94 0,-5 0-87 16,-4 0-103-16,0 0-111 0,0 0-50 0,5 0-23 0,-5 0-6 0,0 0 3 15,0 0 11-15,0 5 20 0,-3 2 55 0,-3-1 72 0,1-2 94 0,1 4 105 16,-5-1 92-16,2 0 89 0</inkml:trace>
  <inkml:trace contextRef="#ctx0" brushRef="#br0" timeOffset="-182093.03">6625 16804 226 0,'0'0'337'0,"0"-3"56"0,4 0 37 0,-2 2 40 0,1-1 41 16,3 1 46-16,-1 1 45 0,3-2 45 0,-3 1 45 0,0 1 28 0,-1 0 20 15,1-2-45-15,4 2-78 0,-3 0-83 0,-1 0-85 0,3 0-49 0,-3 0-32 16,0 2-36-16,-1-2-35 0,1 1-43 0,-3 1-43 0,2-1-41 0,1 2-41 15,-1-2-24-15,-2 3-17 0,1-1-13 0,-3 1-11 0,4 1-8 0,-4-1-8 16,2 1-8-16,-2 1-4 0,-2 1-4 0,2-1-2 0,-4 2-3 0,4-1-3 16,-5 1-5-16,5 0-4 0,-4 0-1 0,-1 0-4 0,1-1 1 0,-1 1-1 15,3-1-2-15,-5 1-4 0,1-2 2 0,1 1 3 0,1-1 2 0,-1 0-1 16,-1 0 2-16,1-1 5 0,-2 1 2 0,1-2 2 0,5 1 0 0,-3-2 0 16,0 0-1-16,-1 0-4 0,5-2 1 0,-4 1 2 0,4-2-2 0,0 0-2 0,0 0-2 15,0 0-2-15,0 0-4 0,0 0-1 0,0 0-1 0,0 0-2 0,4-2-2 16,0 1-1-16,-3 1 0 0,3-3 2 0,1 1-1 0,-1 1-2 0,1-1 2 15,4-1 2-15,-3 0 0 0,3 2 2 0,-4-2-1 0,4 0-2 0,-3 0-1 0,3 1 1 16,-4-1-1-16,4 0 1 0,-3 0-1 0,1 2 2 0,-2-2 0 0,1 1-1 16,-1 1-1-16,-1-1 1 0,1 1-5 0,1-1-9 0,-3 2-8 0,1-2-8 15,-2 1-22-15,1 0-26 0,-3 1-61 0,2 0-74 0,-2 0-88 0,0 0-95 16,4-2-84-16,-4 2-79 0,0 0-103 0,0 0-109 0,0 0-46 0,0 0-17 16,0 0-2-16,0 0 4 0,-4-3 19 0,4-1 24 0,-5-1 61 0,3 1 76 15,-2-1 89-15,1 1 93 0,-3 1 86 0,1-2 81 0</inkml:trace>
  <inkml:trace contextRef="#ctx0" brushRef="#br0" timeOffset="-181836.34">6643 16374 51 0,'-3'-5'392'0,"3"2"234"0,0-1 109 15,-2 1 51-15,2 3 25 0,0 0 13 0,0 0 11 0,0 0 8 0,0 0 9 16,0 0 11-16,0 0 9 0,0 0 8 0,2 3-75 0,-2-3-109 0,0 0-191 15,0 0-228-15,0 1-101 0,0 1-47 0,0 1-21 0,3-1-9 0,-3 2-9 16,2 2-6-16,2 1-8 0,-4 2-7 0,5 3-9 0,-5 0-11 0,4 5-10 16,0-2-9-16,-3 3-18 0,-1 1-21 0,4-1-23 0,-4 2-23 0,2-2-30 15,1-2-32-15,-3 1-79 0,0-1-101 0,4-1-101 0,-2-1-104 0,-2-1-100 16,3 0-98-16,-3 0-84 0,0-3-76 0,2 1-23 0,2-4 0 0,-4 1 10 0,5-2 16 16,-5-2 26-16,4 1 26 0,-4-5 76 0,5 1 99 0,1-1 101 15,1 2 100-15,-2-2 102 0,4-2 100 0</inkml:trace>
  <inkml:trace contextRef="#ctx0" brushRef="#br0" timeOffset="-181479.06">7081 16356 225 0,'0'0'502'0,"0"-3"111"0,0 3 60 16,0 0 38-16,0 0 29 0,0 0 24 0,0 3 18 0,-3 0 16 0,3 0 16 16,0 1 14-16,0-1 10 0,-2 2-36 0,2 1-60 0,0 1-160 0,0 1-208 15,0 1-98-15,0 3-51 0,0-2-30 0,0 4-20 0,0 1-11 0,0 0-10 16,2 1-8-16,-2 2-8 0,0 0-6 0,0 0-6 0,3 3-9 0,-3-1-7 15,2 2-10-15,2 1-6 0,-4-2-9 0,3 2-5 0,-1 2-11 0,2-3-12 0,-3 2-16 16,3-2-25-16,-4 1-26 0,6-2-31 0,-6 0-27 0,3-3-29 16,1-1-32-16,-2-2-35 0,1-2-54 0,-1-2-64 0,2-1-89 0,-1-2-103 0,-1-1-80 15,2 1-71-15,-3-4-82 0,3 1-86 0,1-1-46 0,-5-4-29 0,4 0-2 16,-4 0 11-16,6 0 24 0,-1-3 28 0,-1-1 54 0,-1-1 60 0,-1-1 90 0,3-1 101 16,-1-1 84-16,0 2 72 0,-3-1 90 0</inkml:trace>
  <inkml:trace contextRef="#ctx0" brushRef="#br0" timeOffset="-180955.11">7273 16527 123 0,'-2'-2'319'0,"-2"1"65"0,4 1 37 0,0 0 35 0,0 0 31 15,0 0 41-15,0 0 44 0,0 0 53 0,0 3 59 0,0 0 40 0,0-2 33 16,0 2-19-16,0 1-46 0,0 1-86 0,4 0-108 0,-4 2-55 0,0 1-31 16,2 1-29-16,-2 1-25 0,0 1-36 0,0 1-43 0,4 0-52 0,-4 0-57 15,1 0-41-15,3 0-32 0,0-2-23 0,-3 1-17 0,3-1-12 0,1-1-9 0,1-1-6 16,-3-1-6-16,3-2-8 0,3 1-5 0,-4-3-5 0,4-1-5 16,0 0 1-16,0 0-4 0,1-2 2 0,-3-2-1 0,2 0-1 0,0 0 1 15,0-3-1-15,-4 1-1 0,4-3 0 0,-3 2 0 0,-1-3 0 0,4 1 3 16,-5-1 2-16,1-1 1 0,-1 2 0 0,-2-1 1 0,1 1 1 0,1 1-1 15,-2-2 4-15,-2 1 1 0,0 1 3 0,0-1 1 0,0 3 2 0,0-2 2 0,-2 2 1 16,-2-1 1-16,1-1 4 0,1 2 2 0,-2-1 2 0,-1 2 2 0,1-3-2 16,-1 2 1-16,-1 1-1 0,3 0-3 0,-3-1-3 0,-3 2-6 0,4 0-9 15,1 1-12-15,-5-1-15 0,4 1-16 0,-1-1-29 0,1 1-33 0,-4 1-65 16,5 0-76-16,-3 0-84 0,0 0-86 0,1 1-65 0,-3 1-57 0,4-1-56 16,0 2-59-16,-5 1-68 0,5 1-71 0,-4 0-30 0,4-1-6 0,-3 0 15 15,3 3 29-15,-1-1 59 0,3 0 76 0,3 0 81 0,-6 0 87 16,6-2 66-16,0-4 55 0,0 6 60 0,4 0 61 0</inkml:trace>
  <inkml:trace contextRef="#ctx0" brushRef="#br0" timeOffset="-180774.51">7316 16626 238 0,'4'-2'346'0,"1"2"65"0,1 0 56 0,1 2 62 0,-2-1 62 0,4 1 64 15,-3-1 63-15,3 4 38 0,-4-2 30 0,1 0 21 0,3 1 15 0,-4 2-52 16,3-1-79-16,-3 1-82 0,0-2-85 0,1 4-58 0,-1-2-51 0,2 0-57 0,-1 1-64 16,-1 1-62-16,1-3-59 0,1 2-37 0,-5-1-22 0,3 1-24 15,2-1-24-15,-5 0-24 0,4 0-22 0,-3-1-28 0,3 1-28 0,-3-2-40 16,1 2-52-16,-2-1-89 0,3-2-110 0,-5 1-92 0,4 0-88 0,-1 1-100 15,-1-2-107-15,-2-3-70 0,0 0-54 0,0 0-15 0,0 0-4 0,0 0 9 16,0 0 15-16,0 0 33 0,0 0 43 0,0 0 88 0,0 0 110 0,-5-3 93 0,5 3 88 16,0-5 95-16</inkml:trace>
  <inkml:trace contextRef="#ctx0" brushRef="#br0" timeOffset="-180526.22">7624 16406 105 0,'0'0'432'0,"0"0"223"0,0 0 101 0,-4 0 46 0,4 4 21 0,0-1 12 15,0 1 10-15,0-1 10 0,-3 3 12 0,3-1 15 0,0-1 16 0,0 4 13 16,0-1-81-16,0 2-126 0,0 2-186 0,0 0-214 0,3 2-94 0,-3 0-43 16,0 2-20-16,4 0-13 0,-2 0-8 0,1 2-9 0,-3-2-15 0,6 1-13 15,-3-1-17-15,-1 0-18 0,2 0-21 0,1 2-25 0,-1-2-29 0,-2-2-29 16,5 2-21-16,-5-3-20 0,1 0-19 0,3-1-15 0,-6-2-20 0,5 0-19 15,-5-2-46-15,4 1-56 0,-1-2-74 0,-3-2-85 0,2-1-63 0,-2-1-55 16,0-2-45-16,0 0-44 0,0 0-50 0,0 0-59 0,0 0-39 0,-2-7-26 16,-1 2-2-16,-1-3 9 0,4-1 41 0,-2 0 55 0,-1 0 73 0,3-1 87 15,-2-2 71-15,-2-1 66 0,4 2 64 0,-3 0 62 0,3 1 73 0</inkml:trace>
  <inkml:trace contextRef="#ctx0" brushRef="#br0" timeOffset="-180250.83">7673 16388 100 0,'0'-2'357'15,"3"-1"104"-15,-1 0 76 0,2 3 69 0,-1-2 66 0,-1 2 45 0,4 0 36 16,-3 2 22-16,3-2 20 0,-1 3 15 0,2-3 13 0,-1 1-26 0,-1 1-43 16,1-1-114-16,1 2-144 0,-2-1-95 0,4 1-71 0,-3 0-56 0,-1 0-53 15,4-2-34-15,-3 3-25 0,3 1-16 0,-4 0-16 0,0-1-8 0,4 0-7 16,-5 3 2-16,5-1 3 0,-3 0 5 0,-1 0 3 0,-1 1 4 0,1-1 0 16,-1 2 0-16,-3-1-5 0,-1 2-6 0,0 0-6 0,0 0-4 0,0 0-4 15,0 2-6-15,-1-1-7 0,-3 1-9 0,-1-1-11 0,1 1-11 0,-1 1-15 16,1-2-15-16,-1 2-18 0,-1-1-24 0,1-1-27 0,-4 2-27 0,3-3-29 15,-3 0-29-15,4 2-28 0,-3-4-27 0,-2 2-22 0,1-1-43 0,3-2-47 0,-3 1-86 16,0-1-103-16,0 0-83 0,4 0-74 0,-1-1-70 0,1 1-70 16,-4-2-53-16,5-1-48 0,-1 0-8 0,-1 0 12 0,3 0 19 0,3-3 19 15,0 0 37-15,-6 1 50 0,6-1 86 0,0 0 105 0,0-4 91 0,0 4 82 0,0-4 84 16,0-4 90-16</inkml:trace>
  <inkml:trace contextRef="#ctx0" brushRef="#br0" timeOffset="-179951.06">7910 16237 258 0,'0'0'456'16,"1"-3"95"-16,-1 3 60 0,0 0 49 0,0 0 49 0,0 2 35 16,4-1 32-16,0 0 22 0,-4-1 20 0,0 2 15 0,1 1 15 0,-1 0-43 15,4 0-72-15,-4 2-123 0,5-1-153 0,-5 4-69 0,6-2-37 0,-6 3-29 16,4 1-25-16,1 2-18 0,-1 2-10 0,1 2-11 0,-1 2-4 0,-3 1-4 0,5 3-5 15,-3 0-4-15,3 2-9 0,-2 3-14 0,-4-1-14 0,5 1-21 0,-1 0-20 16,-3 1-21-16,3 1-22 0,1-1-17 0,-5 1-17 0,6-1-16 16,-3-1-14-16,3 0-15 0,-3-1-15 0,-1-1-17 0,2-2-21 0,0-1-20 0,-3-3-24 15,3-1-31-15,1-1-34 0,-5-5-40 0,4 0-43 0,-2-3-36 0,-2-2-32 16,0 0-41-16,0-3-47 0,0-1-88 0,0-3-112 0,0 0-81 0,0 0-69 16,0 0-80-16,0 0-84 0,3-4-50 0,-3-4-28 0,0 1 11 0,0-4 31 15,4 1 27-15,-4-2 30 0,0-2 40 0,0 1 47 0,0-2 91 0,0-2 113 16,0 2 92-16,0 0 80 0,2 2 99 0</inkml:trace>
  <inkml:trace contextRef="#ctx0" brushRef="#br0" timeOffset="-179756.28">8221 16512 85 0,'0'3'424'0,"0"0"233"0,0 1 111 0,0-2 52 0,0 2 28 15,3-1 14-15,-3 0 17 0,4 0 13 0,-4 0 18 0,0-1 18 16,2 1 14-16,-2 0 12 0,0-2-85 0,0 2-129 0,3 0-200 0,-1 0-231 0,-2 0-107 15,4-1-54-15,-4 1-44 0,3 0-44 0,-1-2-36 0,2 2-37 0,-4-2-43 16,0 1-46-16,5 0-68 0,-5-1-76 0,4-1-110 0,-4 0-124 0,2 2-115 0,1-1-112 16,-3-1-96-16,0 0-89 0,0 0-22 0,0 0 5 0,0 0 17 15,0 0 15-15,0 0 24 0,0 0 27 0,0 0 51 0,0 0 67 0,0 0 103 16,0 0 121-16,0 0 114 0,0 0 111 0</inkml:trace>
  <inkml:trace contextRef="#ctx0" brushRef="#br0" timeOffset="-179341.16">8595 16158 121 0,'-4'9'442'0,"1"0"215"0,-3 0 102 0,5 1 44 0,-3 4 25 0,0 2 13 16,-1 1 11-16,0 2 14 0,1-1 19 0,-2 2 21 0,3 2 26 0,1 2 28 0,-2 0-81 16,-1 0-126-16,5 3-179 0,-5 0-200 0,5 0-92 0,0 0-40 15,0 0-18-15,0 0-13 0,0-1-11 0,5 1-12 0,0-2-20 0,-1-2-20 0,5-1-27 16,-3-1-25-16,3-1-21 0,0-4-19 0,-4-1-15 0,6 0-8 16,-2-4-7-16,-4 1-8 0,4-5-4 0,0 2-7 0,-3-3 1 0,3-1-1 0,-4-1 1 15,3-1-2-15,-1-1 0 0,-4-2-3 0,3 0-2 0,3-2 1 0,-4 1-4 16,-1-2-1-16,1 0-1 0,1-2-1 0,-3-1 2 0,1 0 5 0,-2-1-2 15,1-1 0-15,-3 1-2 0,2-2 2 0,2 1 2 0,-4-1-1 0,0 0 1 16,0 0-1-16,-4 0 1 0,2 0-1 0,2 0 2 0,-3 2 0 0,-3-3 0 16,3 3 0-16,1 0-1 0,-2 1-2 0,-1 0-6 0,0 1-8 0,-3 1-14 15,3-1-21-15,-1 2-31 0,1 0-31 0,-4 2-31 0,4-2-31 0,-5 1-31 16,5 1-33-16,-4-1-61 0,0 2-74 0,0-2-92 0,0 2-101 0,0 2-76 16,3-2-63-16,-3 2-67 0,4 1-66 0,0-2-41 0,-1 1-24 0,-1-2 5 15,7 0 17-15,0 0 25 0,0 0 31 0,0 0 60 0,0 0 74 0,0 0 94 16,0-5 102-16,3-1 80 0,1 2 72 0,2-2 83 0</inkml:trace>
  <inkml:trace contextRef="#ctx0" brushRef="#br0" timeOffset="-179134.08">8816 16422 184 0,'3'-2'377'16,"3"2"79"-16,-6 0 44 0,5 0 37 0,-1 0 30 0,-4 0 37 0,5 0 38 15,-1 2 36-15,-2-2 41 0,5 0 25 0,-5 0 18 0,3 0-38 0,2-2-68 16,-1 2-114-16,-1 0-135 0,4-1-73 0,-3-1-44 0,3 1-35 0,0-1-29 15,-4-1-37-15,4 0-37 0,2 1-38 0,-4-2-40 0,1 3-25 0,1-4-16 16,0 1-21-16,0 0-19 0,-4 0-43 0,4 1-50 0,-3-1-77 0,-1 1-88 16,2-2-72-16,-1 2-63 0,-3 0-73 0,-1 0-78 0,-2 3-84 0,0 0-86 15,4-4-40-15,-4 4-19 0,-4-3-1 0,4 3 13 0,-5-3 34 0,1 1 47 16,2 1 76-16,-5 1 86 0,2 0 69 0,-1 3 64 0,1-2 74 0,-1 2 78 16</inkml:trace>
  <inkml:trace contextRef="#ctx0" brushRef="#br0" timeOffset="-178964.2">8892 16483 13 0,'0'6'372'0,"0"-1"248"0,3-1 116 0,-1-1 50 16,-2 2 25-16,7-4 14 0,-5 2 10 0,2-1 9 0,1-1 11 0,-1 2 11 16,-2-3 16-16,1 3 17 0,3-3-53 0,-1 1-82 0,2 1-191 0,-1-2-237 15,-1 2-105-15,1-2-49 0,-1 0-22 0,4 0-14 0,-2 0-11 0,1 0-15 16,1 0-26-16,-4-2-31 0,4 2-41 0,0-2-44 0,-3 1-52 0,3 0-57 16,0-2-120-16,-4 1-151 0,1 1-145 0,3-2-143 0,-6 0-112 0,3 1-91 15,-1-1-41-15,-1 0-13 0,-4 3 3 0,0 0 17 0,0 0 22 0,-4-3 28 16,-1 2 33-16,-4-1 36 0,0 1 109 0,1 2 144 0,-1 1 141 0,-3-1 142 15</inkml:trace>
  <inkml:trace contextRef="#ctx0" brushRef="#br0" timeOffset="-177914.67">9624 16414 133 0,'-3'0'442'0,"1"2"203"0,2-2 95 0,-4 0 44 0,4 1 24 0,0 2 15 0,0-3 9 0,-3 3 8 16,3-3 9-16,0 0 9 0,0 0 7 0,0 0 7 0,0 0-96 0,0 0-147 15,0 0-173-15,0 0-191 0,0 0-80 0,3 0-34 0,3-1-8 0,-3-1 1 0,3 2 1 16,-1-1 2-16,2-1 2 0,1 1 1 0,4-2 1 0,-1 1-1 0,4-1-3 16,-3-1-1-16,3 1-3 0,-1-2-3 0,4 1-9 0,-1-2-8 0,1 0-10 15,0 0-10-15,-2 0-8 0,2 0-8 0,-3 0-8 0,4 0-8 0,0 0-6 16,-5 0-7-16,4-1-8 0,-3 3-6 0,-1-2-5 0,0 0-7 0,1 3-3 16,-1-1-8-16,1-1-4 0,-2 1-2 0,-3 0-8 0,-1 2-4 0,2-1-19 15,-2 0-25-15,-3 1-33 0,3-1-36 0,-4 2-41 0,2-1-42 0,-5-1-37 0,2 2-36 16,1-1-89-16,-5 2-111 0,0-1-111 0,0 1-113 0,0 0-131 15,0 0-137-15,0 0-50 0,0 0-7 0,-1 4 17 0,-3 1 31 0,-2 1 38 16,-1 0 41-16,2 0 37 0,-4 3 35 0,-2-2 90 0,2 4 111 0,-2-1 114 16,-2 1 113-16</inkml:trace>
  <inkml:trace contextRef="#ctx0" brushRef="#br0" timeOffset="-177526.05">9767 16593 111 0,'4'0'407'0,"-2"-2"177"0,3 2 91 0,-5-1 50 16,7 1 29-16,-5 1 21 0,3-1 17 0,3 0 9 0,-3-1 9 0,1-1 5 16,3 2 6-16,0-1 3 0,-4-1-94 0,4 1-140 0,2-1-164 0,-2 1-177 15,-4 1-88-15,4 0-48 0,-3 0-29 0,3 0-20 0,-5 0-14 0,1 0-10 16,0 0-8-16,3 1-8 0,-3 1-5 0,-3 1-5 0,2-2-8 0,1 4-6 16,-1-3-5-16,-3 3-5 0,-1 1-4 0,4 0-2 0,-4 2-7 0,-4-1-4 15,3 2-3-15,-3 0 0 0,2 0-1 0,-1 2-2 0,-3-1 1 0,1 1 1 16,-3 1 1-16,3-4 4 0,0 3 4 0,-1-2 2 0,-3 0 5 0,5-1 5 15,-5-1 5-15,4 1 5 0,0-1 5 0,-4-2 4 0,3 1 4 0,1-2 5 16,-3 1 5-16,7-2 1 0,-3 0 3 0,-1 0 1 0,1-2 2 0,4 1 2 16,-2-1-2-16,2-1-3 0,0 0-2 0,0 0-1 0,0 0-1 0,0 0-4 15,0 0-2-15,2 0-4 0,5-1-1 0,-1-1-1 0,-1 1-1 0,0-1-2 16,5 1 1-16,-1-2 1 0,1 1 1 0,3-3 2 0,-2 3 1 0,3-3-1 16,-1 1 1-16,-2-1-2 0,3 2 0 0,-5-1 1 0,6-1 1 0,-6 1-2 15,0-1-5-15,2-1-2 0,-2 2-11 0,0-1-11 0,0-1-20 0,-4 2-26 16,1-1-69-16,1 1-86 0,-2-1-93 0,-3-1-93 0,2 2-99 0,1-1-97 15,-5 1-92-15,0 4-88 0,0-6-38 0,-1 0-15 0,-3 1-2 0,4 2 7 16,-4-1 17-16,-1 1 24 0,3-2 68 0,-5 2 89 0,5-1 89 0,-5 2 97 16,5-1 97-16,-3 0 97 0</inkml:trace>
  <inkml:trace contextRef="#ctx0" brushRef="#br0" timeOffset="-177121.9">9935 15837 13 0,'-5'-11'276'0,"0"1"110"0,-1-1 58 0,1 4 32 0,-3 1 30 0,3 1 28 0,0 1 33 0,1 1 37 0,-1 1 39 16,-1 1 43-16,1 1 33 0,-3-2 19 0,7 2-49 0,-5 0-89 16,3 2-97-16,-3-1-105 0,-1 1-50 0,1 2-26 0,1-1-22 0,1 3-25 15,-1 0-26-15,0 0-34 0,-1 3-36 0,1 0-38 0,-2 0-26 0,1 2-22 16,2-2-17-16,-1 1-11 0,3 1-10 0,-1-3-7 0,-1 2-6 0,2-1-6 15,-1-3-6-15,3 1-6 0,0-2-6 0,0-1-7 0,0 1-10 0,0-2-8 16,3 0-8-16,-1-2-8 0,-2 2-5 0,4-2-8 0,1 1-6 0,-1-2-5 16,-3 0-1-16,7 0-1 0,-3-2-4 0,1 0-1 0,-1 0 2 0,2-2 1 15,0 1 2-15,1-2 5 0,-3 1 5 0,1-1 3 0,-1 1 6 0,2 1 8 16,-1-2 5-16,-1 2 7 0,-1 0 8 0,-3 3 13 0,3 0 10 0,2 0 9 16,-3 3 9-16,-1 0 10 0,2 0 8 0,-3 3 7 0,3 0 4 0,1 3 5 15,-1 0 7-15,0 3 5 0,-3 0 7 0,5 3 5 0,-6-1 1 0,4 2-5 16,-1 1-3-16,-1-2-5 0,-2 3-5 0,4-2-10 0,-4 1-5 0,1-1-7 15,-1 2-4-15,4-1-6 0,-4-2-12 0,4 0-19 0,-4 1-19 0,1-2-20 16,-1-2-25-16,4-1-26 0,0 0-55 0,-3-2-65 0,5-1-97 0,-3-1-110 16,3-1-104-16,-2-1-96 0,1-2-105 0,0 0-105 0,-1-2-40 0,1-2-12 15,1-1 2-15,3 1 9 0,-4-2 17 0,4-2 18 0,0-1 50 0,-3 2 63 16,3-2 96-16,0-2 110 0,2 4 102 0,-2-2 102 0</inkml:trace>
  <inkml:trace contextRef="#ctx0" brushRef="#br0" timeOffset="-176733.66">10596 16039 111 0,'3'2'405'0,"-3"-2"175"0,0 0 85 0,0 0 35 0,2 1 28 0,-2 2 19 0,4-1 14 0,-3-1 9 0,-1-1 11 0,4 0 13 16,1 0 9-16,-1 0 8 0,1 0-96 0,-1-1-140 0,2 1-163 0,-1-2-172 15,0 1-81-15,3-2-39 0,-3 1-25 0,0-1-20 0,1 2-12 0,-1-3-10 0,3 2-14 16,-3 0-17-16,0-1-17 0,1 0-19 0,-3 2-32 0,3-2-37 16,-1 1-71-16,-1 0-89 0,0 1-79 0,-3 0-78 0,-1 1-85 0,0 0-82 0,0 0-91 15,0 0-89-15,0 0-38 0,0 0-17 0,0 0 1 0,-5 1 6 16,-1 2 24-16,1 2 36 0,-2-1 69 0,1 2 88 0,1 0 81 0,0 2 77 0,-3-1 83 0,3 1 86 16</inkml:trace>
  <inkml:trace contextRef="#ctx0" brushRef="#br0" timeOffset="-176572.07">10554 16231 43 0,'0'2'295'0,"4"-1"102"0,-4 2 69 0,5-3 55 16,-1 0 63-16,-3 1 66 0,7 1 50 0,-3-2 41 0,0-2 29 0,1 1 19 15,3 0 15-15,-4-1 12 0,3-1-70 0,-1 2-108 0,-4-4-101 0,7 2-95 16,-5 0-69-16,0 0-54 0,3 0-63 0,-3 0-66 0,0-1-53 0,1-1-44 16,-2 2-38-16,1-1-34 0,0-1-49 0,-1-1-55 0,1 2-94 0,-1-1-115 15,-2-1-93-15,1 1-84 0,1 0-109 0,-2 0-122 0,-2 1-69 0,0-2-37 16,0 0-15-16,0 1-7 0,0-1 7 0,-2 2 11 0,-2-1 33 0,1 1 43 15,1-1 88-15,-5 2 106 0,5-1 91 0,-3 2 83 0,-3-1 107 0</inkml:trace>
  <inkml:trace contextRef="#ctx0" brushRef="#br0" timeOffset="-176283.82">10662 15927 87 0,'4'3'393'0,"-2"-3"190"0,2 1 98 0,-3 1 53 0,3-1 35 0,1 3 21 15,-1 1 18-15,1 0 13 0,-1-2 10 0,1 1 10 0,1-1 10 0,-1 2 13 16,-1-1-79-16,1 2-121 0,4 0-158 0,-3-1-173 0,1-1-82 0,0 2-40 16,-3 0-23-16,5 0-14 0,-4 0-11 0,4 2-8 0,-3-2-9 0,3 1-7 15,-4 1-8-15,4-1-11 0,-3 1-9 0,3 1-11 0,-4-2-13 0,-1 2-15 16,1 0-10-16,1 2-13 0,-3-2-8 0,1 0-11 0,-2 1-1 0,-2 1-1 16,0-1-5-16,0 2-7 0,0 0-10 0,-2 0-12 0,-5 0-18 0,5 0-24 15,-4 0-23-15,-1 2-26 0,-2-1-22 0,2-1-24 0,0 2-28 0,-4-2-26 16,2 0-68-16,-2 1-83 0,-2 1-91 0,4-4-94 0,-5 2-90 0,3 0-86 0,-2 0-78 15,-3-1-76-15,2-2-20 0,1 0 4 0,-3 0 14 0,-1-2 16 0,3 0 25 16,-1 1 26-16,1-2 63 0,-2 0 84 0,1-1 91 0,-1 1 97 16,1-3 98-16,1 0 97 0</inkml:trace>
  <inkml:trace contextRef="#ctx0" brushRef="#br0" timeOffset="-174653.91">15291 7900 127 0,'0'-4'410'0,"0"-1"163"0,-4 1 84 0,3 0 48 0,1 2 30 0,0 2 20 0,0 0 16 0,0 0 15 0,0 0 12 15,0 0 12-15,-4 1 8 0,4-1 8 0,0 1-94 0,-2 1-141 0,-1 1-149 16,3 2-154-16,0 1-74 0,0 1-41 0,0 4-20 0,-4 1-9 16,4 3-6-16,0 3-2 0,0 1-4 0,-2 4-4 0,-2 1-2 0,4 3 3 15,0 1-2-15,-1 1 1 0,-3 1-2 0,0 1 0 0,3 1-1 0,-3-1-6 16,2 2-4-16,-1-1-8 0,-1-1-9 0,2-1-14 0,-1 0-4 0,-1 0-9 16,2-1-8-16,-1-2-12 0,1-2-7 0,-2 1-7 0,0-2-8 0,4-2-8 15,-1-1-12-15,-3 0-9 0,4-1-18 0,0-2-18 0,-2-2-23 0,2-1-22 16,0-1-22-16,-3-2-21 0,3-2-21 0,0-1-20 0,0-1-30 0,0-2-31 15,0 0-64-15,0-2-79 0,0 1-78 0,3-4-75 0,-3 1-61 0,2 0-52 16,2-2-59-16,-4 0-62 0,1 0-43 0,3-5-38 0,2 0-4 0,-3-2 8 16,3-1 22-16,-1-2 30 0,-1-2 62 0,1-2 80 0,0-1 81 0,4-1 84 15,-3-1 75-15,3 2 69 0,0 0 77 0</inkml:trace>
  <inkml:trace contextRef="#ctx0" brushRef="#br0" timeOffset="-174337.76">15485 8271 102 0,'-4'3'396'0,"4"3"175"0,-4 0 93 0,2 1 54 16,-1 2 33-16,-1 4 27 0,2 3 14 0,-1-1 15 0,-3 0 7 0,6-2 6 15,-3 3 4-15,3 1 1 0,-2-2-93 0,2 0-137 0,0 0-162 0,0-2-172 16,2-2-91-16,1 0-57 0,3-2-32 0,-1-2-21 0,-1 1-15 0,5-2-12 16,2-3-8-16,-2 0-5 0,3-2-5 0,-1-1-3 0,2 0-2 0,-2-3-4 15,3-1 0-15,1-2 0 0,-3-2 0 0,3 1 5 0,-4-2-4 0,1-2-2 16,-1-1-2-16,0 0-2 0,-2-1 1 0,0-1-1 0,0 2 1 15,-3-1-2-15,-1 1 1 0,-1 0 1 0,-1 1 1 0,-3 1 0 0,0 1-2 0,0 0 1 16,-3 0-1-16,-1 1 1 0,2 1-1 0,-3 1 1 0,-2-2-1 16,-4 2-1-16,5 2-1 0,-3-2-1 0,-3 1-1 0,4 1-3 0,-4-1-4 15,3 2-8-15,-2 2-12 0,-2-2-12 0,6 1-26 0,-6 2-32 0,4 0-56 16,0 0-70-16,2 0-68 0,0 2-70 0,-2 1-56 0,3 0-48 16,1 0-44-16,1 0-40 0,-1 1-37 0,-1 1-35 0,6-1-37 0,-3 1-39 15,3-1-15-15,0-4 0 0,0 5 44 0,0-5 60 0,0 6 69 0,0-2 66 16,3 0 57-16,1 0 49 0,-2-1 44 0,1 0 45 0,-1 0 42 0,5 0 40 15</inkml:trace>
  <inkml:trace contextRef="#ctx0" brushRef="#br0" timeOffset="-174182.81">15539 8349 202 0,'5'4'314'16,"2"-1"63"-16,-1 0 46 0,-1 0 52 0,1 0 55 0,-3 0 63 0,3 0 66 16,-1 0 47-16,-1 2 41 0,1-2 26 0,1 3 23 0,-3-4-41 0,3 5-67 15,-3-1-77-15,-1-2-80 0,5 2-51 0,-5 2-34 0,2-3-46 0,1 3-47 16,1 0-57-16,-6-2-62 0,3 1-45 0,3 1-37 0,-3-1-28 16,-1 2-22-16,-2-1-18 0,4 1-15 0,1-2-19 0,-1 1-22 0,-4-1-23 15,5 1-26-15,-1-1-30 0,-2-1-33 0,1 0-77 0,3-1-94 0,-3 1-99 16,-1-4-104-16,2 3-104 0,-1-2-103 0,-1 0-88 0,-2-3-76 15,0 0-29-15,6 2-8 0,-6-2 6 0,7-2 12 0,-2-1 24 0,1 2 25 16,-3-4 70-16,-1 2 90 0,5-1 98 0,-5 1 103 0,4 0 105 0,-3-2 103 16</inkml:trace>
  <inkml:trace contextRef="#ctx0" brushRef="#br0" timeOffset="-173932.25">15863 8128 177 0,'0'-3'474'0,"-6"0"194"0,6 2 94 0,0-1 46 16,0 2 23-16,-3 3 13 0,3 1 14 0,-2 0 16 0,2 0 13 0,0 1 16 16,-4 2 16-16,4 2 15 0,0 1-109 0,0 4-159 0,0 1-182 15,-4 2-190-15,3 2-90 0,1 1-45 0,0 1-23 0,-4 1-10 0,4 2-16 16,-2 0-14-16,-1-1-21 0,3 1-21 0,0-2-31 0,-4 1-33 0,4-2-30 16,-2 0-29-16,2-3-24 0,0 0-20 0,0-3-22 0,0-1-21 15,0-1-38-15,0-1-48 0,2-3-71 0,-2-2-85 0,0-1-67 0,4-1-60 0,-4-1-48 16,3-1-46-16,-3 0-40 0,0-3-39 0,0 0-46 0,2-4-51 15,-2-1-10-15,4-1 7 0,-3-1 30 0,3-2 43 0,0-2 71 0,-2-1 85 16,1-1 72-16,3-2 65 0,-6 1 63 0,5 1 63 0,-1-2 60 0</inkml:trace>
  <inkml:trace contextRef="#ctx0" brushRef="#br0" timeOffset="-173685.03">15924 8086 81 0,'4'-6'331'0,"-3"3"93"0,-1 0 75 0,4 1 73 16,-2 2 78-16,2 0 46 0,-1 2 37 0,-1 0 25 0,2 1 22 0,1-2 13 15,-1 2 13-15,-3 2-27 0,7-3-38 0,-7 3-104 0,5 0-131 16,1 1-85-16,-1 0-68 0,-1 1-69 0,0 0-70 0,-1 0-46 0,1 2-36 16,1 0-21-16,1 0-14 0,-5 0-7 0,3 1-7 0,-1-1-5 0,0 3-3 15,-3-1-6-15,-1-1-3 0,4 1-5 0,-4-1-4 0,0 2-3 0,-4 0-4 16,4 0-2-16,-5 0 1 0,1 0-7 0,-1 0-9 0,-1 0-6 0,3 0-6 16,-4 0-13-16,-1 0-16 0,3-2-19 0,-4 1-19 0,4-2-20 0,-1 0-23 15,-3 0-31-15,4-3-40 0,-1 0-82 0,-1 0-97 0,2-1-84 0,-1-1-80 16,1 1-83-16,-3-2-81 0,3-2-78 0,0 1-74 0,1-1-25 0,4-1-1 15,-5-1 10-15,5 1 13 0,-6-2 33 0,6-1 38 0,0 3 79 0,-3-6 101 16,6 0 84-16,-3 1 81 0,6 0 83 0,-3 0 85 0</inkml:trace>
  <inkml:trace contextRef="#ctx0" brushRef="#br0" timeOffset="-173366.48">16257 8108 240 0,'0'-4'504'0,"-4"0"160"0,4 1 76 0,-5 1 41 0,5-1 19 0,0 1 13 15,0 2 10-15,-4 0 7 0,4 0 8 0,0 0 7 0,0 0 12 0,0 0 14 16,-2 2-120-16,2-2-178 0,2 5-151 0,-2 1-143 0,0-1-62 0,4 5-23 16,-4 2-10-16,5 3-4 0,-5 0 5 0,6 4 9 0,-6 3 1 0,3 1 8 15,1 1-5-15,-2 2-6 0,1 1-12 0,-3 0-14 0,4 1-16 0,-4-1-17 16,2 2-12-16,-2-1-14 0,0 1-11 0,0-2-8 0,0 1-16 0,0-2-13 15,0 0-18-15,-2-1-14 0,2-1-24 0,0 0-25 0,-4-3-33 0,4-2-34 16,0 0-35-16,0-3-39 0,0-3-34 0,-3 1-32 0,3-5-47 0,0 0-52 16,0-3-93-16,0-2-110 0,0 0-93 0,0-4-81 0,0 0-82 0,0 0-80 15,0 0-43-15,0 0-29 0,0-5 9 0,3-1 27 0,1-2 26 16,-2 1 29-16,1-4 44 0,-1-1 53 0,2-1 92 0,1-1 111 0,-1-1 95 16,1 0 87-16,1 0 95 0</inkml:trace>
  <inkml:trace contextRef="#ctx0" brushRef="#br0" timeOffset="-173156.54">16425 8397 91 0,'0'0'401'0,"0"0"194"0,0 0 98 0,0 0 53 16,0 0 33-16,0 1 23 0,4 1 20 0,-4-1 15 0,3 1 16 0,-1-2 16 15,2 1 13-15,-2-1 12 0,1 2-80 0,3-2-122 0,-3 0-169 0,1 1-188 16,-2-1-95-16,3 1-51 0,-1-1-33 0,-1 2-23 0,3-2-17 0,-1 2-17 16,1-1-18-16,-1 1-15 0,2-1-18 0,-1 1-18 0,-1-1-22 0,4-1-25 15,-3 0-23-15,3 2-26 0,-4-2-23 0,0 0-19 0,3 1-39 0,-3-1-44 16,1-1-73-16,-1 1-88 0,2-2-65 0,-1 2-60 0,-1 0-69 15,0-1-71-15,-1 1-91 0,2-2-102 0,-6 2-34 0,5-3-3 16,-1 2 9-16,-4 1 18 0,3-4 33 0,-3 4 43 0,0 0 73 0,0 0 87 16,0 0 69-16,0 0 59 0,-3-1 72 0,3 1 77 0</inkml:trace>
  <inkml:trace contextRef="#ctx0" brushRef="#br0" timeOffset="-172976.74">16539 8494 81 0,'0'5'395'0,"-2"-1"195"0,-1 1 97 0,3-2 51 0,0-2 30 0,0 4 18 16,3-4 16-16,-3-1 12 0,0 0 14 0,0 0 12 0,0 2 10 0,0-2 9 15,2 1-81-15,-2-1-124 0,0 2-170 0,4-1-191 0,-3-1-95 0,3 0-48 16,2 0-30-16,-3 0-20 0,3 0-17 0,-1 0-19 0,2 0-23 0,-1 0-23 16,-1-1-29-16,4-1-31 0,-3 1-52 0,3-2-65 0,-4 1-99 0,0-1-114 15,4 2-103-15,-5-1-94 0,5 1-108 0,-3-1-115 0,-3-1-48 0,3 3-19 16,-5-2-2-16,-1 2 7 0,4-1 15 0,-4 1 21 0,0 0 43 16,0 0 56-16,5 0 96 0,-5 0 113 0,6 1 101 0,-6-1 95 0</inkml:trace>
  <inkml:trace contextRef="#ctx0" brushRef="#br0" timeOffset="-170735.11">16742 8520 121 0,'-4'1'413'0,"4"-1"176"0,0 0 85 15,0 0 38-15,0 0 17 0,0 0 12 0,0 3 6 0,0-3 6 0,0 0 12 0,0 0 15 16,4 2 14-16,-3-2 11 0,5 0-87 0,-3 0-135 0,3 0-158 0,3-2-166 16,0 1-76-16,2-2-32 0,3 0-14 0,1 0-5 0,1-2-2 0,4 2-1 15,0-2-12-15,0 0-15 0,3 0-9 0,1-1-9 0,-1 2-3 0,1-2-1 16,1 1-1-16,2 0 1 0,-3 1 1 0,-1 0 1 0,-3 1 4 0,4 0 2 16,-4 0 3-16,-2 1 3 0,2 1 5 0,-6 1 8 0,0 0 0 0,1 0 2 15,1 0-3-15,-5 1-7 0,0-1-7 0,2 0-4 0,-3 0-6 0,0 2-3 16,-5-2-5-16,4 0-3 0,-4 0-8 0,3 0-4 0,-3 0-8 0,-3 0-4 15,1 0-8-15,3 0-6 0,-2 0-3 0,-4 0-4 0,0 0-7 16,0 0-7-16,5 0-18 0,-5 0-24 0,0 0-37 0,0 0-43 0,0 0-38 0,0 0-37 16,0 0-60-16,0 0-71 0,0 0-111 0,-5-2-127 0,5 2-118 15,-4 0-112-15,4 0-92 0,-9 0-83 0,2 0-23 0,-1 2 4 0,-2-1 25 16,1 2 34-16,-1 0 36 0,0 2 33 0,-3-1 61 0,-2 1 72 16,5-1 111-16,-3 2 126 0,-2-2 120 0,5 1 111 0</inkml:trace>
  <inkml:trace contextRef="#ctx0" brushRef="#br0" timeOffset="-170135.91">16901 8646 12 0,'0'0'255'0,"0"-3"83"0,0 3 44 0,0-3 32 0,3 1 30 0,-3 1 33 0,2-1 39 0,-2 0 42 0,4 1 44 0,-4 1 44 16,5-1 33-16,-1 1 28 0,-1-2-51 0,-1 2-87 0,4-1-72 0,-3 1-72 15,3 0-34-15,-3-2-22 0,3 2-24 0,-3 0-27 0,-1 0-33 16,4 0-37-16,-3 0-39 0,3 0-39 0,-3 2-30 0,1-2-25 0,-2 1-13 15,3 1-11-15,-1-1-10 0,-1 2-12 0,-1 0-9 0,4-1-4 16,-3 1-7-16,-3 0-4 0,6 0-4 0,-6-1-4 0,3 0-2 0,-3 1-4 16,0 0-1-16,2 0-1 0,-2-1-4 0,0 2-2 0,0-1-1 0,0 0 1 15,0 0-1-15,0 0-2 0,-2 2-1 0,2-2-1 0,-3 1-1 0,1 1-2 16,-2-1-2-16,1 1-1 0,3-3-1 0,-6 3-4 0,1 0-1 0,1-2 0 16,2 1-1-16,-3-1-2 0,1 2-2 0,-1-1 1 0,-2-1-1 0,5 2-1 15,-4-4 2-15,3 4 1 0,-3-4 0 0,1 4-3 0,1-4 1 0,1 1 1 16,-3 1-1-16,4-2 1 0,-1 0-1 0,-1 1 4 0,2-2-1 0,-1 2 1 15,3-2-1-15,0 0 1 0,0 1-2 0,0-1 0 0,0 0 1 0,0 0 1 16,0 0-1-16,0 0 1 0,0 0-2 0,0 0 0 0,0 0 0 0,0 0-3 16,0 0 0-16,0 0 0 0,0 0 0 0,0 0 0 0,0 0 3 0,5-1 6 15,-1 1-2-15,1 0-2 0,1 0-1 0,-3-2-1 0,6 2 2 0,-3 0-1 16,5 0 2-16,-2-2 0 0,-2 2 0 0,0-1 2 0,2 0-1 0,0-1 2 16,-3 1-3-16,3 1-4 0,-4-2-2 0,4 1 3 0,-3 1 1 0,-3-2 1 15,3 1 1-15,-1-1-2 0,-1 1 1 0,1-1-1 0,-1 2-2 0,1-3-2 16,1 3-3-16,-6-1-2 0,3 1-4 0,1-2-6 0,-4 2-7 0,0 0-10 15,0 0-17-15,0 0-20 0,0 0-50 0,0 0-62 0,0-3-89 16,-4 0-100-16,4 0-84 0,0-1-80 0,-3 0-91 0,1 0-94 0,-2 0-60 16,2-2-40-16,-1-2-14 0,-3 2 1 0,3 0 10 0,-3 0 18 0,-3 0 49 15,4 0 63-15,-4 0 89 0,3 0 98 0,-3-1 88 0,0 1 83 16,0 1 92-16</inkml:trace>
  <inkml:trace contextRef="#ctx0" brushRef="#br0" timeOffset="-169653.59">16953 7888 103 0,'0'-5'418'0,"0"3"94"0,0-1 49 0,0 0 24 0,4 0 15 0,-2 1 8 0,-2 2 8 0,0 0 10 0,0 0 12 0,0 0 13 0,0 0 14 15,0 0-23-15,3 0-38 0,-3 0-142 0,4 0-193 0,-2 0-89 0,1 0-47 16,1 2-24-16,-2-2-6 0,1 0-7 0,-1 1-3 0,2 1-6 0,1-1-11 16,-5 1-7-16,6 1-9 0,-6-2-9 0,3 2-3 0,1 0 0 0,-2 2 0 15,1-1 2-15,-3 1 4 0,0-1 2 0,0 2-1 0,0 0 1 16,0 0-1-16,0 0-1 0,-3 2-3 0,3-1-2 0,-6 1-1 0,6-1 0 16,-3 2 0-16,-3-1-3 0,4-1-5 0,-1 1-5 0,-1-1-5 0,-1 1-3 15,3-2-5-15,-2 0-2 0,1 0-4 0,3 0-2 0,-6-4-5 0,6 3-2 16,-3-2 1-16,3 2-4 0,0-2-2 0,0-1-4 0,0 0 1 0,0 1-1 15,0 0 1-15,0 0-1 0,0 0 1 0,0 0-2 0,3 0 0 0,-3 0 0 16,6 2 1-16,-3-2 1 0,1 0-1 0,1 0 4 0,1 1-1 16,-1-1 4-16,4 0 2 0,-3 2 4 0,3-2 2 0,0-1 4 0,-4 2 2 15,4-3 5-15,2 2 5 0,-4 0 2 0,-1 0 5 0,5-1 3 0,-4 0 3 16,0 0 0-16,-3 1 4 0,5-1 2 0,-4 1 2 0,-1-2 1 0,-2 1 4 16,1 1 4-16,3 0-1 0,-6-2 2 0,3 2 0 0,-3 0 0 0,0 2-1 15,-3-1-2-15,3 2 0 0,-6 0-3 0,3 0-3 0,-3 2-5 0,1 1-2 16,-1-2-10-16,-3 4-10 0,0-3-15 0,0 2-16 0,0 0-19 0,0-1-14 15,-2 0-26-15,2 0-27 0,-2-2-59 0,2 3-73 0,0-3-88 0,0-1-96 16,0 2-87-16,-2-2-82 0,6-2-97 0,-2 1-106 0,-1-1-38 0,1 1-10 16,2-4 3-16,-1 0 4 0,3 1 21 0,3-2 23 0,0 0 57 0,0 0 71 15,-6-2 90-15,6 2 94 0,0 0 86 0,6-5 84 0</inkml:trace>
  <inkml:trace contextRef="#ctx0" brushRef="#br0" timeOffset="-169477.68">17143 8220 27 0,'6'-2'397'0,"-3"1"121"0,-3 1 81 0,0 0 60 0,4 1 44 16,-2 1 31-16,-2-2 19 0,0 0 10 0,0 0 5 0,-2 2 2 0,2 2-2 16,-4-1-33-16,1 0-49 0,3-2-208 0,-6 1-279 0,6 1-201 0,-5-1-159 15,1 0-148-15,-1 1-139 0,1 0-119 0,2-1-111 0,-3-1-50 0,-2 1-24 16,1-2-11-16,6 0-2 0,-5 1 12 0,1 1 21 0,-1-1 58 0,1 0 77 16,-1 1 79-16,5-2 80 0,-6 2 91 0,3-1 94 0</inkml:trace>
  <inkml:trace contextRef="#ctx0" brushRef="#br0" timeOffset="-159902.25">13775 10173 223 0,'-3'-2'444'0,"3"2"94"0,-4 0 61 0,4 0 43 0,0 0 38 15,0 0 25-15,0 0 24 0,-2 0 14 0,-1 0 13 0,3 0 10 0,0 0 7 16,0 0-46-16,0 0-73 0,0 0-136 0,0 2-166 0,0-2-90 0,0 0-54 16,0 0-37-16,0 0-35 0,3 0-20 0,-1-2-22 0,2 2-10 0,1-2-12 15,1 2-6-15,3-1-5 0,-4 0-2 0,4-1-2 0,0 1-2 0,-3-1 1 16,3-1-5-16,0 2-5 0,0-1-1 0,1 1-4 0,0-3-1 0,-1 2-1 16,0 0-1-16,1-1-2 0,0 0-5 0,-1 2 1 0,1-4-2 0,-1 4-2 15,1-2-1-15,-1-2-6 0,1 4 0 0,-1-2 0 0,-3 0 0 0,3 0 0 16,0 1-1-16,-4-1 1 0,4 2 1 0,-3-1 7 0,3 1 1 0,-5 1 3 15,1 0 4-15,0 1 5 0,3 1 8 0,-3-1 10 0,-3 2 9 16,5-1 6-16,-2 2 9 0,-3-1 6 0,2 2 9 0,0 1 8 0,-3 1 4 16,3 1 2-16,-4-1 2 0,0 4 0 0,0-1-3 0,0 2-5 15,-4 2-6-15,3-1-5 0,-3 1-7 0,0 2-6 0,-1-1-11 0,-4 2-7 16,3-1-12-16,-3 1-10 0,4-1-8 0,-4-1-6 0,0 2-7 0,2-2-5 16,-6-2-8-16,4 1-9 0,0-1-14 0,2-1-14 0,-2 0-22 0,0 0-24 15,-4-1-24-15,6-1-22 0,-6-1-25 0,4-2-20 0,2 1-28 0,-2 0-28 16,0-4-61-16,0 1-80 0,0-1-91 0,-1-1-95 0,5-1-81 0,-4-2-77 15,4 0-82-15,-4 0-85 0,3-3-23 0,3-2 2 0,-3 2 13 0,4-3 18 16,-1-1 24-16,3 1 27 0,-4-3 62 0,4 0 81 0,4 0 95 0,-4 1 101 16,3-2 93-16,-1 1 90 0</inkml:trace>
  <inkml:trace contextRef="#ctx0" brushRef="#br0" timeOffset="-159743.5">13934 10242 76 0,'6'-3'304'0,"-2"0"73"0,1 0 58 16,-1 1 53-16,1 2 59 0,0 0 59 0,-1 2 51 0,1-1 47 0,1 1 31 15,-3 1 24-15,3 0 18 0,-2-1 14 0,1 2-78 0,-1 0-123 16,-3-1-87-16,7-1-71 0,-7 1-55 0,5-1-50 0,-3 2-59 0,3-3-63 16,-1 2-55-16,3-1-54 0,-3-1-59 0,0 2-59 0,1-3-95 0,-3 2-106 15,6-2-98-15,-3 0-86 0,-1 0-92 0,3 0-92 0,-1-2-81 0,0-2-80 16,0-1-33-16,1-1-14 0,-1 0-2 0,2-1 3 0,0-2 27 0,4 1 34 16,-6-1 75-16,5 0 94 0,-1 0 89 0,-2 0 81 0,4 1 90 0,-2 1 91 15</inkml:trace>
  <inkml:trace contextRef="#ctx0" brushRef="#br0" timeOffset="-159586.62">14396 10006 34 0,'3'-3'280'0,"-1"1"88"0,-2 2 61 0,0-1 45 0,0 1 35 0,4 1 29 15,-2 3 16-15,1-3 12 0,-3 4 0 0,0-2-6 0,0 0-25 0,0 1-34 16,-3 1-117-16,1-1-156 0,2 1-145 0,-4 1-140 0,4 0-125 0,-5 0-113 16,5 1-98-16,-6-1-93 0,3 2-45 0,-3-2-22 0,6 1-9 0,-3-1 2 15,1 2 27-15,-2-2 31 0,-1 1 42 0,1-1 46 0,4 0 50 0,-2 2 53 16,-1-2 64-16</inkml:trace>
  <inkml:trace contextRef="#ctx0" brushRef="#br0" timeOffset="-159432.74">14305 10240 94 0,'-3'4'386'0,"3"0"170"15,0-1 96-15,-2 0 65 0,2 0 40 0,0 2 26 0,2 0 23 0,-2 0 17 16,0-1 14-16,3 1 13 0,-3-1 9 0,4 1 8 0,-2-1-87 0,-2 1-130 16,3-1-155-16,1 1-166 0,-2-1-97 0,-2 1-62 0,3-3-43 15,-1 2-32-15,2-1-34 0,-4 0-32 0,5 0-41 0,-5-2-45 0,4 1-98 16,-2-1-119-16,1 0-116 0,1-1-114 0,-4 0-131 0,0 0-136 0,0 0-62 15,0 0-29-15,5 0-11 0,1-2 0 0,-1 0 10 0,-1-1 11 0,-1 0 26 16,-1 0 32-16,4 2 87 0,-3-3 114 0,-3 4 111 0,6-1 108 16</inkml:trace>
  <inkml:trace contextRef="#ctx0" brushRef="#br0" timeOffset="-158250.68">14971 10155 142 0,'-7'4'430'0,"5"2"108"0,-4 2 73 0,-1-1 47 0,5 2 37 0,-1 3 26 0,-3 0 23 0,3 3 18 0,1 0 18 16,-2 2 12-16,2 1 11 0,-1 0-29 0,3 1-49 0,-4 1-142 0,4-2-185 15,0-2-107-15,0 1-71 0,0-2-48 0,4 0-33 0,-4-3-26 0,5-2-20 16,1 1-15-16,3-4-15 0,0 1-12 0,0-3-11 0,2-1-5 16,1-1-7-16,-1-2-2 0,4-4-4 0,3 2-1 0,-4-5 0 0,4 0 0 15,-1-4-1-15,-3 0-2 0,4-3-3 0,-3-1-2 0,3-1-1 0,-4-1-1 16,1-1 1-16,-1-1 0 0,-3 2 0 0,2-2 4 0,-4 0 7 0,0 3 2 16,-2 0 1-16,-3 1 1 0,1 1 3 0,-1 0 3 0,-1 3 4 0,-3 1 4 15,0 0 4-15,-3 2-2 0,-1-1-1 0,2 2-1 0,-1 0-2 16,-3 0-6-16,-3 0-6 0,4 2-8 0,-4-1-7 0,0 2-13 0,0 0-16 15,-1 0-19-15,-4 0-18 0,3 3-27 0,2-1-27 0,-2 2-52 0,-1-1-64 16,1 3-83-16,-2 0-96 0,2 2-83 0,2-1-77 0,-2 2-81 0,2 2-74 16,-3 1-58-16,3-2-44 0,-2 1-9 0,5-1 4 0,-3 2 15 0,4-1 24 15,-2-1 49-15,1 1 63 0,4-2 82 0,-1-2 94 0,3 0 85 0,0 1 81 16,0 0 82-16</inkml:trace>
  <inkml:trace contextRef="#ctx0" brushRef="#br0" timeOffset="-158085.46">15116 10249 120 0,'3'0'301'0,"6"0"63"0,-3 2 44 15,-1-1 49-15,0 2 54 0,3 0 60 0,-3 1 62 0,1 3 45 0,-3-1 41 16,3 0 29-16,-3 1 26 0,-1 1-26 0,3 1-51 0,-1-2-81 0,2 0-99 16,-6 3-59-16,3-3-41 0,-1 1-49 0,2-1-53 0,-4 1-59 0,5-1-63 15,-5 1-51-15,4-1-49 0,-1-1-48 0,-1 0-49 0,-2 0-79 16,4 0-89-16,-3-3-101 0,3 1-106 0,0 0-112 0,-2-1-114 0,1 0-86 16,-3-3-73-16,6 0-35 0,-6 0-14 0,5-2-1 0,4 1 4 15,-4-1 17-15,3 1 22 0,-1-3 62 0,0 0 77 0,-1 1 91 0,3 2 102 16,0-1 108-16,-2-1 114 0</inkml:trace>
  <inkml:trace contextRef="#ctx0" brushRef="#br0" timeOffset="-157681.89">15656 10009 145 0,'-3'-3'436'0,"3"2"182"0,0 1 86 0,-4-2 43 0,4 2 25 16,-2 3 15-16,2 2 12 0,-3-2 14 0,3 0 11 0,-2 1 10 0,2 1-1 15,-4 1-4-15,4-1-103 0,0 2-151 0,0 0-167 0,0 1-178 16,0-1-84-16,0 2-44 0,0-1-23 0,0 1-17 0,0-2-16 0,4 1-16 16,-2-3-13-16,-2 3-16 0,3-2-7 0,-1 2-7 0,-2-4-14 0,4 2-20 15,-1-1-13-15,-1-3-13 0,-2 3-16 0,4-2-17 0,-1 0-23 0,-1 0-27 16,2-1-24-16,-2-1-24 0,1-1-23 0,-3 0-20 0,6-1-18 0,-3 1-14 16,-1-2-17-16,-2 1-21 0,4-1-20 0,-4-1-21 0,0 3-19 0,0-1-20 15,0 1-17-15,0 0-16 0,0-2-18 0,-4 1-20 0,4 1-31 0,0 0-36 16,-5 0-5-16,-1 1 11 0,1-1 21 0,-1 3 29 0,-1 0 31 0,2 0 32 15,-1 1 35-15,1 3 35 0,-2-1 42 0,1 1 43 0,4 1 44 0</inkml:trace>
  <inkml:trace contextRef="#ctx0" brushRef="#br0" timeOffset="-157413.2">15589 10273 22 0,'-3'6'252'15,"3"0"87"-15,-4-1 43 0,4-1 22 0,0-1 19 0,0-3 18 0,0 3 29 16,0-3 35-16,0 0 46 0,4 1 51 0,-4-1 39 0,0 2 36 0,3 0-46 16,-3-2-81-16,2 0-78 0,4 0-73 0,-3 0-35 0,1 0-17 15,-2 0-16-15,1 0-13 0,-1 0-32 0,2-2-37 0,1 0-44 0,-1 1-49 16,-4 1-38-16,5-1-36 0,-5-1-23 0,6 1-19 0,-6 1-10 0,0 0-10 15,0 1-7-15,3 1-5 0,-3 0-2 0,0 0-3 0,0 3-2 0,0-1 1 16,0 1-1-16,-3 2-1 0,3-1 2 0,-6 1-1 0,6 1 1 0,-5 1-1 16,5-1 1-16,-4-1-1 0,2 0-2 0,2 0-1 0,-3-1 1 0,3-2-2 15,0 1 0-15,0-4 1 0,3 2 1 0,-1 0-2 0,-2-3 1 0,4 2 1 16,1-2 2-16,1-2 1 0,-3 2-2 0,3-3-2 0,-1 0 1 16,4-2-1-16,-2 1 2 0,1-2 2 0,1-2-4 0,0 3-1 0,0-3-4 15,2-1-5-15,-2 2-12 0,-4-3-15 0,4 5-32 0,0-3-40 0,0 1-62 16,0-1-71-16,-3 2-66 0,-1 0-64 0,1 2-80 0,-3-1-86 15,3 1-79-15,-6-2-72 0,5 1-31 0,-5 1-11 0,4 1 2 0,-4 3 11 16,0-5 32-16,3 1 39 0,-1-1 64 0,-2 2 70 0,0-2 68 0,4 4 64 16,1-3 80-16,-1 1 88 0</inkml:trace>
  <inkml:trace contextRef="#ctx0" brushRef="#br0" timeOffset="-156831.83">16154 9877 16 0,'0'-3'372'0,"0"3"242"0,0-3 114 0,0 1 50 0,0 2 24 0,0 0 13 16,0 0 11-16,0 0 5 0,-2 2 9 0,-2 0 9 0,4 1 7 0,-5 1 6 16,1 1-69-16,-1 1-101 0,-1 1-196 0,3 1-241 0,-6 2-109 15,2 0-50-15,-2 3-29 0,-1-1-16 0,-2-1-15 0,5 3-15 0,-2-2-18 16,-1 1-18-16,0 0-18 0,2-1-21 0,-1-2-19 0,-2 1-20 15,6-1-32-15,-4-1-34 0,4 0-39 0,-3 0-46 0,3-3-35 0,0 2-32 16,1-4-26-16,-2 1-20 0,5-2-15 0,-3 1-10 0,0-1-2 0,4-3 2 16,0 0 10-16,0 0 16 0,0 0 25 0,0 0 34 0,0-1 40 0,0-4 43 15,4 1 45-15,0 1 41 0,-3-2 41 0,3 0 36 0,2 1 39 0,-3 0 36 16,-1-1 34-16,3 0 31 0,3 0 26 0,-3 2 25 0,0-2 29 0,1 2 30 16,-3 0 31-16,3 0 33 0,-1 2 23 0,-1-1 17 0,1 1 8 0,3 1-1 15,-3 0-5-15,0 0-9 0,1 1-11 0,-1-1-13 0,-1 2-14 0,1 1-17 16,-1 0-23-16,-2-2-21 0,1 2-28 0,3 0-34 0,-6-1-24 0,3 1-24 15,-3 0-14-15,4-2-12 0,-2 0-7 0,-2 1-9 0,0 1-9 0,4-1-12 16,-3-1-6-16,-1 1-6 0,4-1-6 0,-4 1-9 0,4-2-7 0,-3 0-8 16,5 0-6-16,-3-2-5 0,3 1-8 0,1-4-10 0,0 2-10 0,1-1-10 15,-1-2-6-15,2-2-10 0,0 1-4 0,-4-1-4 0,4 0-1 16,0 0 0-16,-3 0 6 0,3-1 5 0,-4 2 6 0,4-1 4 0,-3 2 8 16,-3 0 9-16,3 0 9 0,-1 0 10 0,-1 2 14 0,-1 1 14 15,-1-1 13-15,-2 2 15 0,4-1 12 0,-4 3 12 0,0 0 9 0,0 0 9 16,0 0 7-16,0 0 8 0,0 0 6 0,0 0 4 0,0 0 6 0,0 0 2 15,0 4 2-15,0 1-5 0,-4-2-5 0,4 1-7 0,0 1-11 0,0-1-8 16,-2 2-10-16,2-1-7 0,-3-1-9 0,3 0-9 0,0 0-4 0,0 0-7 16,0-1-5-16,0-1-10 0,3 1-11 0,-3-3-16 0,0 2-23 0,2 0-32 15,-2-2-56-15,0 2-71 0,0-2-69 0,0 0-69 0,0 1-57 0,0-1-52 16,4 3-51-16,-4-3-55 0,0 0-52 0,-4 2-58 0,4-2-42 0,0 0-39 16,-2 3 0-16,-5-2 19 0,5 2 52 0,-3-2 67 0,-2 3 69 15,5-1 68-15,-7 0 58 0,5 1 51 0,-1 1 54 0,-4-1 54 0,3 2 56 16</inkml:trace>
  <inkml:trace contextRef="#ctx0" brushRef="#br0" timeOffset="-156458.62">16100 10159 299 0,'-10'10'403'0,"1"1"58"0,0-2 44 0,4 0 40 0,-4-1 44 0,3-1 41 0,1-1 38 0,0-1 32 0,1-1 27 0,0-1 26 16,4 2 2-16,0-4-9 0,0 2-107 0,4-1-149 0,-4-1-80 0,5 0-53 0,1-1-40 0,-3 0-34 0,8 0-40 0,-3-1-42 0,-1-2-35 0,5 0-28 0,-2 0-29 0,0-1-25 16,-1-2-19-16,6-2-16 0,-6 1-10 0,2 1-9 0,1-3-12 0,-3 1-12 15,2-1-12-15,-5 1-13 0,3 1-17 0,0 1-17 0,0-1-22 0,-4 1-27 16,1 0-36-16,-3 1-41 0,1 1-43 0,-2-1-42 0,1 2-35 0,-1 0-29 15,-2 2-20-15,0-3-15 0,-2 2-4 0,-1-1 1 0,3 1 8 0,-2-1 11 16,-2 2 21-16,1-2 24 0,3-1 38 0,-6 3 45 0,3 0 50 16,1 1 53-16,-2-2 46 0,2 1 43 0,-1 1 40 0,-1 0 36 0,2 0 32 15,-1 0 33-15,1 1 29 0,-2 1 29 0,1-1 30 0,3 2 24 0,-2 0 22 16,-2 0 14-16,3 2 8 0,-3-1 4 0,0 1-3 0,4 1-1 16,-5 0-8-16,5 1-10 0,-4 1-14 0,2-1-17 0,-1 2-20 0,1-1-23 15,-2-1-22-15,1 2-26 0,3 0-20 0,-2 0-19 0,-2-1-18 0,3-1-10 16,-3 2-9-16,4-3-9 0,-4 2-7 0,4-1-7 0,0-1-4 0,-2-1-4 15,-1 0-2-15,3 0-3 0,0 0-1 0,0-1-3 0,0-1-4 0,0-1-7 16,0-2 5-16,0 4 8 0,0-4 7 0,0 2 4 0,0-1 3 0,0-1 3 16,3 2 3-16,-1-1 0 0,2 1-3 0,0-2 0 0,1 1-2 0,-3-1 1 15,5 0 4-15,-2 0 4 0,1-1-7 0,-1 1-12 0,-1-2-16 0,5 1-20 16,-4-1-44-16,1 1-55 0,3-2-91 0,-4 0-110 0,4 1-97 0,-3-1-92 16,3 0-110-16,-4 2-121 0,4-2-55 0,-3-2-25 0,1 2-10 15,-2-1-2-15,1-1 9 0,3 1 12 0,-4 0 38 0,4-1 51 0,-3 2 93 16,-1-3 105-16,4 2 98 0,0-1 90 0</inkml:trace>
  <inkml:trace contextRef="#ctx0" brushRef="#br0" timeOffset="-155996.56">16423 10141 229 0,'2'-1'443'0,"2"-4"96"0,-1 4 65 15,-1-2 48-15,4 0 40 0,1 1 25 0,-2-1 16 0,1 0 13 0,-1 0 10 16,-1 0 6-16,1-1 8 0,4 1-50 0,-3-2-75 0,-1 2-141 0,-1-2-166 15,1 1-97-15,-1 1-64 0,1-1-48 0,1-1-38 0,-3 2-29 0,3 0-23 16,-1 0-24-16,-1 0-26 0,1 0-31 0,-1 2-40 0,-3-2-47 0,3 1-49 16,0-1-48-16,-2 2-45 0,-2-2-36 0,0 3-31 0,0-3-17 0,0 0-18 15,-2 0-3-15,2-1-3 0,-4 2 7 0,4-1 9 0,-4 1 26 16,3-1 31-16,1 0 44 0,-4 0 49 0,2 1 53 0,-1 0 55 16,3-1 42-16,-4 1 41 0,4 1 29 0,-2-1 29 0,2 2 30 0,0 0 31 15,0 0 36-15,-3 2 37 0,3 1 37 0,0 0 35 0,0 1 33 0,0 2 27 16,0 0 19-16,3 2 13 0,-1 1 5 0,-2 0 1 0,4 1-4 0,-4 2-7 15,3 0-16-15,-1 2-21 0,2-2-25 0,-4 1-31 0,5-1-31 0,-5 2-37 16,4-1-32-16,-2-1-35 0,1 0-22 0,-3 0-19 0,0 0-10 0,4-1-8 16,-4-2-6-16,2 0-6 0,-2 0-2 0,0 0-4 0,0-2-2 0,-2 1-2 15,-2-2-1-15,4 1 1 0,-3-2 2 0,3 1 1 0,-6-2-2 0,2 1-2 16,3-2-1-16,-3-1-1 0,-1 2-2 0,1-3 0 0,2 1-2 0,-3-1-1 16,1-1-1-16,-1 0-1 0,-4 0-2 0,5-1-2 0,-1-1-2 0,1 2 2 15,-1-3 0-15,3 1 3 0,-2 0-3 0,1-1-3 0,1-2-3 0,-2 1-1 16,4-1-1-16,0-1 1 0,0 0-4 0,0 2-4 0,4-4-6 0,-2 1-6 15,1 0-19-15,1 0-23 0,1-2-53 0,1 2-65 0,-1-1-74 16,-1-1-76-16,5 0-69 0,-4 2-62 0,4-1-71 0,-3 1-73 0,3-2-73 16,-4 1-71-16,1 1-28 0,1 1-8 0,0 0 11 0,-3 0 19 0,1 0 50 15,0 1 62-15,-1 1 75 0,0-2 80 0,-3 3 70 0,7 0 64 16,-3-2 71-16,1 4 76 0</inkml:trace>
  <inkml:trace contextRef="#ctx0" brushRef="#br0" timeOffset="-155473.71">16752 10083 184 0,'6'-3'323'15,"-1"-1"48"-15,-1 3 25 0,1-2 16 0,1 2 18 0,3-1 32 0,-6 1 35 0,6-1 38 0,-3 1 39 0,3-1 28 0,-4-1 24 0,4 2-33 16,0-1-60-16,1 1-74 0,-3-1-82 0,2 2-28 0,0 0-5 0,0 0-6 16,0 2-5-16,-4 1-23 0,4 0-30 0,-3 1-33 0,3 1-34 0,-4 0-19 15,1 2-13-15,1-1-17 0,-2 3-16 0,-3-2-13 0,2 4-14 0,1-2-14 16,-5 0-16-16,4 1-12 0,-4 1-10 0,0-1-4 0,-4 1-7 15,4-1-4-15,-2 1-9 0,-1-2-7 0,-1 0-10 0,2 0-5 0,-1-2-7 16,-3 1-7-16,3-1-7 0,1-1-16 0,-4 0-17 0,3-2-14 0,-1 1-12 16,-1 0-32-16,1-4-38 0,2 2-59 0,-3-3-64 0,1 0-60 0,1 0-54 15,-3-3-42-15,1 2-37 0,1-4-27 0,2 0-21 0,-1 0-7 0,-1 0 2 16,2-3 1-16,2 0 6 0,-3-2 29 0,3 0 42 0,0 0 62 0,0-1 77 16,0-1 72-16,0 2 69 0,3-4 61 0,-3 2 56 0,0-1 56 0,0-1 54 15,0 1 55-15,0 0 53 0,0 0 70 0,0 0 73 0,0-1 48 0,0 1 38 16,0 1 24-16,0 0 12 0,0 1 6 0,0 1 1 0,-3-1-5 15,3 4-9-15,0 1-18 0,-2 0-22 0,2 1-34 0,-4 1-40 0,4 2-58 16,-3 1-66-16,1 1-48 0,-2 0-37 0,3 1-30 0,-7 1-22 0,6-1-19 16,-3 3-14-16,-2 1-14 0,1 0-11 0,1 1-5 0,-4 1-7 0,5 1-4 15,-7-1-3-15,6 1-1 0,-2 1-4 0,1 0-1 0,1-2-1 16,-4 2-1-16,3-1 2 0,3-1-1 0,-3-1-1 0,1 2-1 0,1-3 0 16,3 0-1-16,-3 0-4 0,4-2 4 0,-4 1 2 0,4-1 1 0,0 0 1 15,0-1 1-15,0 1 1 0,0 0 2 0,0 0 4 0,0 1-1 0,0-1 1 16,4 2 7-16,0-1 9 0,-3 2 10 0,3 0 14 0,0 2 9 0,1-1 9 15,0 1 9-15,1-1 11 0,-1 1 8 0,-1-1 7 0,5 1 4 0,-4-2 4 16,1 0 2-16,-3 0 2 0,3 0-8 0,-1 0-7 0,3-3-16 0,-3 3-16 16,0-3-33-16,-1 1-37 0,1-2-38 0,-1 1-38 0,-2-2-52 0,3 0-57 15,-1 1-110-15,0 0-127 0,1-2-112 0,-3 1-110 0,-2-1-106 16,0 0-109-16,7 0-43 0,-5 2-17 0,3-2 13 0,2 1 21 0,-5-1 25 16,5 2 25-16,-1-1 44 0,-4-1 53 0,1 2 98 0,3 1 127 0,-1-1 111 15,2 3 106-15</inkml:trace>
  <inkml:trace contextRef="#ctx0" brushRef="#br0" timeOffset="-154965.52">17433 9823 244 0,'-4'-3'416'0,"4"2"90"0,-4-1 69 0,4 2 54 0,-2 2 52 0,-1 2 38 0,3-1 31 0,-6 2 24 0,3 1 19 0,1 1 16 0,-3 2 15 0,1 2-47 0,-1 2-76 16,-1 2-116-16,-1 2-133 0,1 0-79 0,3 5-55 0,-4-1-44 0,-1 3-40 15,3 0-27-15,0 1-21 0,1 1-16 0,-2-1-13 0,1 2-10 0,1 0-7 16,3-1-11-16,-3 1-12 0,4-2-9 0,0 1-10 0,4-4-17 0,-3 2-13 16,3-2-26-16,5 0-29 0,-3-3-32 0,4-1-32 0,-1-2-32 0,6 0-30 15,-2-3-55-15,1-2-63 0,2-4-107 0,2 1-122 0,0-4-116 0,2-1-110 16,-2-3-99-16,-1-1-94 0,1-4-30 0,2 1-3 0,-2-4 13 0,2-1 19 16,-2-1 20-16,-4-2 20 0,4 1 50 0,-3-1 61 0,-1 0 102 0,-3 0 123 15,4 0 117-15,-3 1 110 0</inkml:trace>
  <inkml:trace contextRef="#ctx0" brushRef="#br0" timeOffset="-154762.52">17680 10221 293 0,'-9'1'594'0,"6"2"119"0,-3 0 60 0,3-1 32 0,-3 1 18 16,6 0 17-16,0-2 13 0,0 2 17 0,0-1 15 0,6-1 15 0,-3 0 19 15,3 1-34-15,-3 0-64 0,8-1-190 0,-2 1-244 0,0-2-114 0,4 0-55 16,-2 0-30-16,3-2-16 0,-3-1-15 0,5 1-16 0,-1-2-21 0,-1 1-21 15,3-3-34-15,-5 3-39 0,3-3-44 0,-4 0-44 0,1 2-39 0,-1-2-34 16,-2 1-42-16,2 1-43 0,-4-1-83 0,-1 0-110 0,-1 3-86 0,0-1-80 16,-1 1-79-16,-4 2-74 0,0 0-72 0,0 0-69 0,0 0-14 0,0 0 8 15,0 0 15-15,0 0 20 0,0 0 34 0,0 3 40 0,-4 1 83 16,4-4 104-16,-1 2 90 0,1-2 81 0,0 0 80 0,-6 2 83 16</inkml:trace>
  <inkml:trace contextRef="#ctx0" brushRef="#br0" timeOffset="-154472.48">18171 9849 120 0,'1'-5'432'0,"-1"2"208"0,0 0 99 0,0 3 53 16,0 0 29-16,4 3 20 0,-4-1 21 0,0 2 24 0,4 0 26 0,-4 1 33 15,0 4 29-15,1 0 32 0,-1 3-71 0,0 2-121 0,-1 2-164 0,1 1-185 16,-4 4-86-16,4 0-38 0,-4 3-24 0,4 0-16 0,-5 1-19 0,5 1-22 15,-4 1-28-15,-1 0-30 0,5 0-33 0,-6-2-30 0,6 1-32 0,-3-1-33 16,1-2-32-16,-2-1-33 0,4-1-35 0,0-1-36 0,-1-2-41 0,1-2-45 16,0-1-44-16,0-1-47 0,-4-2-38 0,4-2-32 0,0-2-65 15,0-1-76-15,0 1-96 0,0-4-100 0,0 1-81 0,0-1-71 0,0-4-80 16,0 0-86-16,0 0-19 0,0 0 13 0,0 0 30 0,0 0 39 0,0 0 34 16,0 0 32-16,0 0 64 0,0-8 75 0,0 3 97 0,0 0 108 15,0 1 90-15,4-1 86 0</inkml:trace>
  <inkml:trace contextRef="#ctx0" brushRef="#br0" timeOffset="-154278.62">18239 10321 337 0,'4'3'595'0,"-4"-1"119"0,0 1 61 0,0 0 36 0,3 0 24 16,-1 3 14-16,-2-3 13 0,0 1 12 0,0-1 14 0,0 1 7 0,-2 0 7 16,2-1-61-16,0 1-90 0,0-1-198 0,0 0-242 0,-3 0-125 0,3 0-69 15,0 0-51-15,0-3-39 0,0 2-42 0,0-2-41 0,0 3-77 0,0-3-97 16,0 0-100-16,0 3-106 0,0-3-101 0,0 1-93 0,0-1-98 0,0 0-97 15,0 0-40-15,0 0-10 0,0 0 6 0,0 0 14 0,0 0 21 16,3-4 28-16,-1-1 64 0,-2 0 84 0,4 1 94 0,-2-2 99 0,1 0 99 16,3 1 92-16</inkml:trace>
  <inkml:trace contextRef="#ctx0" brushRef="#br0" timeOffset="-153890.72">18467 10138 19 0,'6'-1'303'0,"-3"1"135"16,6 0 88-16,-3 0 67 0,-3 1 46 0,3-1 42 0,3 2 32 0,-4-1 26 16,1 1 23-16,-1 1 20 0,-1 0 14 0,1-2 13 0,0 2-65 0,-1 0-101 15,2-1-122-15,-3 2-130 0,3-2-88 0,-3 2-62 0,-1 1-46 0,-2-2-38 16,4 1-30-16,-4 2-25 0,0-1-22 0,0 2-23 0,-4-1-15 0,2 3-12 15,-1-1-6-15,-3 1-3 0,3 0-2 0,-3 0-1 0,2 1 0 16,-3-1 0-16,0 2 0 0,2-4 2 0,-1 2 1 0,1-2 1 0,-1 1 8 16,-1 0 8-16,2-4 4 0,1 1 4 0,-1-1 4 0,5-1 1 0,-6 0 3 15,6-2 0-15,0 3-2 0,0-4 2 0,0 0 0 0,0 0 0 0,0 0 2 16,0 0-1-16,0 0 1 0,6 1-1 0,-3-1-2 0,-1-1-4 0,2-1-5 16,1 0-2-16,4 1-1 0,-3-2-4 0,1 2-1 0,0-2-3 15,0 0-6-15,0-2-10 0,3 2-16 0,-3-1-22 0,-2 1-24 0,1-2-22 16,-1 0-23-16,0 1-17 0,3 0-30 0,-6-1-29 0,5 1-67 0,-5-1-79 15,3 2-84-15,-1-3-83 0,-1 3-68 0,-1-2-58 0,2 3-48 0,-3-1-41 16,3 0-51-16,-4 0-55 0,0 3-17 0,5-7 2 0,-5 2 19 0,4 0 28 16,-2 1 65-16,-2-2 79 0,4 0 83 0,-4 0 84 0,5 0 70 0,-5-2 65 15,4 2 59-15,1-1 59 0</inkml:trace>
  <inkml:trace contextRef="#ctx0" brushRef="#br0" timeOffset="-153681.7">18829 9943 314 0,'5'-3'524'0,"3"2"117"0,-3 1 81 15,0 1 49-15,1 3 34 0,3 0 29 0,0 2 23 0,-4 0 27 0,4 0 26 16,0 3 31-16,0 0 28 0,-1 1-42 0,1-1-73 0,0 3-148 0,3 0-181 16,-1 0-104-16,-2 2-71 0,2-1-45 0,-2 2-32 0,0 2-26 15,-3-3-22-15,3 5-28 0,-4-3-27 0,2 2-28 0,-5 0-30 0,2 2-31 16,-2-2-28-16,-4 1-38 0,-2 1-40 0,2-2-43 0,-5 0-48 0,2 0-43 16,-4 0-41-16,0-2-58 0,-2 1-72 0,0-2-121 0,-2-1-149 15,-5 2-165-15,4-1-170 0,-3 0-74 0,-1 0-26 0,-2-2 1 0,-1 1 13 16,-1-1 30-16,-1 1 34 0,-5-2 39 0,-1 0 39 0,2-1 58 0,-3 0 68 15,-3-2 126-15,-1 2 148 0,-2-1 168 0</inkml:trace>
  <inkml:trace contextRef="#ctx0" brushRef="#br0" timeOffset="-151615.02">14430 11230 121 0,'4'-3'415'0,"-4"3"180"0,0-3 87 0,-4 0 46 0,4 3 26 0,0 0 19 0,0 0 15 0,0 0 11 0,0 0 13 16,0 0 10-16,0 0 6 0,0 0 6 0,0 0-98 0,0 0-141 15,0 0-164-15,0 0-169 0,0 0-79 0,4 2-39 0,-4-2-19 0,0 1-10 16,5 1-4-16,-5-1-1 0,4 2-1 0,-2-1 1 0,1-1 1 0,3 3 1 16,-3 0 7-16,3 0 7 0,-1 1-6 0,-1 0-12 0,1 3-6 0,1 0-4 15,-3-1-11-15,3 2-7 0,-3 2-14 0,3-1-17 0,-6 2-28 0,3 0-31 16,-1 0-31-16,-2 2-29 0,-2-3-31 0,2 3-27 0,-3-2-29 0,-3 2-27 15,3-2-56-15,1 0-69 0,-5 0-78 0,5 0-84 0,-4-2-58 0,-1-1-49 16,2 2-31-16,3-2-27 0,-5-2-15 0,5-1-13 0,-5 0-15 0,1-1-16 16,1-1-22-16,1-1-26 0,-1-3 35 0,5 0 60 0,-6-1 73 0,3-1 82 15,-3-1 62-15,1-1 51 0,1-1 50 0,2 1 42 0,-1 1 39 16,-1-4 34-16,4 2 70 0,-2 0 79 0,-1-1 133 0,3 0 159 16,-6 2 82-16,6-1 45 0,0 0 31 0,-3 1 22 0,3 1 23 0,0-1 23 15,-2 2 31-15,2 2 32 0,0 0 36 0,0 0 33 0,0 0-4 0,0 0-18 16,0 0-63-16,0 0-82 0,0 0-41 0,0 0-22 0,0 0-21 0,5 0-20 15,-1 0-18-15,-2 0-21 0,3 0-30 0,2 0-30 0,-1 0-36 0,-1 0-35 16,4-1-32-16,2-1-27 0,-2-2-26 0,4 1-26 0,-2-3-20 0,3-2-17 16,1 1-10-16,-1-2-7 0,0 0-8 0,1-2-10 0,1 1-5 0,-5-1-6 15,4 1-5-15,-1 0 2 0,-5 2-1 0,2-2 1 0,-2 6 2 0,-4-2 2 16,-1 2 7-16,1 0 6 0,-1 3 10 0,-4 1 9 0,0 0 6 0,0 0 4 16,-4 1 10-16,4 4 5 0,-1 0 8 0,-7-1 5 0,7 4 5 15,-5-2 6-15,-1 2 5 0,0 3 6 0,-1-2 0 0,-1 2 3 0,2-1-1 16,0 1-1-16,-4-2 2 0,6 1 0 0,-4-1 0 0,3 0 0 0,-1-1 1 15,2-1-1-15,-5 1-3 0,5-2-2 0,3-2-4 0,-1 2-6 16,-1-3-4-16,-1 0-4 0,5 0-5 0,-4-1-4 0,2-1-2 0,2-1-3 16,0 0-2-16,0 0-3 0,0 0-3 0,0 0-4 0,2 3-2 0,2-1-3 15,-4-1-1-15,3 1-2 0,-1-2 1 0,5 0 2 0,-5 0 2 0,3-2 1 16,-1 1 0-16,2-1 1 0,-1 2 2 0,2-1 0 0,-1-1 0 0,-1 1 2 16,0 1 2-16,-1-2 4 0,2 2 7 0,-3 2 7 0,3-1 5 0,-3 1 9 15,-1 1 3-15,2 1 6 0,1 2 3 0,-5 0 1 0,5 2 2 0,-5-1 3 16,4 2 2-16,0 2 2 0,-4-2-3 0,0 1-4 0,0 0-4 0,0 1-7 15,0-2-7-15,0 0-7 0,1 0-10 0,-1-1-10 0,0-1-13 16,0 1-16-16,0-4-22 0,0 2-28 0,4-2-32 0,-4 1-34 0,0-2-35 16,0-3-36-16,0 3-34 0,0 0-30 0,0-3-24 0,-4 2-19 0,3-1-7 15,-3 1-3-15,0-2 7 0,3 1 12 0,-3-1 23 0,-1 2 29 16,1-2 42-16,-5 0 47 0,4 1 59 0,-5-1 65 0,5 0 67 0,-4 0 69 16,4-1 61-16,-4 1 58 0,-1 0 39 0,5-2 33 0,-4 1 23 0,4-1 19 15,-1 1 9-15,-3-1 6 0,6 1-4 0,-3-1-5 0,4 1-24 0,-5-2-26 16,7 1-35-16,-2 1-39 0,-1-1-36 0,3 0-35 0,0 2-29 0,0-2-24 15,0-1-20-15,0 1-18 0,3-1-10 0,-1 0-10 0,2 2-8 0,1-4-8 16,1 2-8-16,-3-1-11 0,6-1-29 0,-3 0-35 0,-1 3-83 0,4-3-97 16,0 1-92-16,0-2-83 0,0 3-94 0,0-2-102 0,-2-1-73 0,3 2-59 15,-1-2-27-15,1 1-12 0,-1 1 2 0,0-1 5 0,1 2 25 0,0-1 39 16,-1 1 77-16,0-2 102 0,1 4 88 0,0-3 85 0,-1 3 96 0</inkml:trace>
  <inkml:trace contextRef="#ctx0" brushRef="#br0" timeOffset="-151286.2">14906 11233 262 0,'-6'4'531'0,"6"1"114"0,-3 1 69 0,1 3 40 0,-2 0 26 0,4 5 19 0,0-1 17 0,-5 2 13 0,5 0 11 0,-4 2 7 0,2 2 5 16,-1-1-49-16,1 3-73 0,-2 0-175 0,1 0-221 0,3 0-117 0,-6 0-65 16,6 0-41-16,-3-1-29 0,1-2-31 0,-2 0-34 0,4-2-23 0,0-2-21 15,0-1-29-15,0-1-35 0,0 0-65 0,0-3-81 0,4-1-78 0,-2-1-74 16,1-2-61-16,1-1-54 0,-2-1-52 0,1 0-51 0,3-1-44 15,-3-2-40-15,-3 0-41 0,2-5-42 0,2 2 0 0,-1-3 19 0,-1-1 56 16,2 1 75-16,-4-2 75 0,2-1 75 0,-2 0 60 0,0 0 54 0,3 0 54 16,-3 0 52-16,4 0 57 0</inkml:trace>
  <inkml:trace contextRef="#ctx0" brushRef="#br0" timeOffset="-151076.71">14897 11452 169 0,'0'-13'325'0,"0"1"37"0,0 0 25 0,0 0 23 16,0 0 26-16,3 0 27 0,-3 1 35 0,6-1 40 0,-6 2 46 0,5 1 47 15,2 0 31-15,-1 0 24 0,-1 0-73 0,1 1-119 0,3 2-52 0,-4 0-23 16,4 3-14-16,-5-1-8 0,5 1-17 0,-4 1-22 0,1 2-26 0,-1 0-28 15,2 2-36-15,-1-1-38 0,-1 2-33 0,-1 0-30 0,-2 2-17 0,5-1-12 16,-5 2-6-16,-2 0-6 0,3 0-8 0,-3 2-7 0,0-1-7 0,0 2-7 16,-3 0-8-16,1 0-10 0,-5 2-10 0,5-2-9 0,-5 1-15 15,1 1-19-15,1-3-25 0,1 3-28 0,-3-2-27 0,0-1-28 0,1 1-55 16,1-3-67-16,-4 1-99 0,5-2-114 0,-1 1-103 0,-1-2-96 0,3-1-107 16,-3 0-106-16,4 0-38 0,2-3-11 0,0 0 3 0,0 0 13 15,0 0 18-15,0 0 20 0,0 0 50 0,0 0 60 0,2-4 99 0,7-1 113 16,-3 1 103-16,-1-1 96 0</inkml:trace>
  <inkml:trace contextRef="#ctx0" brushRef="#br0" timeOffset="-150806.65">15239 11314 70 0,'-4'2'412'15,"4"-2"107"-15,0 0 66 0,0 0 48 0,0 0 42 0,0 0 30 0,4 1 26 16,-4-1 17-16,5-1 19 0,-1-1 10 0,1 0 11 0,0 2-15 0,-1-2-28 16,5-1-146-16,-3 1-195 0,-1-1-104 0,4 0-61 0,0-2-48 15,0 3-38-15,0-3-31 0,-2 1-26 0,6 1-18 0,-4-4-16 0,2 5-7 16,-2-3-5-16,-4 1-11 0,4-1-17 0,0 2-13 0,-3 0-13 0,-1 0-19 16,3 0-19-16,-3 0-40 0,-3 2-52 0,1-1-66 0,1 0-78 15,-2 1-69-15,-2-2-67 0,0 3-68 0,0 0-68 0,0-3-62 0,0 2-60 16,0 1-50-16,-6-5-45 0,3 0-11 0,1 3 5 0,-2-3 34 0,-1 2 47 15,1-1 68-15,-1 1 77 0,3-1 68 0,-2 0 65 0,1 3 66 0,-3-2 59 16,6-2 66-16</inkml:trace>
  <inkml:trace contextRef="#ctx0" brushRef="#br0" timeOffset="-150651.18">15372 11146 18 0,'0'0'305'0,"4"2"75"0,-4-1 45 16,0 4 41-16,2-1 38 0,1 4 46 0,-3-2 53 0,0 2 47 0,0 0 49 16,-3 2 32-16,1 1 21 0,-2 1-8 0,3 0-25 0,-3 0-101 15,-1 0-139-15,-1 2-71 0,-1-1-43 0,0 2-41 0,-1 0-38 0,-1 1-50 16,4 0-56-16,-4 0-62 0,-2-1-67 0,6 2-69 0,-4-1-72 0,0-1-76 15,3-1-77-15,-3-1-65 0,4-1-56 0,-1-1-50 0,-1-2-47 0,2-2-48 16,1 0-47-16,2 0-53 0,-1-3-48 0,1 1-34 0,2-5-23 16,0 0 18-16,0 0 40 0,0 0 59 0,0 0 65 0,0 0 57 0,0 0 52 15,0-6 48-15,2 0 47 0,-2 1 48 0,5 1 48 0,-1-1 54 0</inkml:trace>
  <inkml:trace contextRef="#ctx0" brushRef="#br0" timeOffset="-150312">15267 11448 126 0,'0'0'290'15,"0"0"51"-15,0 0 28 0,0 0 27 0,0 1 19 0,4 2 29 0,-4 3 26 16,2-2 41-16,-2 1 43 0,0 1 50 0,4 0 49 0,-4 0-11 0,0 2-37 15,3-1-66-15,-3 1-79 0,2-1-38 0,-2 1-21 0,0-1-18 0,0 0-17 16,4 1-22-16,-4 0-29 0,0-2-38 0,0 0-42 0,1 0-46 0,3-4-47 16,-4 5-36-16,4-4-29 0,-3 0-19 0,3-2-13 0,-4 1-12 0,5-2-6 15,-1 1-7-15,-2-2-8 0,2 1-6 0,1-2-6 0,0-1-12 0,-1 0-12 16,1 0-18-16,-1-2-18 0,1 3-23 0,1-4-25 16,1 1-28-16,-5-1-27 0,3 0-32 0,-1 0-25 0,1 1-24 0,-1 0-21 15,-4 0-10-15,5 1-4 0,-5 1 4 0,0-2 9 0,4 4 16 0,-4-2 17 16,0 3 25-16,0 0 27 0,0 0 34 0,0 0 38 0,0 0 42 0,0 0 37 15,0 0 40-15,0 0 38 0,0 0 39 0,0 0 35 0,0 1 37 0,-4 1 34 16,4 1 25-16,-3 0 22 0,3 1 14 0,-2 1 11 0,2-1 2 0,0 2-2 16,-4 2-6-16,4-2-3 0,0 3-12 0,0-2-13 0,0 1-21 0,0-1-20 15,0 1-28-15,0-2-30 0,4 1-23 0,-4-1-21 0,2 0-16 0,1 0-12 16,3-1-9-16,-3-1-7 0,3 1-8 0,-2-2-8 0,1 0-11 16,-1 0-14-16,1-2-36 0,0 0-48 0,1-1-93 0,-3 0-117 0,7-2-110 15,-5 0-109-15,0-1-112 0,-1 0-115 0,-2-1-52 0,5-2-25 0,-2 1-8 16,1-1-3-16,-1 0 2 0,3 0 9 0,-1 2 33 0,2-1 40 15,0 1 93-15,2-1 114 0,1 1 110 0,3-1 108 0</inkml:trace>
  <inkml:trace contextRef="#ctx0" brushRef="#br0" timeOffset="-149505.22">16058 11287 87 0,'-6'7'367'0,"3"1"154"0,-3 1 93 0,5 0 69 0,-3 0 41 0,0 0 30 0,3 3 20 0,-3-1 18 0,4-1 9 0,-4 2 9 15,4 0 7-15,0 0 4 0,0 0-88 0,0-1-131 0,0-1-144 16,4-1-148-16,-4 2-94 0,5-4-66 0,-1 1-41 0,1-3-28 16,4 0-18-16,1 0-16 0,-1-4-10 0,1 1-8 0,-1-2-8 0,6-2-5 15,-4-2 1-15,5-1-2 0,-5-2-2 0,3-1-2 0,1-1-2 0,-2 0 0 16,-3-1-2-16,1-2-1 0,-2 1 0 0,0-1-1 0,0 2-1 0,0-1 2 16,-3 2 2-16,-1-1 2 0,-1 1-1 0,-2 1-3 0,-2 1 2 0,0 1 2 15,0-2 2-15,-2 2-1 0,-2 2-1 0,-1-2-1 0,1 1-1 0,-1 2-2 16,-4-1-5-16,3 0-8 0,-3 2-14 0,0-1-15 0,-2 3-20 0,2-2-25 15,0 4-52-15,-2-2-68 0,-1 3-76 0,5-1-80 0,-6 2-61 0,4 0-49 16,0 1-45-16,-2 0-42 0,2 2-38 0,0 0-36 0,0-3-43 0,3 4-45 16,-3-2-20-16,4 0-8 0,-1-1 39 0,3-1 60 0,1 1 73 0,-2-2 81 15,4-3 58-15,0 0 50 0,0 0 46 0,0 0 44 0,0 0 43 0,0 4 43 16</inkml:trace>
  <inkml:trace contextRef="#ctx0" brushRef="#br0" timeOffset="-149356.54">16078 11373 175 0,'9'1'328'0,"-6"1"62"15,3-1 42-15,3 4 43 0,0-2 46 0,-4 3 48 0,4 0 55 0,-3 0 53 16,3 1 48-16,0-1 32 0,-4 1 25 0,4 3-38 0,0-3-62 15,-3 2-85-15,3-1-100 0,-4 1-57 0,4-2-39 0,-3 0-43 0,-1 3-41 16,1-3-50-16,1 1-53 0,-2-1-55 0,1-1-55 0,-3 0-47 0,3 2-41 16,-3-3-67-16,-1 0-78 0,4 0-103 0,-3-2-111 0,3 1-110 0,-3-1-105 15,1-1-102-15,-4-2-97 0,0 0-45 0,7-2-20 0,-3 0-4 0,1 0-1 16,4-3 12-16,-3 1 17 0,-3-1 51 0,3-1 66 0,3 0 94 0,-4 2 106 16,4-2 106-16,0 1 102 0</inkml:trace>
  <inkml:trace contextRef="#ctx0" brushRef="#br0" timeOffset="-148802.78">16667 11191 121 0,'0'3'427'0,"0"1"194"0,0 3 95 0,0-3 46 16,0 4 28-16,0 1 19 0,0 1 13 0,0-1 9 0,0 1 7 0,4 1 7 16,-4 0 5-16,0 1 1 0,0 1-99 0,0-1-147 0,2 0-178 0,-2 0-192 15,0-2-95-15,0 1-52 0,0-1-34 0,0 1-24 0,0-2-24 0,0 0-21 16,3-3-25-16,-3 2-26 0,0-1-29 0,0-1-29 0,0 0-35 0,4-1-38 16,-2-1-39-16,-2-1-37 0,0 2-25 0,0-4-21 0,0 2-12 0,0-3-4 15,4 2 1-15,-4-2 11 0,0 0 12 0,0 1 19 0,0-1 26 0,0 0 24 16,5-1 37-16,-1-1 40 0,-3-1 44 0,3 0 47 0,1-1 42 0,1-1 43 15,1-1 38-15,0 2 38 0,1-4 32 0,-3 2 31 0,4 0 23 0,0 0 22 16,-2-1 18-16,2 0 13 0,-3 3 9 0,3-2 9 0,-2 0-3 0,0 2-5 16,1-1-8-16,-3 1-11 0,0 1-18 0,-1-2-22 0,1 2-23 0,-1 0-25 15,-2 2-22-15,1-2-23 0,-1 1-16 0,-2 2-14 0,0 0-15 0,0 0-15 16,0 0-21-16,0 0-29 0,0 0-38 0,0 0-44 0,-2 0-46 16,-1 3-46-16,-3 0-38 0,3-1-36 0,-3 2-25 0,1 1-20 0,-4-1-17 15,3 2-11-15,-3 0-5 0,4 2 2 0,-4-1 14 0,0 2 22 0,0 0 36 16,0 2 42-16,-2-3 55 0,2 3 55 0,0 0 62 0,-2 1 63 0,-2 0 65 15,3-1 63-15,0 0 58 0,1 0 59 0,0-2 40 0,2 0 30 0,0 0 19 16,2-2 16-16,-1 1 7 0,2-4 6 0,3 2-3 0,1-1-6 0,0-2-18 16,1 1-18-16,-1-1-32 0,4 0-38 0,-2-2-40 0,2 3-44 15,1-1-28-15,2-2-21 0,-1 2-15 0,-1-1-11 0,6-1-11 0,-2-1-8 16,-2 0-9-16,4-1-9 0,-2-1-12 0,2-1-9 0,-2 0-17 0,0-2-16 16,2 3-25-16,-2-3-29 0,4 1-57 0,-6-3-72 0,2 3-85 0,0 0-91 15,-4-1-87-15,4 0-79 0,-3 1-100 0,1 1-112 0,-2 0-53 0,1-1-24 16,-3 2-4-16,-1 1 5 0,-2 1 20 0,4-3 24 0,-4 3 53 0,0 0 68 15,5 0 82-15,-5 0 91 0,9 0 83 0,-3 0 80 0</inkml:trace>
  <inkml:trace contextRef="#ctx0" brushRef="#br0" timeOffset="-147634.61">17181 11194 78 0,'4'-3'373'0,"-4"3"172"0,2-1 94 0,-2 1 53 0,0 0 35 0,0 0 29 0,0 1 25 0,3 1 22 15,-3-2 17-15,2 1 16 0,-2 1 13 0,0-1 13 0,4 0-74 0,-4-1-115 16,3 4-146-16,-1-3-157 0,2 1-83 0,-4-1-46 0,5 1-29 0,-1-1-26 15,1-1-21-15,-1 3-21 0,1-3-18 0,1 0-15 0,-1 0-12 0,4 0-13 16,-4 0-14-16,5 0-14 0,-1-3-12 0,0 3-10 0,-4-3-11 0,4 2-8 16,2-4-7-16,-2 2-5 0,-4 0-10 0,4-1-11 0,0-1-7 0,-3 0-2 15,3 3-8-15,-4-3-5 0,3 2-12 0,-3 0-8 0,0 0-10 0,-1 0-5 16,-2 2-4-16,2-1-1 0,-4 2 0 0,0-1 0 0,0 1 4 0,0 0 8 16,0 0 5-16,0 1 4 0,-4 2 4 0,4 2 5 0,-6-2 8 0,3 1 8 15,-3 1 7-15,1 2 4 0,0 1 4 0,-4 1 2 0,3-2 2 0,-3 2 2 16,4 0 4-16,-3 1-1 0,1 0 1 0,0-2-1 0,-4 2 1 0,6 0 2 15,-4 1 2-15,0-3 0 0,0 3 2 0,3 0-1 0,-3-1 1 0,0-1 1 16,0 2 0-16,2-2 0 0,-1 1 1 0,1-1 1 0,0 0-1 0,-2 0-1 16,4 0-1-16,-1-1 1 0,3-2-2 0,-3 0 1 0,6 0-1 0,-2-2 1 15,-1 1-1-15,3-1-1 0,0-1 0 0,3 2-3 0,-3-4-3 0,2 2 0 16,2-1 2-16,-2-1 1 0,1 2 0 0,3-1-2 0,-1-2 1 16,-1 2 1-16,-1-2 0 0,-1 2 0 0,2 0-2 0,1-1 2 0,0-1 2 15,-1 0 1-15,-4 2 1 0,6-1 2 0,-6-1 0 0,0 0-1 0,0 0 1 16,3 2 1-16,-3-2-2 0,2 1-1 0,-2-1 2 0,0 3 2 15,0-3 1-15,-2 3 0 0,2 0 0 0,-3 0 0 0,3 0-2 0,0 0-2 0,-2 2-1 16,-2-3 2-16,4 0 2 0,0 1 1 0,-4-1-2 0,4-2-4 0,0 0-3 16,0 0-4-16,0 0-4 0,4 1-5 0,-4-1-5 0,0 0-6 15,4 0-9-15,1-3-11 0,-3 0-11 0,7-1-13 0,-5-2-10 0,5 0-7 16,-4 0-4-16,4-2 2 0,-3 0-1 0,3 1 3 0,-4 0-1 0,4-2 5 16,-3 3 6-16,-1 0 8 0,-1 2 9 0,1 0 13 0,0 1 15 0,-1 0 19 15,0 0 20-15,1 3 18 0,-5-1 17 0,5 1 11 0,1 1 11 0,-2 1 7 16,-1-1 11-16,-1 2 11 0,2 2 4 0,-3-3 4 0,3 3 2 0,0 0 0 15,-3 1-8-15,3-2-8 0,-2 2-10 0,-2 0-10 0,3-1-9 0,-3 1-9 16,0 0-7-16,0-2-5 0,4 2-12 0,-4-1-15 0,0-1-12 0,0-1-14 16,0 0-8-16,0 0-10 0,0-3-8 0,2 2-11 0,-2-2-17 0,0 1-20 15,0-1-31-15,4 0-31 0,-1-1-43 0,-1-3-47 0,2 2-35 0,-3-3-32 16,3 2-9-16,0-3-3 0,-3 0 5 0,5 2 3 0,-3-2 4 16,6-2 0-16,-3 2 11 0,-1-1 15 0,3-1 25 0,-1-1 29 0,0 2 40 0,0-1 45 15,1 0 42-15,-3 1 40 0,0 1 23 0,1-1 18 0,-3 2 19 0,3-1 16 16,-1 3 32-16,-1 0 39 0,0 0 44 0,-3 2 50 0,3-1 42 15,-4 2 36-15,2 0 25 0,1 0 19 0,-3 2 16 0,4 1 7 0,-2-2 5 16,-2 2 1-16,0 0-6 0,0 2-8 0,0-1-20 0,0 0-26 16,0 1-37-16,0 1-44 0,0 0-38 0,0 0-32 0,0 0-25 0,0-1-18 15,-2 1-18-15,2-2-18 0,-4-1-21 0,4 2-20 0,0-2-22 0,0-3-21 16,0 1-31-16,0-1-37 0,0 3-47 0,0-3-53 0,0 0-58 0,0 0-55 16,0 0-46-16,0 0-39 0,0-1-34 0,0-2-30 0,4 0-23 0,-2-2-20 15,1-1-5-15,3 0-2 0,-3-1 26 0,3-1 39 0,-1-1 51 0,1 0 60 16,3 0 57-16,0-2 54 0,0 1 51 0,2-1 43 0,-2 1 44 0,0 0 43 15,0-1 43-15,2 2 41 0,-4 0 36 0,0 0 31 0,0 2 17 0,1 2 10 16,-5-1 15-16,3 3 16 0,-3 0 24 0,1 0 32 0,-2 3 38 0,1-1 47 16,-3 1 48-16,2 1 44 0,2 1 28 0,-4-1 17 0,0 2 7 0,3 0-2 15,-3 0-3-15,0 2-8 0,-3-1-13 0,3 1-19 0,0 0-24 0,-4 2-32 16,4-3-43-16,-2 2-49 0,-1 0-52 0,1 0-57 0,-2-1-42 0,4 1-36 16,-3-2-33-16,3 1-29 0,0-2-31 0,-2-1-30 0,2 2-34 0,0-4-35 15,0 0-36-15,0 0-43 0,0 0-43 0,2-2-47 0,1 0-39 0,-3 1-36 16,4-2-23-16,-2-1-17 0,3-1-1 0,-1 0 4 0,1 0 17 0,1-3 22 15,1 1 26-15,-2-1 31 0,4 0 36 0,-3 0 41 0,5-3 44 16,-2 2 47-16,-4 0 38 0,4-1 37 0,0 0 32 0,0 2 28 16,0-2 22-16,-3 3 17 0,-1 0 17 0,2 0 14 0,-1 2 17 0,-4 0 19 15,5 1 26-15,-5 0 30 0,3 2 39 0,-1 0 45 0,1 2 44 0,-1-1 44 0,1 1 34 16,-1 0 26-16,-2 0 15 0,1 0 11 0,1 1 6 0,-2 1 2 16,1 0-3-16,-1 2-10 0,-2 0-20 0,4-1-24 0,-4 3-38 0,3 2-43 15,-1-2-42-15,-2 1-44 0,0 1-34 0,4 1-33 0,-3 0-24 0,-1 0-18 16,0 0-18-16,4 0-18 0,-4 0-14 0,0-2-10 0,4 0-12 0,-2 1-9 15,-2 0-13-15,0-2-16 0,0 0-25 0,0-2-30 0,0 0-58 0,0 1-72 16,0 0-73-16,-2-1-78 0,-2 0-71 0,0 1-68 0,3-2-81 0,-3 2-85 16,-1-1-57-16,1-2-43 0,-1 0-12 0,-4 2 4 0,3-1 18 0,-3 1 26 15,0-1 58-15,-2 1 71 0,-3 1 75 0,1-2 75 0,-3 3 73 0,-2 2 68 16,-2-1 83-16</inkml:trace>
  <inkml:trace contextRef="#ctx0" brushRef="#br0" timeOffset="-146050.08">18377 11098 365 0,'0'5'630'0,"0"1"121"0,0-2 54 0,0 2 28 0,0-2 17 0,3 4 11 0,-3-2 10 0,0 1 14 0,0 3 18 16,0-3 18-16,0 1 22 0,0-1-46 0,2 2-77 0,-2-1-194 15,4 1-248-15,-4-2-114 0,0 1-49 0,0 1-27 0,0 0-16 0,0 0-12 16,0 0-10-16,0 0-17 0,0 0-22 0,0 0-27 0,0 0-32 0,0-2-37 16,0 1-38-16,0-2-34 0,0 0-32 0,0-2-27 0,0 2-21 0,0-3-18 15,0-2-13-15,0-1-14 0,0 0-12 0,0 0-9 0,0 0-8 16,0 0-8-16,0 0-6 0,0-1-5 0,0 0-1 0,0-4 0 0,0 1 2 15,0-3-2-15,0 2 2 0,3-3-6 0,-1 1-6 0,-2-4 1 0,4 2 2 16,-2 0 10-16,1-1 10 0,1-2 13 0,-2 1 12 0,1 0 27 0,1 1 34 16,-2-1 41-16,3 1 43 0,-1 0 43 0,-1-1 46 0,-1 2 41 0,4 0 39 15,-3 3 27-15,1-1 20 0,-2 1 18 0,1 3 14 0,-1-1 13 0,2 2 11 16,-4 0 1-16,0 2-4 0,5 2-12 0,-1-1-15 0,-4 2-23 0,3 0-21 16,-1 2-17-16,-2-1-16 0,4 1-13 0,-2 2-13 0,-2 1-11 0,0-1-14 15,0 1-9-15,0 0-8 0,0 0-8 0,0 1-10 0,0-1-7 0,0 1-7 16,0-2-10-16,-2 1-7 0,2-2-10 0,0 0-11 0,0-2-12 0,0-1-9 15,0 2-14-15,0-4-11 0,0-1-17 0,0 0-18 0,0 0-26 0,0 0-28 16,0 0-40-16,0 0-41 0,0 0-46 0,0 0-43 0,-4 1-35 0,4-1-28 16,0 0-17-16,0 0-10 0,0 0-3 0,0 0 1 0,-5 0 10 0,5-1 13 15,-4 0 23-15,4 1 29 0,-2 0 43 0,-1-2 50 0,3 2 55 0,-4 0 57 16,2 2 55-16,-1-2 53 0,1 1 49 0,-2 0 50 0,1 1 52 16,3 1 58-16,-6 2 56 0,6-1 56 0,-2 0 41 0,-1 1 37 0,3 1 21 15,-4-1 10-15,4 2 6 0,-2-1 1 0,2 2-7 0,-3-1-11 0,3-1-20 16,0 1-26-16,-2 0-39 0,2-1-43 0,0-1-49 0,0 2-53 15,0-3-40-15,0 2-37 0,0-2-22 0,0 1-23 0,0-2-14 0,0 2-17 16,0-4-14-16,2 1-13 0,-2 0-19 0,0-2-24 0,3 0-31 0,-3 0-40 16,2 0-55-16,2-1-62 0,-4 0-56 0,5-2-51 0,1-2-41 0,-3-1-37 15,3 0-34-15,-1 0-29 0,-1-1-26 0,1-2-24 0,4 0-14 0,-3-2-11 16,1 2-3-16,-2-1 2 0,1 0 19 0,-1 2 33 0,-1-3 39 0,1 2 45 16,1-2 40-16,-3 3 40 0,3-2 36 0,-1 2 36 0,-1-2 29 0,1 3 35 15,0 0 48-15,-1-1 57 0,2 2 125 0,-3 0 154 0,3 1 98 0,-3 3 73 16,-1-1 46-16,2 1 32 0,-1 2 35 0,-3 0 32 0,2 2 38 0,-2-1 36 15,0 2 37-15,4 2 34 0,-4-1 13 0,0-1 2 0,0 3-71 0,0 0-103 16,0 0-52-16,0 2-33 0,0-1-27 0,-4 2-23 0,4 0-27 0,0 0-29 16,-2 0-32-16,-1 2-34 0,3-2-34 0,0 0-35 0,0 1-27 0,0-1-29 15,0-1-20-15,0-1-14 0,0 0-8 0,0 1-7 0,0-2-4 0,0-2-6 16,3 1-9-16,-1 0-10 0,-2-1-19 0,0-2-22 0,4 1-34 16,-3-2-41-16,-1-1-54 0,0 1-56 0,0-1-55 0,4 0-52 0,-4-1-44 15,4 0-41-15,-2-2-35 0,-2-2-30 0,3 1-24 0,1 1-20 0,-2-3-6 16,-2 0 1-16,5 0 22 0,-5 0 31 0,4-2 56 0,-1 0 66 15,-1 3 68-15,-2-3 69 0,4 2 65 0,-3-1 64 0,3 1 60 0,-4-2 59 16,0 2 54-16,4 2 52 0,-3-1 49 0,-1 1 43 0,0 1 47 0,0 1 46 16,0 2 41-16,0 0 38 0,0 0 32 0,0 0 30 0,0 0 12 0,0 0 8 15,0 0-3-15,0 0-10 0,0 0-11 0,0 0-14 0,0 3-20 0,0 0-23 16,0 0-33-16,0 0-35 0,0 2-41 0,-1 1-48 0,-3-2-48 0,4 2-48 16,0 0-40-16,-4 0-36 0,4 0-33 0,-1 0-30 0,-3 1-37 0,2-2-44 15,-1 1-69-15,-1 1-82 0,2 0-81 0,-1-1-78 0,-3-1-80 0,3 2-78 16,-7-1-94-16,5 0-104 0,-4-2-42 0,-2 2-18 0,-2 0 1 0,3-2 8 15,-5 1 24-15,-3 1 29 0,-2-1 64 0,-3 1 79 0,-1 0 78 0,1 0 77 16,-3 0 75-16,-6 1 81 0</inkml:trace>
  <inkml:trace contextRef="#ctx0" brushRef="#br0" timeOffset="-141553.2">15324 12618 18 0,'-4'5'500'0,"-1"2"136"0,1-1 66 0,-2-2 35 0,5 1 20 0,-3-1 18 0,0 1 14 16,4-1 12-16,-1-3 7 0,-3 3 9 0,4-4 5 0,0 0 0 0,0 0-7 0,0 0-196 16,4 1-276-16,-4-1-129 0,1 0-62 0,3-1-34 0,1 1-20 15,-1-4-16-15,2 2-13 0,-1-3-12 0,4 1-9 0,0-4-7 0,0 2-5 16,0-3-8-16,-2 0-7 0,6-2-6 0,-4 1-3 0,2-2-4 0,-6 2-4 16,4-2-1-16,0-1-1 0,0 3-1 0,-3 0 2 0,-1 1-1 0,3 0 1 15,-3 1-2-15,-3 1 1 0,1 2-1 0,1-1-1 0,-2 2 3 0,-2 1 0 16,0 1 2-16,0 2-1 0,0 0 2 0,0 0 0 0,0 0-1 0,0 0-2 15,0 0 0-15,-2 2-2 0,-2-1-2 0,1 2 2 0,-3 2-2 0,5 0 1 16,-7 2-2-16,3 0 1 0,-1 2-1 0,3 0 1 0,-3 2-2 0,3-1-2 16,-3 1-1-16,5-2 2 0,-7 0-1 0,7 1 1 0,-3-2-1 0,4-1-2 15,0 0-2-15,0 0-2 0,0-4-2 0,0 1-4 0,0-1-2 0,5 0-4 16,-5-1-1-16,8-1 0 0,-7-1-3 0,5 0-1 0,1-1-4 0,-2-3-2 16,1 0-8-16,3 0-8 0,-4-2 1 0,4-2 4 0,0 1 0 15,0-4 0-15,1 1-2 0,-3-1-2 0,2-1 1 0,0 0 7 16,0 0-1-16,0 2-6 0,0-4-1 0,-2 3-2 0,-3 0 9 0,5-1 9 15,-4 1 2-15,1 1-2 0,-3-1 1 0,3 1 4 0,-1 0 4 0,-1 2 4 16,-4 0 1-16,5 1-4 0,-5 1 7 0,0-1 8 0,4 2 7 0,-4 0 7 16,0 2 9-16,0-1 9 0,0 2 7 0,0 2 7 0,-4-3 2 0,4 2 5 15,0 1 2-15,0-2 1 0,0 2 1 0,0 0 2 0,-5 0-2 0,5 2-1 16,-4 1-1-16,4 0-2 0,-2 1-3 0,-1 2-5 0,1 1-5 0,-2 3-4 16,4 2-1-16,-3-2 0 0,3 4 0 0,-2 1 2 0,-2 1-1 0,4 2 2 15,0 0 2-15,-3 2 4 0,3 1 0 0,0 0 1 0,0 1 2 0,0 1 3 16,0-1 0-16,0 1 3 0,-2-1 3 0,2 2 6 0,-4-3 5 15,4 0 8-15,0 0 7 0,-2-2 2 0,-1 1 5 0,-1-2 5 0,4-1 4 16,-5-1 1-16,3-2 1 0,-5 1-2 0,5-4 2 0,-5 3-2 0,1-2-5 16,1-1-6-16,-1-1-9 0,1 0-7 0,-2 1-7 0,0-2 0 0,-3 0-10 15,1 0-10-15,0 0-6 0,0-1-6 0,0-2-7 0,-2 1-5 0,2-1-7 16,0-3-11-16,-1 2-14 0,0-2-12 0,-2 0-19 0,5 0-19 16,-2-2-22-16,0-1-22 0,-1-1-20 0,1-1-22 0,0-1-49 0,4 0-62 15,-4-1-90-15,3-1-103 0,1-1-86 0,1-1-79 0,4 1-86 0,0-2-94 16,0-1-44-16,0-1-22 0,0-1-1 0,4 2 13 0,1-1 15 0,1-1 22 15,-2 2 49-15,5-1 62 0,-4 1 91 0,4 0 106 0,2 0 92 0,2 1 83 16,-3 0 102-16</inkml:trace>
  <inkml:trace contextRef="#ctx0" brushRef="#br0" timeOffset="-141337.27">15734 12734 151 0,'0'7'474'0,"0"0"127"0,-2 0 86 0,2 4 51 0,-3-2 37 0,3 3 24 0,-4 0 20 0,4 2 16 0,0 1 13 0,-5-2 10 0,5 2 13 0,-2 0-28 0,-2 0-43 16,1 0-162-16,1 0-211 0,-2 0-124 0,1 0-82 0,3 0-52 0,-2-1-35 16,-2-1-26-16,2 1-18 0,-1-2-20 0,3 0-16 0,0-2-22 0,-4-1-22 15,4 0-22-15,0 0-21 0,0-3-22 0,4-2-22 0,-4 3-29 0,0-4-32 16,0-2-59-16,0-1-64 0,0 3-75 0,0-3-74 0,0 0-59 0,0 0-54 16,3-1-46-16,-1-2-44 0,-2 0-48 0,0-4-45 0,4 0-40 0,-4 0-36 15,2-2 2-15,-2-2 21 0,0 1 50 0,0-3 67 0,0 3 72 0,0-2 73 16,0 0 64-16,0 0 55 0,0 0 55 0,3-1 58 0,-3 1 57 0</inkml:trace>
  <inkml:trace contextRef="#ctx0" brushRef="#br0" timeOffset="-141088.67">15734 12697 225 0,'4'-10'333'0,"-2"1"57"0,1 3 38 15,1 0 45-15,-2 3 48 0,3-1 57 0,-1 3 62 0,1 1 50 16,-1-3 40-16,1 3 25 0,-1 0 16 0,1 0-46 0,1 0-71 16,-1 0-76-16,2 0-76 0,-1 2-50 0,-1-1-35 0,4 0-41 0,-3 3-40 15,-1-1-51-15,2 0-50 0,-1 1-37 0,-1 1-33 0,1 1-11 0,1-2-1 16,-2 2-6-16,-3 0-3 0,5 0-3 0,-5 3-4 0,2-1 5 0,-3 1 6 15,-1 0 3-15,0 1 2 0,0-1-4 0,-1 2-6 0,-3 1-8 0,-1-2-11 16,1 2-14-16,-1-1-13 0,-1-1-18 0,1 1-22 0,-4-1-30 0,3 1-33 16,-1-1-38-16,0-1-37 0,0 2-36 0,-1-4-32 0,1 1-36 0,-2 1-41 15,4-3-80-15,-4-1-101 0,3 0-97 0,1-2-93 0,1 0-90 0,-1 0-87 16,-1-3-66-16,6 0-60 0,-5-1-10 0,1-1 9 0,1-2 22 0,3 4 20 16,0-8 32-16,0 2 34 0,3-1 80 0,-3-1 101 0,6 1 96 15,-1 1 95-15,4-2 97 0,-2 1 94 0</inkml:trace>
  <inkml:trace contextRef="#ctx0" brushRef="#br0" timeOffset="-140402.02">16038 12804 166 0,'0'0'564'0,"4"0"131"0,-4 0 59 0,0 0 30 0,0 0 17 0,1 1 11 0,3-1 12 0,-2 3 17 0,1-3 14 0,1 1 23 0,-2 1 22 16,3 0-7-16,-1-1-20 0,0 1-188 0,1-2-259 0,0 0-114 0,1 1-50 16,1-1-19-16,0 0-10 0,1 0-4 0,-1 0-4 0,2 0-10 0,0-1-12 15,0-1-19-15,0 1-21 0,0 1-23 0,-2-4-24 0,2 3-20 0,0 0-17 16,0-1-16-16,-3-1-13 0,3 2-8 0,-4-1-10 0,-1 2-21 0,1-1-31 15,1-1-45-15,-3 2-48 0,3-1-49 0,-6 1-50 0,0 0-80 0,0 0-96 16,0 0-133-16,0 0-151 0,0 0-143 0,0 0-138 0,0 0-61 0,-6 0-27 16,3 0 0-16,-3 0 15 0,1 0 35 0,-4 1 46 0,3 1 47 15,-3-1 44-15,4 1 79 0,0-1 95 0,-3 2 134 0,-1-1 152 0</inkml:trace>
  <inkml:trace contextRef="#ctx0" brushRef="#br0" timeOffset="-135198.89">16799 12591 87 0,'0'-3'338'0,"-3"1"114"0,3 2 63 0,0 0 35 0,0 0 40 0,0 0 41 0,0 0 37 0,0 0 34 15,5 2 27-15,-5-2 21 0,4-2 19 0,0 2 16 0,1-2-79 0,-3 1-122 16,7 0-108-16,-6-1-104 0,6 2-55 0,-3-1-31 0,3 1-34 0,-4 0-38 15,4 1-28-15,2-1-29 0,-4 2-16 0,1-1-13 0,1 4-10 0,0-2-7 16,0 1-1-16,0 1 1 0,-4 0 4 0,4 2 7 0,-3 0 7 0,-1 1 6 16,1 1 4-16,-3 0 6 0,1 1 5 0,-2 2 1 0,-2 0-3 0,0 0-5 15,0 2-5-15,-2 1-7 0,-2-1-8 0,1 3-5 0,-3 0-12 0,1-1-15 16,-4 2-13-16,3 0-12 0,-3-1-11 0,0 1-7 0,0-2-9 16,-2 1-6-16,6-2-4 0,-4 0-5 0,0-2-1 0,0 1-1 0,0-2-1 15,3 0-4-15,-3-3 3 0,4 0 7 0,-4 0 4 0,3-2 7 0,1-1 9 0,-4 0 7 16,5-1 7-16,-1-1 5 0,-1-1 5 0,6 0 2 0,-3 0 1 15,1-2-2-15,2-1 0 0,0 0-3 0,0 0-4 0,-4 0-6 0,4 0-7 16,0 0-6-16,0 0-9 0,0 0-12 0,0 0-9 0,0 0-6 0,6 0-6 16,-6 0-4-16,3-1-1 0,3 0-2 0,-1-1-2 0,3-1 1 15,-1 0 2-15,2 0 0 0,0-2 2 0,4 1 0 0,-3-2-1 0,1 2-2 16,2-4-11-16,1 2-9 0,1 0-22 0,-3-1-28 0,3-1-33 0,-4 0-44 16,3 1-37-16,-1 0-42 0,-2-1-41 0,3 1-43 0,-3-1-83 0,2-1-104 15,-2 1-102-15,1 1-103 0,-1 0-101 0,-2-1-100 0,4-1-57 0,-6 1-35 16,6 0 10-16,-4 0 25 0,0 1 37 0,-2 1 37 0,0-2 39 0,-1 2 40 15,-1 0 86-15,1 2 104 0,-3-1 103 0,3 1 109 0,-3-1 109 0</inkml:trace>
  <inkml:trace contextRef="#ctx0" brushRef="#br0" timeOffset="-134989.41">17362 12705 16 0,'5'-3'333'0,"1"-3"184"0,-3 3 106 0,1-2 66 16,-2 4 42-16,2-1 30 0,1 1 21 0,-1 1 19 0,-3-2 12 0,3 2 9 15,0-2 5-15,-3 1 5 0,5 1-69 0,-3 0-104 0,3-1-158 0,-3 1-186 16,-1-2-102-16,6 2-69 0,-7-1-54 0,3-1-47 0,0 1-71 16,1-1-82-16,-3 1-107 0,1-1-123 0,1-1-114 0,-2 2-114 0,-2 1-96 15,0 0-95-15,0 0-42 0,0 0-20 0,0 0-7 0,0 0-1 16,0 0 9-16,0 0 15 0,0 0 50 0,0 0 65 0,0 6 97 0,0 0 112 16,0-2 110-16,0 2 109 0</inkml:trace>
  <inkml:trace contextRef="#ctx0" brushRef="#br0" timeOffset="-134809.61">17391 12847 180 0,'0'5'469'0,"-2"-1"186"16,2-1 90-16,2 0 51 0,-2 0 30 0,0 2 20 0,5-1 22 0,-5-1 18 15,4-1 18-15,1-1 20 0,-1 1 9 0,1-2 5 0,-1 1-115 0,-2-1-170 16,3 0-179-16,-1 0-183 0,1 0-103 0,-1-1-64 0,1-1-57 0,1 2-49 16,1-3-65-16,0 0-75 0,-3 2-130 0,5-2-153 0,-4-1-136 0,1 2-132 15,3-3-106-15,-4 1-91 0,3-1-42 0,-3 1-18 0,0-1 3 16,1 2 11-16,-3 2 24 0,-3 1 28 0,0 0 45 0,0 0 55 0,0 0 112 0,0 0 135 15,0 0 128-15,0 0 124 0</inkml:trace>
  <inkml:trace contextRef="#ctx0" brushRef="#br0" timeOffset="-134061.15">18185 12645 231 0,'-4'0'504'0,"3"1"172"0,1-1 77 0,-4 2 37 0,4-2 18 0,0 4 14 0,4-1 9 0,-3 0 10 15,5-3 10-15,-3 1 14 0,6-1 9 0,-3-1 14 0,5 1-123 0,-2-3-184 16,5 0-168-16,-1 0-163 0,1-1-67 0,1-1-28 0,-1 1-14 0,1-2-8 16,3-2-7-16,-2 2-8 0,2-1-9 0,0-1-13 0,-1-1-12 15,1 1-11-15,-4 1-13 0,4 0-11 0,-3-1-19 0,-1 2-24 0,1-2-30 16,-6 3-33-16,2-1-31 0,-2 1-33 0,0 1-65 0,0-1-77 0,-4 2-98 16,1 0-106-16,-3 2-91 0,3-1-89 0,-6 2-103 0,0 0-115 0,0 0-40 15,0 0-9-15,0 0 11 0,-2 5 19 0,-2 1 25 0,-1-1 28 16,-3 5 59-16,3-3 78 0,-4 2 95 0,2 1 107 0,-2 1 93 0,0 1 85 15</inkml:trace>
  <inkml:trace contextRef="#ctx0" brushRef="#br0" timeOffset="-133669.55">18261 12795 91 0,'0'0'397'0,"-4"1"101"0,1 1 63 16,3-2 55-16,0 0 51 0,0 0 38 0,3 1 35 0,1 2 23 0,-2-1 22 15,1-1 14-15,3-1 14 0,-1 2-24 0,2-2-35 0,1 0-133 16,-1 0-181-16,0 1-95 0,2-1-62 0,4 0-54 0,-4 0-46 0,2 1-39 15,-2-1-33-15,0 0-23 0,0 2-19 0,-2-2-13 0,2 0-14 0,-3 0-9 16,1 2-9-16,-2-2-3 0,-1 0-5 0,-2 0-1 0,3 1-1 16,-5-1-2-16,0 0 0 0,4 2 0 0,-4-2 0 0,0 3-2 0,0-2 1 0,0 2-1 15,-4 2 2-15,2-1 2 0,-1 1-2 0,-3 1 0 0,3-1-2 16,-3 3 1-16,-3 1 1 0,4-1-2 0,-4 1-2 0,3 0-2 0,-3-2-2 16,0 2-1-16,0-1 3 0,4-1 0 0,-4 1 2 0,3-2 2 0,-3-1 7 15,4 0 2-15,1 0 1 0,-1-2-1 0,3 1-1 0,-2-3 0 0,4 3 2 16,-3-3-1-16,3-1 2 0,0 0-3 0,0 0-4 0,0 0 1 0,3 2 1 15,3-2-1-15,-3 0-4 0,3 0-2 0,-1 0-2 0,2-2 4 0,1 1-1 16,1-1 2-16,0 0 0 0,0 1 0 0,2 0 0 0,-2-2 3 0,0 1 6 16,2-1-3-16,-2 0-4 0,0 2-1 0,0-3-1 0,0 2-1 0,-4 0-1 15,4-1-1-15,-3 2-1 0,3-2-1 0,-4 1 1 0,1 1-4 0,-3-1-4 16,3 0-4-16,-3 1-7 0,-1 0-5 0,-2 1-11 0,0 0-11 16,0 0-13-16,0 0-16 0,0 0-22 0,0 0-38 0,4-2-50 0,-4 2-90 15,0 0-108-15,0 0-87 0,0-4-76 0,-4 2-80 0,4-2-80 16,0 4-66-16,-2-6-59 0,-1 1-20 0,-3 2-1 0,3-1 10 0,1 1 16 15,-2-1 39-15,-1 4 50 0,5 0 89 0,-9 0 109 0,5 0 91 0,-1 2 82 16,-1 0 82-16</inkml:trace>
  <inkml:trace contextRef="#ctx0" brushRef="#br0" timeOffset="-125641.92">17029 8608 22 0,'-5'2'246'0,"1"-1"55"0,-1 1 29 0,1-1 20 0,2 0 17 0,-1-1 18 0,1 2 13 16,-2-2 14-16,1 0 14 0,1 0 20 0,2 0 20 0,-4 0-4 0,-1 0-19 16,5 0-57-16,0 0-78 0,-4 0-32 0,2 0-8 0,-1 0-2 0,3 0 3 15,-2 0 2-15,2 0 4 0,-4 0-3 0,1 0-4 0,3 0-5 16,-2 0-6-16,2 0-9 0,-4 0-16 0,4 0-13 0,-3 0-13 0,3 0-15 16,-6 0-12-16,6 0-16 0,0 0-16 0,0 0-11 0,-5 0-13 0,5 0-10 15,0-2-9-15,0 2-11 0,-4 0-12 0,4 0-10 0,0 0-8 16,0 0-9-16,-2 0-8 0,2 0-7 0,0 0-3 0,0 0-5 0,0 0-5 15,0 0-5-15,0 0-2 0,-3 0 1 0,3 0-1 0,0 0-4 0,0 0-4 16,0 0-5-16,0 0-2 0,0 0-1 0,0 0 2 0,0 0-2 0,-2 0 0 16,2 0 0-16,0 0-2 0,0 0 1 0,-4-1-4 0,4 1-1 0,0 0-4 15,0 0 1-15,0 0 3 0,0 0 0 0,0 0-3 0,0 0-5 0,0 0-2 16,0 0-5-16,0 0-5 0,0 0-7 0,0 0-7 0,0 0-5 0,0 0-6 16,0 0-9-16,0 0-3 0,0 0-7 0,0 0-8 0,0 0-5 0,0 0 1 15,0 0-2-15,0 0 5 0,0 0-1 0,0 0-1 0,0 0 5 16,0 0 4-16,0 0 5 0,0 0 5 0,0 0 4 0,0 0 4 0,0 0 3 15,0 0 8-15,0 0 4 0,0 0 4 0,0 0 4 0,0 0 4 0,0 0 3 16,0 0 4-16,0 0 2 0,0 0 3 0,0 0 2 0,0 0 1 16,0 0 3-16,0 0 3 0,0 0 3 0,0 0 2 0,0 0 1 0,0 0-2 15,0 0 1-15,0 0-1 0,0 0 2 0,0 0 1 0,0 0-1 0,0 0 0 16,0 0 2-16,0 0-1 0,0 0 2 0,0 0 2 0,0 0 2 0,0 0 2 16,0 0 3-16,0 0 5 0,0 0 2 0,0 0 7 0,0 0 1 0,0 0 0 15,0 0 0-15,0 0 1 0,0 0 2 0,0 0-5 0,0 0-1 0,0 0-1 16,0 0-4-16,0 0-2 0,0 0-5 0,0 0-5 0,0 0-5 0,0 0-8 15,0 0-9-15,0 0-6 0,0-1-9 0,0 1-6 0,0 0-6 0,0 0-6 16,0 0-6-16,0 0-6 0,0 0-7 0,0 0-8 0,0 0-7 0,0 0-7 16,0 0-2-16,0 0-5 0,0 0 2 0,0 0 0 0,0 0 2 15,0 0 3-15,0 0 2 0,0 0 1 0,0 0 0 0,0 0 0 0,0 0-8 16,0 0-8-16,0 0-13 0,0 0-16 0,0 0-19 0,0 0-24 0,0 0-18 16,0 0-19-16,0 0-14 0,-3 1-14 0,3-1-9 0,0 0-9 15,0 0-6-15,0 1-3 0,0-1 1 0,0 5 4 0,0-3 10 0,0 1 12 16,0 0 16-16,3-2 20 0,-3 2 10 0,0 0 12 0,0-3 7 0,0 3 2 15,0-3 0-15,0 3-4 0,0-3-4 0,0 3-6 0,0-3-11 0,0 2-12 16,0-2-19-16,0 0-25 0,0 0-4 0,0 0 1 0,0 0 8 0,0 0 12 16,0 0 12-16,0 0 15 0,0 0 13 0,0 0 17 0,-5 0 16 0,5 0 19 15</inkml:trace>
  <inkml:trace contextRef="#ctx0" brushRef="#br0" timeOffset="-123205.2">18400 11982 144 0,'0'-5'389'0,"0"1"110"0,0 1 51 0,0-1 23 0,0 4 14 0,4 0 8 0,-2 2 18 0,-2-2 22 15,3 0 21-15,3 0 21 0,-3 0 15 0,3-2 14 0,-1 2-98 16,1-1-148-16,1 0-119 0,-2-1-106 0,1 1-45 0,-1 1-20 0,4-2-11 0,-3 2-3 16,1 0-17-16,0 0-18 0,0 0-17 0,-1 2-15 0,-1-1-14 15,1 1-9-15,1-1-7 0,0 0-7 0,-3 1-2 0,1 1-2 0,0 0 1 0,-1 0 0 16,-4 3 1-16,6-2-2 0,-6 1 0 0,0 1 0 0,0 1-3 15,-2 1-5-15,-2 0-2 0,0 1-2 0,3 0-2 0,-3 1-3 16,-1-1-2-16,1 2-4 0,-1-1-2 0,-1-1-4 0,1 0-2 0,-1 0-2 16,-1 0-2-16,2 0-2 0,1-1-2 0,-1-3 0 0,3 2 0 0,-5-1-2 0,7-2 1 15,-6 1-2-15,6-2-2 0,-2-2 1 0,-1 2-4 0,3-3-1 16,0 0 0-16,0 0 2 0,3 3-1 0,-1-1 1 0,-2-1-1 0,6 0 1 16,-3 1-2-16,3 0 1 0,-1-2 1 0,4 3 1 0,0-3 1 0,-3 1 2 15,6 1 3-15,-3-1 2 0,2-1 1 0,-2 0-2 0,2 0 2 0,-2 2 2 16,0-2-1-16,0 1 4 0,-3-1 4 0,3 2 6 0,-4-1 4 0,0 0 8 15,-1-1 9-15,1 4 8 0,-5-1 8 0,4-2 11 0,-2 4 9 0,-2-1 9 16,0 1 3-16,-2 1 0 0,-2 1 0 0,-1 1 2 0,1 1-4 0,3 1-5 16,-8 1-7-16,5-1-5 0,-3 2-11 0,0 0-7 0,-3-1-11 0,3 1-12 15,-2-2-20-15,0-1-22 0,4 2-24 0,-3-2-22 0,1-2-25 0,0-1-25 16,0 0-50-16,0 0-53 0,1-1-98 0,4-1-119 0,-1-2-106 0,-1 0-105 16,4-2-107-16,0 0-101 0,0 0-43 0,0 0-9 0,0-4 8 15,4 0 16-15,-1-2 19 0,3 0 23 0,-1 1 45 0,1-1 56 0,3-1 96 16,1 2 117-16,0-1 110 0,4 0 105 0</inkml:trace>
  <inkml:trace contextRef="#ctx0" brushRef="#br0" timeOffset="-122920.33">18937 12337 147 0,'0'2'435'0,"0"0"181"0,0-2 83 0,0 4 40 16,2-1 24-16,-2 0 14 0,4 0 15 0,1-2 12 0,-1 1 9 0,1-1 8 16,1 1 7-16,3-2 4 0,-4 0-103 0,2 0-155 0,1-2-168 0,1 1-174 15,-4-1-82-15,4 2-39 0,0-3-21 0,0 2-15 0,-3-2-15 0,3 0-12 16,0 1-9-16,2-2-9 0,-2 1-6 0,0 0-6 0,-4 0-5 0,4-2-4 16,-3 2-6-16,-3 2-10 0,3-2-16 0,-1 0-17 0,-1 1-35 0,-4 1-47 15,3-2-77-15,-3 3-98 0,0 0-81 0,0 0-71 0,0 0-72 0,-7 1-70 16,5 1-86-16,-3-1-96 0,-2 2-37 0,1 0-15 0,1 0 4 15,-4 3 13-15,3-1 34 0,-3 2 43 0,0 1 81 0,0 1 96 0,0 0 80 16,2 0 74-16,-2 0 71 0,-4 1 70 0</inkml:trace>
  <inkml:trace contextRef="#ctx0" brushRef="#br0" timeOffset="-122746.89">18919 12530 283 0,'0'4'425'0,"0"-4"83"0,0 1 62 16,0 2 58-16,6-1 56 0,-3-1 39 0,3-1 32 0,-3 2 24 0,3-2 19 15,-1 0 15-15,1 0 11 0,3-2-55 0,-2 2-87 0,0-1-115 0,0-1-131 16,1-1-78-16,1 2-55 0,0-3-53 0,0 3-47 0,0-2-35 0,-4 0-27 15,4 0-23-15,-3 0-19 0,3 2-13 0,-4-2-13 0,4 0-10 0,-3 1-9 16,-1-1-9-16,2 0-6 0,1 0-13 0,-5 2-17 0,3-1-20 0,-3 1-20 16,3-3-31-16,-3 3-32 0,-1 0-79 0,2-1-95 0,-4 1-104 0,3-1-106 15,-3-1-107-15,0 3-109 0,0 0-80 0,0-6-68 0,-3 0-24 16,3 2-4-16,-4-2 5 0,4 0 13 0,-2 0 21 0,-1 0 32 0,3-2 75 16,-2 2 95-16,-2 0 105 0,4 1 105 0,-3 0 107 0</inkml:trace>
  <inkml:trace contextRef="#ctx0" brushRef="#br0" timeOffset="-122456.61">19091 12153 127 0,'4'0'416'0,"-2"0"172"16,1 1 91-16,3 0 52 0,-3 1 32 0,1 1 24 0,1 0 15 0,-3 0 17 16,5 0 13-16,-1 0 12 0,-1 0 13 0,1 2 15 0,3-2-89 0,-4 1-135 15,4 0-149-15,-3 1-157 0,3 0-81 0,0 1-42 0,-4 0-21 0,4 1-10 16,0 1-1-16,0 1 7 0,0 0 3 0,-2 1 0 0,3 0-8 0,2 3-10 15,-3-1-12-15,-2 0-14 0,2 0-14 0,1 0-9 0,-1 0-7 0,-4-2-7 16,0 2-7-16,-1-1-13 0,1-1-16 0,-5 2-22 0,0-1-13 0,0 0-15 16,0 0-4-16,0 3-4 0,-5-2-3 0,1 1-3 0,-1 1-8 0,-4-3-11 15,2 3-25-15,-1 0-30 0,-2-1-39 0,-3 1-46 0,2-2-40 0,-2 1-38 16,-1-1-50-16,0 0-57 0,-1 0-95 0,1 0-115 0,-3-1-107 0,1-1-100 16,0 1-108-16,-2-3-108 0,0 2-31 0,1-1 4 0,-1-2 26 15,4 1 39-15,-4-3 37 0,3 3 36 0,-5-2 51 0,6 0 53 0,-4-1 97 16,3-1 115-16,1 1 108 0,-1-3 103 0</inkml:trace>
  <inkml:trace contextRef="#ctx0" brushRef="#br0" timeOffset="-121500.97">20629 12116 124 0,'-4'-1'507'0,"4"0"122"0,-2-1 63 0,2 2 37 0,-3 0 19 16,3 0 20-16,0 0 15 0,-2 0 15 0,2 0 12 0,0 0 9 0,-4 2 10 15,4-2-24-15,0 0-36 0,0 0-183 0,0 0-243 0,0 0-119 0,0 0-62 16,4 0-31-16,-2 1-20 0,1-1-15 0,-1 0-15 0,5-1-14 0,-1 1-11 16,-1-2-11-16,0-1-11 0,5-1-5 0,-1 1-5 0,0-3-3 0,0 0-6 15,0 0-3-15,2-3-2 0,-2 1-2 0,0-1-2 0,-2 0-2 0,0 1-1 16,-1 1-1-16,-1 0-1 0,0 1 2 0,-1 1 2 0,0 2 1 0,-3 0-2 16,-1 2 1-16,0 1-1 0,0 0 2 0,0 0 0 0,0 0-1 0,0 1-1 15,-1 2 1-15,-3 0-2 0,0 3 0 0,3 2 0 0,-3 1 1 16,-1 1 1-16,-1 2 2 0,-1 2 1 0,1-1-1 0,1 4 1 0,1-2-2 15,-1-2 0-15,0 1 0 0,1-1 0 0,2-2 0 0,-2-1 0 16,4-1 0-16,0-1-3 0,0-4 0 0,4 1-2 0,-2-2-2 0,-2-2-2 16,4 1 0-16,1-2 0 0,0 0-2 0,3-3 1 0,-1 0-2 0,2-3-6 15,0 0-2-15,0-3 1 0,2-2-2 0,-2-1-2 0,4 0-2 0,-3-2-2 16,3 0-2-16,-6-1-2 0,6 0-2 0,-4 0 0 0,0-1 1 0,-2 3-1 16,2 1 3-16,-1-2 2 0,-3 1 1 0,0 1 3 0,-1 1 4 0,1 1 5 15,-3-1 2-15,2 4-4 0,-4-2 2 0,3 2 3 0,-1-1-7 0,-2 2-14 16,0 2 6-16,0-1 10 0,0 2 8 0,-2-2 3 0,2 4 2 0,0 1-1 15,0 0 2-15,0 0-1 0,0 0 4 0,0 0 4 0,-3 1 4 0,3 3-1 16,0 0 11-16,0 2 17 0,0 3-2 0,0 0-9 0,-4 3-3 0,4 3-2 16,0 1 2-16,0 1 3 0,0 2 0 0,-2 3 0 0,2-1-1 0,0 1-1 15,0 2 4-15,0-1 1 0,0 1 0 0,0 0 3 0,-3 0 1 16,3-1 2-16,0 2 3 0,-2-3 3 0,2 1 3 0,-4-2 3 0,1 1 6 16,1-2 3-16,-2-3 5 0,3 3 1 0,-7-4 6 0,3 1 2 15,1 0-1-15,-1-2 4 0,-1-2-3 0,1 0-1 0,-4 1-2 0,4-2-5 16,-3 1-7-16,1-2-4 0,0 0-7 0,0-1-6 0,-1-2-4 0,1 1-2 15,0-2-18-15,-2-1-25 0,3 0-26 0,-3-1-28 0,4-1-29 0,0 1-26 16,-1-4-38-16,-1 1-42 0,5-1-88 0,-3-1-110 0,1-1-103 0,0-1-97 16,3 1-110-16,-3-4-113 0,4 1-59 0,4-4-35 0,-3 1-2 0,-1-1 11 15,8-1 19-15,-7 0 23 0,5 0 34 0,1 0 43 0,-1-1 87 0,3 1 110 16,0 0 102-16,-2 0 99 0,2 0 106 0</inkml:trace>
  <inkml:trace contextRef="#ctx0" brushRef="#br0" timeOffset="-121278.27">21081 12354 326 0,'0'6'542'0,"0"3"115"0,0 0 72 0,3 1 43 0,-3 0 27 0,2 3 20 0,-2 0 14 0,0-1 10 0,0 0 9 0,-2 2 8 0,-1-1 9 0,-1 2-59 0,4-1-92 16,-2-1-170-16,-1 2-212 0,-3-1-114 0,6-1-71 0,-3 1-41 0,-3-1-31 16,6-1-23-16,-3 0-23 0,1-1-21 0,-2-2-23 0,2 1-23 0,-1-2-25 15,3-1-35-15,0-1-38 0,-4-1-65 0,4-1-73 0,0-1-70 0,0 0-69 16,0-3-54-16,0 0-47 0,0 0-41 0,0 0-37 0,0-4-31 0,0-1-27 15,4 1-37-15,-4-4-38 0,3 1-8 0,-3-1 6 0,2-2 49 0,-2 1 69 16,0 0 68-16,4-3 68 0,-4 1 52 0,2 1 51 0,-2-1 46 0,0 1 44 16,0-1 42-16,0-1 38 0</inkml:trace>
  <inkml:trace contextRef="#ctx0" brushRef="#br0" timeOffset="-121082.97">21061 12435 208 0,'2'-11'313'0,"-2"-1"34"16,3 2 25-16,1-1 20 0,-2 4 19 0,3-2 24 0,-1 1 29 16,1 2 35-16,4 2 48 0,-3-1 50 0,1 1 37 0,-2 2 28 15,1-1-60-15,-1 1-94 0,1 1-43 0,1 1-17 0,-2 0-12 0,1 1-8 16,-1 1-10-16,2 0-13 0,-5 1-21 0,4-2-26 0,-3 2-38 0,3 0-40 15,-1 2-40-15,-1-2-39 0,-4 0-19 0,3 1-11 0,-1-1-6 0,-2 2-2 16,0-3-2-16,0 3-5 0,0-2-6 0,0 2-7 0,-2-1-8 0,-1 2-8 16,-1 0-12-16,2 0-13 0,-1 2-27 0,-3-2-28 0,3 1-37 0,-3 1-40 15,1-1-36-15,-1-1-41 0,-1 0-35 0,2 0-39 0,-1-2-79 0,3 1-100 16,-3 0-99-16,1-2-99 0,1 1-97 0,-1-3-95 0,5-1-70 0,0 0-64 16,-2-2-13-16,-5-1 10 0,7-2 16 0,0 1 18 0,0-2 27 0,3-2 30 15,1-1 77-15,-2 2 96 0,3-2 99 0,-1 3 101 0,1-2 99 16,4-1 97-16</inkml:trace>
  <inkml:trace contextRef="#ctx0" brushRef="#br0" timeOffset="-120918.48">21348 12277 96 0,'4'-1'378'0,"5"1"156"0,-3-2 77 0,-1 2 34 16,0 0 18-16,3 0 6 0,-3 0 11 0,0 0 12 0,1 0 6 0,3 0 4 15,-4-1-5-15,3 1-14 0,1-2-139 0,-2 1-201 0,0-1-213 0,0 0-220 16,1 2-138-16,-3-1-97 0,0 1-92 0,-1 0-86 0,-4 0-74 0,0 0-66 15,0 0-34-15,0 0-17 0,0 0 1 0,0 0 7 0,0 0 48 0,0 0 63 16,-4 5 66-16,1-2 65 0,3 1 63 0,-2 2 63 0,-2-1 74 0</inkml:trace>
  <inkml:trace contextRef="#ctx0" brushRef="#br0" timeOffset="-120769.22">21390 12394 126 0,'-4'6'419'0,"3"0"186"0,-7-1 90 0,8-1 51 15,-5 1 29-15,5-2 22 0,0 0 14 0,-2 0 11 0,2 0 9 0,2 0 6 16,-2-2 2-16,5 2 2 0,-1 0-100 0,1-1-148 0,-1-1-176 0,1 2-185 15,1-1-109-15,1-2-71 0,0-2-106 0,1 2-120 0,1-3-122 0,-2 0-125 16,2-1-134-16,0-1-138 0,0 1-74 0,2-1-42 0,-2-1-20 0,0 0-9 16,0 0-2-16,-4 2 6 0,8-2 14 0,-6 3 23 0,2-2 75 0,-3 2 100 15,3-2 109-15,0 4 115 0,4 0 124 0</inkml:trace>
  <inkml:trace contextRef="#ctx0" brushRef="#br0" timeOffset="-119839.79">21844 12397 55 0,'-2'-1'536'0,"-1"-1"145"0,1 2 71 0,-2-1 35 0,1 1 13 0,3 0 12 0,-2 1 11 15,2-1 9-15,0 0 16 0,2 2 17 0,1-1 19 0,1 2 8 0,3-1 1 16,2-2-193-16,0 3-282 0,6-3-125 0,-1 1-61 0,4 1-20 0,2-2-8 15,-2 0-6-15,7-2-1 0,-1 1-8 0,-1-2-10 0,6-2-13 16,-5 2-17-16,5-1-18 0,-2-1-19 0,-2-1-15 0,2 0-19 0,-3 0-12 0,1 0-11 16,-3 0-10-16,-2 2-10 0,0-2-7 0,-2 1-5 0,-4-1-10 0,4 2-8 15,-3-1-22-15,-4 2-26 0,-2 0-33 0,2 0-35 0,-4 2-34 16,-2-1-28-16,-3 1-33 0,2-1-35 0,1 1-82 0,-5 1-104 0,0 0-105 16,0 0-106-16,-5 1-101 0,1 2-99 0,2 0-59 0,-7 0-41 0,4 1 0 15,-4 3 22-15,-2-1 27 0,-2 3 25 0,-1-2 32 0,-1 4 33 16,4-2 82-16,-7-1 105 0,0 5 107 0,0-1 106 0,2-1 104 0</inkml:trace>
  <inkml:trace contextRef="#ctx0" brushRef="#br0" timeOffset="-119468.75">21972 12595 85 0,'4'0'357'0,"1"2"142"0,3-2 91 0,-1 1 73 0,0-1 49 0,4 3 35 16,0-1 27-16,2 0 25 0,1-2 16 0,1 2 13 0,-1 0 11 0,4-2 9 15,-2 1-81-15,2-1-124 0,1 2-128 0,-3-2-131 0,0 1-86 0,0 1-67 16,-1-1-45-16,-1 2-35 0,-1-1-25 0,-2 0-21 0,-2 2-15 0,4-1-13 15,-6 1-11-15,2-1-8 0,-4 0-10 0,-1 2-7 0,1 1-10 0,-5 0-5 16,0 0-7-16,0 1-2 0,0 2-4 0,-5 0-1 0,1 1-3 0,-1 1-1 16,-4 1-2-16,2 0-2 0,-3 0 1 0,-2 0-2 0,3 0 0 0,-6 0 0 15,4 0-5-15,-1 0-1 0,-3-1 0 0,1-1 0 0,3 1 2 0,-2-2 2 16,-1 0 7-16,3 0 5 0,-2-2 7 0,6 1 2 0,-2-3 1 0,0 0 1 16,5 0 2-16,-1-2-1 0,1-2 5 0,3 2 3 0,1-3 6 0,0 0 2 15,1 2 4-15,3-1 3 0,1 0-3 0,4-1-3 0,-3 0-1 16,7 2-2-16,-3-2-2 0,3-2 1 0,2 2-1 0,-1 0 1 0,0-1 1 15,1 0-3-15,3-2-4 0,-2 0-5 0,-1 1-5 0,-1-1-5 16,3 0-5-16,-3 2-1 0,-3-3-4 0,1 2-1 0,-1 0-3 0,0-1-1 0,-2 2-10 16,0-1-7-16,-3 1-17 0,1 1-22 0,-2-2-21 0,-3 1-21 15,2-1-27-15,-1 2-25 0,-3 0-60 0,0 0-78 0,0 0-105 0,0-3-122 16,-3 0-117-16,3 2-112 0,-4-4-85 0,-1 2-67 0,3-2-18 0,-5 1 1 16,1 0 15-16,-3 1 20 0,0-2 25 0,2 2 23 0,-6 0 60 0,4 0 77 15,-5 2 107-15,3-1 122 0,-2 1 118 0,-1-1 118 0</inkml:trace>
  <inkml:trace contextRef="#ctx0" brushRef="#br0" timeOffset="-117602.72">21891 11595 61 0,'-2'0'445'0,"-1"0"121"0,-1 0 74 0,2 1 41 0,2-1 27 0,-3 2 20 0,3-2 15 0,0 0 17 0,0 0 17 15,0 0 13-15,3 1 14 0,-1 2-7 0,-2-1-20 0,4-1-156 0,1 1-221 16,2-1-114-16,-1 1-68 0,3-1-33 0,-2 0-21 0,2-1-13 0,4 2-10 16,-2 0-10-16,1-1-11 0,-1 1-8 0,4-2-8 0,-1 0-7 0,-1 1-8 15,-2-1-5-15,3 0 0 0,-1 0-2 0,-2 0 2 0,-1 0-1 0,3-1-5 16,-2 1-1-16,-2 0-2 0,0-2-5 0,0 2-4 0,0 0-4 15,-4 0-3-15,1 0-2 0,-1 0-2 0,3 0 1 0,-3 0-2 0,-3 0 0 0,1 0-3 16,-3 0-1-16,4 0 0 0,-4 0 4 0,0 0 1 0,2 0 3 0,-2 0 5 16,0 0 3-16,0 0 5 0,0 0 3 0,0 0 2 0,0 0 1 0,0 0 2 15,0 0 0-15,0 0 0 0,0 0-1 0,0 0 1 0,0 0 5 16,0 3 11-16,0 0 3 0,-2 2 2 0,-2-1 1 0,4 1-2 0,-3 4-1 16,3 0-1-16,-2 3-1 0,-2 0-1 0,-1 3 1 0,1 3 1 15,-1 0 1-15,3 0 2 0,-2 1-2 0,-1 2-11 0,1 2-2 0,3-2-1 16,-7 1-3-16,8 1 1 0,-5-1-1 0,5 2-65 0,-4-1-16 0,3-1 0 15,-3 2 0-15,2-1 0 0,-2-1 0 0,4-1 0 0,-3 1 0 0,3-2 0 16,0 0 0-16,-2-3 0 0,2 0 0 0,-4 0 0 0,4-2 0 0,0-2 0 16,0-1 0-16,0 0 0 0,0-3 0 0,0 0-127 0,0-3-212 0,0 0-60 15,0-1-118-15,0-1-145 0,0-1-145 0,0-3-149 0,0 0-105 0,0 0-91 16,0 0-19-16,0 0 14 0,0 0 34 0,0 0 44 0,0 0 60 0,0-6 66 16,0 2 58-16,-5-1 56 0,5 1 114 0,-4 1 144 0,3 0 146 0,-3 0 146 15</inkml:trace>
  <inkml:trace contextRef="#ctx0" brushRef="#br0" timeOffset="-117463.78">22206 12205 219 0,'0'3'406'0,"-6"-1"25"0,6-1-31 0,-5 2-53 0,1-1-68 0,3-1-89 0,-3 1-105 15,-2-1-46-15,6-1-23 0,-5 0-8 0,-2 2-4 0,7-2-56 0,-6 0-81 16,1 0-127-16,0 0-148 0,-5 0-22 0,7 0 28 0,-4 1 57 0,-1-1 66 15</inkml:trace>
  <inkml:trace contextRef="#ctx0" brushRef="#br0" timeOffset="-113591.48">14267 13409 4 0,'0'-4'254'0,"0"3"91"0,0 1 50 0,0 0 30 0,0 0 29 0,0 0 26 0,0 0 46 0,0 0 61 16,0 0 61-16,4 0 57 0,-2 1 39 0,-2 1 23 0,3 0-50 0,-3 2-86 15,0 2-83-15,0-2-83 0,4 4-45 0,-4-1-24 0,0 2-21 0,2 2-20 16,-2-1-42-16,0 4-52 0,0-1-54 0,0 1-57 0,0 0-35 0,0 2-23 16,0-1-14-16,0 0-11 0,0 0-7 0,0-1-3 0,0 2-6 0,0-3-3 15,0 1-7-15,0-3-8 0,0 2-6 0,0-1-8 0,0-2-2 0,0 1-4 16,0-1-2-16,0-1-1 0,0 0-7 0,0-1-10 0,0-2-10 0,0 0-10 15,0 0-9-15,-2 0-6 0,2-2-9 0,-4 0-6 0,4 0-9 16,0-1-7-16,0 0-11 0,0 0-8 0,-3 0-10 0,3-3-10 0,0 1-4 16,0-1-1-16,0 0-2 0,0 0-4 0,0 0 0 0,0 0 0 0,0 0 5 15,0 0 2-15,0 0 8 0,0 0 5 0,0 0 9 0,0-3 7 16,3 0 9-16,-3-1 9 0,0 1 9 0,4-2 8 0,-2 1 9 0,1-2 13 16,-1 1 9-16,2-1 4 0,-1 0 5 0,-1 2 5 0,4-3 2 0,-3 2 4 15,-3-1-1-15,4-1 2 0,-2 2-1 0,1-1-2 0,1 1-8 0,-2-1-10 16,1 0-27-16,-1 2-34 0,-2-2-39 0,0 1-45 0,4 1-44 0,-4-1-41 15,0 2-35-15,0 0-29 0,-4 0-22 0,4 2-19 0,-2-1-9 0,-1 2-8 16,1 2 7-16,-2-1 11 0,-1 1 28 0,-2 2 36 0,1 1 44 0,1-1 51 16,1 4 50-16,-3-2 55 0,0 3 42 0,1 0 41 0,1 0 34 0,-1 0 30 15,-1 3 24-15,2-2 24 0,-1 1 26 0,3-1 24 0,-3 2 24 0,1-1 25 16,1 1 21-16,2-2 21 0,-1 1 17 0,3-2 10 0,-4 0 6 16,4-2 3-16,0-1 6 0,0 0 7 0,0 0 1 0,0-2-6 0,4 0-8 15,-4-1-10-15,3 0-17 0,-1 0-19 0,2-2-23 0,1-1-24 0,1 0-19 16,1 0-21-16,-2 0-16 0,1-3-14 0,3 2-15 0,0-2-20 0,0-2-16 15,-2-1-13-15,6 0-22 0,-4 0-26 0,2-1-30 0,-2-2-35 16,2 1-44-16,-2-1-51 0,0 0-49 0,0-1-48 0,2-1-38 0,-2 1-36 16,0 1-26-16,-4 0-23 0,4 0-17 0,0 0-14 0,-3 1-2 0,-1-1 4 15,4 1 17-15,-5 1 21 0,1 1 41 0,1 0 42 0,-3 2 48 0,3-1 46 16,-3 1 40-16,-1-1 35 0,2 2 35 0,-1 2 36 0,-1-2 26 0,-2 1 22 16,0 2 21-16,0 0 20 0,6 0 21 0,-6 2 20 0,3-1 21 0,-3 2 21 15,4 0 25-15,-4 0 28 0,0 2 29 0,0 1 28 0,0-2 26 16,0 4 21-16,0-1 21 0,0-1 20 0,0 2 8 0,0-1 3 0,0 1-4 15,0-1-8-15,0-1-13 0,0 0-17 0,0 0-21 0,0 0-25 0,0-3-26 16,2 2-31-16,-2-1-30 0,3-1-31 0,-3 0-30 0,2-2-23 0,2 1-19 16,1 0-14-16,-1-2-10 0,1 0-9 0,-1-2-5 0,1 0-4 15,1 0-7-15,-1-1-6 0,2-2-7 0,-1 1-10 0,3-1-11 0,-4-1-13 16,1 0-14-16,3 0-12 0,-4 0-16 0,-1-1-14 0,1-1-13 0,0 2-14 16,-1 0-9-16,0 1-9 0,-3 0-2 0,-1 0 0 0,4 2 3 0,-4 0 5 15,0 3 8-15,0 0 9 0,0-3 9 0,-4 3 12 0,4 0 13 0,-1 0 13 16,-3 0 17-16,0 0 11 0,3 1 10 0,-7 1 7 0,7 0 14 0,-3 1 13 15,-1 0 14-15,-1 0 13 0,1 1 12 0,-3 1 12 0,7 1 13 0,-5-2 11 16,-1 2 8-16,2-1 6 0,1-1 4 0,2 2 4 0,-1-1-2 0,1-2-3 16,-2 0-6-16,4 0-8 0,0 0-10 0,0-3-11 0,0 1-10 15,4 2-11-15,-2-2-12 0,-2-1-8 0,5 0-16 0,-1 0-12 0,-1 0-16 16,3 0-16-16,-1-1-20 0,0 0-23 0,3-2-28 0,-3 0-29 0,1 0-27 16,-1-2-23-16,0 2-22 0,4-1-20 0,-5-2-14 0,1 1-15 15,5 0-1-15,-5 1 0 0,0 0 8 0,-1-1 10 0,1 0 19 0,-1 1 22 16,1 1 27-16,1 0 29 0,-2 0 27 0,1 0 24 0,-1 0 22 0,-3 2 18 15,3-1 17-15,1 2 18 0,-5-1 14 0,0 1 17 0,4 0 20 0,-4 0 23 16,0 0 24-16,2 0 26 0,-2 0 23 0,3 1 23 0,-3 1 20 0,0-2 20 16,0 2 21-16,0 2 21 0,0 0 13 0,0-1 12 0,0 2 1 0,0-3 0 15,0 2-12-15,-3 0-15 0,3-1-18 0,0 2-23 0,-2-3-22 0,2 0-23 16,0 1-21-16,0 0-23 0,0-3-18 0,0 2-21 0,0-2-18 0,0 4-18 16,2-2-15-16,-2-1-17 0,3 1-17 0,-3-1-19 0,4 1-20 15,-2-2-24-15,2 1-23 0,-4-1-24 0,5 0-22 0,-5 0-26 0,5-1-20 16,-1-1-22-16,1 1-13 0,-1-1-16 0,-2-1-2 0,1 0-4 15,3 2 7-15,-3-2 7 0,3 0 17 0,-6-1 21 0,5 3 20 0,-5-2 23 16,4 0 23-16,0 2 26 0,-3-1 21 0,-1 1 19 0,0 1 22 0,6-2 17 16,-6 2 18-16,0 0 23 0,0 0 20 0,0 0 22 0,3 2 26 0,1 1 19 15,-4-2 24-15,2 2 21 0,-2 0 18 0,3 0 21 0,-3 2 19 0,2-1 16 16,-2 1 12-16,0 1 10 0,0-2 3 0,0 2-3 0,0 0-12 0,0-1-14 16,0-1-19-16,0 1-21 0,0-1-19 0,4-1-18 0,-4 2-20 0,0-4-24 15,0-1-22-15,0 3-20 0,0-3-22 0,0 3-21 0,0-3-21 0,0 0-20 16,0 0-19-16,0 0-20 0,0 0-24 0,0 0-25 0,5 0-30 0,-5-3-29 15,4 2-25-15,0-2-20 0,-3 0-17 0,3-2-13 0,-2 1-8 16,1-1-1-16,-3 1 1 0,6-1 7 0,-3-1 14 0,-1 2 14 0,2-1 24 16,0-1 23-16,-3 3 29 0,3-1 27 0,-2-1 27 0,1 0 30 15,1 4 25-15,-2-2 33 0,-2 2 42 0,3-1 48 0,1 2 43 0,-4 0 39 16,2 0 37-16,1 2 33 0,-1-1 32 0,2 1 26 0,-4-1 19 0,0 0 17 16,3 3 11-16,-1-1 9 0,-2 0 3 0,0-2-3 0,4 2-19 0,-4 2-27 15,2-2-29-15,-2 1-29 0,0-1-30 0,0 2-29 0,0-1-28 0,0 1-25 16,3-1-21-16,-3-1-16 0,0 3-13 0,0-3-10 0,0 2-14 0,0-2-10 15,0 1-9-15,0 0-8 0,4 0-11 0,-4 0-11 0,0-1-16 0,2 0-16 16,-2-1-28-16,0 1-32 0,0-3-49 0,0 0-59 0,0 1-63 0,0-1-61 16,0 0-50-16,0 0-42 0,3-1-33 0,1-2-26 0,-2 1-16 0,3-2-9 15,-1-1-9-15,1 0-7 0,1 0-3 0,3-1-1 0,-4-2 19 0,4 2 25 16,0-1 35-16,-3-2 31 0,3 1 24 0,-4-1 17 0,2 2 20 0,-1-3 22 16,-1 3 16-16,1 1 16 0,3-1 17 0,-4 2 23 0,2-1 42 15,1 1 59-15,-1 3 116 0,-2 0 145 0,1 1 90 0,-1-1 67 0,-1 2 54 16,1 0 46-16,-1 0 37 0,-2 0 27 0,1 2 34 0,-3-1 38 15,0-1 51-15,0 0 53 0,4 3 35 0,-4-2 23 0,0 3-53 0,2 0-83 16,-2-1-45-16,0 2-23 0,0-1-17 0,0 1-13 0,0-1-16 0,0 1-17 16,0-1-30-16,0 2-30 0,0-3-48 0,0 3-55 0,0-1-47 0,0-2-51 15,-2 1-32-15,-2 1-29 0,4-1-20 0,0 1-16 0,0-1-18 0,-3-1-19 16,3 0-37-16,-2 0-40 0,-2 0-78 0,4 0-94 0,-2-1-86 0,-1 1-77 16,3 0-89-16,-4-2-88 0,4-1-91 0,-2 3-90 0,2-3-40 0,0 0-17 15,-3 1 2-15,3-1 7 0,0 0 24 0,0 0 35 0,0 0 76 0,0 0 90 16,0 0 81-16,0 0 81 0,3 5 85 0,-1-2 91 0</inkml:trace>
  <inkml:trace contextRef="#ctx0" brushRef="#br0" timeOffset="-113219.37">15448 13543 280 0,'-5'15'481'0,"1"2"110"0,-1 1 81 0,-1 1 48 0,3 2 37 15,-3 2 23-15,3 1 20 0,-3-2 13 0,1 2 12 0,-4 0 8 0,3 0 6 16,1 0-59-16,-2-1-86 0,1-3-151 0,5 2-178 0,-7-3-112 0,3-2-83 16,3-1-59-16,-1-2-47 0,-1-2-41 0,4-2-43 0,0-2-61 15,0-4-73-15,0 2-90 0,0-3-94 0,4-3-78 0,-4 0-75 0,5-3-75 16,-1 0-76-16,1-3-68 0,-1-2-69 0,-3-2-26 0,3-2-3 0,1 2 10 16,1-4 20-16,-3-1 49 0,3 1 58 0,-1 0 83 0,-1-1 87 15,0 1 76-15,1-1 73 0,-3 3 73 0,1-1 75 0</inkml:trace>
  <inkml:trace contextRef="#ctx0" brushRef="#br0" timeOffset="-113010.06">15472 13572 142 0,'9'-9'310'0,"-4"1"58"0,1 1 34 16,-3 0 35-16,6 5 37 0,-3-3 53 0,3 4 67 0,-4-1 62 0,4 2 64 15,-3 0 39-15,-1 0 30 0,2 2-28 0,-1-1-51 0,-1 2-77 0,-1 0-93 16,-2 2-43-16,5-1-28 0,-5-1-23 0,1 3-22 0,-1-1-42 0,2 1-54 16,-4-2-50-16,0 4-52 0,0-2-29 0,0 0-23 0,0 1-12 0,0-1-11 15,0 3-11-15,-4-1-11 0,2-1-10 0,-3 2-9 0,1 0-13 0,1 0-14 16,-3 0-24-16,1 0-29 0,-4 0-32 0,5 0-34 0,-3-1-30 0,0 0-27 15,1 0-39-15,-3-2-38 0,4 2-76 0,-1-2-85 0,1 0-95 16,-2-2-97-16,1 1-98 0,1-1-95 0,1 1-83 0,-1-1-77 0,1-3-22 16,4-1 4-16,0 0 12 0,0 0 14 0,0 0 28 0,0 0 34 15,0 0 71-15,0 0 85 0,0 0 96 0,9 0 97 0,-1 0 98 0,-1-1 97 16</inkml:trace>
  <inkml:trace contextRef="#ctx0" brushRef="#br0" timeOffset="-112679.12">15734 13666 154 0,'-2'2'515'0,"-1"-1"126"0,-1 1 71 0,2-1 37 0,-1 0 24 15,3 3 17-15,0-3 10 0,-2 1 7 0,2-2 7 0,0 0 6 0,0 0 5 16,0 0-27-16,0 0-44 0,0 0-176 0,2 1-236 0,1-1-123 0,-1-1-74 16,2-1-40-16,1 1-24 0,1-3-15 0,1 2-13 0,-2-1-8 15,4-2-8-15,0 2-5 0,-1-1-7 0,1 0-5 0,-4 0-7 0,4 1-10 16,-2 2-12-16,1-2-1 0,-1 0 4 0,-2 3 3 0,1-2 0 0,-1 0 1 15,0 2 4-15,-1 2 1 0,2-2 1 0,-3 2 7 0,3 1 4 16,-3 0 10-16,-1 0 13 0,2 2 7 0,-1 2 6 0,-1 0 4 0,-2 0 1 16,0 3-2-16,4-2-5 0,-4 3 2 0,0 0 3 0,-4 1-3 0,4-2-1 15,-5 2-8-15,5-1-8 0,-4-1-16 0,-1 1-19 0,3-1-17 0,-2-1-15 16,1 0-12-16,3-1-9 0,-2-1-9 0,-2-2-8 0,4-2-16 0,0 0-21 16,-4 0-24-16,4-3-27 0,0 0-55 0,0 0-70 0,0 0-65 0,0 0-64 15,0-5-49-15,0 2-42 0,0-1-45 0,0-4-44 0,0 1-37 0,0-1-35 16,-1-2-38-16,1-1-45 0,0-1-4 0,-4 0 14 0,4 0 53 0,0 0 69 15,-2 0 71-15,-1 0 72 0,3 0 57 0,-4 0 53 0,4 0 51 16,-2 0 55-16,-1 0 47 0</inkml:trace>
  <inkml:trace contextRef="#ctx0" brushRef="#br0" timeOffset="-112544.81">15816 13588 15 0,'0'-11'317'0,"-2"3"190"0,-2-2 109 0,4 3 71 15,0 0 42-15,-2 2 29 0,-1 2 19 0,-1 0 16 0,4 2 14 0,-2 1 14 16,-1 0 10-16,-1 1 13 0,2 2-57 0,-1 0-83 0,3 2-149 0,-6-1-174 16,3 4-101-16,1-1-64 0,-4 2-37 0,-1 0-26 0,5 2-20 0,-5 1-14 15,2-1-16-15,-1 3-17 0,1-2-26 0,-4 0-27 0,5 2-27 0,-3-2-29 16,0-2-34-16,1 2-42 0,1-1-82 0,-1-1-101 0,-1-1-93 0,2 0-94 15,-1 0-86-15,1 0-84 0,-4-3-92 0,5 0-93 0,-1 0-31 0,-1-1-6 16,3-3 4-16,-3 2 10 0,3-3 24 0,3-1 33 0,0 0 72 0,-6-1 95 16,4-3 92-16,2 4 92 0,-3-4 86 0,3-2 84 0</inkml:trace>
  <inkml:trace contextRef="#ctx0" brushRef="#br0" timeOffset="-112380.7">15680 13673 52 0,'2'-4'366'0,"3"-2"100"0,-1 3 61 0,-1 0 65 15,3 0 61-15,-4 1 50 0,1 2 44 0,-3 0 30 0,0 0 25 16,0 0 16-16,6 0 13 0,-6 2-19 0,3-2-33 0,1 2-126 0,-2-1-175 0,1 1-98 15,-1 1-61-15,2-2-64 0,-4 2-68 0,5 0-62 0,-1-1-65 16,-2 0-83-16,5 2-94 0,-5-1-108 0,3-2-118 0,2 4-105 0,-5-2-100 16,5-1-106-16,-5 2-106 0,4-1-46 0,-3 0-25 0,3-2-6 0,-1 2 0 15,2-1 11-15,-1 0 18 0,-1-2 53 0,1 2 71 0,-3 0 93 0,6-2 104 16,-3 0 100-16,-1 1 95 0</inkml:trace>
  <inkml:trace contextRef="#ctx0" brushRef="#br0" timeOffset="-111901.95">16610 13440 12 0,'-4'-2'328'0,"2"1"186"0,-1-1 108 0,-3 4 68 0,2-1 44 0,-1 5 31 0,1 0 25 0,-1 2 20 0,0 0 21 0,1 2 17 0,-3 2 17 0,0 0 18 0,1 1-51 0,1 2-74 15,-4 2-132-15,5-1-158 0,-3 2-83 0,0 0-49 0,1 0-25 0,1 3-20 16,-1-1-7-16,-1 1-6 0,5 0-9 0,-1-2-13 0,1 2-13 0,2 0-16 16,0-1-20-16,2 1-26 0,-2-2-25 0,5 2-29 0,2-3-27 0,-1 1-26 15,3-2-35-15,0 1-36 0,2-3-56 0,-2-1-62 0,2-3-56 0,3 2-55 16,-1-4-73-16,-3-2-85 0,5-1-124 0,-1-2-147 0,5-2-155 0,-5 0-165 15,0-4-71-15,5-2-28 0,-1-1 4 0,-2-2 14 0,-2-1 36 16,4 1 47-16,-3-3 45 0,-1 2 50 0,-1 0 71 0,-2-1 82 16,0 3 127-16,1 0 143 0,-1 3 159 0</inkml:trace>
  <inkml:trace contextRef="#ctx0" brushRef="#br0" timeOffset="-111229.3">17044 13858 362 0,'-2'0'624'0,"2"0"117"0,-4 0 55 0,4 0 25 0,0 0 14 0,0 0 17 0,0 0 13 0,0 1 17 0,4 1 18 0,-2 0 18 0,3-2 22 16,-1 1-52-16,-1-1-77 0,3 0-199 0,-1 0-248 0,1 0-109 0,3 2-49 15,-4-2-21-15,4 0-14 0,0 0-11 0,-3 0-13 0,3 0-19 0,0-2-18 16,2 2-19-16,-2 0-21 0,0-1-19 0,0 1-18 0,2 0-24 16,-2-2-29-16,-4 2-34 0,4-2-36 0,0 2-32 0,-4-1-31 0,3 1-46 15,-3-1-53-15,1-1-100 0,-3 2-121 0,3-1-107 0,-3-1-101 0,-3 2-111 16,2-3-116-16,3 2-37 0,-5-4-5 0,4 2 19 0,-4 3 24 0,4-4 27 16,-2-1 22-16,-2 1 47 0,0-1 54 0,3-1 98 0,-1 3 124 15,-2-1 108-15,4-1 99 0</inkml:trace>
  <inkml:trace contextRef="#ctx0" brushRef="#br0" timeOffset="-110973.99">17434 13518 361 0,'0'-2'614'0,"0"2"121"0,0 0 58 0,0-3 32 0,0 3 19 16,4 0 24-16,-4 3 22 0,4 0 29 0,-3 1 32 0,-1 1 29 15,0 1 28-15,0 1-42 0,0 3-74 0,0 0-186 0,0 2-237 0,0 0-104 16,0 1-45-16,0 1-22 0,0 0-13 0,0 1-20 0,0 1-19 0,4 0-27 15,-2 2-31-15,-2 0-29 0,3-1-29 0,-3 1-22 0,4 2-23 0,-2-2-14 16,-2 0-17-16,5 0-15 0,-5-2-14 0,4 1-21 0,-4-1-21 0,4-1-28 16,-4-1-30-16,1-1-43 0,-1-1-52 0,0-1-45 0,4-2-42 15,-4 0-50-15,0-2-55 0,0-1-111 0,0 0-139 0,0-1-124 0,0-1-117 16,0-4-95-16,-4 5-82 0,4-5-20 0,0 3 6 0,0-3 32 0,0 0 46 16,0 0 43-16,0 0 37 0,0 0 53 0,0 0 54 0,0 0 112 0,0 0 139 15,0 0 128-15,0 0 120 0</inkml:trace>
  <inkml:trace contextRef="#ctx0" brushRef="#br0" timeOffset="-110778.79">17680 13918 55 0,'-3'5'407'0,"1"2"248"0,-2-1 116 0,1 2 50 16,1-2 32-16,-2 0 22 0,4 1 20 0,-3 1 26 0,3-2 18 15,-6 1 21-15,6 0 8 0,-5 0 3 0,5 0-82 0,-4-1-123 0,2 0-224 16,-1 0-272-16,3-2-145 0,-2 1-85 0,-2 0-80 0,4-1-78 0,0-1-135 15,-3 2-163-15,3-2-157 0,0 0-154 0,0-3-104 0,0 0-78 0,0 0-37 16,0 0-13-16,0 0 13 0,3 3 19 0,-3-3 31 0,0 0 34 0,0 0 50 16,6-2 57-16,-3-1 115 0,-1 0 140 0,2 2 136 0,1-4 136 15</inkml:trace>
  <inkml:trace contextRef="#ctx0" brushRef="#br0" timeOffset="-110420.78">17872 13887 51 0,'0'-3'373'0,"0"-2"204"0,4 2 107 0,-4 0 58 16,1 2 35-16,3-1 22 0,2 2 16 0,-1-1 12 0,2-1 8 15,-1 1 10-15,-1-2 4 0,4-1 4 0,2 0-76 0,-4 1-117 0,2-1-174 16,-2-1-203-16,2 2-101 0,1-3-59 0,0 3-33 0,-1-3-23 0,0 2-20 16,1-1-23-16,-5 1-21 0,4-1-23 0,0-1-35 0,-4 3-44 15,1-1-80-15,3-1-100 0,-4 0-88 0,-1 3-84 0,0-1-89 0,-3 1-92 16,-1 2-86-16,0 0-78 0,0 0-34 0,0 0-7 0,0 0 2 0,0 0 13 15,0 0 27-15,-1-1 38 0,1 1 79 0,-8 0 98 0,3 1 85 0,0 4 84 16,1-3 89-16,-2 3 93 0</inkml:trace>
  <inkml:trace contextRef="#ctx0" brushRef="#br0" timeOffset="-110119.89">17925 13920 67 0,'0'0'333'15,"0"3"126"-15,3-2 92 0,-1-1 76 0,2 3 59 0,-1-3 47 0,3 0 32 16,-3 2 22-16,-1-2 13 0,3 1 10 0,-1-1 7 0,1 0 3 0,1 0-81 15,-2 0-122-15,-1 0-123 0,3 0-124 0,-5 2-91 0,3-2-76 0,-4 1-59 16,4 0-45-16,-3 1-31 0,-1 0-23 0,4-1-15 0,-4 2-8 16,0 0-7-16,0 0-4 0,0 1-4 0,0 1-1 0,-4 0-1 0,3 1-1 15,-3-2 1-15,0 2-1 0,3 0 1 0,-3 0-2 0,-1-1 0 0,1-1-2 16,4 1 2-16,-6-1 5 0,6 1 2 0,-5-2 4 0,5 0-1 0,0-2 2 16,-4 2 3-16,4-3 2 0,0 0 1 0,0 0 4 0,4 3 4 0,-4-2 2 15,0-1 4-15,5 2 2 0,1 0 1 0,-2-2-5 0,1 1-2 0,0-1-1 16,3 0-1-16,-3 0-2 0,6-1 0 0,-2-1-3 0,0 0-2 0,-4 0-4 15,4 0-3-15,1-1-3 0,-1 0-1 0,0-1-4 0,-2 0-4 0,-4 0-4 16,6 1-5-16,-3-1-8 0,-2 1-7 0,1-1-7 0,-5 2-11 0,5-1-14 16,-5 1-23-16,4-1-31 0,-4 3-71 0,0-1-94 0,0 1-84 15,-4-3-79-15,4 0-79 0,-1 0-76 0,-3 1-91 0,0-2-96 0,3 1-40 16,-5 0-13-16,2-2-2 0,1 2 10 0,-3-1 22 0,1 1 29 16,0-3 72-16,-3 2 91 0,3-1 87 0,0-1 81 0,-5-1 80 0,5 2 80 15</inkml:trace>
  <inkml:trace contextRef="#ctx0" brushRef="#br0" timeOffset="-109774.27">17919 13426 217 0,'-4'-4'319'16,"4"1"44"-16,0 1 25 0,0 2 23 0,0-4 22 0,0 0 30 0,0 2 35 15,0 0 44-15,4 1 51 0,-4 1 48 0,0 0 48 0,0-2-27 0,0 2-65 16,0-1-66-16,0 1-66 0,0 0-31 0,4-2-14 0,-4 2-14 0,2 0-17 16,1 0-19-16,-1 0-29 0,2 0-37 0,-1 0-43 0,-1 0-39 15,2 0-41-15,1 2-20 0,0-1-14 0,-1 1-5 0,1-1-4 0,-1 1 3 16,2 0 3-16,-3 2 9 0,3 0 8 0,-5 1 7 0,7 0 3 16,-7 2 6-16,3 0 2 0,1 2 0 0,1 0 3 0,-2 0-6 0,1 2-10 15,-1 1-7-15,-3-2-10 0,3 2-13 0,-4 0-13 0,4 0-17 0,-3 0-14 16,-1-2-13-16,4 3-13 0,-4-3-12 0,0 1-10 0,0 1-14 0,0-3-19 15,0 0-31-15,0 1-36 0,0-1-45 0,0-1-51 0,0 1-46 0,-4-3-41 16,4 0-90-16,0 0-114 0,0-2-121 0,-1 1-123 0,1-5-137 0,-4 4-136 16,4-4-60-16,0 3-20 0,0-3 10 0,0 0 25 0,0 0 39 0,0 0 47 15,0 0 42-15,0 0 42 0,5-2 90 0,4 1 110 0,-3-3 124 0,3-1 125 16</inkml:trace>
  <inkml:trace contextRef="#ctx0" brushRef="#br0" timeOffset="-109521.06">18348 13466 34 0,'0'2'384'0,"0"0"242"0,0-2 112 0,0 4 55 0,0-1 33 15,5 0 25-15,-5 1 31 0,4 1 31 0,-2 1 40 0,1 0 40 0,1 2 38 16,-2-1 35-16,1 0-47 0,1 4-85 0,-2 0-177 0,1 1-224 0,-1 0-104 0,2 1-48 16,-4 1-31-16,5-1-24 0,-5 2-29 0,0 2-33 0,4-1-39 15,-2 0-43-15,-2 2-46 0,0 0-50 0,0 0-58 0,0 2-65 16,-2-1-67-16,-2-1-75 0,4 2-61 0,-5 0-61 0,1-3-83 0,-1 1-94 15,-1 0-128-15,1-1-149 0,-4 0-147 0,0-1-151 0,0-1-59 0,0-1-18 16,-2-1 16-16,-2-1 28 0,2 2 51 0,-3-2 56 0,-1 0 56 0,-3 0 52 16,2-2 81-16,-2 1 94 0,-2-1 127 0,-2 1 147 0</inkml:trace>
  <inkml:trace contextRef="#ctx0" brushRef="#br0" timeOffset="-108464.66">14605 14463 19 0,'0'0'361'0,"0"0"228"0,0 0 106 0,0 0 50 0,0 3 29 0,0 0 16 0,4 0 15 0,-4 1 14 0,0 1 15 0,0 1 18 0,0 1 9 0,0 1 9 0,0-1-64 0,0 2-99 16,0 0-181-16,0 0-221 0,0 0-103 0,0 0-49 0,0 2-25 0,0-2-19 16,2 1-14-16,-2-1-14 0,0 2-18 0,4-1-18 0,-4-1-21 0,0 2-18 15,0-1-21-15,0-1-23 0,3 0-20 0,-1 0-23 0,-2 0-32 0,0-1-35 16,0-1-64-16,4 0-71 0,-4 0-70 0,0-3-65 0,0 2-49 0,0-1-39 16,0-2-27-16,-4 1-18 0,4-1-5 0,0 0 0 0,-5 0 11 15,5-1 15-15,-4-1 32 0,-2 1 42 0,5-2 71 0,-3 1 82 0,-1-1 81 16,1 0 79-16,-1-1 65 0,-1 1 56 0,3 0 46 0,-3-2 43 15,1 1 39-15,1-1 35 0,0 1 35 0,-1-1 32 0,3 2 29 0,-1-1 26 16,-1-1 15-16,4 2 12 0,0-1 4 0,0 1 2 0,0 0 5 0,0 0 5 16,0 0 7-16,0-3 7 0,0 1-3 0,4-1-6 0,-1 0-15 0,3 0-22 15,-1-1-25-15,1-1-26 0,3-1-23 0,0 0-16 0,1-1-14 0,-1-1-13 16,4 1-16-16,-2-2-16 0,-2-2-21 0,6 2-23 0,-5 0-17 0,-1 2-13 16,4-1-10-16,-7 1-10 0,4 0-4 0,-2 3-4 0,-3 0-1 0,-3-1-1 15,5 2 0-15,-5 2 3 0,1 1 4 0,-3 0 8 0,0 0 2 0,0 1 1 16,0 2 0-16,0 2 1 0,0-1-1 0,-3 4 0 0,3-1 0 0,-6 4 0 15,3-1-1-15,1 4-2 0,-3-2-6 0,-3 1-5 0,7 2-8 16,-5-1-10-16,-1-1-1 0,5 1 2 0,-5-1-2 0,1-1-3 0,5 0-2 16,-3-1-2-16,0-1-5 0,4 1-3 0,-1-4-3 0,-3 2-5 0,4-1-2 15,0-3-4-15,0 2-4 0,0-3-3 0,0 2-6 0,0-1-6 0,0-2-4 16,4 0-4-16,-4 0-4 0,1 0-3 0,-1-2 0 0,0 2 0 16,4-1 3-16,-4-2 4 0,0 0 3 0,0 0 5 0,0 1 5 0,0-1 7 15,0 0 6-15,0 0 4 0,0 0 7 0,0 0 4 0,0 0 7 0,0 0 8 16,0 2 5-16,0-2 2 0,-4 0 4 0,3 0 2 0,-3 0 4 0,-1 0 4 15,5 0 1-15,-4-2 2 0,-2 2 2 0,6-1-1 0,-5 1 3 0,1-2 2 16,4 2 0-16,-1-3-3 0,-3 2 0 0,0-1 5 0,3 1-2 0,-3 0-3 16,4-3-2-16,0 3-2 0,-2-1-5 0,2 2-3 0,0-1-2 0,0 1 1 15,0 0-4-15,0-4-1 0,2 3-4 0,-2-2-4 0,0 3-1 0,4-3 0 16,-3 3-7-16,3-1-7 0,1-1-20 0,-1 1-28 0,1-1-77 0,1 1-104 16,3-1-106-16,0 2-105 0,-4-2-126 0,4 2-136 0,4 0-62 15,-6 0-31-15,6 0-14 0,-2 0-8 0,2 0 1 0,-3 0 3 16,3 0 21-16,-2 0 25 0,3 0 80 0,-1 0 105 0,-2 0 104 0,3 0 105 15</inkml:trace>
  <inkml:trace contextRef="#ctx0" brushRef="#br0" timeOffset="-108230.89">15210 14652 174 0,'-4'9'468'0,"-5"1"186"0,4 2 92 0,-1 0 44 0,1 2 25 0,-1 1 13 0,-1 3 8 0,2-1 6 0,-1 0 2 0,3 2 3 16,-3 1 1-16,2-2-1 0,3 1-118 0,-3 1-170 0,-1 0-186 0,1 1-194 15,4-2-116-15,-2 1-78 0,-1-2-98 0,3 0-109 0,0-2-98 0,0 0-94 16,3-2-88-16,-1 0-87 0,-2-3-91 0,4-1-90 0,-1-3-44 16,-1 1-20-16,-2-5-1 0,4 0 3 0,-4-3 24 0,0 0 34 0,0 0 73 15,5-3 95-15,-1 0 92 0,-2-2 90 0,1-1 84 0,3-1 84 16</inkml:trace>
  <inkml:trace contextRef="#ctx0" brushRef="#br0" timeOffset="-107979.09">15182 14710 46 0,'4'-12'304'0,"0"2"112"0,-2-1 89 0,1 4 82 16,3 2 64-16,-1-1 63 0,-1 3 39 0,5 2 27 0,-4-2 19 0,1 1 19 16,-1 1 11-16,4-1 12 0,-5 2-69 0,5 0-103 0,-4 0-102 0,0 2-97 15,5-1-79-15,-5 2-68 0,-1 0-56 0,1 0-47 0,0 3-26 0,-1-1-17 16,1-1-9-16,-1 2-8 0,-2 0-6 0,-2 2-3 0,4-1-5 0,-4 1-8 15,0 1-7-15,-4 0-11 0,4 0-7 0,-2 0-12 0,-2 1-11 0,-1 1-10 16,1-1-17-16,-1 1-19 0,0-3-28 0,-1 2-28 0,-1 0-32 16,1-1-35-16,-3-1-37 0,4-1-36 0,-4-1-56 0,4 0-64 0,-1 0-100 0,1-1-120 15,-3-2-108-15,3 1-103 0,3-1-102 0,2-3-105 0,-7 0-34 16,7 0-4-16,0 0 17 0,0-4 19 0,0 4 31 0,0-6 31 16,4 0 52-16,-1-2 62 0,3 2 100 0,-5-2 119 0,9 4 107 0,-5-2 105 15</inkml:trace>
  <inkml:trace contextRef="#ctx0" brushRef="#br0" timeOffset="-107739.34">15448 14770 91 0,'0'3'409'0,"-1"0"202"0,1 0 94 0,0 0 43 0,0 0 17 0,0 0 12 16,1 0 6-16,3 0 6 0,-2-2 4 0,-2 1 5 0,3 0 4 0,3-1 4 15,-3 1-92-15,3-2-131 0,-1 1-183 0,-1-1-202 0,5 0-90 0,-4 0-40 16,4-1-20-16,-3 1-10 0,3-2-8 0,2 1-6 0,-2-3-6 15,5 2-5-15,-5-3-7 0,4 2-9 0,-2 0-12 0,0-2-13 0,-2 1-19 16,3 0-20-16,-3 1-41 0,-1-2-45 0,-5 2-54 0,3 0-62 16,-1 0-58-16,-5 2-57 0,0-2-54 0,0 3-54 0,0 0-48 0,0-2-45 15,0 2-59-15,0-1-65 0,-5-2-18 0,3-2-1 0,-5 2 30 0,5 0 41 16,-2-1 54-16,-1 1 59 0,1-2 60 0,-1 1 57 0,1-1 54 0,2-1 53 16,-1 0 52-16,1 0 54 0</inkml:trace>
  <inkml:trace contextRef="#ctx0" brushRef="#br0" timeOffset="-107289.97">15615 14602 46 0,'0'0'337'0,"0"2"162"0,3-1 105 0,-3 2 80 0,2 3 52 0,-2 0 37 16,0 3 29-16,0 0 20 0,0 2 20 0,-2-1 16 0,-1 2 17 0,-1 0 17 16,-1 0-62-16,3 3-97 0,-2-1-130 0,-5 1-147 0,4 0-96 0,-1 1-72 15,-3-1-48-15,0 2-37 0,0-1-29 0,0 0-19 0,2 1-20 16,-6-2-18-16,4 2-25 0,0-1-30 0,-2-1-34 0,2 0-40 16,0-1-34-16,0-1-31 0,2-1-27 0,0-1-19 0,1-2-21 0,-3-2-20 15,8 0-19-15,-3-2-26 0,-2 0-25 0,6-2-30 0,0 0-18 0,0-3-16 16,0 1-5-16,0-1 2 0,0 0 6 0,6 0 9 0,-2 0 10 0,-3-1 14 15,3-1 15-15,1 1 17 0,1-2 20 0,-3 0 23 0,3 0 32 0,-1-1 37 16,2 0 43-16,-1 1 45 0,-1 2 43 0,-1-2 43 0,1 1 36 0,-1 1 34 16,1-1 27-16,-3 2 20 0,2 0 17 0,1 0 15 0,-1 0 11 0,1 2 10 15,-1-2 6-15,-2 0 0 0,1 1-7 0,1 1-16 0,-2 1-15 0,3-2-17 16,-1 1-17-16,-4 1-18 0,5-1-14 0,-1 0-13 0,-2 3-11 0,1-2-11 16,-3 0-11-16,6 1-7 0,-6-1-10 0,3 0-8 0,-3 0-6 0,6 0-5 15,-6 0-4-15,3-1-6 0,-1 0-4 0,2 0-7 0,-4 0-5 0,5-1-5 16,-5 1-3-16,6-2-3 0,-3 0-5 0,1 0-5 0,-2 0-10 15,1-2-7-15,3 1-12 0,-3-3-9 0,-1 2-15 0,2-1-15 0,-4 0-21 16,5 0-22-16,-5-2-31 0,0 2-31 0,4-1-33 0,-2 1-33 0,-2 0-22 16,0 0-16-16,0 1-3 0,0-1 4 0,0 3 5 0,0 0 7 15,0-3 16-15,0 3 20 0,0 0 35 0,0 0 41 0,0 0 59 0,0 0 69 16,0 3 61-16,-2 0 59 0,-2 2 43 0,4-2 33 0,0 3 20 0,-2-2 14 16,-1 2 6-16,3 0 5 0,0-2-2 0,0 3-6 0,3-1-13 0,-1-2-24 15,-2 0-29-15,0 3-40 0,6-4-51 0,-3 1-59 0,1 0-89 0,-2 0-105 16,3-1-98-16,-1-2-98 0,-1 2-114 0,-1-1-123 0,-2-2-71 0,7-3-48 15,-5-2-24-15,4 0-7 0,1 1-7 0,-2-2 3 0,1 0 20 0,-1-1 34 16,4-2 71-16,0 0 92 0,2 0 92 0,2 1 87 0,-2 1 113 0</inkml:trace>
  <inkml:trace contextRef="#ctx0" brushRef="#br0" timeOffset="-106901.08">16014 14742 88 0,'-3'4'410'0,"-3"2"214"0,1 1 100 0,1 1 50 0,4 1 22 0,-5 2 13 0,5 1 9 0,-4 0 8 16,3 1 8-16,-3-1 5 0,4 3 7 0,0-1 4 0,0 1-89 0,0-2-135 15,0 2-186-15,4-1-209 0,-4 1-97 0,5-3-47 0,-1 2-24 0,-3 0-12 16,7-3-11-16,-3 2-8 0,0-2-10 0,5-3-10 0,-5 2-7 0,4-2-8 16,0-1-3-16,2-1-2 0,-2-2-4 0,0 0-4 0,0-2-5 0,2 0-2 15,-2-2-1-15,2-2-3 0,-2-1 0 0,0 0 3 0,5 0 2 0,-5-3 1 16,2 2 1-16,2-4-1 0,-2 1 2 0,-2-1 1 0,0-1 3 0,2 0 3 15,-2-1 1-15,0-1 4 0,-4 1-1 0,4-2 1 0,-3-1-1 0,1 0 1 16,-5 1-1-16,1-3-2 0,3 0 2 0,-6-1 2 0,3 1 2 0,-3-3-1 16,0 0 1-16,0-2-1 0,-3 2 2 0,3-1 0 0,-2 1 2 0,-2 0-1 15,1 1 2-15,1 2 2 0,-5 0 1 0,5 3 3 0,-2 2 1 0,-1 1 2 16,-1 1 2-16,-3 2-1 0,6 3 1 0,-6 0 1 0,3 2 0 0,-3 1 0 16,4 3 1-16,-4-2 1 0,-2 4-2 0,2 0-2 0,0 2-2 15,0 0-5-15,-2 1-6 0,2 2-9 0,0 1-15 0,0-1-17 0,2 2-34 0,-1 0-42 16,-3 0-67-16,6-1-81 0,-2 1-63 0,1-2-57 0,5 0-51 0,-3 1-49 15,0-2-48-15,3 0-50 0,1 0-54 0,0-3-54 0,0 0-35 16,0-6-27-16,1 5 15 0,-1-3 33 0,0-2 62 0,4 2 77 16,-4-2 63-16,5 0 61 0,-1-2 49 0,1 1 49 0,1 1 51 0,1-1 51 15,-1-1 59-15</inkml:trace>
  <inkml:trace contextRef="#ctx0" brushRef="#br0" timeOffset="-106735.28">16154 14845 31 0,'7'5'292'0,"-2"-1"108"0,-3 1 76 0,2 0 60 0,1 0 63 0,-1 1 63 15,1 0 52-15,1 0 43 0,-3-1 31 0,3 2 22 0,-1-1 19 0,-1 2 16 16,1-1-61-16,-1 2-97 0,1-1-96 0,-1 0-97 0,1 2-59 0,-1-2-46 15,1 2-54-15,1 0-58 0,-3 1-47 0,3-1-44 0,-4-1-30 0,5 0-23 16,-5 2-23-16,5-2-23 0,-5 0-28 0,3-2-35 0,-1 1-35 0,-1-1-34 16,-1-1-63-16,2 0-78 0,-2-1-114 0,1-1-131 0,-3 1-116 15,4-1-117-15,-4-4-100 0,-4 5-98 0,4-5-40 0,0 0-15 0,0 0 7 16,0 0 15-16,0 0 20 0,0 0 23 0,0 0 50 0,0 0 61 0,0 0 108 16,0 0 125-16,4-6 116 0,-2-1 115 0</inkml:trace>
  <inkml:trace contextRef="#ctx0" brushRef="#br0" timeOffset="-106332.18">16525 14731 147 0,'0'-1'449'0,"0"-1"196"16,3 1 90-16,-1 1 39 0,-2 0 19 0,4 0 12 0,-1 0 5 0,-1 0 5 15,2 0 2-15,1 0 5 0,1-2 1 0,-3 1 7 0,3-1-107 0,-1 0-155 16,-1 1-180-16,1-2-195 0,-1 0-88 0,1 2-40 0,-1-2-19 16,1 0-10-16,1 1-7 0,-3 0-5 0,3 0-5 0,-3 0 1 0,-1 1-11 15,3-1-12-15,-1 1-2 0,0-1 4 0,-3 2-1 0,-1 0 1 0,4 0-1 16,-4 2 4-16,2-1-1 0,2 2-1 0,-4 0 0 0,0 2 2 15,0 1 4-15,0 1 9 0,0 2 7 0,0 2 8 0,0 1 3 0,-4 0 0 16,2 1 3-16,2-1 3 0,-4 3 2 0,4 0-1 0,-5 1 2 0,5 0-1 16,-4 0 1-16,4 1 1 0,-1-1-7 0,-3-1-13 0,4 2-11 0,-2-3-9 15,-1 0-14-15,3 0-16 0,-4-3-21 0,4 2-22 0,0-4-47 0,0 0-56 16,0-2-83-16,0 1-97 0,0-4-81 0,0 0-75 0,0 0-75 0,0-1-76 16,0-3-70-16,0 0-69 0,0 0-25 0,0 0-5 0,4-5 7 0,-4-1 20 15,3 0 40-15,-1 0 54 0,2-3 85 0,-3 2 96 0,3-1 82 0,0 1 73 16,-3-2 77-16,3 1 82 0</inkml:trace>
  <inkml:trace contextRef="#ctx0" brushRef="#br0" timeOffset="-106168.05">16695 14905 3 0,'1'-1'332'0,"3"1"208"0,1-2 108 16,-5 2 59-16,6 2 37 0,-3-1 26 0,3 1 22 0,-6 0 24 15,4 2 18-15,-3-1 16 0,-1 0 18 0,4 0 20 0,-4-2-48 0,0 2-82 16,4 0-161-16,-3-1-199 0,-1 1-103 0,4 0-58 0,-4-2-37 0,4 2-31 16,-3-1-34-16,3-1-37 0,-2 0-39 0,-2 1-38 0,3-2-41 0,-3 0-40 15,0 2-65-15,0-2-70 0,0 0-99 0,0 0-109 0,0 0-89 0,4 0-82 16,-4 0-80-16,2 1-83 0,-2-1-63 0,0 0-54 0,0 0-12 0,0 0 5 15,0 0 17-15,0 0 18 0,-6 2 42 0,3-1 55 0,-3 1 88 0,6-2 108 16,-5 1 85-16,5-1 78 0,-4 2 83 0,-1 1 88 0</inkml:trace>
  <inkml:trace contextRef="#ctx0" brushRef="#br0" timeOffset="-106018.2">16689 14982 51 0,'0'0'504'0,"0"0"137"0,0 0 75 0,0 0 44 0,0 0 30 0,0 0 24 15,0 1 18-15,2 0 19 0,-2 3 23 0,4-3 17 0,-3 1 19 16,3 1-7-16,-4-2-17 0,5 1-191 0,-5-1-275 0,6 2-138 0,-3-2-77 0,1 1-62 15,-2 0-58-15,3-2-52 0,-1 3-52 0,1-3-115 0,-1 0-142 16,1 1-145-16,4-1-147 0,-3 2-131 0,-6-2-124 0,5 0-57 0,4 0-29 16,-3 0-8-16,3 1 1 0,0 1 15 0,0-1 25 0,2 2 30 0,1-2 33 15,-1 1 95-15,2 3 122 0,1-2 128 0,1 1 130 0</inkml:trace>
  <inkml:trace contextRef="#ctx0" brushRef="#br0" timeOffset="-105074.9">17201 14712 49 0,'7'-5'330'0,"0"0"147"0,1 1 93 0,-1 0 73 0,2-1 50 0,0 2 43 16,0-1 24-16,2 1 22 0,-4 0 17 0,0-2 11 0,2 1 12 0,1 1 7 16,-1-2-76-16,-4 2-111 0,4 0-133 0,-4 0-142 0,-1 0-93 0,1 1-66 15,1 0-49-15,-6 0-37 0,0 2-26 0,0 0-20 0,0 0-14 0,0 0-14 16,0 3-9-16,0 2-9 0,-6-1-6 0,1 2-6 0,1 3-5 0,-1 2-5 15,-4 1-4-15,0-1-5 0,-2 5-7 0,2-1-7 0,-5 1-7 0,-1 1-8 16,1-1-6-16,1 1-6 0,-2-2-8 0,5 0-5 0,-3 0-5 0,-1-2-5 16,3-1-1-16,0 2-1 0,-2-4-4 0,8 2-4 0,-4-3 9 0,3 0 15 15,1-1 5-15,-2-2-3 0,5-2 2 0,-2 0 4 0,-1 0 5 0,5-3 8 16,0-1 5-16,0 0 2 0,0 3 5 0,5-1 5 0,-5-2 8 0,6 0 11 16,-3 0 0-16,3 0-6 0,-1 0 6 0,-1 0 14 0,5 1 7 15,-4-1 6-15,4 0 6 0,0 0 1 0,-3 2 7 0,3-2 3 0,-4 1 6 16,4 1 10-16,-3-1-3 0,-1-1-8 0,-1 1-5 0,1 1-5 15,0 0-5-15,-1-1-4 0,-4 1-3 0,4-2-3 0,-4 0-3 0,2 1-1 16,-2-1-5-16,0 0-6 0,0 0-8 0,0 0-10 0,0 0 0 0,0 0 5 16,0 0-2-16,0 0-2 0,0 0-1 0,0 0-3 0,0 0-4 0,0 0-4 15,0 2-1-15,0-2-4 0,3 0-1 0,-1 0 4 0,2-2-2 0,-1 1-5 16,3-2 1-16,-1-1 1 0,0 0 0 0,3 0 0 0,-1-2 1 0,0 0 4 16,0 0 1-16,2-2 3 0,1-1 1 0,-1 2 1 0,0 1 1 0,-4 0 0 15,4 0 3-15,-4-1 1 0,5 3 4 0,-5 1-1 0,0 0 5 0,-1 2 5 16,1-1 5-16,-1 2 7 0,-2 2 5 0,1 1 5 0,1-2 2 0,-2 4 2 15,-2-1 4-15,0 2 2 0,0 0 4 0,0 1 1 0,0 0 0 16,0 0 0-16,0 1-5 0,0-2-4 0,-2 1-4 0,-2-1-4 0,4 0-7 16,0 0-7-16,0-1-8 0,-3-1-8 0,3 1-10 0,0-2-10 0,0 0-14 15,0-1-12-15,3 0-14 0,-3-2-13 0,0 2-19 0,6-2-23 0,-6-2-47 16,7 0-59-16,-5 2-53 0,3-2-53 0,-1-1-37 0,1-2-30 16,1 1-6-16,1-1 1 0,-2-1 5 0,1 2 4 0,-1-2 9 0,3-2 11 15,-3 4 18-15,0-4 23 0,1 2 52 0,-1-1 65 0,-1 0 66 0,1 2 69 16,3-1 50-16,-3 0 44 0,0 0 24 0,1 0 16 0,-1 1 25 0,-1-1 32 15,1 3 42-15,1-1 45 0,-3 1 50 0,1 0 52 0,-2 1 29 0,1 2 21 16,-3 0 8-16,0 0 3 0,6 2 0 0,-6-1 1 0,3 1-3 0,-1 3-3 16,-2-1-15-16,0 2-21 0,0 0-30 0,0 0-40 0,0 1-47 0,0 2-48 15,0-2-34-15,0 3-29 0,0-3-20 0,0 1-16 0,0-1-16 0,4 1-16 16,-4-2-19-16,0-2-19 0,3 0-16 0,-3 0-7 0,2-1-15 16,2-3-18-16,-2 1-25 0,1-1-32 0,1-1-44 0,1-1-52 0,-3-1-62 15,7-1-68-15,-5-2-44 0,5-2-33 0,0 1-17 0,-2-2-12 16,2-2-12-16,0 0-12 0,0 0-1 0,0-1 1 0,0 0 18 0,-1 2 25 15,1-3 40-15,0 1 49 0,0 0 66 0,-4 2 71 0,4-2 56 0,-3 1 46 16,3 1 38-16,-4 1 39 0,-1 0 29 0,1 1 29 0,1 1 28 0,-3 1 25 16,3 1 32-16,-3 2 33 0,-1 0 47 0,2 0 55 0,-4 2 53 0,0 1 57 15,5 1 35-15,-5-1 25 0,4 3 10 0,-4-1 2 0,3-1-8 0,-3 4-9 16,0-2-12-16,0 3-17 0,-3-2-34 0,3 0-38 0,0 3-82 0,0-3-97 16,0 3-123-16,-4 0-136 0,4-3-105 0,0 2-93 0,0 0-79 0,0 0-74 15,0-1-84-15,0-1-85 0,0-4-52 0,0 0-37 0,0 0-10 0,0 0 5 16,0 0 33-16,0 0 46 0,4 2 65 0,1-4 79 0,1-1 65 0,-3 0 59 15,3-1 62-15,-1 1 60 0,4-2 78 0</inkml:trace>
  <inkml:trace contextRef="#ctx0" brushRef="#br0" timeOffset="-104730.91">17905 14722 25 0,'0'0'406'16,"0"0"138"-16,0 0 103 0,3 2 62 0,-3 1 44 0,0 0 33 0,2 0 23 0,-2 1 16 0,0-1 12 0,-2 2 8 0,2 1 7 0,-3-2-11 0,3 0-22 0,0 1-154 0,-4 1-211 0,4 0-135 0,0-1-102 0,-2-1-61 0,-1 2-45 15,3-3-34-15,0 2-31 0,-4-1-22 0,4 1-19 0,0-2-16 0,0-2-16 16,0 2-13-16,4-1-14 0,-4-2-17 0,3 1-17 0,-1-1-29 0,2-1-30 16,-1-1-39-16,3-2-42 0,-1-1-18 0,1 1-11 0,-1-4 1 0,4 1 5 15,0-3 0-15,4 2-2 0,-2-4 2 0,-1 1-1 0,3-1 11 0,-2 0 14 16,3 0 23-16,-5 2 32 0,4-1 38 0,-4 1 41 0,2-1 26 16,-6 2 17-16,4 3 16 0,-3-2 15 0,-3 3 32 0,1 2 39 0,-2 0 49 15,2 0 50-15,-3 1 33 0,-1 2 25 0,0 0 17 0,0 0 9 0,0 3 7 16,0 0 5-16,0 0 0 0,0 2 0 0,0-1-10 0,-1 2-14 15,1-1-33-15,-4 1-36 0,4 0-37 0,-2 0-34 0,2-2-28 0,-4 2-22 16,4 0-24-16,-3-1-27 0,3 0-36 0,-2-1-39 0,-2 2-63 0,4-3-73 16,-3 1-64-16,1-1-58 0,-2-1-47 0,4 1-37 0,0 0-53 0,0-3-61 15,0 1-55-15,0-1-58 0,0 0-38 0,0 0-26 0,0 0 10 0,0 0 26 16,0 0 56-16,0 0 72 0,0 0 60 0,0 0 59 0,0 0 53 0,0 0 47 16,0 0 50-16,0-4 51 0,0 4 58 0</inkml:trace>
  <inkml:trace contextRef="#ctx0" brushRef="#br0" timeOffset="-104595.58">18091 14713 126 0,'5'2'310'0,"-1"-1"50"0,-4 2 24 0,4-2 12 15,-3 3 7-15,3-1 5 0,-2 0 5 0,-2-2 13 0,0 2 15 0,0 0 22 16,0 0 21-16,0 2-21 0,0-2-45 0,0 1-79 0,0 2-98 0,0-1-44 16,-2 1-25-16,2 1-21 0,0-1-24 0,-4 0-34 0,4 0-42 15,0 2-48-15,-1-1-53 0,1-1-71 0,-4 2-79 0,4-1-99 0,-4 2-110 16,3-3-65-16,-3 0-50 0,-2 2-19 0,3-2-8 0,-3-1 9 0,1 2 13 16,-4-1 29-16,0-2 34 0,0 1 37 0,3-1 39 0,-4 1 51 0,-3-1 53 15,-2-1 81-15</inkml:trace>
  <inkml:trace contextRef="#ctx0" brushRef="#br0" timeOffset="-103037.83">15182 15765 238 0,'0'-3'404'0,"0"0"80"0,0 0 58 0,4 1 54 16,0-1 52-16,-2 2 42 0,1-1 38 0,-1 2 25 0,2 0 19 0,1-1 18 15,-1 1 15-15,-1-2-46 0,-1 2-73 0,3 0-111 0,-1 0-127 0,2 0-74 16,-3 0-46-16,-1 0-45 0,2 2-46 0,1-1-31 0,-1-1-28 16,1 3-14-16,0-2-11 0,3 3-8 0,-3-3-5 0,1 2-5 0,-1 0-6 0,-1 0-3 15,1 0-7-15,-1 0-4 0,-3 2-4 0,3-2-7 0,1 1-5 0,-5-1-6 16,4 0-10-16,-2 2-8 0,-2-1-10 0,4 1-9 0,-4 1-7 0,0 0-8 0,-4 1-10 16,4 1-11-16,0-1-8 0,-2 2-10 0,-2 2-13 15,3-2-6-15,-3 0-10 0,0 0-4 0,-1 0-5 0,1 1-3 0,-1-1-2 0,3-2 0 0,-1 1-4 16,-1 0 2-16,-2-2 1 0,1 1 4 0,1-1 3 15,3-1 7-15,-3 1 7 0,-1-2 9 0,1 1 9 0,4-1 9 0,-5-2 7 0,1 1 11 16,4 0 9-16,-5-2 8 0,5-1 9 0,0 0 5 0,-6 0 5 16,6 0 2-16,0 0 3 0,0 0 1 0,0 0-3 0,0 0 0 0,0 0-5 0,0 0-3 0,0 0-5 15,0 0-8-15,4 0-3 0,-2-1-3 0,1-1-4 0,-1 1 0 16,2-1-1-16,1 1 1 0,2-1-2 0,0-1 2 0,1 2 1 0,-1-2-1 0,2 1 2 16,0-2-1-16,0 2-2 0,2-2-1 0,-2 2-6 0,-4-1-17 0,4-1-23 15,0 1-38-15,1 0-38 0,-5 0-38 0,0 1-40 0,3-2-41 0,-3 1-45 16,0 0-97-16,1 0-125 0,3 0-118 0,-5-1-113 0,1 2-117 0,-1-1-121 15,1-2-42-15,-3 1-5 0,1-1 19 0,1 2 29 0,-2-1 36 16,1-1 34-16,-1 2 43 0,-2 3 40 0,4-3 100 0,1 0 124 0,-5 3 117 16,0 0 116-16</inkml:trace>
  <inkml:trace contextRef="#ctx0" brushRef="#br0" timeOffset="-102825.46">15635 15826 115 0,'3'1'433'0,"1"-1"212"0,-2 2 101 0,1-2 51 0,-1 2 29 16,2 1 20-16,1-2 14 0,-1 1 16 0,-1-1 10 0,-1 1 14 16,4-1 10-16,-3 1 11 0,1-1-95 0,-2-1-142 0,3 1-189 0,-1-1-207 15,-1 0-101-15,3 0-52 0,-1 0-42 0,1 0-37 0,-3 0-37 0,3-1-38 16,-1 1-58-16,4-1-70 0,-3-1-121 0,3 1-145 0,-4-1-134 0,4 1-135 16,-2-2-98-16,-1-2-85 0,-1 2-36 0,4 0-17 0,-3 0 6 0,-1 2 14 15,2-2 20-15,1 0 20 0,-5 1 49 0,3 1 55 0,3-1 111 0,-4 4 134 16,4-2 133-16,0 0 131 0</inkml:trace>
  <inkml:trace contextRef="#ctx0" brushRef="#br0" timeOffset="-102180.98">16147 15715 151 0,'-4'2'557'0,"4"-1"130"0,-4 1 58 15,4-1 30-15,0-1 16 0,-2 2 9 0,-1-1 10 0,3-1 7 0,0 0 7 16,0 0 9-16,0 0 2 0,0 0-24 0,0 0-43 0,0 0-203 0,0 0-278 16,0 0-126-16,0 0-61 0,0 0-26 0,5 0-16 0,-5 0-10 0,4-1-7 15,0 1-8-15,-3-2-8 0,3 1-7 0,-2-1-6 0,1 1-4 0,3-1-4 16,-3 2-1-16,-1-2 0 0,2 1 0 0,-4 1 0 0,0 0 0 0,0 0 0 15,0 0-1-15,0 0-2 0,0 0-2 0,0 0 1 0,0 0-1 0,0 0 1 16,0 0-1-16,0 0-1 0,0 0-3 0,0 0 0 0,0 0-1 0,5-1-4 16,-5 1 1-16,0-2-2 0,4 1-3 0,0-1-2 0,-3 1-5 0,5-4-7 15,-3 0-7-15,3-2-10 0,3 0-10 0,-4-4-10 0,4 1-15 0,0-2-18 16,2-2-22-16,-2 0-30 0,0 0-28 0,4-1-32 0,-6 0-27 0,2-2-23 16,0 2-13-16,0-2-9 0,0 3 3 0,-3-1 6 0,5 1 10 0,-8 2 14 15,3-1 22-15,-1 2 27 0,-1 2 51 0,1 0 59 0,-5 3 70 0,4 0 78 16,-4 1 61-16,0 3 55 0,0 2 40 0,0 0 26 0,0-2 18 0,0 2 11 15,0 0 14-15,-4 0 15 0,4 2-3 0,-5 0-11 0,1 2-24 0,4-1-24 16,-5 0-35-16,3 1-39 0,-2 2-29 0,1 2-24 0,3-2-13 0,-6 3-11 16,6-2-6-16,-5 2-5 0,5 0-8 0,0 0-11 0,-4 2 1 0,4-2 10 15,0 1 1-15,0 2 1 0,0 0 1 0,0 0 1 0,4 2 0 0,-4-1 0 16,0 1 0-16,0 1-2 0,3 0-1 0,-1 0 0 0,-2 1-1 0,0 1-3 16,4-1-4-16,-2 1-4 0,-2-1-3 0,3 1-3 0,-3-2 5 0,4 1 7 15,-2 0-3-15,-2 1-6 0,3-2 2 0,-1-1 1 0,2 1 3 0,-4-3 5 16,3 1 2-16,-1-2 3 0,-2 1 6 0,0-2 8 0,0 1 2 0,0-2 4 15,0-2-4-15,0 2-7 0,0-1 2 0,-2-3 6 0,-1 2 2 0,3-1 0 16,-4 0-2-16,4-2-5 0,-5 1-4 0,5-1 1 0,-6 1-7 0,3-1-10 16,-3-1-3-16,1 2-8 0,1-2-4 0,-1 1-3 0,-1-1-8 0,-3 2-3 15,4-2-7-15,-4 1-5 0,0-1-7 0,0 0-7 0,3 0-14 0,-3 0-19 16,-2-1-18-16,-1 1-19 0,3-2-31 0,-2 2-36 0,2-1-30 0,0-1-33 16,-2 1-27-16,2-2-28 0,0 1-59 0,0-1-72 0,-2 0-99 0,5 0-110 15,-3 0-98-15,4 0-95 0,-2-1-81 0,1-1-74 0,1-1-15 0,1 0 17 16,4 3 22-16,0-6 26 0,0 2 25 0,4-1 28 0,0-1 56 0,-3 0 77 15,5-1 101-15,1 1 115 0,-2 0 111 0,6-2 107 0</inkml:trace>
  <inkml:trace contextRef="#ctx0" brushRef="#br0" timeOffset="-101955.5">16496 15781 293 0,'3'5'601'0,"-3"-3"125"0,2 3 59 0,-2 0 33 0,0-1 23 0,4 2 22 0,-4 0 21 0,0 2 27 0,0-1 27 0,0 1 25 0,0 0 25 0,0 2-39 0,0 2-61 0,-4-2-198 0,4 1-255 16,0 1-118-16,0 0-60 0,0 0-32 0,0-2-21 0,-2 4-24 0,2-2-26 16,0 1-40-16,-3-1-42 0,3 0-50 0,0 0-48 0,0 0-48 0,0 0-45 15,0-1-34-15,-4-1-30 0,4-2-24 0,0 0-23 0,0-1-33 0,-2-1-39 16,2-2-63-16,0 1-71 0,0-2-58 0,0-3-47 0,0 0-40 0,0 0-37 16,0 0-31-16,0 0-28 0,0 0-50 0,0 0-60 0,-3-8-15 0,3 1 2 15,0-3 28-15,0 2 31 0,0 0 66 0,-2-2 75 0,2-1 68 0,-4 1 66 16,4-2 62-16,0 0 61 0,0 0 60 0,0 0 61 0</inkml:trace>
  <inkml:trace contextRef="#ctx0" brushRef="#br0" timeOffset="-101745.47">16519 15731 319 0,'0'-2'423'0,"6"0"75"15,-6 2 74-15,3 2 74 0,-1-1 56 0,2 0 50 0,-1 3 30 0,-1-1 25 16,2 0 18-16,-3 1 17 0,3-1-6 0,2 1-18 0,-3 0-106 0,1 2-152 16,-2-2-88-16,3 2-61 0,-5 0-63 0,4 0-65 0,1 0-46 0,-5 2-42 15,5-2-22-15,-5 0-17 0,4 1-11 0,0 1-9 0,-3-2-6 0,-1 0-4 16,4 1-8-16,-4 1-7 0,0-1-10 0,0 1-8 0,0-1-10 0,-4 0-8 15,4 3-9-15,-1-3-9 0,-3 1-15 0,4 1-19 0,-4-2-31 0,3 1-38 16,-5-2-34-16,3 1-39 0,-1-1-40 0,-1 0-47 0,-1-1-101 0,3 1-124 16,-3-2-125-16,1-1-125 0,1 0-118 0,-1-2-110 0,-4-1-45 0,7-1-11 15,-5 1 10-15,5-3 25 0,-2 0 26 0,2 0 33 0,-1 0 38 0,3-1 41 16,0-1 99-16,0-1 124 0,0 2 125 0,3-1 124 0</inkml:trace>
  <inkml:trace contextRef="#ctx0" brushRef="#br0" timeOffset="-101521.21">16790 15777 42 0,'0'3'392'0,"4"-2"246"0,-2 2 109 0,-2-3 51 16,0 2 23-16,5-1 10 0,-1 0 4 0,-4 1 5 0,4-2 0 0,-4 0 0 16,1 0-1-16,5 0 0 0,-3 0-78 0,3 0-111 0,-3 0-202 0,3 0-242 15,-1-2-110-15,3 1-50 0,-3 1-23 0,0-3-13 0,1 2-11 0,-1-2-13 16,4 1-16-16,-5-1-18 0,1 0-42 0,1 1-52 0,1 0-74 0,-2 0-85 15,1-1-68-15,-3 3-62 0,-1-1-63 0,2 1-63 0,-4 0-68 0,0 0-75 16,0 0-49-16,0 0-39 0,0 0-6 0,-4 1 10 0,-1 2 37 0,1 0 50 16,-1 0 72-16,-1 2 80 0,3-2 70 0,-5 1 64 0,1 0 63 0,2 1 63 15,-1 0 72-15</inkml:trace>
  <inkml:trace contextRef="#ctx0" brushRef="#br0" timeOffset="-101371.58">16790 15885 33 0,'0'3'486'0,"0"0"127"0,4 0 64 0,-2-2 38 0,-2 1 29 16,5 1 19-16,-5-2 18 0,4 2 14 0,1-1 14 0,-1-1 6 0,-2 1 6 15,1-2-9-15,3 1-17 0,-3 1-189 0,1-1-266 0,-2 1-128 0,3-1-64 16,-1-1-58-16,1 2-53 0,1-2-95 0,-3 1-117 0,3-1-110 0,-3 0-111 16,6 0-114-16,-3 3-117 0,-1-3-80 0,-5 0-66 0,6 0-31 0,1 2-14 15,-2-2-4-15,1 3-1 0,-3 0 19 0,-1-2 25 0,-2-1 74 0,4 3 98 0,-1 1 99 16,-1 1 99-16,2 0 104 0</inkml:trace>
  <inkml:trace contextRef="#ctx0" brushRef="#br0" timeOffset="-100966.6">17438 15835 82 0,'0'0'364'0,"0"0"152"0,0 0 96 0,5 0 71 0,1 0 43 0,-3 0 34 15,8 0 21-15,-2-1 18 0,0-1 10 0,0-1 10 0,2 0 6 0,-2-1 4 16,4-1-88-16,-2-1-132 0,3 1-144 0,-5 1-151 0,6-2-94 0,-6 0-70 16,2 0-48-16,1 2-39 0,-1-2-39 0,-2 1-36 0,0-1-61 0,0 2-73 15,-3-1-89-15,-1 1-98 0,4-1-86 0,-5 4-78 0,1-2-103 0,-5 1-108 16,0 2-58-16,0 0-35 0,0 0-14 0,0 0-1 0,-5 2 11 0,-2 2 22 16,1-1 46-16,-3 3 62 0,2-1 85 0,-2 1 94 0,0 1 85 0,-4 1 80 15,6 0 100-15</inkml:trace>
  <inkml:trace contextRef="#ctx0" brushRef="#br0" timeOffset="-100667.46">17476 15909 153 0,'0'0'326'16,"0"3"57"-16,0-3 33 0,0 1 36 0,5 2 39 0,1 0 45 0,-3 0 53 15,3-1 50-15,-1 1 52 0,3-2 33 0,-3 1 24 0,0-1-32 0,1 1-61 16,3-1-88-16,-4-1-99 0,2 2-52 0,1 0-27 0,-5 0-32 0,6 0-37 16,-3-1-43-16,-1 2-49 0,-1 0-51 0,1-1-51 0,1 2-31 0,-3-1-26 15,-3 0-13-15,4 2-7 0,-4-1-10 0,0 2-10 0,0-1-7 0,-4 2-4 16,4-1-3-16,-3 2-3 0,1-1-1 0,-4 2-2 0,-1-1 1 0,2 1 1 15,-1-2 1-15,1 2 1 0,-2-1 2 0,-1-1 3 0,1 2 5 0,0-1 4 16,0-3 3-16,-2 3 3 0,3-2 6 0,1 0 3 0,1-3 0 0,2 2 1 16,-1-1-1-16,1-2-3 0,-2 1 0 0,4-3 0 0,0 0 0 0,4 1 2 15,-2-1-2-15,1 2 1 0,-1-2-2 0,6 0-4 0,-3 0-2 0,0-2-4 0,4 2-1 16,-3-1 0-16,3-2 0 0,2 0 2 0,-2 0-4 0,0 0-2 16,0-2-8-16,2 1-8 0,-2-2-10 0,0 0-12 0,-4 0-12 0,4 0-13 0,-3 1-14 15,1-1-12-15,-2 0-23 0,-3 0-23 0,2 2-59 0,1-2-72 0,-5 3-92 16,6-3-98-16,-6 3-88 0,0-2-86 0,0 5-91 0,-2-3-92 0,-2-1-36 15,2-2-10-15,-1 1 1 0,-1 1 12 0,-1-1 16 0,-1 1 26 0,3-1 55 16,-3-1 76-16,1 0 90 0,-1 0 100 0,-1-1 94 0,2 1 89 0</inkml:trace>
  <inkml:trace contextRef="#ctx0" brushRef="#br0" timeOffset="-100263.12">17480 15379 150 0,'1'-4'434'0,"-1"1"171"0,0 0 74 0,0 3 34 0,0 0 13 0,0 0 7 0,0 0 4 16,0 0 2-16,0 0 4 0,0 0 0 0,0 0 0 0,0 0 0 0,0 0-108 15,0 0-159-15,0 0-166 0,0 0-169 0,0 1-73 0,4 2-32 0,-4 0-19 16,0 2-14-16,0-1-15 0,0 2-12 0,-4 2-14 0,4-2-9 16,0 2-4-16,-1 0-6 0,-3 1-2 0,0 0-2 0,3 0-5 0,-3 0 0 15,0 0-1-15,-1 0-1 0,3 0 6 0,-2-1 8 0,1 1 12 0,-3-2 13 16,5 1 16-16,-3-1 14 0,0 1 11 0,3-2 9 0,-3 0 8 0,4 1 5 15,-4-2 7-15,4 1 6 0,0-2 3 0,0 1 2 0,0-2 5 0,4 0 6 16,0 0 4-16,-3 1 1 0,3-2-1 0,0-1-4 0,1 1-2 0,0 1-2 16,1 0-2-16,-1-2-3 0,3 1 0 0,-3 1 0 0,4-2 0 0,-4 0 4 15,4 1-1-15,-3 1 1 0,3-1 2 0,-4-1 3 0,4 1 2 0,-3 1 2 16,-1 0 6-16,2-2 2 0,-1 4 3 0,-4-2 3 0,1 0 5 0,3 1 2 16,-6 0 4-16,3 1 1 0,-3 1 0 0,0 0 0 0,0 0-2 0,-3 2 1 15,3-1-5-15,-2 1-5 0,-5-1-2 0,5 2-8 0,-2-1-5 0,-1 1-7 16,-1 0-7-16,-3-2-13 0,6 2-16 0,-3-1-19 0,1-1-22 0,-4 1-23 15,5-1-32-15,-1 1-38 0,-4-4-86 0,3 2-112 0,5-1-104 0,-7-1-105 16,7 1-128-16,-3-3-141 0,0 2-64 0,4-4-31 0,0 0-7 0,0 0 6 16,0 0 11-16,0 0 17 0,0 0 23 0,0 0 32 0,0 0 85 0,4-5 109 15,0 2 106-15,1-1 103 0,-1 1 129 0</inkml:trace>
  <inkml:trace contextRef="#ctx0" brushRef="#br0" timeOffset="-99873.29">18073 15738 60 0,'0'0'370'0,"-2"0"190"0,2 0 91 0,0 0 44 0,0 0 28 0,0 0 21 0,2 0 20 0,1 0 19 15,3 0 14-15,-3 0 10 0,3-2 12 0,-1 1 7 0,4-1-75 0,0 0-116 16,-3 1-162-16,3-2-183 0,0 0-87 0,2 0-41 0,-2-1-27 0,0-1-21 15,0 1-19-15,2-2-22 0,-2 1-19 0,0-1-19 0,0 0-25 0,0 0-26 16,-4 0-49-16,4 0-56 0,-3 0-86 0,-1 0-98 0,1 2-86 0,-3-1-80 16,3 1-76-16,-3 2-76 0,-3 2-81 0,0 0-83 0,0 0-31 0,0 0-11 15,-5-2 6-15,5 2 14 0,-7 2 39 0,1 0 50 0,-3 2 80 0,4 1 95 16,-4-1 84-16,3 2 77 0,-3 2 74 0,0-1 78 0</inkml:trace>
  <inkml:trace contextRef="#ctx0" brushRef="#br0" timeOffset="-99709.16">18076 15808 22 0,'-9'9'400'0,"4"0"105"0,0-3 53 0,1 0 32 0,2-1 23 0,-1-3 30 15,3 2 35-15,0-1 33 0,3-2 31 0,-1 1 21 0,2-1 20 0,-3 1-4 16,3-2-15-16,1 1-143 0,1-1-200 0,3 0-98 0,-2 0-47 0,0-1-30 0,2-1-20 16,0-1-30-16,0 0-33 0,2 0-32 0,-2-1-32 0,0-2-24 15,2 0-21-15,-2 0-21 0,0 0-23 0,0 0-29 0,0-2-34 0,-3 4-67 16,3-2-84-16,-4-1-85 0,1 2-85 0,-3-1-77 0,3 1-75 0,-1-1-83 16,-5 2-88-16,4-2-57 0,-4 0-44 0,0 0-15 0,0 0 2 0,0 1 19 15,0-1 21-15,-4 2 63 0,4 1 79 0,-2-2 83 0,-1 1 81 0,1 1 81 16,-2 0 71-16,4-2 83 0</inkml:trace>
  <inkml:trace contextRef="#ctx0" brushRef="#br0" timeOffset="-99484.43">18201 15499 25 0,'7'-4'285'0,"-5"1"104"16,4-1 78-16,-3 3 64 0,3 0 69 0,-3 1 74 0,6 1 47 0,-3-1 36 16,3 1 26-16,-4 1 21 0,4 1 17 0,0-1 13 0,0 1-61 0,-1 0-95 15,1 1-95-15,0-1-95 0,3 2-69 0,-4 1-55 0,1-2-62 0,0 4-65 16,0-2-44-16,2 1-32 0,-2 1-25 0,-4-1-17 0,4 1-17 0,-3 1-14 15,3 0-11-15,-6 0-13 0,3-1-13 0,-1 2-10 0,-1-2-20 0,-1 4-18 16,-1-2-23-16,-2-1-26 0,-2 1-26 0,-1 2-29 0,-1-1-64 0,-1-1-79 16,-1 1-103-16,1-1-110 0,-2 2-107 0,-1-1-104 0,-1 1-91 0,0-2-86 15,-3 0-30-15,4 1-7 0,-1-2 6 0,0 2 15 0,0-1 20 0,0-1 24 16,-2 2 62-16,2-4 77 0,0 2 102 0,4-1 113 0,-1 0 106 0,1-1 104 16</inkml:trace>
  <inkml:trace contextRef="#ctx0" brushRef="#br0" timeOffset="-98700.2">19862 15505 159 0,'0'0'463'0,"0"0"204"0,0 2 90 0,0-2 45 0,0 1 20 0,-4 2 7 0,4 0 6 0,0-3 5 0,0 0 3 0,0 0 5 0,0 0 4 0,4-3 1 0,-1 0-111 0,-1 0-162 0,4-1-189 0,1-1-202 16,0-1-92-16,0-1-43 0,-1-2-18 0,5 0-9 0,-4 0-6 0,0 1-3 15,0-1-4-15,0 2-8 0,1-2-3 0,-3 3-5 0,-1 0 1 0,1 1-4 16,-3 4 2-16,2-2 0 0,-4 3 2 0,0 0-1 0,0 3 1 0,0 0 1 15,0 1 0-15,0 4-2 0,0-1 1 0,-4 4-1 0,2 1 2 0,-1 1 2 16,-3 2 1-16,2 0 3 0,-1 0 0 0,1 0-2 0,-1 0 1 0,0 2-2 16,1-4-2-16,2-1 1 0,-1 0-2 0,-3-2 0 0,6 0-2 0,0-3 1 15,0 1 1-15,0-2-2 0,0-3 1 0,4 1-4 0,-2-2-1 0,3-1-1 16,-1-1-4-16,1-1-4 0,0-3-4 0,4-1-8 0,1-1-5 0,-1-3-8 16,1-2-10-16,-1-2-8 0,4-2-13 0,-2-2-13 0,3-1-13 0,-1 0-14 15,-2-1-15-15,3-1-16 0,1-1-11 0,-2 2-15 0,-3-1-12 0,5 1-9 16,-6-1-5-16,4 2-1 0,-6 0 6 0,2 0 7 0,0 3 8 0,-4-2 11 15,3 1 16-15,-3 1 13 0,-3 2 17 0,1-1 15 0,3 2 21 0,-3 2 22 16,-3-1 26-16,2 2 27 0,-2 2 27 0,0 0 28 0,0 3 21 0,0 0 14 16,0 1 10-16,0 3 5 0,0 0 10 0,-2-2 7 0,2 2 9 15,-3 2 10-15,3 1 4 0,-2 1 5 0,-2 2-3 0,4 2-4 0,-3-1-8 0,3 2-11 16,-6 3-8-16,6 0-7 0,-1 3-1 0,-3 0 1 0,0 2-4 0,4 2-6 16,-1 1-4-16,-3 1-7 0,4 1-1 0,0 2-8 0,0 2-4 15,0 1-4-15,0 1-7 0,0-1-2 0,0 1-7 0,0 1-5 0,4 0-5 16,-4-1-2-16,0 1-4 0,0-2-1 0,0-1-1 0,0 2 2 0,0-3 0 0,-4-1 0 15,4 0 5-15,0-1 4 0,-4-1 7 0,4-2 7 0,-2-2 7 16,-1 0 9-16,1-2 4 0,-2-2 5 0,1-1 5 0,-3-1 4 0,1-1-2 16,1-2-2-16,-1-2-1 0,1 1 1 0,-3-2-3 0,0 0-10 0,1-2-7 15,1 1-7-15,-4-1-12 0,4-1-8 0,-5 0-11 0,5-1-13 0,-4 1-15 16,0-3-16-16,0 0-19 0,0 0-20 0,-2-2-16 0,2 1-19 0,0-2-17 16,-2-1-16-16,2 2-29 0,0-3-32 0,0-1-76 0,2 1-94 0,-1 0-82 15,3-3-81-15,0 1-79 0,-1-1-78 0,3-1-76 0,-1 0-68 0,4-2-26 0,-2 1-3 16,4 0 6-16,-2-1 14 0,4 1 25 0,-4-1 30 0,5 2 78 15,0-1 95-15,-1 1 86 0,5 1 86 0,0-1 89 0,-3 2 92 0</inkml:trace>
  <inkml:trace contextRef="#ctx0" brushRef="#br0" timeOffset="-98450.79">20375 15602 133 0,'-3'8'449'0,"3"1"215"0,-6 0 102 0,3 0 51 0,-3 3 30 0,6 0 22 15,-3 2 23-15,-3-1 14 0,1 1 20 0,1-1 14 0,4 1 13 0,-5 1 9 0,5-2-100 16,-2 2-151-16,2 0-191 0,-4-1-209 0,4 1-101 0,-3 0-49 16,3-2-32-16,-2 2-21 0,2-1-29 0,0-2-28 0,-4 1-32 0,4-2-37 0,0-1-33 15,0-1-30-15,0-1-29 0,0-1-19 0,0-1-36 0,0-1-37 16,0-3-74-16,0-2-88 0,0 4-89 0,0-4-90 0,0 0-80 0,0 0-81 0,0 0-74 16,0 0-69-16,0-8-22 0,0 1 4 0,0-1 11 0,0 1 15 0,0-4 31 15,0 1 35-15,-2-1 73 0,-1 1 89 0,3-1 88 0,0-1 91 16,0 0 90-16,0 0 89 0</inkml:trace>
  <inkml:trace contextRef="#ctx0" brushRef="#br0" timeOffset="-98260.08">20457 15523 141 0,'5'4'549'0,"-5"0"141"0,0-1 75 16,4 1 41-16,-2-1 28 0,1 1 16 0,-3 3 16 0,0-3 19 0,4 1 18 15,-2-3 23-15,-2 3 24 0,0 0-10 0,0-2-25 0,0 1-187 0,0-1-262 16,0 2-131-16,0-2-77 0,0 1-38 0,0 1-26 0,0-1-18 0,0 1-14 15,-2-1-21-15,-2 2-23 0,4 0-35 0,-3 2-38 0,-3-1-48 0,4 1-50 16,-5-1-45-16,2 2-45 0,-1 0-39 0,-3-1-36 0,4 1-82 0,-1-2-105 16,-1 1-102-16,0-1-97 0,0 1-107 0,-2-2-108 0,3-1-70 0,1-1-49 15,1 0-5-15,-1-2 17 0,-1 1 26 0,1-3 27 0,5 0 32 0,-4-2 35 16,1 1 80-16,-3-4 108 0,6-1 101 0,0 6 97 0,0-7 107 0</inkml:trace>
  <inkml:trace contextRef="#ctx0" brushRef="#br0" timeOffset="-98031.33">20705 15519 19 0,'5'1'373'0,"-5"1"242"0,4-1 108 0,-3 2 49 16,-1-3 21-16,4 1 10 0,1 1 4 0,-5-2 3 0,6 0 1 0,-3 0 1 16,1 0 0-16,2 0-1 0,-1 0-71 0,0-2-105 0,3 1-199 0,-1-2-239 15,-4 2-108-15,7-1-52 0,-5-2-31 0,0 1-21 0,4 0-42 0,-3 0-49 16,-3-2-84-16,3 2-99 0,-1 2-83 0,-1-2-73 0,0 0-94 0,-3 1-102 15,-1 2-70-15,4-4-55 0,-4 4-23 0,0 0-9 0,0 0 3 0,0 0 8 16,-4-2 39-16,4 2 46 0,-9 2 81 0,4-1 98 0,-4 2 83 0,2 2 76 16,-1-1 93-16</inkml:trace>
  <inkml:trace contextRef="#ctx0" brushRef="#br0" timeOffset="-97887.68">20661 15663 66 0,'2'4'395'16,"2"1"213"-16,-4-2 105 0,5-1 54 0,-1 2 28 0,1-1 16 0,0-2 8 0,3 1 4 15,-3-1 2-15,1-1 3 0,-1 0 1 0,4 2-2 0,-4-2-87 0,1 0-126 16,3 0-197-16,0 0-226 0,-4 0-159 0,4-2-131 0,-3 1-130 16,3-1-129-16,0 1-129 0,0-2-130 0,-4 1-86 0,4-1-69 0,0-1-31 15,-3 1-15-15,3 0-5 0,0 1-1 0,-4 1 9 0,4-1 13 0,1 2 58 16,-1 0 76-16,-2 0 104 0,2 2 114 0,0 1 121 0</inkml:trace>
  <inkml:trace contextRef="#ctx0" brushRef="#br0" timeOffset="-97386.04">21130 15444 103 0,'9'-3'382'0,"0"0"148"0,-4 3 98 0,2-3 75 0,1 4 44 16,-5 2 31-16,6 2 22 0,-3-2 18 0,-1 1 15 0,2-1 13 0,-5 2 11 15,4-1 10-15,-3 2-87 0,3-1-130 0,-6 1-139 0,5 0-141 0,-5 0-97 16,4 1-73-16,-4-1-40 0,0 2-25 0,0 1-22 0,-4 0-22 0,2 0-16 0,-1 1-12 16,-3 1-12-16,3-1-12 0,-3 2-9 0,4-1-10 0,-7 1-7 15,2 0-4-15,2-2-3 0,-4 2-3 0,1-1-3 0,1-2-6 16,-2 0 2-16,4-1 1 0,-4 2 0 0,3-3 0 0,-3-1 1 0,4 2 1 0,-1-3-1 16,1 2 2-16,1-3 0 0,-1 1-1 0,1-3-1 0,-1 2 1 0,1-1-1 15,4-2 1-15,0-1-1 0,0 0 2 0,0 0 2 0,0 0 1 0,0 0 1 16,0 0 2-16,4 0 2 0,-1 0 1 0,3-1 1 0,-1 1 2 15,1-2 0-15,3-1 3 0,0 1 0 0,0 0-1 0,2-3-7 0,1 1-11 0,-1-1-14 16,4-1-15-16,-3 0-23 0,-1 0-20 0,2-1-41 0,-2-1-48 16,-1 1-101-16,3-1-124 0,-2 1-112 0,-2-1-111 0,4 1-107 0,-6 0-108 15,2 1-41-15,-2-2-13 0,0 0 3 0,3 1 6 0,-5-1 17 0,2 2 20 16,-1 0 38-16,-1 0 45 0,0 0 102 0,-1 2 122 0,1-1 114 0,1 2 109 16</inkml:trace>
  <inkml:trace contextRef="#ctx0" brushRef="#br0" timeOffset="-97178.54">21448 15540 72 0,'0'0'398'0,"0"1"215"15,0-1 105-15,0 0 54 0,5 2 27 0,-1-1 18 0,0 2 8 0,-3-1 6 16,5-1 3-16,-6 1 0 0,7-2 2 0,-5 1 1 0,1-1-92 0,3 2-126 16,-1-2-201-16,-1 1-229 0,5-1-156 0,-4 0-125 0,1 0-123 0,1 0-124 15,0 0-121-15,1 0-122 0,-1-1-96 0,2-1-87 0,-4 1-39 0,4-1-19 16,-1 1-6-16,-3-1-2 0,0 2 14 0,1 0 12 0,-6 0 54 0,5 0 71 15,2 0 97-15,-1 0 110 0,-1 3 111 0,1-1 115 0</inkml:trace>
  <inkml:trace contextRef="#ctx0" brushRef="#br0" timeOffset="-96863.58">21634 15620 319 0,'7'-1'534'16,"-1"1"112"-16,-1-1 70 0,8-1 40 0,-6 2 29 0,2 0 20 0,0-1 13 15,2-1 10-15,-2 1 10 0,6-2 6 0,-6 0 5 0,3-1-60 0,-1 2-88 16,4-1-169-16,-6 0-204 0,2-2-109 0,1 1-66 0,-1 2-41 0,-2-2-29 15,0 1-20-15,2 1-17 0,-2-1-13 0,0 0-13 0,-3 2-14 0,3-3-17 16,-4 3-20-16,-1-2-26 0,1 3-41 0,2-1-47 0,-5-1-74 0,2 1-87 16,-4 1-75-16,0 0-70 0,0 0-70 0,0 0-73 0,0 0-87 0,0 0-96 15,-6 3-37-15,-1-2-9 0,2 2 7 0,-1 0 15 0,-3 0 38 0,4 2 46 16,-4-1 70-16,0 1 86 0,0-1 75 0,0 2 71 0,-2-1 72 0,2 2 75 16</inkml:trace>
  <inkml:trace contextRef="#ctx0" brushRef="#br0" timeOffset="-96579.52">21687 15729 94 0,'3'2'367'0,"-3"3"84"0,0-2 53 0,4-1 44 0,-2 1 45 16,-2 0 46-16,5 0 50 0,-5-1 35 0,4 2 29 0,-1-3 20 16,-1 2 15-16,2-1-21 0,-4 1-42 0,3 0-119 0,-1-2-154 0,-2 0-81 15,4 3-49-15,-2-3-46 0,-2 2-41 0,0-1-47 0,3 1-49 0,-3-2-36 16,0 2-29-16,4 0-20 0,-4 2-15 0,0-2-11 0,0 1-8 0,0 2-7 16,-4-1-5-16,4 1-4 0,0 0-2 0,-3 0-1 0,3-2-2 0,0 2-1 15,-2-2 1-15,-2 1-1 0,4 0 1 0,0-1-2 0,-2-1 0 0,2 2-2 16,-3-2 1-16,3-2-2 0,0 2 0 0,0-3 0 0,0 0 1 0,0 3 1 15,0-3-1-15,0 0 1 0,0 3-1 0,0-3 1 0,3 1 1 0,-3-1 3 16,2 0 1-16,2 0 2 0,-2 0 3 0,1 0 0 0,1-1 0 0,-2 0 0 16,3-1 0-16,-1 1 0 0,1-2 2 0,-1 0-1 0,1 0 4 0,-1 1-4 15,-2-2-2-15,1 1-7 0,3-2-2 0,-1 2-13 0,-5-2-11 0,4 3-31 16,1-3-34-16,-5 2-76 0,4-1-93 0,-2 0-83 0,-2 0-76 0,3 0-82 16,-3-1-78-16,0 1-87 0,0-2-86 0,0 0-38 0,0 0-13 0,-3 0 1 15,3 0 7-15,-2-2 27 0,-2 2 34 0,4-1 77 0,-2-1 93 16,-1 1 82-16,-1-2 78 0,4 0 81 0,0 0 81 0</inkml:trace>
  <inkml:trace contextRef="#ctx0" brushRef="#br0" timeOffset="-96190.41">21770 15019 180 0,'2'-6'462'0,"-2"2"174"0,0-1 80 0,3 1 35 15,-1 1 24-15,-2 1 15 0,0 2 11 0,4 0 12 0,-1-1 11 0,-1-1 6 16,2 1 6-16,-2 1 5 0,1 0-115 0,3-2-166 0,-6 2-169 0,7 0-169 16,-5 0-78-16,1 0-38 0,-1 2-20 0,2-1-14 0,-1 1-14 0,-1-1-11 15,4 2-10-15,-3 0-7 0,-3 0-6 0,4 2-4 0,-2-1-8 0,-2 2-6 16,0 2-2-16,0-2 1 0,-2 1-1 0,-2 2 2 0,4 0-1 0,-3 0-1 16,-3 0 1-16,1 2-1 0,1-3 1 0,2 3-1 0,-1-2 1 0,-3 0-2 15,3-1 1-15,-3-1 1 0,3-1-1 0,3 0-2 0,-6-1-2 0,6-1-2 16,-2 1 2-16,-1-2-1 0,-1-1-1 0,4 2-1 0,0-3-1 0,-2 2 1 15,2-1-2-15,-3-1 1 0,3-1-1 0,0 3 2 0,0-3 0 0,0 3 0 16,0-3 0-16,0 3 0 0,0 2 0 0,3-2 0 0,-3 0 0 0,2 0 5 16,-2 0-1-16,4-1 1 0,-4 3-1 0,3-2 2 0,-1 2 0 0,2-2 2 15,-2-1-2-15,-2 2 0 0,3-1-2 0,-3 0 1 0,4-2 1 0,-2 2 0 16,1 0 0-16,1-2 0 0,-4 3 0 0,2-1 0 0,3-2-9 0,-5 2-11 16,4 0-19-16,-1 0-19 0,-1 0-59 0,4-1-74 0,-3 1-101 0,3 0-116 15,-3 0-115-15,-1-2-118 0,5 2-89 0,-1-1-76 0,-1-2-33 0,1 0-16 16,-3 1 0-16,3-1 6 0,-1 0 18 0,4 0 20 0,-2-1 57 0,-5-1 76 15,4 1 103-15,1 1 115 0,-2 0 117 0,1-2 118 0</inkml:trace>
  <inkml:trace contextRef="#ctx0" brushRef="#br0" timeOffset="-95771.54">22101 15340 332 0,'-2'0'604'0,"-3"0"119"0,1 2 60 0,0-2 25 0,3 0 13 0,1 0 7 0,-4 1 6 0,4-1 6 0,0 0 6 0,0 0 14 0,0 0 12 0,0 3-48 0,5-1-77 0,-5-1-191 0,8 1-242 0,-3-2-109 0,0 1-52 15,1-1-22-15,3 2-11 0,4-2-8 0,-3 0-1 0,1 0-7 0,-2-2-6 16,4 2-13-16,-2-1-13 0,3-2-13 0,-1 0-13 0,-2 1-8 0,2-1-12 16,-6 0-7-16,5 0-5 0,-6 0-7 0,3 0-4 0,0 2-7 0,-4-2-10 15,-1 1-10-15,1 0-11 0,-3 1-10 0,2 0-10 0,-4 1-13 0,0 0-14 16,0 0-19-16,0 0-25 0,0 0-56 0,-4 0-65 0,2-2-92 0,-1 2-104 15,-3 2-80-15,3-1-69 0,-3 0-87 0,1 3-91 0,1-3-51 0,-5 2-33 16,2 0-7-16,-2 2 2 0,0 1 18 0,0-2 22 0,-2 2 52 0,2 2 68 16,-4-1 94-16,2 1 104 0,-1-1 89 0,1 4 78 0,0-2 95 0</inkml:trace>
  <inkml:trace contextRef="#ctx0" brushRef="#br0" timeOffset="-95606.79">22072 15577 157 0,'4'2'434'0,"-3"-1"165"0,3 1 85 0,1-1 47 16,-1-1 35-16,1 0 24 0,-1 2 20 0,1-4 16 0,1 2 13 15,-1-1 13-15,4-1 8 0,-1 1 6 0,-1-2-104 0,0 1-158 0,0-1-161 16,1 0-161-16,-3 0-82 0,0 0-49 0,4 0-35 0,-3-1-31 0,3 1-28 16,-4-2-28-16,4 2-29 0,-3 0-29 0,3-1-43 0,-4 1-49 0,4 0-91 15,-3 1-106-15,3-1-95 0,-4 2-88 0,4-1-108 0,-5 2-119 16,1-1-65-16,-1-1-44 0,-2 1-12 0,-2 1 4 0,0 0 9 0,0 0 14 0,3-3 33 16,-3 3 41-16,4-3 85 0,-2-2 103 0,1 2 92 0,-1 0 91 0,2-1 108 15</inkml:trace>
  <inkml:trace contextRef="#ctx0" brushRef="#br0" timeOffset="-95351.08">22428 15351 40 0,'0'0'376'16,"0"0"222"-16,0 0 101 0,0-3 51 0,0 0 21 0,4 1 10 0,-2 1 4 15,3 1 1-15,-5-2 2 0,7 2 3 0,-5-3 3 0,5 3 0 16,-1-1-72-16,-1 1-110 0,4-2-184 0,-3 2-213 0,5-3-100 0,-2 2-48 0,0-2-22 15,0 0-10-15,0-1-4 0,2 2-1 0,-2-1-3 0,0 0-3 0,2 0-1 16,-2 0-4-16,3-2-2 0,-1 2-2 0,-2 0-3 0,2 0-5 16,-2 0-2-16,0 0-1 0,0 0-1 0,0 0-4 0,0 0-11 0,-2 0-17 0,-3 0-35 15,1 2-46-15,3-2-81 0,-6 1-97 0,1 0-93 0,-3 2-90 16,0 0-116-16,0 0-128 0,0 0-56 0,0 0-27 0,0 0-8 0,-5 2-5 0,-3 0 10 16,-1-1 14-16,4 1 36 0,0 1 44 0,-4-2 83 0,3 1 95 0,-3-1 94 15,4 2 90-15</inkml:trace>
  <inkml:trace contextRef="#ctx0" brushRef="#br0" timeOffset="-94978.03">22481 15421 84 0,'0'2'396'0,"3"-1"196"0,-3-1 101 0,2 0 57 16,2 2 33-16,1-1 22 0,-1 2 14 0,-2-3 11 0,1 0 7 0,3 0 6 16,-1-1 7-16,-1-1 3 0,1 1-87 0,1 1-128 0,3-2-172 0,-2 1-194 15,-5-1-94-15,3 2-49 0,-1-1-34 0,1 1-28 0,1 0-17 0,-3 1-13 16,3 1-8-16,-1-1-5 0,-1 2-6 0,1 0-5 0,-1 0-4 0,-1 2-4 15,-1-1-4-15,-2 2-5 0,0 2-8 0,0-1-8 0,0 2 4 0,-2 0 4 16,-1 0 1-16,-1 2 1 0,-1-2-4 0,-1 1-2 0,-3 1-2 0,6-1 0 16,-5 1 1-16,1-1 2 0,0 1 2 0,0-2 1 0,-2 0 0 0,3 0 1 15,1 0 2-15,-1-3 0 0,1-1 2 0,-2 2 2 0,7-1 4 0,-6-3 1 16,6 1 1-16,-3-2 1 0,3 1 1 0,0-3 0 0,0 3 1 0,0 0 5 16,3-2 3-16,-3-1 3 0,4 3 3 0,-2-3 3 0,5 1 2 0,-2 1 1 15,1-2 1-15,-1 2 4 0,4-2 1 0,-3 0 1 0,3 0 2 0,0-2 3 16,2 2-1-16,-2-2-2 0,-4 1-2 0,4 1-1 0,0-3-3 0,-3 3-3 15,1-1-1-15,0-1-1 0,-3 1-1 0,1 1-3 0,0-3-4 0,-1 3-5 16,0-2-3-16,-3 1-2 0,3 1-5 0,-4 0-8 0,0 0-9 0,0 0-11 16,0 0-13-16,0 0-18 0,0 0-48 0,0 0-57 0,0 0-102 0,0-4-120 15,-4 2-103-15,4 0-99 0,0 2-104 0,-9-1-110 0,8-4-44 0,-5 2-19 16,-1-2-2-16,2 3 5 0,-1-3 12 0,1 2 16 0,-1-1 46 0,-1-1 59 16,-2-1 100-16,4-1 120 0,3-1 108 0,-5 2 100 0</inkml:trace>
  <inkml:trace contextRef="#ctx0" brushRef="#br0" timeOffset="-94738.33">22689 14772 67 0,'0'0'575'0,"0"0"147"0,0 0 71 0,-8 1 37 16,8 2 23-16,-5 0 21 0,1 3 19 0,4 2 19 0,-5 1 24 0,3 1 18 15,-1 2 22-15,-1 2 3 0,-1 0-3 0,-1 3-219 0,2 2-308 0,-1 1-146 16,1 1-67-16,-1 2-34 0,0 1-25 0,1 0-19 0,-1 0-22 15,-1 1-28-15,3-1-30 0,3 2-40 0,-2-2-46 0,-2 1-46 0,4-1-42 0,-2 0-38 16,2-1-33-16,0-1-36 0,-3 0-36 0,-1 0-78 0,4-1-98 0,0 0-96 0,0-3-97 16,-2 1-96-16,2-1-99 0,-3-3-61 0,3-1-47 0,-4-2-4 15,4 0 15-15,-2-2 22 0,-1-3 25 0,-3 0 28 0,6-1 36 0,-5-2 77 16,1-1 98-16,-1-1 97 0,-1 1 97 0,1-2 105 0,-2-2 109 0</inkml:trace>
  <inkml:trace contextRef="#ctx0" brushRef="#br0" timeOffset="-90901.21">15157 16665 48 0,'0'4'347'0,"-3"2"173"0,1 0 78 0,-2 0 37 0,0 0 19 0,4 2 11 0,-1-1 10 0,-3 2 7 0,4-2 9 16,-5 3 7-16,5-3 9 0,-4 4 6 0,2-2-77 0,-1 0-114 16,1 0-151-16,-2 0-171 0,4-2-78 0,0-1-37 0,0-1-19 0,0 1-12 0,0-2-14 15,0-1-8-15,0 0-13 0,0 0-14 0,0-3-11 0,0 3-11 0,0-3 1 16,0 2 4-16,4-2-3 0,-4 0-9 0,2 1-3 0,-2-1 0 0,0 0 0 16,3 0 0-16,-1 0 3 0,2 0 4 0,-4-1 8 0,0 1 8 0,3-2 13 0,-1 1 7 15,2-2 5-15,-3 1 5 0,3-1 11 0,2-1 16 0,-3 1 10 16,3-3 10-16,-3 1 5 0,3-1 3 0,-1 0 1 0,0 0 3 0,3 0-1 0,-3-1 0 15,1 0-3-15,3 2-2 0,-4-1-10 0,0-1-9 0,3 2-9 0,-3-1-6 16,1 1-7-16,-1 0-8 0,-1 1-6 0,1 0-2 0,0-1-2 0,-1 2-4 16,1 0-2-16,-1 0-4 0,-2 2-4 0,2-2-4 0,1 1-16 0,-5 1-16 15,0 1-30-15,4-2-40 0,-4 2-53 0,0 0-63 0,0 0-53 16,0 0-53-16,0 0-44 0,0 3-38 0,0 0-31 0,0 2-33 0,-4 1-21 0,4 1-18 16,-5 2 0-16,5 0 6 0,-6 1 30 0,2 3 37 0,-1-1 59 0,0-2 65 15,-1 2 62-15,-1 0 60 0,2-1 54 0,-4-2 44 0,3 1 48 0,-3 1 41 16,4-2 37-16,-1 0 34 0,-3-2 25 0,4 2 23 0,-3-1 18 0,3 1 18 15,0-2 21-15,-1 1 22 0,1-1 21 0,1 1 23 0,-1-1 19 0,1-1 18 16,-1-1 12-16,1 0 9 0,4 2 3 0,-2-4 0 0,-1 1 0 0,3-1-2 16,0 0-8-16,0-3-11 0,0 0-19 0,0 0-23 0,0 0-25 0,0 3-25 15,0-3-26-15,0 0-27 0,0 0-24 0,0 0-17 0,0 0-13 0,0 0-15 16,3-1-8-16,-1-1-11 0,2 2-7 0,-4-1-6 0,5-1-7 0,1 1-7 16,-3-2-15-16,3 0-19 0,-3 0-28 0,3-2-33 0,-1-1-36 0,0 2-38 15,-1-4-33-15,2 1-33 0,3-2-29 0,-4 0-26 0,-1 0-18 0,5-2-20 16,-4 2-8-16,4-1-10 0,-3-3 5 0,3 5 9 0,-4-3 23 0,4 1 26 15,0-1 31-15,-3 1 36 0,3 1 32 0,-4-2 30 0,0 2 27 0,4-1 23 0,-3 2 18 16,-2 1 16-16,1-1 15 0,0 1 11 0,-1 1 11 0,1 1 9 16,-1 1 11-16,0 1 8 0,-3 0 11 0,-1 0 13 0,4 0 16 0,-2 1 15 15,-2 2 19-15,0 0 21 0,0 0 19 0,0 0 21 0,4 0 19 0,-1 2 21 16,-1-1 16-16,2-1 17 0,-3 2 10 0,-1 1 13 0,4-2 6 0,0 2 3 16,-3 0-2-16,3 0-3 0,-4 2-7 0,5-2-14 0,-5 1-17 0,6 1-19 15,-6-1-20-15,3 1-21 0,1-1-19 0,-2-1-17 0,2 3-18 0,-3-3-18 16,3 2-14-16,0-2-12 0,-3 0-17 0,3-2-16 0,-2 2-14 0,1 0-16 15,3-3-16-15,-3 2-15 0,-3-1-16 0,6-1-14 0,-2 0-16 0,-3 0-20 16,3 0-19-16,-4 0-20 0,5 0-19 0,-5-1-24 0,6 1-14 0,-6-2-10 16,3 1-4-16,-3-1-5 0,4 0 8 0,-4 1 8 0,0 1 13 0,2-1 13 15,-2-1 14-15,0 2 20 0,0-3 17 0,0 3 19 0,0-1 22 0,0 1 21 16,0-3 17-16,0 0 11 0,0 1 13 0,-2 0 11 0,-2 1 10 0,4 0 13 16,-3-1 13-16,3 1 14 0,0 1 11 0,-2-2 12 0,2 2 10 0,-4-1 9 15,4 1 8-15,0 0 6 0,-1 0 8 0,1 0 8 0,0 0 5 0,0 0 1 16,-4 0 2-16,4 0-5 0,0 1-3 0,-4 1-1 0,4 1-2 0,0-1-3 15,0 2 2-15,0 0-2 0,0-1 0 0,0 2-3 0,0-1-4 0,0 1-2 0,0 1-2 16,0-2-2-16,0 2-4 0,0-3-5 0,0 2-6 0,4-1-11 16,-4-1-8-16,0 2-10 0,0-1-8 0,4-1-10 0,-4 0-13 0,1 0-9 0,-1-2-15 15,4 1-20-15,-2 0-21 0,-2-1-22 0,0 1-20 0,0-2-20 0,0 0-21 16,0 0-21-16,0 0-21 0,0 0-23 0,0 0-18 0,0 0-19 0,3 0-14 16,3-2-11-16,-3-1-3 0,3 1 4 0,-3 1 7 0,3-2 10 0,-1 2 14 15,1-2 12-15,-3 0 16 0,3-2 19 0,-1 2 18 0,-1 0 18 0,1-1 19 0,-1 1 20 16,-2-2 17-16,1 2 15 0,3-1 13 0,-3 1 15 0,1-2 9 0,1 2 10 15,-3-2 12-15,2 1 10 0,1 1 11 0,1-1 11 0,-3 1 7 0,3-1 10 16,-3 0 8-16,3 3 7 0,-1-2 14 0,-1 1 10 0,1 1 12 0,1-1 11 16,1 2 11-16,-5 0 11 0,3 2 12 0,2-1 12 0,-5 1 12 0,5-1 12 15,-5 2 9-15,4 0 7 0,-3 0 5 0,3 2 5 0,-1-1-1 0,-5 1-6 16,4-1-7-16,-1 2-6 0,-1 0-6 0,2-2-6 0,-4 3-16 0,5-1-22 16,-5 0-21-16,0-2-19 0,4 2-19 0,-2 0-18 0,-2-2-23 0,0 1-27 15,0 0-26-15,0-2-24 0,0 0-26 0,0-2-24 0,0-1-23 0,0 0-26 16,0 3-15-16,0-3-11 0,0 0-5 0,0 0-8 0,0 0-4 0,3 2-2 15,-3-2 3-15,0 0 6 0,0 0 12 0,4 0 14 0,-2-2 16 0,-2-1 15 16,5 0 13-16,-5 2 14 0,4-4 12 0,-1 1 13 0,-1-1 8 0,2-1 9 16,-2 2 4-16,1-2 9 0,-3 0 4 0,6 0 8 0,-6 1 1 0,3-1 0 15,1 0 8-15,-2 2 6 0,1-3 7 0,-1 3 7 0,-2 0 5 0,4 1 7 16,-4-2 5-16,3 2 7 0,-3 0 1 0,2 0 3 0,-2 0 3 0,0 0 4 16,0 2 6-16,0 1 10 0,0-4 7 0,0 4 7 0,4-1 11 0,-4 1 17 15,2-1 19-15,-2 1 17 0,3 1 17 0,-3 2 17 0,6-1 16 0,-6 1 19 16,3 1 17-16,3 2 19 0,-3 2 14 0,-1-2 14 0,2 3 14 0,-1 0 12 15,3 0 2-15,-4 1 1 0,1 1-6 0,1-1-11 0,-2 1-11 0,3-1-11 16,-1-1-10-16,-4 3-13 0,5-1-13 0,-5-2-16 0,4 1-16 0,-1-1-9 16,-1 2-18-16,-2-2-14 0,4 0-16 0,-4 0-9 0,0-2-11 0,0 2-7 15,0-1-6-15,-4-1-3 0,4-1-5 0,0 2-4 0,0-2-4 0,-2-2-1 0,2 2-2 16,0-1-4-16,-3-1-2 0,3-1-4 0,0 2-2 0,-4-2-4 0,4 0-4 16,-2 0-3-16,-1-2-1 0,-1 2-4 0,4-1-2 0,-5 1-5 0,5-2-3 0,-6 1-5 15,3 1-4-15,1-2-3 0,-2 1-3 0,-1-2-4 0,1 3-5 0,-1-2-5 16,-1 0-2-16,3 1-8 0,-3-2-9 0,1 0-12 0,-4 0-14 0,5 0-8 15,-3 0-22-15,0 0-25 0,1-2-49 0,1 1-61 0,-4 0-79 0,3-1-88 16,1 1-73-16,-2-2-65 0,1 0-76 0,-3 0-81 0,4 0-64 0,-1-2-56 16,-3 1-19-16,6-1 0 0,-3 2 15 0,1-2 23 0,1 3 48 0,2-1 59 15,2 3 83-15,0 0 89 0,0 0 74 0,0 0 67 0,2-3 82 0</inkml:trace>
  <inkml:trace contextRef="#ctx0" brushRef="#br0" timeOffset="-89711.72">16137 16644 93 0,'0'0'299'0,"-3"3"85"0,3-1 54 0,0 3 43 0,0 1 51 0,3 0 49 16,-1 3 46-16,-2 0 48 0,4 5 38 0,-4-1 37 0,4 2 21 0,-3 2 18 0,3 1-72 16,-2 1-113-16,-2 0-86 0,3 1-78 0,-3 1-50 0,4 0-35 0,-4-1-45 15,2-1-47-15,-2 1-49 0,3 1-52 0,-3-3-38 0,0 0-29 0,2 0-20 16,-2 0-15-16,0-2-12 0,0-1-9 0,0 0-6 0,0-1-6 0,4-1-8 16,-4-1-4-16,0-1-4 0,0-2-5 0,0 0-6 0,3-2-6 0,-1-1-9 0,-2-1-12 15,0-1-14-15,0-1-17 0,0 0-23 0,0-3-24 0,0 0-36 0,0 3-41 16,0-3-51-16,0 0-52 0,0 0-54 0,4-3-50 0,0 2-33 0,-3-2-27 15,-1-3-18-15,4-1-9 0,-2 0-1 0,1 0 5 0,-3-2 14 0,4-2 18 16,-2 1 32-16,-2-3 40 0,0 2 47 0,3-1 55 0,-3 1 52 0,0-2 56 16,0 1 41-16,0-2 35 0,0 2 31 0,-3-1 27 0,3-1 21 0,0 2 20 15,0-1 16-15,-2 0 16 0,2 0 15 0,0 1 9 0,0 0 8 0,0 0 9 16,0 0 8-16,0 3 8 0,2-1 9 0,-2-1 9 0,3 2 14 0,-1 0 13 16,-2 2 13-16,4 1 17 0,-1 0 16 0,-1 0 20 0,-2 1 21 0,4 1 20 15,-2-1 22-15,1 3 20 0,1 1 16 0,-2 0 13 0,1-1 4 0,1 2 2 16,-2 2-6-16,3-1-10 0,-1-1-9 0,1 3-14 0,-1 0-19 0,-2-1-19 15,5 2-24-15,-5 1-22 0,1 1-24 0,3-2-24 0,-1 4-21 0,-1-2-19 16,-4 1-13-16,5 1-10 0,-5-1-8 0,4 2-9 0,-4-1-9 0,0-1-11 16,0 2-8-16,0-1-8 0,0-1-8 0,-4 1-4 0,4-2-10 0,0 1-11 0,0 1-14 15,-2-2-14-15,-1-1-25 0,3 0-29 0,0 1-56 0,0 0-69 16,0-1-92-16,-4-1-101 0,4 1-81 0,0-1-70 0,4 1-87 0,-4-1-91 0,0-4-62 16,0 0-48-16,3 5-16 0,-3-5 2 0,2 1 14 0,-2-1 21 0,6 0 53 15,1-1 66-15,-2-2 91 0,1 0 103 0,-1-2 81 0,-1 2 71 0,5-1 85 0</inkml:trace>
  <inkml:trace contextRef="#ctx0" brushRef="#br0" timeOffset="-89216.5">16606 16770 70 0,'4'1'391'0,"-4"-1"204"0,0 5 98 0,-4-2 45 0,4 1 26 0,-2 1 16 0,-1 1 15 0,3-1 12 0,-6 2 9 0,6-1 9 0,-5 0 3 0,1 0 3 0,0 3-86 0,-1-2-123 16,0 1-180-16,1-1-203 0,-1 1-95 0,-1 1-46 0,3-2-28 0,-3 2-16 15,1-1-21-15,1 1-19 0,-1-2-23 0,1 1-21 0,2-1-26 0,-1 2-25 16,-3-3-36-16,6 1-45 0,-3 0-47 0,3-3-46 0,0 1-46 0,-2-1-42 16,2 1-28-16,0-2-17 0,0 0-12 0,0-3-5 0,2 0 7 0,-2 0 9 15,3 1 16-15,-3-1 21 0,6 0 37 0,-3 0 40 0,-1 0 46 0,2 0 50 16,1 2 49-16,-1-2 46 0,-4 1 41 0,5-1 37 0,-1 0 30 0,-2 2 29 0,1-2 33 16,-3 1 38-16,6 0 40 0,-3 1 44 0,-1 0 41 0,2 1 41 0,-4 0 29 15,5-2 20-15,-5 2 16 0,5 0 8 0,-5 0-2 0,4 2-8 0,-4-2-8 16,4 1-9-16,-3 0-22 0,-1 1-26 0,4-2-34 0,-4 2-38 0,0-2-39 0,4 1-36 15,-4-1-28-15,2 0-20 0,-2 2-18 0,0-4-15 0,0 2-9 0,0 0-6 16,0-3-9-16,3 1-7 0,-1 1-8 0,-2-2-6 0,0 3-6 0,0-3-6 16,0 2-8-16,4-2-8 0,-4 0-8 0,3 0-9 0,3-2-9 0,-5 1-9 15,3-3-12-15,1 2-12 0,-1-1-11 0,2-2-11 0,-1-1-11 0,4 0-4 16,-4 2-1-16,3-4 1 0,-1 2 1 0,-4 0 8 0,7 0 5 0,-5 0 7 16,-1 2 10-16,1 1 14 0,-1-2 13 0,-3 2 18 0,5 1 18 0,-6 0 22 15,0 2 22-15,3 0 20 0,-3 0 13 0,0 0 11 0,0 0 9 0,0 1 10 16,6 0 4-16,-6-1 4 0,0 2 2 0,0 0 1 0,0 1 1 0,0 0-2 15,0 0-4-15,0 0-6 0,0-1-11 0,0 2-9 0,0-1-8 0,0 0-7 16,0 0-7-16,0 0-7 0,0-2-4 0,0 2-3 0,0 0-3 0,0 0-4 16,-2-1-4-16,-2 1-2 0,4 0-4 0,0-3-2 0,0 1-2 0,-3 2-3 0,3 0-3 15,0-1-2-15,0-2-4 0,-2 1-6 0,2-1-4 0,0 2-8 0,0-2-17 16,0 0-19-16,0 0-31 0,0 0-38 0,0 0-74 0,0 0-88 0,0 0-74 0,0 0-67 16,0 0-68-16,0 0-70 0,0 0-85 0,0 0-89 0,0 0-45 0,0 0-28 15,0 0-3-15,0 0 13 0,2-3 30 0,1 0 37 0,-3-2 72 0,4 2 88 16,-2-1 74-16,3-1 65 0,-1 2 73 0,1-1 69 0</inkml:trace>
  <inkml:trace contextRef="#ctx0" brushRef="#br0" timeOffset="-88213.88">17011 16843 244 0,'-2'-1'562'0,"2"1"121"0,-3 0 61 0,1 0 28 0,-2 1 18 0,1 1 12 0,3-1 7 0,-6 1 7 0,6 1 6 0,-5-2 3 0,1-1 5 0,2 2-45 0,-1-1-65 15,-3 2-196-15,3-1-248 0,1 1-120 0,-2-2-57 0,1 4-33 0,-3-4-17 0,1 3-11 0,1 1-10 16,2 0-7-16,-3 1-9 0,1-2-9 0,1 2-13 0,1 0-11 0,-2-1-9 16,2 1-12-16,-1 0-9 0,3-2-12 0,-4 0-12 0,4 1-14 0,0 0-16 15,0-2-14-15,0 0-10 0,0-1-12 0,0 2-11 0,0-4-9 0,0 3-4 16,0-3-4-16,4 1 0 0,-4-1 5 0,0 2 7 0,0-2 10 0,3 0 10 16,-3 0 14-16,6 0 20 0,-4 0 13 0,1-2 12 0,3-1 14 0,-1 0 16 15,-1 0 14-15,1-1 17 0,4 1 17 0,-3-3 15 0,3 0 15 0,-4 1 10 16,4-1 13-16,0 0 10 0,-3-1 8 0,3 2 6 0,-4-1 11 0,4 3 12 15,-3-1 10-15,1-1 9 0,-2 2 7 0,1 0 7 0,-3 0 2 0,3 2 1 16,-3-1-7-16,-1 1-6 0,4-1-9 0,-6 1-11 0,3-1-4 0,1 1-6 16,-2 1-11-16,-2 0-10 0,0 0-12 0,0 0-10 0,0-2-11 0,0 2-8 0,0 0-10 15,0 0-11-15,0 0-4 0,0 0-4 0,0 0-7 0,0 0-5 16,0 0-7-16,0 3-12 0,0 2-6 0,-2-2-5 0,-2 1-5 0,4 1-3 0,-3 1-2 16,1-2-1-16,-2 4 0 0,2-2 2 0,-1 0 1 0,-1 0 2 0,2 1 4 15,-1-1 6-15,-1 0 6 0,4 2 7 0,-5-4 7 0,5 2 4 0,-6 0 4 16,6-1 4-16,-3-1 2 0,3 1 4 0,0 1-1 0,-2-3 1 0,2 0 1 0,0 1 1 15,0-2 1-15,0 1 2 0,2-2 2 0,-2 1 2 0,0-1 1 0,3 1 1 16,1-2 2-16,-2 0 0 0,1 0 0 0,-1 0 0 0,5-2-1 0,-5 1-1 16,5-1-1-16,-1-2-1 0,-1 0-2 0,1 0-1 0,-1 1-3 0,-1-3-2 15,5 2 0-15,-4-2-2 0,1 0 1 0,1 1-1 0,0-1 1 0,0 2 1 16,1-2 1-16,1 1 1 0,-2-1-1 0,-2 3 1 0,1-1-2 0,-1 1 1 16,1-2-7-16,-3 4-7 0,3-1 1 0,-6 1 6 0,0 1 1 0,0 0 1 15,0 0-1-15,0 0-2 0,0 0-2 0,0 3-6 0,0 1-1 0,-2 1-1 16,-2-1-1-16,1 2-1 0,1 0 5 0,-2 2 10 0,-1-3-1 0,1 3-1 15,-1 0-3-15,-1 1-7 0,3-2-1 0,-3 2-1 0,3-1 3 0,-3-1 5 16,4 1 1-16,-5-1 3 0,5 2 1 0,-1-3 1 0,1 0 1 0,-2 2 3 0,1-2-5 16,1 0-4-16,-2-2 0 0,4 1 6 0,-3-2 3 0,1 1 0 15,2-2 2-15,0 0-1 0,0-2 4 0,0 0 2 0,0 4 4 0,0-4 1 0,2 1 1 0,1-1 4 16,-3 2 1-16,6-2 3 0,-6 0 4 0,3-2 0 0,3 2-1 0,-3-1 0 16,-1-1 0-16,5-1-3 0,-5 0-1 0,4 0-2 0,-3 0-2 0,3-1-4 15,1-1-1-15,-5 1-4 0,3-1-4 0,-1 1-4 0,1-1-8 0,-1 1-9 16,-2-1-6-16,1 1-6 0,1-1-9 0,-2 1-9 0,-2 1-11 0,5-2-9 15,-5 2-9-15,0-2-8 0,0 3-7 0,4-1-9 0,-4 0-4 0,0 0-5 16,0 0 0-16,0-2 0 0,0 2 2 0,0 0 2 0,0-1 6 0,0 1 6 16,0-2 8-16,0 1 8 0,0-1 8 0,0 1 9 0,0-1 5 0,0 2 8 15,0-1 7-15,0 1 6 0,3-2 7 0,-3 2 5 0,0 1 5 0,0 0 3 16,0 2 5-16,0 0 4 0,0 0 1 0,2-3 5 0,-2 3 5 0,0 0 5 16,0 0 8-16,0 0 6 0,0 0 8 0,0 0 11 0,0 1 5 0,0 1 3 15,4 0 1-15,-4 3 2 0,0-2-3 0,3 2 0 0,-3-1-3 0,0 2 1 16,2 0-6-16,-2 0-5 0,0 2-2 0,0-2 1 0,4 1-4 0,-3-1-8 15,3 0-5-15,-4 0-4 0,6 0-4 0,-3-1-1 0,-1-1-2 0,5-1-2 0,-1 0 1 16,-1 0-2-16,0-1-9 0,3-1-14 0,-1 1-26 0,0-4-39 0,0 1-22 16,1-1-17-16,-3-1-14 0,6 0-10 0,-4 0-18 0,0-1-23 0,2 1-20 0,-3-2-21 15,3 1-8-15,-2-1-6 0,0 1 3 0,1-1 11 0,-1 1 17 16,0-1 24-16,-1 1 17 0,-1-1 13 0,0 2 14 0,3-1 9 0,-3 1 24 0,0-2 25 16,1 2 26-16,-1-2 16 0,4 1 15 0,-5 1 8 0,1 0 11 0,1-1 17 15,1 0 17-15,-2 0 14 0,-3 1 8 0,6 0 7 0,-7 0 5 0,3 0 1 16,1 0 2-16,-1 2-3 0,-2-1 1 0,1 1-1 0,1-2-3 0,-2 1-2 15,1 1-10-15,-1-2-12 0,-2 1-19 0,4 1-21 0,-4-2-20 0,4 1-16 16,-4-1-19-16,1 2-17 0,-1 1-15 0,0-3-18 0,0 3-15 0,0-3-18 16,0 3-15-16,0-2-19 0,0 2-14 0,0-3-18 0,0 3-6 0,0-3-5 15,0 0-7-15,-1 2-4 0,-3 1-3 0,4-3-1 0,-4 1-5 0,4 1-6 16,-2-2-6-16,-1-1-5 0,1 2-8 0,-2-1-11 0,4 0-3 0,-3 0-3 16,1-2 8-16,-2 1 13 0,3-1 15 0,-3 1 17 0,4-1 18 0,-4-1 15 15,3 2 20-15,-3-4 19 0,4 2 23 0</inkml:trace>
  <inkml:trace contextRef="#ctx0" brushRef="#br0" timeOffset="-87888.46">17456 16731 87 0,'0'-5'256'0,"2"2"46"0,-2 0 27 0,0 3 19 0,0-1 16 0,0 1 14 0,0 0 15 0,0 0 21 0,0 0 28 0,5 3 37 0,-5-1 42 0,0 3 13 0,4 0 2 0,-4 2-29 0,4 1-44 0,-3 2-19 0,-1 1-7 0,4-1-7 0,-4 4-5 0,0-2-9 0,4 3-12 0,-3-2-18 0,-1 4-21 0,4-4-32 16,-2 2-40-16,1 2-52 0,-3-2-56 0,6 1-47 0,-6-1-41 0,5 2-28 16,-5-2-21-16,4 1-11 0,0-1-10 0,-3 0-6 0,3-1-4 0,-2-1-5 0,1 2-6 15,1-3-3-15,-2 0-2 0,1 0 1 0,-3-3-1 0,4 0 1 16,-2 0-2-16,-2-3 1 0,0 0 1 0,0-1 1 0,3-1 0 0,-3-1 1 0,2 0-1 15,-2-3 2-15,0 0 1 0,-2 2 1 0,2-2 1 0,-3 1-1 0,3-1 4 16,0 0-1-16,-6 0 1 0,3 0-1 0,1-1 1 0,-2-1 5 0,1 1 8 16,-3-1 0-16,1 1-7 0,1-2-1 0,-1 1-1 0,-1-1 0 0,3 0 2 15,-3 2 1-15,1-1 0 0,1 1 1 0,-1-1 4 0,1 1 1 0,-1-2 0 16,3 1-5-16,-2 1-7 0,1-1 2 0,-3 1 5 0,5-1 2 0,-3 1 0 16,4-1 0-16,0 1-1 0,-4-1-4 0,4 1-1 0,-1-1-1 0,1-1-5 15,0 3-2-15,1-3-1 0,-1 0-3 0,0-1-3 0,4-1-4 0,-4 1-7 16,4-1-5-16,-3-1-10 0,5 0-11 0,-3 0-13 0,3-1-20 0,-1-1-23 0,-1 2-44 15,5-1-50-15,-4-1-59 0,1 1-58 0,1-1-51 0,0 2-47 0,1-1-32 16,-3 1-28-16,0-1-23 0,1 2-21 0,1-1-14 0,-2 1-12 0,-3 1-8 16,5 1-4-16,-5-3 15 0,4 3 26 0,-3-2 21 0,1 2 19 0,-2-1 18 0,-2-1 17 15,3 1 23-15,-3-1 23 0,0 5 28 0,0-4 28 0,0 4 24 16,2-6 26-16,-2 6 26 0,0-8 29 0,0 5 28 0,4-1 28 0</inkml:trace>
  <inkml:trace contextRef="#ctx0" brushRef="#br0" timeOffset="-87659.59">17691 16765 145 0,'9'-3'331'16,"-3"0"55"-16,-3 0 33 0,3 2 22 0,3-2 18 0,-4 1 29 0,1-1 33 15,3 1 57-15,-4 0 66 0,-1-1 46 0,1 0 34 0,4 0-25 0,-3 0-52 16,1-2-92-16,-2 2-111 0,1-1-55 0,3 1-31 0,-4-2-21 0,1 0-17 16,1 1-30-16,-2 0-34 0,1 1-56 0,-3-2-64 0,3 2-42 0,-1 0-28 15,-1 0-25-15,1-1-25 0,-1 2-29 0,1-1-31 0,-3 0-47 0,2 2-60 16,-1-2-62-16,-1 1-64 0,2 1-56 0,-3-1-51 0,-1 2-55 0,0 0-59 15,0 0-70-15,0 0-77 0,0 0-50 0,0 0-40 0,-7 0-3 0,7 0 13 16,-7 2 43-16,2-2 54 0,-1 3 64 0,3-2 65 0,-3 2 55 0,3 0 50 16,-3 0 55-16,1 2 60 0,1-1 65 0</inkml:trace>
  <inkml:trace contextRef="#ctx0" brushRef="#br0" timeOffset="-87180.43">17735 16799 48 0,'0'5'280'0,"3"-3"74"0,-3-2 35 0,0 0 16 16,0 1 8-16,0-1 7 0,0 0 9 0,0 0 10 0,4-1 16 0,-2 1 19 15,1-2 22-15,-1 2 21 0,2-3-56 0,1 1-93 0,-1 1-66 0,1-2-58 16,1 0-16-16,-3 2-3 0,3-2 2 0,-1 1 3 0,2-1 5 0,-1 0 0 16,-1 3-1-16,1-1-6 0,1-1-5 0,0 2-8 0,-3 0-8 0,5 2-11 15,-4-1-9-15,1 2-8 0,-3 2-6 0,6-2-4 0,-3 3-7 0,-3 0-2 16,3 0-7-16,-5 1-7 0,3 1-9 0,2 2-11 0,-3-1-14 0,-1 2-12 16,-2-1-10-16,4 2-10 0,-4-1-8 0,3 1-8 0,-3 0-7 0,0 0-6 15,0 0-6-15,0-2-4 0,-3 2-4 0,3-1-5 0,0-1-10 0,-4-1-11 16,4 0 1-16,0 0 4 0,-2-1 1 0,-1-2-4 0,3-1-2 0,-2 2-5 0,-2-3 0 15,4 1 1-15,-4-2-1 0,4 0 0 0,-1 0-1 0,1-2-1 0,-4 1 8 16,2-1 6-16,-1 1-3 0,3-2-7 0,0 0-5 0,-4 0 0 0,4 0-2 16,-2 0 1-16,-1-2-4 0,1 1-1 0,-2-1-1 0,4-1-1 0,-3 2-1 0,3-4-1 15,0 2-1-15,-2-1 2 0,2-2 0 0,0 0 0 0,2-2 2 0,-2 0 1 16,0 1 0-16,3-2 0 0,-3 2 0 0,4-2 0 0,-2 1 1 0,3-1 2 16,-1 1 3-16,-1 0 3 0,3 0 0 0,-5 2-3 0,7-1-1 0,-6 2-1 15,3-1 1-15,2 2-1 0,-1-1 5 0,-1 2 5 0,0-1 5 0,-1 1 5 16,5 0 5-16,-3 1 2 0,-1-1 2 0,4 2-1 0,0-1 2 0,-4 2 5 15,5-1 3-15,0-1 3 0,-2 2 2 0,-3 0 1 0,6 0 0 0,-4 2-3 16,0-1 0-16,-3 2 0 0,1 0-2 0,3 0 1 0,-7 3-2 0,5-1-2 16,-2 2 1-16,-1 2-2 0,-1-1-3 0,-2 2-3 0,0 1 2 0,0-1-2 15,0 2-5-15,0 2-4 0,-5-1-6 0,5 0-4 0,-4 1-13 0,-2 0-8 16,1 1-16-16,1-2-14 0,-1 2-13 0,0-1-10 0,-4-1-17 0,5-1-14 0,-2 0-28 16,-3 0-28-16,4 0-67 0,1-1-83 0,-1-2-81 0,0-2-81 0,1 1-74 15,4-1-74-15,-6-1-87 0,6-1-97 0,0-5-38 0,0 0-10 0,0 0 3 16,0 0 12-16,0 0 21 0,0-6 27 0,0 1 68 0,0-2 86 0,4 1 82 15,-2-2 83-15,2 1 82 0,-1-1 82 0</inkml:trace>
  <inkml:trace contextRef="#ctx0" brushRef="#br0" timeOffset="-86985.89">18149 16956 64 0,'0'0'372'0,"0"0"185"0,0 0 102 0,0 0 59 0,0 0 39 0,3 1 25 16,1 1 18-16,-2-1 13 0,-2-1 11 0,0 0 10 0,0 0 6 0,0 0 8 15,0 0-80-15,0 0-118 0,0 0-163 0,0 0-180 0,0 0-100 0,0 0-61 16,0 0-35-16,0 0-23 0,0 0-19 0,0 0-18 0,0-1-19 0,0 1-23 0,0 0-26 16,0 0-28-16,5 1-66 0,-5-1-87 0,0 2-96 0,4-2-101 15,-4 3-98-15,0-2-99 0,0-1-99 0,0 0-98 0,0 6-44 0,-4-3-16 0,4 2 2 0,-5-1 8 16,5 2 15-16,-6 0 19 0,3-1 61 0,1-1 82 0,-3 1 95 16,1 1 98-16,0-2 101 0,3 0 98 0</inkml:trace>
  <inkml:trace contextRef="#ctx0" brushRef="#br0" timeOffset="-86840.95">18152 17094 186 0,'4'1'569'16,"-2"1"126"-16,-2-2 59 0,0 1 25 0,0-1 9 0,3 0 8 0,-1 3 2 16,-2-3 9-16,0 0 11 0,0 0 7 0,0 0 10 0,0 0-28 0,0 2-47 15,0-2-204-15,0 0-274 0,0 0-126 0,0 0-56 0,0 0-26 0,0 0-16 16,4 1-17-16,-4-1-19 0,4 0-37 0,-3 0-45 0,-1 0-94 0,4 2-115 16,-4-1-92-16,4 1-79 0,-3-1-89 0,-1 1-90 0,0-2-83 0,0 0-85 15,0 0-32-15,0 0-14 0,0 0 4 0,0 4 10 0,0 1 29 0,0-5 33 0,0 4 83 16,-1 1 107-16,1-5 86 0,-4 4 74 0,4-4 86 0,0 4 91 0</inkml:trace>
  <inkml:trace contextRef="#ctx0" brushRef="#br0" timeOffset="-80211.55">19115 16569 256 0,'-6'-2'505'0,"3"1"108"0,-3 1 68 0,1 0 39 0,-1 0 28 0,-1 1 20 15,2 1 21-15,-1 1 16 0,3-1 16 0,-5 3 12 0,1-2 10 0,2 3-39 16,-4 1-69-16,3 1-153 0,3 1-195 0,-5 2-96 0,1 1-59 0,-2 1-26 15,4 2-16-15,-1 2-10 0,3 2-9 0,-3 1-7 0,1 2-8 0,1 0-6 16,4 3-7-16,-2 0-8 0,-1-1-10 0,3 2-10 0,0-1-12 0,0-1-9 16,3 0-9-16,-1-1-10 0,-2 1-13 0,4-3-13 0,1-2-10 0,1-1-18 0,-3 2-19 15,3-4-32-15,-1 1-36 0,2-2-29 0,-1 0-30 0,3-2-36 16,-4-1-34-16,1 0-85 0,3-3-103 0,-4 0-106 0,4-1-106 0,0-3-111 0,-3 2-115 16,3-4-65-16,2-3-46 0,-2 0-1 0,0-2 18 0,0-1 22 0,0-2 23 15,0 0 34-15,-2-3 35 0,2 1 81 0,-2-1 106 0,1-1 106 0,-1 2 106 16,0-3 113-16</inkml:trace>
  <inkml:trace contextRef="#ctx0" brushRef="#br0" timeOffset="-79965.92">19296 16988 108 0,'-6'4'582'0,"2"0"147"0,-1-1 68 0,1 0 32 15,3 0 17-15,-3-2 10 0,2 1 7 0,-1 1 9 0,3-1 7 0,0-2 15 0,0 0 22 16,0 0 3-16,0 0-5 0,0 1-205 0,3 1-289 0,-1-2-127 0,3-2-54 15,-1 2-23-15,5-1-9 0,-3-1-4 0,3 1-3 0,1-1-4 0,3-1-5 16,-2 0-12-16,3 2-19 0,1-2-17 0,1-2-23 0,-5 2-21 0,3 0-17 16,1 0-17-16,-1 0-12 0,-1 0-10 0,-2 0-8 0,0 0-5 0,1 0-7 15,-1 0-3-15,-2 2-5 0,0-1-17 0,-3 1-20 0,3-1-33 0,0 1-37 16,-4-1-42-16,1 1-42 0,-3 1-38 0,3-2-36 0,-1 1-81 0,-1-1-104 16,-1 2-110-16,-1 0-117 0,-2 0-141 0,0 0-153 0,0 0-59 0,4 2-14 15,1 1 15-15,-5-3 27 0,4 3 38 0,-2 0 41 0,-2-3 35 0,0 6 36 16,0-2 82-16,0-4 103 0,3 6 112 0,-3-1 116 0,0-1 145 0</inkml:trace>
  <inkml:trace contextRef="#ctx0" brushRef="#br0" timeOffset="-79419.46">19914 16654 310 0,'0'-3'565'0,"-3"0"113"0,3 3 57 0,0 0 28 0,0 0 17 0,0 0 9 0,0 0 10 0,0 0 11 0,0 0 14 0,0 0 13 0,0 0 17 0,0 0-41 16,3 3-70-16,-3 0-166 0,0 2-210 0,0 1-90 0,4 3-37 0,-4 1-10 15,2 4 1-15,-2-1 3 0,3 5 5 0,-3 0 1 0,2 2 3 0,-2 1 1 0,4 1 3 16,-4 1-9-16,0-2-9 0,3 1-11 0,-3 1-9 0,2-1-13 0,-2 1-13 16,4-2-12-16,-4 0-14 0,1-2-14 0,-1 0-11 0,0 1-13 0,4-2-15 15,-4 0-16-15,0-3-16 0,4 2-11 0,-3-4-10 0,-1 0-9 0,4 0-12 16,-4-1-7-16,4-2-7 0,-4-1-13 0,2 0-14 0,-2-1-20 0,3-1-26 16,-1-1-38-16,-2-1-42 0,0-2-48 0,4 0-51 0,-4 0-47 0,0-3-41 15,0 0-64-15,0 0-76 0,0 0-108 0,0 0-125 0,0 0-105 0,0 0-93 16,0 0-77-16,0-3-66 0,0 3-3 0,3-6 21 0,-1 0 40 0,2 3 49 15,-3-3 43-15,3 1 40 0,-4-1 64 0,5 0 76 0,-5 2 109 0,4-1 124 16,2 1 111-16,-3 1 107 0</inkml:trace>
  <inkml:trace contextRef="#ctx0" brushRef="#br0" timeOffset="-79238.81">20119 17089 231 0,'1'2'514'0,"-1"-2"190"0,0 0 86 0,0 4 40 16,0-2 25-16,0 2 14 0,0-2 22 0,0 1 20 0,0-2 24 0,0 2 25 15,0-3 22-15,0 5 22 0,0-4-121 0,0 2-184 0,0 0-182 0,0-1-184 16,4 1-85-16,-4 0-41 0,0-2-28 0,4 2-25 0,-4 0-46 0,1-2-52 16,-1 3-61-16,4-1-70 0,-4 0-77 0,0 0-83 0,4 0-145 0,-3 1-173 15,-1-4-171-15,0 5-171 0,0 1-76 0,0-2-37 0,0-4-12 0,0 6 2 16,4-1 20-16,-2-2 31 0,-2-3 38 0,0 5 43 0,0-5 54 0,0 7 60 16,0-7 134-16,0 4 167 0,0 2 167 0</inkml:trace>
  <inkml:trace contextRef="#ctx0" brushRef="#br0" timeOffset="-78581.01">20603 16929 48 0,'-7'1'391'0,"2"0"241"0,-1 1 112 0,1 0 56 0,-3-2 28 0,7 0 14 16,-3 0 10-16,2 0 7 0,-1 0 6 0,3 0 4 0,0 0 11 0,-4 0 10 16,4 0-62-16,0 0-97 0,0 0-176 0,4 1-210 0,-1-1-91 0,-1 0-38 15,7 0-13-15,-3 2 2 0,3-2 3 0,3 0 4 0,-1 0 4 0,4 0 4 16,-1 0-2-16,1-2-4 0,-1 1-9 0,4-1-10 0,-3-1-16 0,3 0-17 15,-4 0-11-15,1 0-11 0,-1-1-11 0,1 0-11 0,-5 2-10 0,-1-1-9 16,4 0-9-16,-2-2-7 0,-6 2-9 0,4 0-8 0,0 0-10 0,-3 0-8 16,3 0-10-16,-4 2-7 0,3-2-20 0,-3 0-22 0,0 1-28 0,-1-1-30 0,1 2-35 15,-3-1-36-15,2 1-49 0,-1 1-51 0,-1-2-45 0,-2-1-37 16,0 3-76-16,0-1-92 0,0 1-110 0,0-3-114 0,0 3-110 0,0 0-101 0,0 0-63 16,0 0-48-16,0-5-1 0,0 5 22 0,0 0 39 0,0 0 47 0,-5-1 43 15,5 1 36-15,-6 0 76 0,1 1 93 0,-2 0 112 0,1 4 115 0,1-2 119 16,1 2 119-16</inkml:trace>
  <inkml:trace contextRef="#ctx0" brushRef="#br0" timeOffset="-78133.99">20791 17011 267 0,'0'0'348'0,"0"3"33"16,0-3 28-16,4 2 20 0,0-1 27 0,-3 1 26 0,5-2 36 0,-3 0 36 15,3-2 41-15,-1 2 43 0,4-1 19 0,-1-1 10 0,-1 1-78 0,2-1-115 16,0 1-54-16,-4-1-22 0,4 0-18 0,0 1-18 0,-3 0-19 0,3-1-26 0,-4 1-29 16,1 1-32-16,1-2-39 0,-2 2-37 0,-1 0-38 0,1 0-34 0,-3 0-15 15,2 2-11-15,1-2-7 0,-5 3-4 0,6-2-4 0,-6 2-1 0,3 2-1 16,-3 1-1-16,-3-1-1 0,3 3 0 0,-2 1-3 0,-2 0 0 0,-1 2 0 0,1 1 0 16,-1 0-3-16,-1-2-6 0,1 2-4 0,-2 2-7 0,-1-2-1 0,1 0-3 15,-4-2-1-15,6 3 1 0,-4-3-2 0,0 0 2 0,0-1 0 0,3 0 2 16,-3 0 1-16,4-1 3 0,0-4 4 0,-3 2 5 0,6 0 5 0,-3-1 3 15,1-2 5-15,1-1 2 0,3 0 0 0,-2 0 0 0,2-2-1 0,-4 1-5 16,4-1-1-16,0 0-2 0,0 0-3 0,0 0-3 0,0 0 0 0,0 0-1 16,6 0 1-16,-3 0 0 0,3 0 3 0,-1 0 0 0,-1 0-1 0,5 0 1 15,0 0 3-15,0-1 1 0,2-1 3 0,-2 0 3 0,2 1 2 0,-2 0-3 16,0-2-3-16,2 1-4 0,-2-1-5 0,0 0-5 0,3 0-6 0,-4 1-1 16,1 0-4-16,0-1-2 0,0 1-1 0,-4 1-3 0,4-2-5 0,-3 1-3 15,3 1-4-15,-4-1-1 0,4 2-2 0,-3-2-4 0,-3 1-2 0,3 0-1 0,-1-1-2 16,-1 2-1-16,1-1-2 0,-1 1-2 0,-2 0 0 0,-2 0 0 0,3 0-2 15,-3 0-1-15,0 0-10 0,0 0-16 0,0 0-22 0,0 0-29 0,0 0-30 16,0 0-30-16,0 0-25 0,0 0-27 0,0 0-31 0,0 0-39 0,0 0-87 0,0 0-113 16,0-3-92-16,0 0-77 0,-3 1-68 0,1-1-65 0,-2 0-66 0,2 0-66 15,-1-1-14-15,-1-2 9 0,-1 1 18 0,-1-1 21 0,3 0 31 0,1 0 39 16,-4 0 89-16,3-1 109 0,-3 0 93 0,3 0 81 0,-1 0 79 0,-1-2 79 16</inkml:trace>
  <inkml:trace contextRef="#ctx0" brushRef="#br0" timeOffset="-77801.72">20876 16401 147 0,'-1'-6'447'0,"-7"3"194"0,3-2 91 0,1 2 46 0,2 2 24 0,-1 1 15 0,-3 0 11 0,6 0 7 0,-3 0 10 16,3 0 9-16,0 0 9 0,0 0 8 0,0 0-99 0,0 0-148 0,0 0-166 15,0 1-174-15,0-1-76 0,0 3-31 0,0 2-13 0,0 1-5 0,0 1 0 16,0 4 0-16,3-1 3 0,-3 4 2 0,0 1 3 0,4 0 0 0,-2 1 0 16,-2 2-3-16,0 0-8 0,3 0-11 0,-3-2-13 0,0 2-13 0,0-1-9 15,0-2-7-15,0 0-11 0,0 0-11 0,0 0-11 0,0-3-13 0,0 2-10 16,2-4-9-16,-2 1-17 0,0-1-15 0,0-1-19 0,0 0-22 0,0-1-30 16,0-1-35-16,0-1-34 0,0 0-37 0,0-1-31 0,0-1-31 0,0-1-39 0,0-1-43 15,0-2-88-15,0 3-112 0,0-2-85 0,4 1-75 0,-4-1-83 16,4 1-88-16,-4-2-46 0,0 0-31 0,5-2 5 0,-1 1 23 0,1-1 27 15,-3-1 25-15,5 0 38 0,-2-3 43 0,-3 2 89 0,5-2 113 0,-1 1 89 0,-1-1 83 16,4 0 96-16</inkml:trace>
  <inkml:trace contextRef="#ctx0" brushRef="#br0" timeOffset="-77487.65">21296 16443 211 0,'7'-3'364'16,"-1"0"72"-16,-1 0 48 0,4 0 57 0,2 3 53 0,-2 0 53 0,-4 0 47 16,4 3 40-16,1-2 29 0,-1 2 25 0,0 0 15 0,-4 3-41 0,4-1-68 15,-3 1-97-15,3 1-107 0,-4 1-63 0,0 2-38 0,4 1-41 0,-3-1-44 16,-3 2-37-16,3 3-36 0,-2-1-23 0,-3 2-16 0,3 2-4 0,0-2-1 16,-3 4 2-16,-1 0 2 0,0 1 4 0,0 0 2 0,0 0 0 0,0 1 0 15,0 1-4-15,0-1-8 0,-1 1-1 0,-3 1-8 0,0-3-7 0,3 0-7 16,-3-1-13-16,-2 0-11 0,3-1-14 0,-3-1-15 0,5 0-12 0,-8-1-14 15,1 1-7-15,3-1-11 0,-4-2-6 0,3 0-10 0,-3 1-9 0,0-1-12 16,-1 0-23-16,0 2-25 0,0-2-35 0,-3 0-39 0,2-1-48 0,-2 3-54 0,-1-2-47 16,0 0-46-16,-1-1-84 0,1 0-103 0,-5 0-118 0,5 0-124 0,0-1-141 15,-3-1-144-15,-1 0-57 0,4-2-15 0,1 0 18 0,-1-3 27 0,3-1 43 16,0-3 49-16,2 0 46 0,0-3 44 0,3-1 86 0,-1-2 102 0,2-2 119 0,3-1 124 16</inkml:trace>
  <inkml:trace contextRef="#ctx0" brushRef="#br0" timeOffset="-77308.09">21314 17077 446 0,'-4'6'688'0,"-1"-1"175"0,0 1 78 16,1-3 36-16,-5 3 10 0,4 3 1 0,-1-2-14 0,2 1-18 0,-1-4-30 16,0 1-37-16,1-1-36 0,-1-1-39 0,-1 0-293 0,3 2-412 0,-3-4-335 0,2 3-307 15,-3 1-198-15,0-3-147 0,0 3-64 0,0-4-23 0,1 2 0 0,1-1 12 16,1 0 26-16,4-2 34 0,-9 0 37 0,4-2 36 0,3 0 100 0,2 2 129 15,-4-3 132-15,1-2 134 0</inkml:trace>
  <inkml:trace contextRef="#ctx0" brushRef="#br0" timeOffset="-66286.84">26896 6268 183 0,'0'-4'230'0,"3"-1"15"0,-3 0 9 0,4 3 6 0,-2-1 6 15,-2-2 6-15,5 2 9 0,-5-2 6 0,4 1 10 0,0 0 9 0,-3-1-15 16,3 1-29-16,0-1-53 0,-3-1-64 0,3 0-26 0,-2 1-5 16,-2 0-1-16,3 0 4 0,1 1-1 0,-2-1 2 0,-2 1 2 0,0-1 2 0,3 2 4 15,-3-2 1-15,2 3 4 0,-2-1 5 0,0 0 9 0,0 0 11 0,0 1 11 16,0-1 11-16,0 0 12 0,0 3 17 0,0-1 13 0,0 1 13 15,0-3 9-15,0 3 4 0,0 0 3 0,0-3 0 0,0 3-3 0,0 0-3 16,0 0-7-16,0 0-7 0,0 0-12 0,0 0-12 0,0 0-14 0,0 0-17 16,0 0-12-16,0 0-15 0,0 0-10 0,0 0-11 0,0 0-8 0,0 0-10 15,0 0-7-15,0 0-7 0,0 0-9 0,0 0-4 0,0 0-7 0,0 0-7 16,0 0-5-16,0 0-8 0,0 0-5 0,0 0-9 0,0 0-4 0,0 0-3 16,0 3-4-16,-2 0-4 0,-1 1-2 0,3 2-4 0,0 2-2 0,-2 1-2 15,-2 1-2-15,1 4 1 0,3-1-1 0,-2 4 4 0,-2 1-2 0,4 1 1 16,-1 2-1-16,1 0 2 0,-4 2-2 0,0-1 1 0,4 4 1 0,-5 1 1 15,5 0 0-15,-4 3 0 0,2 0-2 0,-1 1 1 0,-3 1-1 0,3 4 2 16,3-2-1-16,-6 2-1 0,1 0 1 0,1 2-2 0,3-1 0 0,-3 1 4 16,-2 1 1-16,3-2 1 0,-3 1 0 0,3 1 0 0,-3-2-2 0,5 1 1 15,-7-1-2-15,7-1 0 0,-5-1 1 0,-1-1 4 0,1 1-1 0,1-2 1 16,0 0-1-16,-3-2-1 0,3 1 0 0,0-1 0 0,-1-3 2 0,1 3 4 16,-3-3 0-16,3-1 0 0,1 0-2 0,-1 0 1 0,0-3-1 15,1 0 2-15,-1 0 3 0,3-1 0 0,-6 1 2 0,3-3-1 0,3-2 1 16,-5 0-2-16,5-1 0 0,-1-1 0 0,-1 0 0 0,2-2 3 15,-1 0 3-15,3-2 3 0,-2 1 0 0,-2-2 0 0,4-1-3 0,-4 0 0 0,4 1-1 16,0-1-2-16,-1-2 0 0,-3 1-2 0,4-1 1 0,0-1-4 0,-2-1-1 16,2-1-1-16,0 2-4 0,-3-2-2 0,3 0-6 0,-4 0-1 15,4 0-1-15,0-2 0 0,0 1-1 0,-2-1-4 0,2-1 1 0,0 2-2 16,0-2 0-16,-3-2-2 0,3-1 1 0,0 3-2 0,0-3-2 0,0 3-2 16,0-3-11-16,0 0-15 0,0 0-17 0,0 2-19 0,0-2-23 0,0 0-22 15,0 0-36-15,0 0-45 0,0 0-89 0,-4-2-112 0,4-1-93 0,-2 0-85 16,2-1-88-16,-3-2-88 0,3-2-64 0,-6-1-56 0,6-1-13 0,-4-1 6 15,3-1 15-15,-3 2 19 0,4-4 35 0,0 1 45 0,-2 1 88 0,-1-2 110 16,3 2 96-16,-4-1 86 0,4 1 89 0</inkml:trace>
  <inkml:trace contextRef="#ctx0" brushRef="#br0" timeOffset="-65778.43">26114 7180 3 0,'-9'-3'249'0,"-1"3"83"0,1-1 46 0,-1-1 28 0,1 2 30 0,2 0 29 0,0 2 37 0,0-2 44 16,-1 0 49-16,3 0 51 0,-4 0 39 0,4 0 31 0,1-2-44 0,-1 2-77 16,3 0-74-16,-2 0-74 0,4 0-37 0,-4 0-20 0,4 0-20 0,0 0-24 15,-1 0-33-15,1 0-39 0,0 0-45 0,0 0-48 0,0 0-34 0,0 0-27 16,0 0-21-16,0 0-14 0,0 0-5 0,0 0-7 0,0 0 2 0,1 0 6 16,3 2 0-16,2-1 0 0,-1-1 2 0,4 2 7 0,0-1 4 0,4 1 8 15,-6-1 9-15,7 1 12 0,3-2 9 0,-6 1 9 0,7 1 5 0,-2-2 9 16,2 1-3-16,0-1-1 0,-2 1 0 0,2-1 1 0,2 0-1 0,-2 0-6 15,1-1-2-15,-3 0-4 0,2 1-5 0,0-2-9 0,-2 1-9 0,2-2-9 16,-3 1-7-16,-1 1-4 0,4-1-5 0,0-1-6 0,-7 0-1 0,4 3-1 16,-1-1-1-16,1-1 1 0,-3 2-1 0,-1 0 2 0,4 0 1 0,-3 0 1 15,-1 0 1-15,-2 2 1 0,2-1-4 0,-2-1-1 0,0 3-4 16,2-3-2-16,-2 3-6 0,0-3-2 0,0 3-6 0,0-1-4 0,-3-1-7 16,-1 1-10-16,4-2-26 0,-3 1-16 0,1 1 0 0,-5-1 0 0,3 0 0 15,-1-1 0-15,-1 2 0 0,-1-2 0 0,-2 2-3 0,4-1-102 0,-4 2-56 16,0-3-68-16,0 0-59 0,0 0-60 0,0 0-109 0,0 0-133 0,-4-1-146 15,4 1-151-15,-2-3-117 0,-1-2-102 0,-1 1-34 0,2 1-1 0,-1-2 21 16,1 2 36-16,-2 0 54 0,1 0 65 0,1 0 59 0,-2 0 57 16,4 3 110-16,-3-4 135 0,3 4 144 0,3-6 150 0</inkml:trace>
  <inkml:trace contextRef="#ctx0" brushRef="#br0" timeOffset="-64500.4">27071 6052 270 0,'-2'0'378'0,"-7"2"49"16,4-1 39-16,-2 1 36 0,5-2 43 0,-5 3 44 0,1-3 40 0,4 1 40 0,-5-1 32 0,5 2 32 15,-1-2 7-15,1 0-3 0,-5 1-98 0,5-1-140 0,-2 0-74 0,1 2-43 16,3-2-36-16,-2 1-32 0,2-1-38 0,0 0-41 0,0 0-40 0,0 0-35 16,0 0-30-16,0 0-29 0,0 0-20 0,0 0-15 0,0 0-11 0,0 0-7 15,0 0-6-15,0 0-1 0,0 0-4 0,0 0-1 0,0 0 0 0,0 0 0 16,0 0 0-16,0 0 3 0,0 0 2 0,0 0 1 0,0 0 3 0,0 0 1 16,5 0 4-16,-1 0 1 0,-2 0 4 0,1 1 5 0,1-1 5 0,-2 2 2 15,3-2 4-15,-1 0 2 0,-4 2 2 0,5-2 0 0,-1 0 2 0,-2 0-2 16,1 0 2-16,3 0-1 0,1 0 1 0,-5 1-4 0,3-1-2 0,2 0 1 15,-1 0-3-15,-1 0-1 0,1-1 0 0,3 1-2 0,0-2-4 16,-4 2-2-16,8-2-3 0,-6 1-2 0,6 0-2 0,-4-1-2 0,2 2 0 16,-2-1-1-16,5-1 1 0,-1 1-2 0,-2 1 0 0,0-3-1 0,1 1-1 15,-1 2 0-15,4-3 0 0,-3 2 1 0,-1-1 0 0,4-1-1 0,-3 2 1 16,-1-1 0-16,4 1 1 0,-3-2 3 0,3 1-2 0,-4 1 1 0,1-1-2 16,-1 1-2-16,2-1 1 0,-2 0-3 0,1 1 1 0,-5 0 0 15,2 1 0-15,1-3-1 0,0 3 2 0,-1-2-2 0,0 1-1 0,1 1-1 16,-1 0-2-16,0 0 2 0,0 0 0 0,-2 0 1 0,2 0 1 0,-4 0 2 15,4 1 2-15,-3-1 0 0,3 2 2 0,-2-2 2 0,-1 0 1 0,-1 1-1 0,0 1 3 16,1-2-1-16,1 1 2 0,-2-1-2 0,1 1-2 0,-2 1 0 16,1-2-3-16,-1 0-2 0,-3 2-3 0,5-2-2 0,-6 1-6 0,3-1-1 15,1 2-5-15,-4-2-2 0,2 0-4 0,-2 0-3 0,0 0-3 0,3 0-17 16,-3 0-2-16,0 0 0 0,2 1 0 0,-2-1 0 0,0 0 0 0,0 0 0 16,0 0 0-16,0 0 0 0,0 0 0 0,0 0 0 0,0 0 0 0,0 0 0 15,0 0 0-15,0 0 0 0,0 0 0 0,0 0 0 0,0 0 0 0,0 0 0 16,0 0 0-16,0 0 0 0,0 0-96 0,0 0-32 0,0 0-42 0,0 0-47 15,0 0-43-15,0 0-45 0,0 0-36 0,0 0-29 0,0 0-60 0,0 0-71 16,0 0-93-16,-2 0-101 0,-1-1-85 0,3-1-72 0,0 2-67 0,-6-3-66 16,3-1-4-16,3-1 23 0,-2 1 38 0,-2-1 36 0,3-1 33 0,-3 2 28 15,0-1 62-15,4 0 78 0,0 1 102 0,0-2 115 0,0 3 101 0,4-3 96 16</inkml:trace>
  <inkml:trace contextRef="#ctx0" brushRef="#br0" timeOffset="-64334.92">27719 5964 55 0,'-6'1'206'0,"1"1"22"0,-2-1 7 0,1 1-2 0,1-1-9 0,1 2-13 0,2-3-17 0,-1 2-27 0,1-1-32 0,2-1-44 0,0 0-51 0,0 0-59 0,-7-1-68 0,7 1-59 0,0 0-60 15,-6-2-23-15,6 2-5 0,0 0 2 0,-1-2 8 0,1 2 13 0,0 0 17 16,0 0 29-16</inkml:trace>
  <inkml:trace contextRef="#ctx0" brushRef="#br0" timeOffset="-64065.09">27665 5896 114 0,'0'0'274'0,"0"0"31"0,0-1 19 0,0 1 12 16,0 0 12-16,1-2 11 0,-1 2 12 0,0 0 13 0,0 0 18 0,0 0 24 15,0 0 22-15,0 2 24 0,4 0-43 0,-4 0-69 0,0 1-18 0,0 2 9 16,0-2 12-16,-4 1 10 0,4 2 8 0,0-1 3 0,0 2 2 16,-1 1-2-16,1-1-11 0,0 2-18 0,-4-1-26 0,4 2-30 0,-4-1-38 15,4 1-43-15,0 1-38 0,0-2-36 0,0 2-30 0,-2-2-24 16,2 1-18-16,-3-2-15 0,3 1-17 0,0-2-16 0,0-1-22 0,0 0-26 16,0 0-53-16,0-3-67 0,0 2-82 0,0-2-87 0,0 0-81 0,0-3-74 15,-4 3-100-15,4-2-109 0,0-1-60 0,0 0-35 0,0 0-12 0,0 0-2 16,0 0 12-16,0 0 18 0,-5 0 49 0,3-1 62 0,-2-1 78 0,4 2 86 15,-3-3 77-15,-3 2 74 0,5-2 100 0</inkml:trace>
  <inkml:trace contextRef="#ctx0" brushRef="#br0" timeOffset="-63451.53">27324 5992 157 0,'0'-1'416'0,"-1"-1"97"0,-3 1 59 0,4-1 43 0,0 2 36 16,-2-1 26-16,2 1 22 0,0 0 21 0,-3-2 24 0,3 2 17 0,0-1 16 15,0 1-30-15,0 0-49 0,0 0-131 0,0 0-168 0,0 0-94 0,0 0-55 16,0 0-43-16,0 0-35 0,0 0-26 0,0 0-21 0,0 0-23 0,0 0-22 16,0 0-22-16,0 0-16 0,0 0-18 0,0 0-18 0,0 0-16 0,0 0-16 15,0 0-20-15,0 0-26 0,0 0-45 0,0 0-58 0,0 0-74 0,0 3-82 16,0 0-75-16,3-2-72 0,-3 2-89 0,2 0-97 0,-2-3-58 16,0 0-45-16,0 3-13 0,0-3-3 0,4 5 13 0,-3-1 22 0,-1-4 43 15,0 0 55-15,0 4 77 0,0-4 81 0,0 0 77 0,0 5 74 0,0-5 89 16</inkml:trace>
  <inkml:trace contextRef="#ctx0" brushRef="#br0" timeOffset="-63073.75">26407 6925 141 0,'-3'6'410'0,"-1"-3"147"0,2 2 73 0,-1-2 34 0,-1 0 21 0,4-1 19 0,-2 0 16 0,-1 1 16 0,1-3 16 15,-2 3 12-15,4-1 12 0,0-2 10 0,0 1-102 0,0-1-150 0,0 0-149 16,-3 2-144-16,3-2-70 0,0 0-35 0,0 0-22 0,0 0-16 0,0 0-25 16,0 0-23-16,0 0-37 0,0 0-40 0,3 1-75 0,-3 2-91 0,4-2-92 15,-2 1-89-15,1 1-93 0,-1 0-91 0,2-1-87 0,-4-2-85 16,9 0-39-16,-4-2-17 0,4 1-3 0,0-4 6 0,0-1 19 0,-1 0 26 15,1-3 64-15,0 0 81 0,0-1 87 0,2-2 84 0,-2 0 92 0,0-1 92 16</inkml:trace>
  <inkml:trace contextRef="#ctx0" brushRef="#br0" timeOffset="-61807.95">25841 5182 25 0,'2'0'274'0,"-2"0"91"0,0 0 52 0,0 0 33 0,0 0 23 0,0 0 20 0,0 0 22 0,0 0 22 0,0 0 32 16,0 0 34-16,0 0 38 0,0 0 41 0,0 0-41 0,0 0-82 0,0 0-77 15,0 0-79-15,0 0-41 0,0 0-28 0,0 0-17 0,0 0-16 16,0 0-21-16,0 0-19 0,0 0-28 0,7 2-35 0,-7-2-33 0,0 0-36 16,0 0-26-16,0 2-19 0,0 0-9 0,0 3-9 0,0-1-3 0,0 1-2 15,-3 2 1-15,-1 1 1 0,4 2 0 0,0 1 1 0,0 1 2 0,-2 1 0 16,-1 2 0-16,3 0 2 0,-4 2-4 0,4-1-1 0,-2 2-4 0,-1-1-5 15,1 2-3-15,2-1 0 0,-4 0-2 0,4 2-1 0,-3-2-3 0,3 1-1 16,-2 1-4-16,-2 1-1 0,4-2-6 0,0 1-3 0,-2 1-6 0,2-2-1 16,0 2-5-16,-3 0-2 0,-1 0-2 0,4-1-2 0,0 1-5 0,0 0-2 15,0-2-1-15,4 1-1 0,-1 1-1 0,-3-3-5 0,2 1-9 16,-2-1-9-16,4-1-15 0,-2-1-14 0,1-1-16 0,-3-1-19 0,4-1-38 16,-2 1-45-16,1-4-84 0,-1 2-101 0,-2-2-83 0,4 0-75 0,-1 0-74 15,-1-2-77-15,5-1-77 0,-7-1-75 0,2-3-25 0,2 2-4 0,-4-5 8 16,0 0 16-16,0 0 34 0,5-3 45 0,-1-2 82 0,-2-1 102 15,-2-3 85-15,0 0 74 0,0-1 77 0,0-4 80 0</inkml:trace>
  <inkml:trace contextRef="#ctx0" brushRef="#br0" timeOffset="-61089.68">27480 4974 183 0,'4'-3'311'0,"-3"0"43"0,3 0 27 0,-2 1 16 0,-2 0 13 0,4 1 15 0,-4 1 17 0,3 0 27 0,-3 0 30 0,0 0 38 0,0 0 41 0,0 0-16 0,0 0-41 15,0 0-59-15,0 0-70 0,0 0-29 0,0 0-15 0,0 0-8 0,0 0-8 16,0 0-10-16,0 0-8 0,0 0-18 0,0 0-17 0,2 1-31 16,-2 1-34-16,4 1-33 0,-4 0-31 0,1 2-21 0,3 0-14 0,-4 2-8 15,4 2-7-15,-3-2-4 0,-1 4-2 0,8 1-5 0,-8 1-5 16,1 1-9-16,-1 2-9 0,4 1-8 0,-2 1-7 0,1 3 2 0,1-2 2 15,-4 2-8-15,0 0-14 0,2 0-8 0,-2 2-7 0,0-1-4 0,4-1-2 16,-3 0 0-16,-1 0-2 0,0-1 1 0,4-1-2 0,-4-1-2 0,0-1 1 16,4-1-8-16,-4-2-12 0,1 1-2 0,-1-3 1 0,0 0-17 0,4-2-24 15,-4-1-59-15,2 0-73 0,-2-3-88 0,0 0-95 0,0 0-79 0,0-1-71 16,3-1-89-16,-3 1-95 0,0-5-64 0,0 0-44 0,0 0-17 0,0 0-4 16,0 0 15-16,0 0 25 0,0 0 57 0,0 0 76 0,-5-3 84 0,1 0 94 15,-1-2 79-15,0 2 72 0,1-1 87 0</inkml:trace>
  <inkml:trace contextRef="#ctx0" brushRef="#br0" timeOffset="-60581.57">27191 5149 237 0,'-6'-1'376'0,"3"-1"70"0,-3 1 48 0,4-1 47 0,-1 2 41 0,3 0 40 0,-4 0 38 16,2 0 27-16,2 0 24 0,-3-1 17 0,3 1 16 0,0 0-54 0,0 0-82 16,0 0-106-16,0 0-121 0,0 0-67 0,0 0-49 0,0 0-39 0,0 0-37 15,0 3-35-15,3 0-32 0,-1 1-25 0,2-1-18 0,1 2-13 0,-1 1-9 16,1 0-3-16,1 1-3 0,3 0 0 0,0 3 5 0,-4-3 2 0,4 2 5 16,2 0-3-16,-2 0-3 0,-2 0-2 0,1 0 1 0,1-1-4 0,0-1-1 15,3 1-3-15,-6-1-3 0,3 1-3 0,-4-2 0 0,4 1-1 0,-2-1-2 16,-3 0-3-16,5 0-3 0,-3-1-3 0,-1 1 0 0,-1-2-3 0,1 0-2 15,0 1-1-15,-1 0-1 0,0-1-2 0,-2-1 1 0,1 2-1 16,-1-2 0-16,2-2 0 0,-4 2 2 0,0 0-1 0,3-1 1 0,-1 1 1 16,-2-3 3-16,0 3 0 0,-2 0 0 0,-1 0-2 0,3 0-1 0,-4 0-3 15,2 1-9-15,-3 1-12 0,-3-1-15 0,1 2-21 0,-2 2-24 0,-3-1-42 16,2 0-54-16,-4 3-93 0,0-3-114 0,-1 1-106 0,1 1-100 16,-3 0-108-16,-1 0-116 0,0-2-48 0,2-1-18 0,-2 2-2 0,0-4 10 15,0 1 15-15,3-1 20 0,-1-1 41 0,-2-1 51 0,0-2 92 0,3 0 113 16,1 0 102-16,-1-2 100 0</inkml:trace>
  <inkml:trace contextRef="#ctx0" brushRef="#br0" timeOffset="-59837.82">26456 5088 129 0,'0'0'365'0,"0"0"115"0,0 0 56 0,4 0 24 0,-4 0 15 0,0 0 6 0,2 0 11 0,-2 0 10 0,0 0 25 0,0 0 33 0,0 1 26 0,0-1 23 15,0 0-85-15,0 3-138 0,0 0-120 0,0 2-111 0,-2-2-52 0,2 0-25 16,-7 1-13-16,7 1-8 0,-6-2-12 0,3 3-10 0,-3-1-27 0,1 0-32 16,-4 3-23-16,3-2-22 0,-3 1-12 0,-2 1-7 0,-1-1-4 0,1 2-5 15,-2 0 0-15,-1-1 1 0,-1 0 2 0,1 2 5 0,-1-1-5 16,1 0-3-16,3-2-3 0,-7 2-2 0,3-1 1 0,3-3 1 0,-3 3 1 0,1-2 1 16,-1-2 1-16,5 3 0 0,-3-4 0 0,-2 1-2 0,6-1-1 15,-1 0-3-15,-3 0 2 0,6-1 5 0,-2-1 4 0,0 1 4 0,0-1 3 16,3 1 0-16,1-2 0 0,-3 1 0 0,3-1 1 0,3 0 4 15,-1 0 4-15,-1 2 4 0,4-2 4 0,-5 0 5 0,5 0 4 0,0 0 2 16,0 0 3-16,0 0 4 0,-2 0-1 0,2 0 1 0,-4-2 1 0,4 2 3 16,0 0 0-16,0 0 1 0,0 0-4 0,0 0-3 0,0 0-6 0,0 0-3 15,0 0-2-15,0 0-4 0,0 0-3 0,0 0-3 0,0 0-4 0,0 0-5 16,0 0-3-16,0 0-3 0,0 0-3 0,0 0-5 0,0 0 1 0,0 0-2 16,0 0 1-16,4 3 4 0,-4 0 1 0,2-2 3 0,1 3 3 0,-1-1 4 15,5 1 2-15,-1 2 3 0,-1 0 5 0,8 0 5 0,-8 1 5 16,6 1 5-16,-2 1 2 0,2 0 1 0,2 0 1 0,-3 0 0 0,5 0-2 15,-2 0-2-15,-3-1-1 0,5 1 1 0,-6-2 1 0,5 1-2 0,-5-1-2 16,6 1-5-16,-6-1-3 0,4-2-2 0,-6 1-2 0,2-1-5 0,0 0-2 16,-4 0-2-16,4-2-4 0,-3 1-1 0,1-1-1 0,-5 0-7 0,3 0-1 15,-1-1-3-15,-1 1-3 0,-1-2-3 0,2 1-6 0,-4-2-10 0,0 0-11 16,0 0-12-16,0 0-17 0,0 0-17 0,0 0-41 0,0 0-53 16,0 0-85-16,0 0-103 0,0 0-92 0,0 0-80 0,0 0-114 0,0 0-128 15,0 0-56-15,0 0-22 0,0 0-4 0,0 0 5 0,0 0 14 0,-4 0 15 16,-1 0 40-16,-1-2 53 0,1-1 86 0,-2 0 106 0,1-1 89 0,-3-1 84 15</inkml:trace>
  <inkml:trace contextRef="#ctx0" brushRef="#br0" timeOffset="-59652.92">26438 5427 136 0,'4'4'424'0,"-4"2"170"0,0-1 73 0,-4-2 30 0,2 1-4 0,-1 1-21 0,-1-1-44 16,2-1-56-16,-1 0-58 0,-3-1-61 0,3 0-59 0,-3 0-57 0,6 1-183 0,-2 2-240 15,-5-2-232-15,5-2-228 0,-1 2-99 0,-1 2-42 0,-1-2-1 16,3 1 18-16,-5-1 42 0,5-1 58 0,-4-1 55 0,6-1 61 0,-7 0 59 16,2 0 59-16,-1 0 77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287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_fontSize: 80px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1E66EBF-76EA-7FBE-2773-13D98B525FB2}"/>
                  </a:ext>
                </a:extLst>
              </p14:cNvPr>
              <p14:cNvContentPartPr/>
              <p14:nvPr/>
            </p14:nvContentPartPr>
            <p14:xfrm>
              <a:off x="1073880" y="406440"/>
              <a:ext cx="10464840" cy="62251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1E66EBF-76EA-7FBE-2773-13D98B525F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520" y="397080"/>
                <a:ext cx="10483560" cy="624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DD32220-9AE2-84D6-79B1-E514D75B6CA2}"/>
                  </a:ext>
                </a:extLst>
              </p14:cNvPr>
              <p14:cNvContentPartPr/>
              <p14:nvPr/>
            </p14:nvContentPartPr>
            <p14:xfrm>
              <a:off x="1578960" y="558720"/>
              <a:ext cx="8760240" cy="34797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DD32220-9AE2-84D6-79B1-E514D75B6C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9600" y="549360"/>
                <a:ext cx="8778960" cy="349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7070D34-650E-93FF-A779-BBD87A207CB6}"/>
                  </a:ext>
                </a:extLst>
              </p14:cNvPr>
              <p14:cNvContentPartPr/>
              <p14:nvPr/>
            </p14:nvContentPartPr>
            <p14:xfrm>
              <a:off x="1681920" y="349560"/>
              <a:ext cx="9063720" cy="53197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7070D34-650E-93FF-A779-BBD87A207C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2560" y="340200"/>
                <a:ext cx="9082440" cy="533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54FA143-DF12-619C-F25E-F80B0B5E8256}"/>
                  </a:ext>
                </a:extLst>
              </p14:cNvPr>
              <p14:cNvContentPartPr/>
              <p14:nvPr/>
            </p14:nvContentPartPr>
            <p14:xfrm>
              <a:off x="1838160" y="1077120"/>
              <a:ext cx="8496000" cy="44096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54FA143-DF12-619C-F25E-F80B0B5E82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8800" y="1067760"/>
                <a:ext cx="8514720" cy="442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5DCF993-1B3F-4D45-5E6A-380D2AC59483}"/>
                  </a:ext>
                </a:extLst>
              </p14:cNvPr>
              <p14:cNvContentPartPr/>
              <p14:nvPr/>
            </p14:nvContentPartPr>
            <p14:xfrm>
              <a:off x="1322640" y="411480"/>
              <a:ext cx="6266880" cy="5998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5DCF993-1B3F-4D45-5E6A-380D2AC594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3280" y="402120"/>
                <a:ext cx="6285600" cy="601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863C858-36B5-4B3B-A894-B80D2E772398}"/>
                  </a:ext>
                </a:extLst>
              </p14:cNvPr>
              <p14:cNvContentPartPr/>
              <p14:nvPr/>
            </p14:nvContentPartPr>
            <p14:xfrm>
              <a:off x="2055600" y="700560"/>
              <a:ext cx="7959240" cy="49492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863C858-36B5-4B3B-A894-B80D2E7723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6240" y="691200"/>
                <a:ext cx="7977960" cy="496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37A4206-DBC7-B4C5-A499-52DDF602DED9}"/>
                  </a:ext>
                </a:extLst>
              </p14:cNvPr>
              <p14:cNvContentPartPr/>
              <p14:nvPr/>
            </p14:nvContentPartPr>
            <p14:xfrm>
              <a:off x="1150560" y="1093320"/>
              <a:ext cx="9714240" cy="50112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37A4206-DBC7-B4C5-A499-52DDF602DE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1200" y="1083960"/>
                <a:ext cx="9732960" cy="502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1D6BEE7-C83A-41A7-24B0-88B4C1AB96CD}"/>
                  </a:ext>
                </a:extLst>
              </p14:cNvPr>
              <p14:cNvContentPartPr/>
              <p14:nvPr/>
            </p14:nvContentPartPr>
            <p14:xfrm>
              <a:off x="1317240" y="376560"/>
              <a:ext cx="9592920" cy="58579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1D6BEE7-C83A-41A7-24B0-88B4C1AB96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7880" y="367200"/>
                <a:ext cx="9611640" cy="587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14</Words>
  <Application>Microsoft Office PowerPoint</Application>
  <PresentationFormat>宽屏</PresentationFormat>
  <Paragraphs>11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第6课 二次函数压轴题拆解</dc:title>
  <dc:subject>PptxGenJS Presentation</dc:subject>
  <dc:creator>Created by Marp</dc:creator>
  <cp:lastModifiedBy>mmt</cp:lastModifiedBy>
  <cp:revision>2</cp:revision>
  <dcterms:created xsi:type="dcterms:W3CDTF">2026-02-02T07:24:44Z</dcterms:created>
  <dcterms:modified xsi:type="dcterms:W3CDTF">2026-02-02T08:06:59Z</dcterms:modified>
</cp:coreProperties>
</file>